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7" r:id="rId5"/>
    <p:sldId id="2145705489" r:id="rId6"/>
    <p:sldId id="2145705496" r:id="rId7"/>
    <p:sldId id="2145705497" r:id="rId8"/>
    <p:sldId id="2145705494" r:id="rId9"/>
    <p:sldId id="2145705490" r:id="rId10"/>
    <p:sldId id="2145705498" r:id="rId11"/>
    <p:sldId id="2145705491" r:id="rId12"/>
    <p:sldId id="2145705500" r:id="rId13"/>
    <p:sldId id="2145705499" r:id="rId14"/>
    <p:sldId id="2145705501" r:id="rId15"/>
    <p:sldId id="2145705502" r:id="rId16"/>
    <p:sldId id="2145705492" r:id="rId17"/>
    <p:sldId id="340" r:id="rId18"/>
    <p:sldId id="2145705503" r:id="rId19"/>
    <p:sldId id="214570549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579E61-F0F0-4433-9588-817C8C810C46}">
          <p14:sldIdLst>
            <p14:sldId id="257"/>
            <p14:sldId id="2145705489"/>
            <p14:sldId id="2145705496"/>
            <p14:sldId id="2145705497"/>
            <p14:sldId id="2145705494"/>
            <p14:sldId id="2145705490"/>
            <p14:sldId id="2145705498"/>
            <p14:sldId id="2145705491"/>
            <p14:sldId id="2145705500"/>
            <p14:sldId id="2145705499"/>
            <p14:sldId id="2145705501"/>
            <p14:sldId id="2145705502"/>
            <p14:sldId id="2145705492"/>
            <p14:sldId id="340"/>
            <p14:sldId id="2145705503"/>
            <p14:sldId id="2145705495"/>
          </p14:sldIdLst>
        </p14:section>
        <p14:section name="Backup" id="{29E9C700-A044-4D34-A727-4B96D6155B4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058" userDrawn="1">
          <p15:clr>
            <a:srgbClr val="A4A3A4"/>
          </p15:clr>
        </p15:guide>
        <p15:guide id="2" orient="horz" pos="132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4195" userDrawn="1">
          <p15:clr>
            <a:srgbClr val="A4A3A4"/>
          </p15:clr>
        </p15:guide>
        <p15:guide id="5" pos="7315" userDrawn="1">
          <p15:clr>
            <a:srgbClr val="A4A3A4"/>
          </p15:clr>
        </p15:guide>
        <p15:guide id="6" pos="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itzsch, Martin" initials="PM" lastIdx="1" clrIdx="0">
    <p:extLst>
      <p:ext uri="{19B8F6BF-5375-455C-9EA6-DF929625EA0E}">
        <p15:presenceInfo xmlns:p15="http://schemas.microsoft.com/office/powerpoint/2012/main" userId="S::Martin.Poitzsch@aramcoamericas.com::e8fdc67a-9abb-4fff-92ac-b8c07c8e4c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0A1E"/>
    <a:srgbClr val="00A8DF"/>
    <a:srgbClr val="84BD00"/>
    <a:srgbClr val="000000"/>
    <a:srgbClr val="0000CD"/>
    <a:srgbClr val="8DE0FF"/>
    <a:srgbClr val="5E6A7B"/>
    <a:srgbClr val="996633"/>
    <a:srgbClr val="E17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689D4-43EA-404A-AD79-FF1C6463DFC5}" v="17" dt="2025-01-07T16:21:18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22" autoAdjust="0"/>
  </p:normalViewPr>
  <p:slideViewPr>
    <p:cSldViewPr snapToGrid="0">
      <p:cViewPr varScale="1">
        <p:scale>
          <a:sx n="178" d="100"/>
          <a:sy n="178" d="100"/>
        </p:scale>
        <p:origin x="2994" y="126"/>
      </p:cViewPr>
      <p:guideLst>
        <p:guide orient="horz" pos="4058"/>
        <p:guide orient="horz" pos="1320"/>
        <p:guide orient="horz" pos="845"/>
        <p:guide orient="horz" pos="4195"/>
        <p:guide pos="7315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Jinghui" userId="db008e23-cf85-46b7-bc9b-fead09591f21" providerId="ADAL" clId="{C5A689D4-43EA-404A-AD79-FF1C6463DFC5}"/>
    <pc:docChg chg="undo custSel addSld modSld modSection">
      <pc:chgData name="Wang, Jinghui" userId="db008e23-cf85-46b7-bc9b-fead09591f21" providerId="ADAL" clId="{C5A689D4-43EA-404A-AD79-FF1C6463DFC5}" dt="2025-01-07T16:30:33.679" v="289" actId="14734"/>
      <pc:docMkLst>
        <pc:docMk/>
      </pc:docMkLst>
      <pc:sldChg chg="modSp mod">
        <pc:chgData name="Wang, Jinghui" userId="db008e23-cf85-46b7-bc9b-fead09591f21" providerId="ADAL" clId="{C5A689D4-43EA-404A-AD79-FF1C6463DFC5}" dt="2025-01-07T16:24:30.840" v="281" actId="1036"/>
        <pc:sldMkLst>
          <pc:docMk/>
          <pc:sldMk cId="3978813224" sldId="491"/>
        </pc:sldMkLst>
        <pc:spChg chg="mod">
          <ac:chgData name="Wang, Jinghui" userId="db008e23-cf85-46b7-bc9b-fead09591f21" providerId="ADAL" clId="{C5A689D4-43EA-404A-AD79-FF1C6463DFC5}" dt="2025-01-07T16:24:30.840" v="281" actId="1036"/>
          <ac:spMkLst>
            <pc:docMk/>
            <pc:sldMk cId="3978813224" sldId="491"/>
            <ac:spMk id="3" creationId="{00000000-0000-0000-0000-000000000000}"/>
          </ac:spMkLst>
        </pc:spChg>
      </pc:sldChg>
      <pc:sldChg chg="addSp delSp modSp new mod">
        <pc:chgData name="Wang, Jinghui" userId="db008e23-cf85-46b7-bc9b-fead09591f21" providerId="ADAL" clId="{C5A689D4-43EA-404A-AD79-FF1C6463DFC5}" dt="2025-01-07T16:30:33.679" v="289" actId="14734"/>
        <pc:sldMkLst>
          <pc:docMk/>
          <pc:sldMk cId="1627456151" sldId="2145705532"/>
        </pc:sldMkLst>
        <pc:spChg chg="mod">
          <ac:chgData name="Wang, Jinghui" userId="db008e23-cf85-46b7-bc9b-fead09591f21" providerId="ADAL" clId="{C5A689D4-43EA-404A-AD79-FF1C6463DFC5}" dt="2025-01-07T15:46:53.677" v="17" actId="20577"/>
          <ac:spMkLst>
            <pc:docMk/>
            <pc:sldMk cId="1627456151" sldId="2145705532"/>
            <ac:spMk id="2" creationId="{DE9849E2-9818-22AA-3237-DF4BFF1B93A8}"/>
          </ac:spMkLst>
        </pc:spChg>
        <pc:graphicFrameChg chg="add mod modGraphic">
          <ac:chgData name="Wang, Jinghui" userId="db008e23-cf85-46b7-bc9b-fead09591f21" providerId="ADAL" clId="{C5A689D4-43EA-404A-AD79-FF1C6463DFC5}" dt="2025-01-07T16:30:33.679" v="289" actId="14734"/>
          <ac:graphicFrameMkLst>
            <pc:docMk/>
            <pc:sldMk cId="1627456151" sldId="2145705532"/>
            <ac:graphicFrameMk id="6" creationId="{026AC23C-12D3-D8B6-1FAF-651D9E8231D0}"/>
          </ac:graphicFrameMkLst>
        </pc:graphicFrameChg>
        <pc:picChg chg="add del mod">
          <ac:chgData name="Wang, Jinghui" userId="db008e23-cf85-46b7-bc9b-fead09591f21" providerId="ADAL" clId="{C5A689D4-43EA-404A-AD79-FF1C6463DFC5}" dt="2025-01-07T15:47:03.420" v="18" actId="478"/>
          <ac:picMkLst>
            <pc:docMk/>
            <pc:sldMk cId="1627456151" sldId="2145705532"/>
            <ac:picMk id="3" creationId="{4A610AED-09C6-7AC3-2241-A955CD035806}"/>
          </ac:picMkLst>
        </pc:picChg>
        <pc:picChg chg="add del mod">
          <ac:chgData name="Wang, Jinghui" userId="db008e23-cf85-46b7-bc9b-fead09591f21" providerId="ADAL" clId="{C5A689D4-43EA-404A-AD79-FF1C6463DFC5}" dt="2025-01-07T15:47:24.580" v="20" actId="478"/>
          <ac:picMkLst>
            <pc:docMk/>
            <pc:sldMk cId="1627456151" sldId="2145705532"/>
            <ac:picMk id="4" creationId="{A0E53B52-402C-63C1-7F52-0EF09FFDAF82}"/>
          </ac:picMkLst>
        </pc:picChg>
        <pc:picChg chg="add del mod">
          <ac:chgData name="Wang, Jinghui" userId="db008e23-cf85-46b7-bc9b-fead09591f21" providerId="ADAL" clId="{C5A689D4-43EA-404A-AD79-FF1C6463DFC5}" dt="2025-01-07T15:47:42.803" v="24" actId="478"/>
          <ac:picMkLst>
            <pc:docMk/>
            <pc:sldMk cId="1627456151" sldId="2145705532"/>
            <ac:picMk id="5" creationId="{A82762B1-81BB-8405-214D-52A4351AD0C6}"/>
          </ac:picMkLst>
        </pc:picChg>
      </pc:sldChg>
    </pc:docChg>
  </pc:docChgLst>
  <pc:docChgLst>
    <pc:chgData name="He, Xin" userId="6d96eb1a-b50d-4b7d-b58b-c22f8f566a24" providerId="ADAL" clId="{5F981F54-F742-440A-B117-9BA5B4057D3F}"/>
    <pc:docChg chg="undo custSel addSld delSld modSld sldOrd modSection">
      <pc:chgData name="He, Xin" userId="6d96eb1a-b50d-4b7d-b58b-c22f8f566a24" providerId="ADAL" clId="{5F981F54-F742-440A-B117-9BA5B4057D3F}" dt="2024-12-31T12:57:44.358" v="1599" actId="47"/>
      <pc:docMkLst>
        <pc:docMk/>
      </pc:docMkLst>
      <pc:sldChg chg="modSp mod">
        <pc:chgData name="He, Xin" userId="6d96eb1a-b50d-4b7d-b58b-c22f8f566a24" providerId="ADAL" clId="{5F981F54-F742-440A-B117-9BA5B4057D3F}" dt="2024-12-19T16:23:21.829" v="456" actId="20577"/>
        <pc:sldMkLst>
          <pc:docMk/>
          <pc:sldMk cId="391410911" sldId="257"/>
        </pc:sldMkLst>
        <pc:spChg chg="mod">
          <ac:chgData name="He, Xin" userId="6d96eb1a-b50d-4b7d-b58b-c22f8f566a24" providerId="ADAL" clId="{5F981F54-F742-440A-B117-9BA5B4057D3F}" dt="2024-12-19T16:23:09.151" v="433" actId="20577"/>
          <ac:spMkLst>
            <pc:docMk/>
            <pc:sldMk cId="391410911" sldId="257"/>
            <ac:spMk id="2" creationId="{88A73C5E-C40F-4BFB-B55E-AFDB4CFBFBF4}"/>
          </ac:spMkLst>
        </pc:spChg>
        <pc:spChg chg="mod">
          <ac:chgData name="He, Xin" userId="6d96eb1a-b50d-4b7d-b58b-c22f8f566a24" providerId="ADAL" clId="{5F981F54-F742-440A-B117-9BA5B4057D3F}" dt="2024-12-19T16:23:21.829" v="456" actId="20577"/>
          <ac:spMkLst>
            <pc:docMk/>
            <pc:sldMk cId="391410911" sldId="257"/>
            <ac:spMk id="3" creationId="{EBCBE22B-29F7-437C-9DAE-F2AE5CA8268A}"/>
          </ac:spMkLst>
        </pc:sp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0" sldId="267"/>
        </pc:sldMkLst>
      </pc:sldChg>
      <pc:sldChg chg="modSp mod">
        <pc:chgData name="He, Xin" userId="6d96eb1a-b50d-4b7d-b58b-c22f8f566a24" providerId="ADAL" clId="{5F981F54-F742-440A-B117-9BA5B4057D3F}" dt="2024-12-19T16:32:14.770" v="512" actId="20577"/>
        <pc:sldMkLst>
          <pc:docMk/>
          <pc:sldMk cId="3251380097" sldId="340"/>
        </pc:sldMkLst>
        <pc:spChg chg="mod">
          <ac:chgData name="He, Xin" userId="6d96eb1a-b50d-4b7d-b58b-c22f8f566a24" providerId="ADAL" clId="{5F981F54-F742-440A-B117-9BA5B4057D3F}" dt="2024-12-19T16:32:14.770" v="512" actId="20577"/>
          <ac:spMkLst>
            <pc:docMk/>
            <pc:sldMk cId="3251380097" sldId="340"/>
            <ac:spMk id="5" creationId="{00000000-0000-0000-0000-000000000000}"/>
          </ac:spMkLst>
        </pc:spChg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096124862" sldId="352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029874223" sldId="357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804592737" sldId="36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457522857" sldId="41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63996455" sldId="417"/>
        </pc:sldMkLst>
      </pc:sldChg>
      <pc:sldChg chg="add del">
        <pc:chgData name="He, Xin" userId="6d96eb1a-b50d-4b7d-b58b-c22f8f566a24" providerId="ADAL" clId="{5F981F54-F742-440A-B117-9BA5B4057D3F}" dt="2024-12-19T13:51:53.617" v="119" actId="47"/>
        <pc:sldMkLst>
          <pc:docMk/>
          <pc:sldMk cId="3845511654" sldId="42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486"/>
        </pc:sldMkLst>
      </pc:sldChg>
      <pc:sldChg chg="modSp add mod modClrScheme chgLayout">
        <pc:chgData name="He, Xin" userId="6d96eb1a-b50d-4b7d-b58b-c22f8f566a24" providerId="ADAL" clId="{5F981F54-F742-440A-B117-9BA5B4057D3F}" dt="2024-12-19T17:25:19.224" v="533" actId="14100"/>
        <pc:sldMkLst>
          <pc:docMk/>
          <pc:sldMk cId="3978813224" sldId="491"/>
        </pc:sldMkLst>
        <pc:spChg chg="mod ord">
          <ac:chgData name="He, Xin" userId="6d96eb1a-b50d-4b7d-b58b-c22f8f566a24" providerId="ADAL" clId="{5F981F54-F742-440A-B117-9BA5B4057D3F}" dt="2024-12-19T17:21:33.524" v="521" actId="700"/>
          <ac:spMkLst>
            <pc:docMk/>
            <pc:sldMk cId="3978813224" sldId="491"/>
            <ac:spMk id="2" creationId="{00000000-0000-0000-0000-000000000000}"/>
          </ac:spMkLst>
        </pc:spChg>
        <pc:spChg chg="mod ord">
          <ac:chgData name="He, Xin" userId="6d96eb1a-b50d-4b7d-b58b-c22f8f566a24" providerId="ADAL" clId="{5F981F54-F742-440A-B117-9BA5B4057D3F}" dt="2024-12-19T17:25:19.224" v="533" actId="14100"/>
          <ac:spMkLst>
            <pc:docMk/>
            <pc:sldMk cId="3978813224" sldId="491"/>
            <ac:spMk id="3" creationId="{00000000-0000-0000-0000-000000000000}"/>
          </ac:spMkLst>
        </pc:spChg>
        <pc:picChg chg="mod">
          <ac:chgData name="He, Xin" userId="6d96eb1a-b50d-4b7d-b58b-c22f8f566a24" providerId="ADAL" clId="{5F981F54-F742-440A-B117-9BA5B4057D3F}" dt="2024-12-19T17:21:39.660" v="522" actId="14100"/>
          <ac:picMkLst>
            <pc:docMk/>
            <pc:sldMk cId="3978813224" sldId="491"/>
            <ac:picMk id="6" creationId="{00000000-0000-0000-0000-000000000000}"/>
          </ac:picMkLst>
        </pc:picChg>
      </pc:sldChg>
      <pc:sldChg chg="addSp delSp modSp add mod ord modClrScheme chgLayout">
        <pc:chgData name="He, Xin" userId="6d96eb1a-b50d-4b7d-b58b-c22f8f566a24" providerId="ADAL" clId="{5F981F54-F742-440A-B117-9BA5B4057D3F}" dt="2024-12-19T17:25:05.999" v="532" actId="700"/>
        <pc:sldMkLst>
          <pc:docMk/>
          <pc:sldMk cId="2078520482" sldId="497"/>
        </pc:sldMkLst>
        <pc:spChg chg="mod ord">
          <ac:chgData name="He, Xin" userId="6d96eb1a-b50d-4b7d-b58b-c22f8f566a24" providerId="ADAL" clId="{5F981F54-F742-440A-B117-9BA5B4057D3F}" dt="2024-12-19T17:25:05.999" v="532" actId="700"/>
          <ac:spMkLst>
            <pc:docMk/>
            <pc:sldMk cId="2078520482" sldId="497"/>
            <ac:spMk id="2" creationId="{00000000-0000-0000-0000-000000000000}"/>
          </ac:spMkLst>
        </pc:spChg>
        <pc:spChg chg="mod ord">
          <ac:chgData name="He, Xin" userId="6d96eb1a-b50d-4b7d-b58b-c22f8f566a24" providerId="ADAL" clId="{5F981F54-F742-440A-B117-9BA5B4057D3F}" dt="2024-12-19T17:25:05.999" v="532" actId="700"/>
          <ac:spMkLst>
            <pc:docMk/>
            <pc:sldMk cId="2078520482" sldId="497"/>
            <ac:spMk id="3" creationId="{00000000-0000-0000-0000-000000000000}"/>
          </ac:spMkLst>
        </pc:spChg>
        <pc:spChg chg="add del mod ord">
          <ac:chgData name="He, Xin" userId="6d96eb1a-b50d-4b7d-b58b-c22f8f566a24" providerId="ADAL" clId="{5F981F54-F742-440A-B117-9BA5B4057D3F}" dt="2024-12-19T17:22:21.090" v="527" actId="478"/>
          <ac:spMkLst>
            <pc:docMk/>
            <pc:sldMk cId="2078520482" sldId="497"/>
            <ac:spMk id="4" creationId="{3754A4F0-03C6-D691-BE54-B9B75A23CD2D}"/>
          </ac:spMkLst>
        </pc:spChg>
        <pc:picChg chg="mod">
          <ac:chgData name="He, Xin" userId="6d96eb1a-b50d-4b7d-b58b-c22f8f566a24" providerId="ADAL" clId="{5F981F54-F742-440A-B117-9BA5B4057D3F}" dt="2024-12-19T17:22:23.482" v="528" actId="1076"/>
          <ac:picMkLst>
            <pc:docMk/>
            <pc:sldMk cId="2078520482" sldId="497"/>
            <ac:picMk id="5" creationId="{00000000-0000-0000-0000-000000000000}"/>
          </ac:picMkLst>
        </pc:picChg>
      </pc:sldChg>
      <pc:sldChg chg="modSp add mod ord modClrScheme chgLayout">
        <pc:chgData name="He, Xin" userId="6d96eb1a-b50d-4b7d-b58b-c22f8f566a24" providerId="ADAL" clId="{5F981F54-F742-440A-B117-9BA5B4057D3F}" dt="2024-12-19T17:21:19.984" v="520" actId="700"/>
        <pc:sldMkLst>
          <pc:docMk/>
          <pc:sldMk cId="1539847415" sldId="498"/>
        </pc:sldMkLst>
        <pc:spChg chg="mod ord">
          <ac:chgData name="He, Xin" userId="6d96eb1a-b50d-4b7d-b58b-c22f8f566a24" providerId="ADAL" clId="{5F981F54-F742-440A-B117-9BA5B4057D3F}" dt="2024-12-19T17:21:19.984" v="520" actId="700"/>
          <ac:spMkLst>
            <pc:docMk/>
            <pc:sldMk cId="1539847415" sldId="498"/>
            <ac:spMk id="2" creationId="{00000000-0000-0000-0000-000000000000}"/>
          </ac:spMkLst>
        </pc:spChg>
        <pc:spChg chg="mod">
          <ac:chgData name="He, Xin" userId="6d96eb1a-b50d-4b7d-b58b-c22f8f566a24" providerId="ADAL" clId="{5F981F54-F742-440A-B117-9BA5B4057D3F}" dt="2024-12-19T16:31:19.482" v="489" actId="1076"/>
          <ac:spMkLst>
            <pc:docMk/>
            <pc:sldMk cId="1539847415" sldId="498"/>
            <ac:spMk id="3" creationId="{6489D710-EE3E-4FAE-7D29-CC8A4AA3D39E}"/>
          </ac:spMkLst>
        </pc:spChg>
        <pc:picChg chg="mod">
          <ac:chgData name="He, Xin" userId="6d96eb1a-b50d-4b7d-b58b-c22f8f566a24" providerId="ADAL" clId="{5F981F54-F742-440A-B117-9BA5B4057D3F}" dt="2024-12-19T16:28:32.289" v="487" actId="14100"/>
          <ac:picMkLst>
            <pc:docMk/>
            <pc:sldMk cId="1539847415" sldId="498"/>
            <ac:picMk id="47" creationId="{00000000-0000-0000-0000-000000000000}"/>
          </ac:picMkLst>
        </pc:pic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277026346" sldId="5067"/>
        </pc:sldMkLst>
      </pc:sldChg>
      <pc:sldChg chg="del">
        <pc:chgData name="He, Xin" userId="6d96eb1a-b50d-4b7d-b58b-c22f8f566a24" providerId="ADAL" clId="{5F981F54-F742-440A-B117-9BA5B4057D3F}" dt="2024-12-19T16:46:49.083" v="515" actId="47"/>
        <pc:sldMkLst>
          <pc:docMk/>
          <pc:sldMk cId="3300871156" sldId="2134804655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985025186" sldId="2134804727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777845096" sldId="214570505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214570506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124389867" sldId="2145705068"/>
        </pc:sldMkLst>
      </pc:sldChg>
      <pc:sldChg chg="addSp delSp modSp mod">
        <pc:chgData name="He, Xin" userId="6d96eb1a-b50d-4b7d-b58b-c22f8f566a24" providerId="ADAL" clId="{5F981F54-F742-440A-B117-9BA5B4057D3F}" dt="2024-12-19T17:21:01.094" v="517" actId="14100"/>
        <pc:sldMkLst>
          <pc:docMk/>
          <pc:sldMk cId="2644245348" sldId="2145705489"/>
        </pc:sldMkLst>
        <pc:spChg chg="add del mod">
          <ac:chgData name="He, Xin" userId="6d96eb1a-b50d-4b7d-b58b-c22f8f566a24" providerId="ADAL" clId="{5F981F54-F742-440A-B117-9BA5B4057D3F}" dt="2024-12-19T16:16:33.794" v="231" actId="478"/>
          <ac:spMkLst>
            <pc:docMk/>
            <pc:sldMk cId="2644245348" sldId="2145705489"/>
            <ac:spMk id="3" creationId="{B2488423-EF6F-7D6E-73E0-6CE948145F90}"/>
          </ac:spMkLst>
        </pc:spChg>
        <pc:spChg chg="mod">
          <ac:chgData name="He, Xin" userId="6d96eb1a-b50d-4b7d-b58b-c22f8f566a24" providerId="ADAL" clId="{5F981F54-F742-440A-B117-9BA5B4057D3F}" dt="2024-12-19T17:21:01.094" v="517" actId="14100"/>
          <ac:spMkLst>
            <pc:docMk/>
            <pc:sldMk cId="2644245348" sldId="2145705489"/>
            <ac:spMk id="4" creationId="{00000000-0000-0000-0000-000000000000}"/>
          </ac:spMkLst>
        </pc:spChg>
        <pc:spChg chg="mod">
          <ac:chgData name="He, Xin" userId="6d96eb1a-b50d-4b7d-b58b-c22f8f566a24" providerId="ADAL" clId="{5F981F54-F742-440A-B117-9BA5B4057D3F}" dt="2024-12-19T13:58:19.887" v="164" actId="1076"/>
          <ac:spMkLst>
            <pc:docMk/>
            <pc:sldMk cId="2644245348" sldId="2145705489"/>
            <ac:spMk id="10" creationId="{6A0F6620-575B-4DDF-E381-F3F386EFC406}"/>
          </ac:spMkLst>
        </pc:spChg>
        <pc:spChg chg="del">
          <ac:chgData name="He, Xin" userId="6d96eb1a-b50d-4b7d-b58b-c22f8f566a24" providerId="ADAL" clId="{5F981F54-F742-440A-B117-9BA5B4057D3F}" dt="2024-12-19T13:50:02.874" v="5" actId="478"/>
          <ac:spMkLst>
            <pc:docMk/>
            <pc:sldMk cId="2644245348" sldId="2145705489"/>
            <ac:spMk id="12" creationId="{25F0CB23-FEF6-1331-59A6-5E36351C1D49}"/>
          </ac:spMkLst>
        </pc:spChg>
        <pc:picChg chg="add mod">
          <ac:chgData name="He, Xin" userId="6d96eb1a-b50d-4b7d-b58b-c22f8f566a24" providerId="ADAL" clId="{5F981F54-F742-440A-B117-9BA5B4057D3F}" dt="2024-12-19T16:16:44.999" v="235" actId="14100"/>
          <ac:picMkLst>
            <pc:docMk/>
            <pc:sldMk cId="2644245348" sldId="2145705489"/>
            <ac:picMk id="2" creationId="{5B98A1B0-978E-7C90-8083-2FBEE164F393}"/>
          </ac:picMkLst>
        </pc:picChg>
        <pc:picChg chg="del">
          <ac:chgData name="He, Xin" userId="6d96eb1a-b50d-4b7d-b58b-c22f8f566a24" providerId="ADAL" clId="{5F981F54-F742-440A-B117-9BA5B4057D3F}" dt="2024-12-19T13:49:39.677" v="1" actId="478"/>
          <ac:picMkLst>
            <pc:docMk/>
            <pc:sldMk cId="2644245348" sldId="2145705489"/>
            <ac:picMk id="9" creationId="{49711737-2051-47DF-C6BF-3594424494B7}"/>
          </ac:picMkLst>
        </pc:picChg>
      </pc:sldChg>
      <pc:sldChg chg="del">
        <pc:chgData name="He, Xin" userId="6d96eb1a-b50d-4b7d-b58b-c22f8f566a24" providerId="ADAL" clId="{5F981F54-F742-440A-B117-9BA5B4057D3F}" dt="2024-12-19T16:22:50.939" v="409" actId="47"/>
        <pc:sldMkLst>
          <pc:docMk/>
          <pc:sldMk cId="2224476168" sldId="2145705493"/>
        </pc:sldMkLst>
      </pc:sldChg>
      <pc:sldChg chg="del">
        <pc:chgData name="He, Xin" userId="6d96eb1a-b50d-4b7d-b58b-c22f8f566a24" providerId="ADAL" clId="{5F981F54-F742-440A-B117-9BA5B4057D3F}" dt="2024-12-19T16:22:52.409" v="410" actId="47"/>
        <pc:sldMkLst>
          <pc:docMk/>
          <pc:sldMk cId="1775230492" sldId="2145705496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1114492957" sldId="2145705515"/>
        </pc:sldMkLst>
      </pc:sldChg>
      <pc:sldChg chg="addSp delSp modSp del mod ord">
        <pc:chgData name="He, Xin" userId="6d96eb1a-b50d-4b7d-b58b-c22f8f566a24" providerId="ADAL" clId="{5F981F54-F742-440A-B117-9BA5B4057D3F}" dt="2024-12-31T12:57:44.358" v="1599" actId="47"/>
        <pc:sldMkLst>
          <pc:docMk/>
          <pc:sldMk cId="2603310309" sldId="2145705530"/>
        </pc:sldMkLst>
        <pc:spChg chg="mod">
          <ac:chgData name="He, Xin" userId="6d96eb1a-b50d-4b7d-b58b-c22f8f566a24" providerId="ADAL" clId="{5F981F54-F742-440A-B117-9BA5B4057D3F}" dt="2024-12-19T16:16:06.306" v="216" actId="20577"/>
          <ac:spMkLst>
            <pc:docMk/>
            <pc:sldMk cId="2603310309" sldId="2145705530"/>
            <ac:spMk id="2" creationId="{46F527C2-A559-4ADF-94E8-6D612A05B7F5}"/>
          </ac:spMkLst>
        </pc:spChg>
        <pc:spChg chg="mod">
          <ac:chgData name="He, Xin" userId="6d96eb1a-b50d-4b7d-b58b-c22f8f566a24" providerId="ADAL" clId="{5F981F54-F742-440A-B117-9BA5B4057D3F}" dt="2024-12-19T16:22:43.636" v="408" actId="20577"/>
          <ac:spMkLst>
            <pc:docMk/>
            <pc:sldMk cId="2603310309" sldId="2145705530"/>
            <ac:spMk id="3" creationId="{923D9E2F-1793-3CEA-5B64-18D03BC32923}"/>
          </ac:spMkLst>
        </pc:spChg>
        <pc:spChg chg="del">
          <ac:chgData name="He, Xin" userId="6d96eb1a-b50d-4b7d-b58b-c22f8f566a24" providerId="ADAL" clId="{5F981F54-F742-440A-B117-9BA5B4057D3F}" dt="2024-12-19T13:52:24.927" v="126" actId="478"/>
          <ac:spMkLst>
            <pc:docMk/>
            <pc:sldMk cId="2603310309" sldId="2145705530"/>
            <ac:spMk id="5" creationId="{D817320A-95B5-238C-A880-598B98F30CD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2" creationId="{4799B916-026F-8920-A9FA-33EA5596F61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3" creationId="{DE247669-25F6-7D40-F597-251F10D4382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4" creationId="{80E0E447-580C-FC91-C5B5-9684F94CF32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5" creationId="{36F27A78-3192-EBA3-AD14-B20A9D94C8E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6" creationId="{7BF42612-4D4B-E0C4-BD51-8710870B4D7B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7" creationId="{05D6934E-7ED3-F085-DB5A-1CBF0119060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8" creationId="{50C85EA0-2605-FD53-1B58-763CD0358EFE}"/>
          </ac:spMkLst>
        </pc:spChg>
        <pc:spChg chg="del mod topLvl">
          <ac:chgData name="He, Xin" userId="6d96eb1a-b50d-4b7d-b58b-c22f8f566a24" providerId="ADAL" clId="{5F981F54-F742-440A-B117-9BA5B4057D3F}" dt="2024-12-19T16:19:41.043" v="250" actId="478"/>
          <ac:spMkLst>
            <pc:docMk/>
            <pc:sldMk cId="2603310309" sldId="2145705530"/>
            <ac:spMk id="59" creationId="{3868683E-5575-6121-EFF1-01EF945891E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0" creationId="{18D797FF-050F-3E35-7C22-3DB06DE67F0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1" creationId="{F2106AB8-ABA7-BC3D-9AEA-18DF9EC43BA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2" creationId="{63883903-6556-2E47-4F1D-678368E3D22F}"/>
          </ac:spMkLst>
        </pc:spChg>
        <pc:spChg chg="del mod topLvl">
          <ac:chgData name="He, Xin" userId="6d96eb1a-b50d-4b7d-b58b-c22f8f566a24" providerId="ADAL" clId="{5F981F54-F742-440A-B117-9BA5B4057D3F}" dt="2024-12-19T16:19:46.505" v="252" actId="478"/>
          <ac:spMkLst>
            <pc:docMk/>
            <pc:sldMk cId="2603310309" sldId="2145705530"/>
            <ac:spMk id="63" creationId="{1D987F59-49E9-B94F-ABF7-78AD6353E1D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4" creationId="{E1E3DA51-1FE5-B73F-6833-CB82667C008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5" creationId="{B4ACD5D0-B6D0-5622-CCE0-643D7739470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6" creationId="{04BA62AA-4891-2B87-716E-B06B7F0EE8B1}"/>
          </ac:spMkLst>
        </pc:spChg>
        <pc:spChg chg="del mod topLvl">
          <ac:chgData name="He, Xin" userId="6d96eb1a-b50d-4b7d-b58b-c22f8f566a24" providerId="ADAL" clId="{5F981F54-F742-440A-B117-9BA5B4057D3F}" dt="2024-12-19T16:19:51.590" v="254" actId="478"/>
          <ac:spMkLst>
            <pc:docMk/>
            <pc:sldMk cId="2603310309" sldId="2145705530"/>
            <ac:spMk id="67" creationId="{ADBA7F5E-5C13-CB9A-414C-9B10469F813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8" creationId="{B03220A2-C2BE-D6A3-BEAB-7C7BBE8D9CD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9" creationId="{8EE7BEC9-68A9-10A2-548B-271CE9127EF5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0" creationId="{08848641-D439-C9DA-B677-2C0515230AE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1" creationId="{00732A2D-5E68-87AF-6759-F1C95D0AFF6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2" creationId="{D5F240A0-C1FC-F0A3-CA10-6EB72064329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3" creationId="{F394AD6C-E761-4F25-4C52-3F20A5725F9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4" creationId="{70EE643C-480F-E1D4-F07F-C85F03B7BC5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5" creationId="{7EC338F6-05D7-5E4F-BC48-10E1DB5D75C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6" creationId="{E07278DB-F9C6-7D32-5F42-3B77016585C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7" creationId="{A837BD96-E2F7-D0E8-2E06-C7D32A6DCA2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8" creationId="{C40AF081-82FF-A00F-72C8-CB266B8AA87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9" creationId="{86F208C3-7617-8F2A-1184-6B9DFD2ADD8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0" creationId="{32C4E599-6588-F820-F3E4-A9A35D1F714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1" creationId="{DE2F12AC-9107-D4B1-EC6F-E8406CBFCE7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2" creationId="{9B14F87D-6303-8D7F-6117-356A6D31D34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3" creationId="{DE482166-A52D-FB84-C5B9-E1499D8D00CB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4" creationId="{C41CAF23-37FB-D2F7-FC5B-62806C7AD4D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5" creationId="{3587422E-0833-5EE8-06CE-72AC3E3A8B6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6" creationId="{943A34DA-35B7-A5A4-FF88-57F1754C1D9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7" creationId="{FDC6828D-EF25-EA58-27D9-5544377B122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8" creationId="{2A3C4998-8D31-BEAE-E9DB-CC83361D85A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9" creationId="{A82761B3-6964-F9F9-6436-B7FC0AD81C6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0" creationId="{16603D2D-B122-294D-1205-E3A55229AD2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1" creationId="{0768E040-2A37-0352-F490-D22E43283FB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2" creationId="{AB4B2E46-75CD-B2D7-70A9-B59B9DEF811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3" creationId="{D2987E28-3561-9DD1-5F27-462D649C4A06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4" creationId="{D21CC9CD-F089-5725-981D-C20BA79DFDF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5" creationId="{BF735ED1-4DC4-C5EB-44AD-62E1D40B279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6" creationId="{7C59C90A-862F-20E5-756C-00C0432B9846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7" creationId="{DCA9CB1C-1D9C-8636-927E-78E81B76EE95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8" creationId="{83B2736B-66F0-7B93-01B1-885173382B9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9" creationId="{0D0F9FCA-857D-47E8-F724-7A995B7E142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0" creationId="{1493DDEF-F335-7068-2D09-C6AEDB6667C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1" creationId="{13453BC5-01E5-3E93-CCE0-2C68C8B0CB3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2" creationId="{46C74D02-9671-19D8-F214-2FDBF1DBAAC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3" creationId="{C9148FCC-95BA-5287-F45F-E926B293929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4" creationId="{30E8ADE7-3B90-2FA1-3C7C-43417FBA89D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5" creationId="{643A5055-00E9-1990-AAF8-93DA1EBE1BC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6" creationId="{90CC8BA3-46A7-A389-CE4B-316A48213B3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7" creationId="{71A63FE7-F96B-4558-B840-945F80FE236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8" creationId="{A8A71F21-3E5F-BC8E-515A-AD701DC6471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9" creationId="{CBA67A37-7A2D-2BCA-E213-C6A4477CF1C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0" creationId="{003F6C1D-FC00-EFD9-6C1F-50BF563DE3F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1" creationId="{7EB24569-8354-AF92-9145-49823AD8CC7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2" creationId="{E48213BB-30C9-E6FC-FD17-C25F9C668A3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3" creationId="{F9BA4A67-FBFE-E426-B111-6B09163839A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4" creationId="{D13C24D4-8858-A15F-3340-ABECA2A1BC6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5" creationId="{876E5522-4067-D92D-9D44-C895F7E6AF85}"/>
          </ac:spMkLst>
        </pc:spChg>
        <pc:grpChg chg="add 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7" creationId="{86BB502C-6ABD-865C-E848-D57429D880D4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8" creationId="{249E1B2E-E6BE-1384-0250-BD2365E028DC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1" creationId="{A97B4305-9F6C-2AD8-69E2-8C88F9FED32A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3" creationId="{CA548280-69E3-848E-B895-D2D5D270DE18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6" creationId="{53786141-121D-88E6-DAD5-0F11EED97A13}"/>
          </ac:grpSpMkLst>
        </pc:grpChg>
        <pc:grpChg chg="add del mod">
          <ac:chgData name="He, Xin" userId="6d96eb1a-b50d-4b7d-b58b-c22f8f566a24" providerId="ADAL" clId="{5F981F54-F742-440A-B117-9BA5B4057D3F}" dt="2024-12-19T16:14:47.865" v="193" actId="165"/>
          <ac:grpSpMkLst>
            <pc:docMk/>
            <pc:sldMk cId="2603310309" sldId="2145705530"/>
            <ac:grpSpMk id="27" creationId="{04F5DB22-84DB-7C8E-B444-738BD9708BFE}"/>
          </ac:grpSpMkLst>
        </pc:grpChg>
        <pc:grpChg chg="del mod topLvl">
          <ac:chgData name="He, Xin" userId="6d96eb1a-b50d-4b7d-b58b-c22f8f566a24" providerId="ADAL" clId="{5F981F54-F742-440A-B117-9BA5B4057D3F}" dt="2024-12-19T16:15:02.981" v="194" actId="165"/>
          <ac:grpSpMkLst>
            <pc:docMk/>
            <pc:sldMk cId="2603310309" sldId="2145705530"/>
            <ac:grpSpMk id="28" creationId="{10AFBDC3-137E-56C8-A559-B25284F945DF}"/>
          </ac:grpSpMkLst>
        </pc:grpChg>
        <pc:grpChg chg="del mod topLvl">
          <ac:chgData name="He, Xin" userId="6d96eb1a-b50d-4b7d-b58b-c22f8f566a24" providerId="ADAL" clId="{5F981F54-F742-440A-B117-9BA5B4057D3F}" dt="2024-12-19T16:18:55.563" v="244" actId="165"/>
          <ac:grpSpMkLst>
            <pc:docMk/>
            <pc:sldMk cId="2603310309" sldId="2145705530"/>
            <ac:grpSpMk id="31" creationId="{D2FA9480-358F-46D1-F232-0B3D5D6F1FDB}"/>
          </ac:grpSpMkLst>
        </pc:grpChg>
        <pc:grpChg chg="del mod topLvl">
          <ac:chgData name="He, Xin" userId="6d96eb1a-b50d-4b7d-b58b-c22f8f566a24" providerId="ADAL" clId="{5F981F54-F742-440A-B117-9BA5B4057D3F}" dt="2024-12-19T16:19:00.336" v="245" actId="165"/>
          <ac:grpSpMkLst>
            <pc:docMk/>
            <pc:sldMk cId="2603310309" sldId="2145705530"/>
            <ac:grpSpMk id="33" creationId="{4A882591-BF4D-1740-6B7E-48AC0D1FC9D7}"/>
          </ac:grpSpMkLst>
        </pc:grpChg>
        <pc:grpChg chg="del mod topLvl">
          <ac:chgData name="He, Xin" userId="6d96eb1a-b50d-4b7d-b58b-c22f8f566a24" providerId="ADAL" clId="{5F981F54-F742-440A-B117-9BA5B4057D3F}" dt="2024-12-19T16:19:05.564" v="246" actId="165"/>
          <ac:grpSpMkLst>
            <pc:docMk/>
            <pc:sldMk cId="2603310309" sldId="2145705530"/>
            <ac:grpSpMk id="36" creationId="{8F55D0F2-DDA7-5ED6-4B2B-4E040AF18271}"/>
          </ac:grpSpMkLst>
        </pc:grpChg>
        <pc:grpChg chg="del mod">
          <ac:chgData name="He, Xin" userId="6d96eb1a-b50d-4b7d-b58b-c22f8f566a24" providerId="ADAL" clId="{5F981F54-F742-440A-B117-9BA5B4057D3F}" dt="2024-12-19T16:19:30.831" v="248" actId="165"/>
          <ac:grpSpMkLst>
            <pc:docMk/>
            <pc:sldMk cId="2603310309" sldId="2145705530"/>
            <ac:grpSpMk id="51" creationId="{C3EEDF0E-BE67-A1CC-A6DA-06A9B981BEA9}"/>
          </ac:grpSpMkLst>
        </pc:grpChg>
        <pc:graphicFrameChg chg="mod">
          <ac:chgData name="He, Xin" userId="6d96eb1a-b50d-4b7d-b58b-c22f8f566a24" providerId="ADAL" clId="{5F981F54-F742-440A-B117-9BA5B4057D3F}" dt="2024-12-19T13:52:12.519" v="122"/>
          <ac:graphicFrameMkLst>
            <pc:docMk/>
            <pc:sldMk cId="2603310309" sldId="2145705530"/>
            <ac:graphicFrameMk id="18" creationId="{87D45473-8891-FDFE-440C-804582C6A378}"/>
          </ac:graphicFrameMkLst>
        </pc:graphicFrameChg>
        <pc:graphicFrameChg chg="del mod topLvl modGraphic">
          <ac:chgData name="He, Xin" userId="6d96eb1a-b50d-4b7d-b58b-c22f8f566a24" providerId="ADAL" clId="{5F981F54-F742-440A-B117-9BA5B4057D3F}" dt="2024-12-19T16:19:25.927" v="247" actId="18245"/>
          <ac:graphicFrameMkLst>
            <pc:docMk/>
            <pc:sldMk cId="2603310309" sldId="2145705530"/>
            <ac:graphicFrameMk id="38" creationId="{1EB1BBFD-DDEF-CECA-12E9-A636566B697D}"/>
          </ac:graphicFrameMkLst>
        </pc:graphicFrameChg>
        <pc:picChg chg="del">
          <ac:chgData name="He, Xin" userId="6d96eb1a-b50d-4b7d-b58b-c22f8f566a24" providerId="ADAL" clId="{5F981F54-F742-440A-B117-9BA5B4057D3F}" dt="2024-12-19T13:52:10.751" v="121" actId="478"/>
          <ac:picMkLst>
            <pc:docMk/>
            <pc:sldMk cId="2603310309" sldId="2145705530"/>
            <ac:picMk id="4" creationId="{67408229-3D3A-D6D1-258A-7389FE6E89EA}"/>
          </ac:picMkLst>
        </pc:picChg>
        <pc:picChg chg="del">
          <ac:chgData name="He, Xin" userId="6d96eb1a-b50d-4b7d-b58b-c22f8f566a24" providerId="ADAL" clId="{5F981F54-F742-440A-B117-9BA5B4057D3F}" dt="2024-12-19T13:52:09.970" v="120" actId="478"/>
          <ac:picMkLst>
            <pc:docMk/>
            <pc:sldMk cId="2603310309" sldId="2145705530"/>
            <ac:picMk id="6" creationId="{5DEADCEF-CC78-8E3B-364C-9A263C64098C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9" creationId="{4038D8D4-2FC7-8FA4-EF66-6D3285D0271E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0" creationId="{CCD9C6C1-C064-2271-21E6-FD25A4CB55AF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2" creationId="{DD76AA07-87F7-30CC-4B13-AA444841AAC0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4" creationId="{D9D480B0-0967-BEF1-652D-8DB01082469D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5" creationId="{56FE94A3-D698-5DB3-5D63-DEF606CD7E89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7" creationId="{47B5D370-5073-53AF-3B67-2930C5051155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9" creationId="{71481B5E-75CB-1ABD-0687-9FAC3006F3DE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0" creationId="{48B9FD20-A2D4-54DF-7C2E-C7D184C7C9B3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1" creationId="{C7A73989-65AF-76F7-2528-B3EE2D818588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2" creationId="{B9B529E5-5F62-85D1-C535-6D42D487E967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3" creationId="{9A364336-38F2-BA4D-3FFB-30FF9CAB0661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4" creationId="{0A2ECD52-730D-4FD2-E8FE-62680E45E7A2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5" creationId="{D35E2C30-9D2E-B1D1-5603-2503D081FFA6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6" creationId="{53AA1007-2D96-ECE0-C77C-5A7A03BDA23F}"/>
          </ac:picMkLst>
        </pc:picChg>
        <pc:picChg chg="mod topLvl">
          <ac:chgData name="He, Xin" userId="6d96eb1a-b50d-4b7d-b58b-c22f8f566a24" providerId="ADAL" clId="{5F981F54-F742-440A-B117-9BA5B4057D3F}" dt="2024-12-19T16:14:47.865" v="193" actId="165"/>
          <ac:picMkLst>
            <pc:docMk/>
            <pc:sldMk cId="2603310309" sldId="2145705530"/>
            <ac:picMk id="29" creationId="{1BB054A9-2583-C14E-175B-AA60873074FE}"/>
          </ac:picMkLst>
        </pc:picChg>
        <pc:picChg chg="mod topLvl">
          <ac:chgData name="He, Xin" userId="6d96eb1a-b50d-4b7d-b58b-c22f8f566a24" providerId="ADAL" clId="{5F981F54-F742-440A-B117-9BA5B4057D3F}" dt="2024-12-19T16:14:47.865" v="193" actId="165"/>
          <ac:picMkLst>
            <pc:docMk/>
            <pc:sldMk cId="2603310309" sldId="2145705530"/>
            <ac:picMk id="30" creationId="{0B433B27-27E3-63FC-3F0A-CCEB45D08F18}"/>
          </ac:picMkLst>
        </pc:picChg>
        <pc:picChg chg="mod topLvl">
          <ac:chgData name="He, Xin" userId="6d96eb1a-b50d-4b7d-b58b-c22f8f566a24" providerId="ADAL" clId="{5F981F54-F742-440A-B117-9BA5B4057D3F}" dt="2024-12-19T16:15:02.981" v="194" actId="165"/>
          <ac:picMkLst>
            <pc:docMk/>
            <pc:sldMk cId="2603310309" sldId="2145705530"/>
            <ac:picMk id="32" creationId="{87756FF1-D811-7CF9-D6F2-018A7B0B255E}"/>
          </ac:picMkLst>
        </pc:picChg>
        <pc:picChg chg="mod topLvl">
          <ac:chgData name="He, Xin" userId="6d96eb1a-b50d-4b7d-b58b-c22f8f566a24" providerId="ADAL" clId="{5F981F54-F742-440A-B117-9BA5B4057D3F}" dt="2024-12-19T16:18:55.563" v="244" actId="165"/>
          <ac:picMkLst>
            <pc:docMk/>
            <pc:sldMk cId="2603310309" sldId="2145705530"/>
            <ac:picMk id="34" creationId="{655404F5-E8D9-9C7A-1AD5-F4093023C39F}"/>
          </ac:picMkLst>
        </pc:picChg>
        <pc:picChg chg="mod topLvl">
          <ac:chgData name="He, Xin" userId="6d96eb1a-b50d-4b7d-b58b-c22f8f566a24" providerId="ADAL" clId="{5F981F54-F742-440A-B117-9BA5B4057D3F}" dt="2024-12-19T16:18:55.563" v="244" actId="165"/>
          <ac:picMkLst>
            <pc:docMk/>
            <pc:sldMk cId="2603310309" sldId="2145705530"/>
            <ac:picMk id="35" creationId="{F6B4A5AE-6CF6-1D5C-CE69-698721526797}"/>
          </ac:picMkLst>
        </pc:picChg>
        <pc:picChg chg="mod topLvl">
          <ac:chgData name="He, Xin" userId="6d96eb1a-b50d-4b7d-b58b-c22f8f566a24" providerId="ADAL" clId="{5F981F54-F742-440A-B117-9BA5B4057D3F}" dt="2024-12-19T16:21:09.485" v="275" actId="1076"/>
          <ac:picMkLst>
            <pc:docMk/>
            <pc:sldMk cId="2603310309" sldId="2145705530"/>
            <ac:picMk id="37" creationId="{51002157-13E6-7B32-0421-7FA3CDB81C28}"/>
          </ac:picMkLst>
        </pc:picChg>
        <pc:picChg chg="add del 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39" creationId="{CC9F5875-FEA7-CF4D-125B-9CFBB0B18A53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0" creationId="{67AE6772-E0EB-EEEB-49C0-3E545A110C0B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1" creationId="{2217059E-ED35-81CA-77DB-FBAF6D6992DE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2" creationId="{42BA35C7-CB4A-3E13-0EF5-4BC1B640E790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3" creationId="{AA840AE5-35C1-B1FE-E693-1CA0D1532C36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4" creationId="{61608F51-1716-AA83-B8CD-A7018D4AB7F8}"/>
          </ac:picMkLst>
        </pc:picChg>
        <pc:picChg chg="del mod">
          <ac:chgData name="He, Xin" userId="6d96eb1a-b50d-4b7d-b58b-c22f8f566a24" providerId="ADAL" clId="{5F981F54-F742-440A-B117-9BA5B4057D3F}" dt="2024-12-19T16:14:15.450" v="192" actId="478"/>
          <ac:picMkLst>
            <pc:docMk/>
            <pc:sldMk cId="2603310309" sldId="2145705530"/>
            <ac:picMk id="45" creationId="{ECD67EDB-DD4D-5F05-C1CB-093C48D400D0}"/>
          </ac:picMkLst>
        </pc:picChg>
        <pc:picChg chg="mod topLvl">
          <ac:chgData name="He, Xin" userId="6d96eb1a-b50d-4b7d-b58b-c22f8f566a24" providerId="ADAL" clId="{5F981F54-F742-440A-B117-9BA5B4057D3F}" dt="2024-12-19T16:21:12.381" v="277" actId="14100"/>
          <ac:picMkLst>
            <pc:docMk/>
            <pc:sldMk cId="2603310309" sldId="2145705530"/>
            <ac:picMk id="46" creationId="{CC8499E2-8172-18AE-A23E-A3C80CEAAF31}"/>
          </ac:picMkLst>
        </pc:picChg>
        <pc:cxnChg chg="add del mod">
          <ac:chgData name="He, Xin" userId="6d96eb1a-b50d-4b7d-b58b-c22f8f566a24" providerId="ADAL" clId="{5F981F54-F742-440A-B117-9BA5B4057D3F}" dt="2024-12-19T16:20:13.758" v="259" actId="14100"/>
          <ac:cxnSpMkLst>
            <pc:docMk/>
            <pc:sldMk cId="2603310309" sldId="2145705530"/>
            <ac:cxnSpMk id="48" creationId="{77FD6156-D614-0ED6-357A-CBA5D125F271}"/>
          </ac:cxnSpMkLst>
        </pc:cxnChg>
        <pc:cxnChg chg="add mod">
          <ac:chgData name="He, Xin" userId="6d96eb1a-b50d-4b7d-b58b-c22f8f566a24" providerId="ADAL" clId="{5F981F54-F742-440A-B117-9BA5B4057D3F}" dt="2024-12-19T16:20:56.987" v="271" actId="14100"/>
          <ac:cxnSpMkLst>
            <pc:docMk/>
            <pc:sldMk cId="2603310309" sldId="2145705530"/>
            <ac:cxnSpMk id="118" creationId="{4B21F04E-3143-7FDD-ED56-E4EE136DF982}"/>
          </ac:cxnSpMkLst>
        </pc:cxnChg>
        <pc:cxnChg chg="add mod">
          <ac:chgData name="He, Xin" userId="6d96eb1a-b50d-4b7d-b58b-c22f8f566a24" providerId="ADAL" clId="{5F981F54-F742-440A-B117-9BA5B4057D3F}" dt="2024-12-19T16:20:48.742" v="269" actId="14100"/>
          <ac:cxnSpMkLst>
            <pc:docMk/>
            <pc:sldMk cId="2603310309" sldId="2145705530"/>
            <ac:cxnSpMk id="122" creationId="{4E3F1AD6-B1BD-C79C-C564-C06F9AC564FD}"/>
          </ac:cxnSpMkLst>
        </pc:cxn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559476230" sldId="2145705531"/>
        </pc:sldMkLst>
      </pc:sldChg>
      <pc:sldChg chg="addSp modSp new mod">
        <pc:chgData name="He, Xin" userId="6d96eb1a-b50d-4b7d-b58b-c22f8f566a24" providerId="ADAL" clId="{5F981F54-F742-440A-B117-9BA5B4057D3F}" dt="2024-12-19T17:57:27.275" v="1388" actId="20577"/>
        <pc:sldMkLst>
          <pc:docMk/>
          <pc:sldMk cId="1475035446" sldId="2145705531"/>
        </pc:sldMkLst>
        <pc:spChg chg="mod">
          <ac:chgData name="He, Xin" userId="6d96eb1a-b50d-4b7d-b58b-c22f8f566a24" providerId="ADAL" clId="{5F981F54-F742-440A-B117-9BA5B4057D3F}" dt="2024-12-19T17:57:27.275" v="1388" actId="20577"/>
          <ac:spMkLst>
            <pc:docMk/>
            <pc:sldMk cId="1475035446" sldId="2145705531"/>
            <ac:spMk id="2" creationId="{7FE26564-64FF-B41C-8FAC-7169CC65334A}"/>
          </ac:spMkLst>
        </pc:spChg>
        <pc:spChg chg="add mod">
          <ac:chgData name="He, Xin" userId="6d96eb1a-b50d-4b7d-b58b-c22f8f566a24" providerId="ADAL" clId="{5F981F54-F742-440A-B117-9BA5B4057D3F}" dt="2024-12-19T17:39:29.925" v="904" actId="1076"/>
          <ac:spMkLst>
            <pc:docMk/>
            <pc:sldMk cId="1475035446" sldId="2145705531"/>
            <ac:spMk id="4" creationId="{E2929F7F-2674-D3BF-9A86-7B37613CD2CC}"/>
          </ac:spMkLst>
        </pc:spChg>
        <pc:spChg chg="add mod">
          <ac:chgData name="He, Xin" userId="6d96eb1a-b50d-4b7d-b58b-c22f8f566a24" providerId="ADAL" clId="{5F981F54-F742-440A-B117-9BA5B4057D3F}" dt="2024-12-19T17:46:37.499" v="1079" actId="1076"/>
          <ac:spMkLst>
            <pc:docMk/>
            <pc:sldMk cId="1475035446" sldId="2145705531"/>
            <ac:spMk id="5" creationId="{F3C6E51B-1587-DCB7-DD1C-90EDBBFCE75C}"/>
          </ac:spMkLst>
        </pc:spChg>
        <pc:graphicFrameChg chg="add mod modGraphic">
          <ac:chgData name="He, Xin" userId="6d96eb1a-b50d-4b7d-b58b-c22f8f566a24" providerId="ADAL" clId="{5F981F54-F742-440A-B117-9BA5B4057D3F}" dt="2024-12-19T17:55:58.004" v="1333" actId="1076"/>
          <ac:graphicFrameMkLst>
            <pc:docMk/>
            <pc:sldMk cId="1475035446" sldId="2145705531"/>
            <ac:graphicFrameMk id="3" creationId="{A7C9E1A3-38BA-63CE-206A-9A8BC9AE6590}"/>
          </ac:graphicFrameMkLst>
        </pc:graphicFrameChg>
        <pc:graphicFrameChg chg="add mod modGraphic">
          <ac:chgData name="He, Xin" userId="6d96eb1a-b50d-4b7d-b58b-c22f8f566a24" providerId="ADAL" clId="{5F981F54-F742-440A-B117-9BA5B4057D3F}" dt="2024-12-19T17:57:02.268" v="1379" actId="14734"/>
          <ac:graphicFrameMkLst>
            <pc:docMk/>
            <pc:sldMk cId="1475035446" sldId="2145705531"/>
            <ac:graphicFrameMk id="6" creationId="{6740D964-6A91-0E44-7F68-7124E0C72A60}"/>
          </ac:graphicFrameMkLst>
        </pc:graphicFrameChg>
      </pc:sldChg>
      <pc:sldChg chg="delSp modSp add del mod">
        <pc:chgData name="He, Xin" userId="6d96eb1a-b50d-4b7d-b58b-c22f8f566a24" providerId="ADAL" clId="{5F981F54-F742-440A-B117-9BA5B4057D3F}" dt="2024-12-31T12:02:02.140" v="1598" actId="47"/>
        <pc:sldMkLst>
          <pc:docMk/>
          <pc:sldMk cId="3672736988" sldId="2145705532"/>
        </pc:sldMkLst>
        <pc:spChg chg="mod">
          <ac:chgData name="He, Xin" userId="6d96eb1a-b50d-4b7d-b58b-c22f8f566a24" providerId="ADAL" clId="{5F981F54-F742-440A-B117-9BA5B4057D3F}" dt="2024-12-31T12:02:00.737" v="1597" actId="1076"/>
          <ac:spMkLst>
            <pc:docMk/>
            <pc:sldMk cId="3672736988" sldId="2145705532"/>
            <ac:spMk id="4" creationId="{9EF4F94F-5233-B440-B26D-2B2911EB50A7}"/>
          </ac:spMkLst>
        </pc:spChg>
        <pc:spChg chg="del">
          <ac:chgData name="He, Xin" userId="6d96eb1a-b50d-4b7d-b58b-c22f8f566a24" providerId="ADAL" clId="{5F981F54-F742-440A-B117-9BA5B4057D3F}" dt="2024-12-31T12:01:46.952" v="1591" actId="478"/>
          <ac:spMkLst>
            <pc:docMk/>
            <pc:sldMk cId="3672736988" sldId="2145705532"/>
            <ac:spMk id="5" creationId="{6FCF11B0-65EF-5684-7FC4-52479F4BF963}"/>
          </ac:spMkLst>
        </pc:spChg>
        <pc:graphicFrameChg chg="del">
          <ac:chgData name="He, Xin" userId="6d96eb1a-b50d-4b7d-b58b-c22f8f566a24" providerId="ADAL" clId="{5F981F54-F742-440A-B117-9BA5B4057D3F}" dt="2024-12-31T11:59:06.858" v="1390" actId="478"/>
          <ac:graphicFrameMkLst>
            <pc:docMk/>
            <pc:sldMk cId="3672736988" sldId="2145705532"/>
            <ac:graphicFrameMk id="3" creationId="{E1C9C482-9D20-220D-7A3C-76D9B26A1893}"/>
          </ac:graphicFrameMkLst>
        </pc:graphicFrameChg>
        <pc:graphicFrameChg chg="del">
          <ac:chgData name="He, Xin" userId="6d96eb1a-b50d-4b7d-b58b-c22f8f566a24" providerId="ADAL" clId="{5F981F54-F742-440A-B117-9BA5B4057D3F}" dt="2024-12-31T12:01:45.257" v="1590" actId="478"/>
          <ac:graphicFrameMkLst>
            <pc:docMk/>
            <pc:sldMk cId="3672736988" sldId="2145705532"/>
            <ac:graphicFrameMk id="6" creationId="{A4E03857-9088-9F71-33AC-BD4D75E8D503}"/>
          </ac:graphicFrameMkLst>
        </pc:graphicFrameChg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150929663" sldId="214737730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033878365" sldId="214747410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225416666" sldId="214747411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056373085" sldId="214747412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25457794" sldId="214747414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344545485" sldId="214748114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043322776" sldId="214748114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542255058" sldId="2147481145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631502434" sldId="214748114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745716911" sldId="2147481147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85993889" sldId="2147481148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2205668900" sldId="214748114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53560494" sldId="2147481151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2792976840" sldId="2147481152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717307258" sldId="214748115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114648649" sldId="214748115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2147481155"/>
        </pc:sldMkLst>
      </pc:sldChg>
      <pc:sldMasterChg chg="delSldLayout">
        <pc:chgData name="He, Xin" userId="6d96eb1a-b50d-4b7d-b58b-c22f8f566a24" providerId="ADAL" clId="{5F981F54-F742-440A-B117-9BA5B4057D3F}" dt="2024-12-19T16:22:57.342" v="411" actId="47"/>
        <pc:sldMasterMkLst>
          <pc:docMk/>
          <pc:sldMasterMk cId="3626814463" sldId="2147483648"/>
        </pc:sldMasterMkLst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530083344" sldId="2147483792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386937888" sldId="2147483805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914639875" sldId="2147483809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3158531198" sldId="2147483810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3529363182" sldId="2147483811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1576615911" sldId="2147483812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2205562925" sldId="2147483813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852415407" sldId="2147483815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2277724469" sldId="2147483816"/>
          </pc:sldLayoutMkLst>
        </pc:sldLayoutChg>
        <pc:sldLayoutChg chg="del">
          <pc:chgData name="He, Xin" userId="6d96eb1a-b50d-4b7d-b58b-c22f8f566a24" providerId="ADAL" clId="{5F981F54-F742-440A-B117-9BA5B4057D3F}" dt="2024-12-19T13:51:53.617" v="119" actId="47"/>
          <pc:sldLayoutMkLst>
            <pc:docMk/>
            <pc:sldMasterMk cId="3626814463" sldId="2147483648"/>
            <pc:sldLayoutMk cId="369364962" sldId="214748381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8A4C0-236B-7A45-BAB3-8C2069618240}" type="doc">
      <dgm:prSet loTypeId="urn:microsoft.com/office/officeart/2005/8/layout/ven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A498B3-4646-CC4D-B647-6598236961C0}">
      <dgm:prSet phldrT="[Text]" custT="1"/>
      <dgm:spPr>
        <a:solidFill>
          <a:schemeClr val="tx2"/>
        </a:solidFill>
        <a:ln>
          <a:noFill/>
        </a:ln>
      </dgm:spPr>
      <dgm:t>
        <a:bodyPr vert="vert270"/>
        <a:lstStyle/>
        <a:p>
          <a:pPr rtl="0"/>
          <a:r>
            <a:rPr lang="en-US" sz="1400"/>
            <a:t>2010</a:t>
          </a:r>
        </a:p>
      </dgm:t>
    </dgm:pt>
    <dgm:pt modelId="{72E6C5E9-6BF8-AB4C-BE56-B43090624B29}" type="parTrans" cxnId="{0F65400E-995C-E14A-A099-774D17412888}">
      <dgm:prSet/>
      <dgm:spPr/>
      <dgm:t>
        <a:bodyPr/>
        <a:lstStyle/>
        <a:p>
          <a:endParaRPr lang="en-US"/>
        </a:p>
      </dgm:t>
    </dgm:pt>
    <dgm:pt modelId="{6B44AE12-69AC-8144-88D8-FF8419550EE7}" type="sibTrans" cxnId="{0F65400E-995C-E14A-A099-774D17412888}">
      <dgm:prSet/>
      <dgm:spPr/>
      <dgm:t>
        <a:bodyPr/>
        <a:lstStyle/>
        <a:p>
          <a:endParaRPr lang="en-US"/>
        </a:p>
      </dgm:t>
    </dgm:pt>
    <dgm:pt modelId="{557F4988-6AEF-9F4A-9E5C-F99EBB58EAFA}">
      <dgm:prSet phldrT="[Text]" custT="1"/>
      <dgm:spPr>
        <a:solidFill>
          <a:srgbClr val="194791"/>
        </a:solidFill>
        <a:ln>
          <a:noFill/>
        </a:ln>
      </dgm:spPr>
      <dgm:t>
        <a:bodyPr vert="vert270"/>
        <a:lstStyle/>
        <a:p>
          <a:pPr rtl="0"/>
          <a:r>
            <a:rPr lang="en-US" sz="1400"/>
            <a:t>2009</a:t>
          </a:r>
          <a:endParaRPr lang="en-US" sz="1900"/>
        </a:p>
      </dgm:t>
    </dgm:pt>
    <dgm:pt modelId="{1A626A49-376A-5149-8805-252890C9F29F}" type="parTrans" cxnId="{FFFDBE18-5DEF-5944-8B7C-3B944999EA14}">
      <dgm:prSet/>
      <dgm:spPr/>
      <dgm:t>
        <a:bodyPr/>
        <a:lstStyle/>
        <a:p>
          <a:endParaRPr lang="en-US"/>
        </a:p>
      </dgm:t>
    </dgm:pt>
    <dgm:pt modelId="{F5DB28B0-88DD-264A-B26A-BBA5C69E4B40}" type="sibTrans" cxnId="{FFFDBE18-5DEF-5944-8B7C-3B944999EA14}">
      <dgm:prSet/>
      <dgm:spPr/>
      <dgm:t>
        <a:bodyPr/>
        <a:lstStyle/>
        <a:p>
          <a:endParaRPr lang="en-US"/>
        </a:p>
      </dgm:t>
    </dgm:pt>
    <dgm:pt modelId="{DC082499-E4A9-D84E-81E4-4C31D3A9BE0E}">
      <dgm:prSet phldrT="[Text]" custT="1"/>
      <dgm:spPr>
        <a:solidFill>
          <a:schemeClr val="accent2"/>
        </a:solidFill>
        <a:ln w="25400" cap="flat" cmpd="sng" algn="ctr">
          <a:noFill/>
          <a:prstDash val="solid"/>
        </a:ln>
        <a:effectLst/>
      </dgm:spPr>
      <dgm:t>
        <a:bodyPr spcFirstLastPara="0" vert="vert270" wrap="square" lIns="503999" tIns="99568" rIns="540000" bIns="99568" numCol="1" spcCol="1270" anchor="ctr" anchorCtr="0"/>
        <a:lstStyle/>
        <a:p>
          <a:pPr rtl="0"/>
          <a:r>
            <a:rPr lang="en-US" sz="1400" kern="1200">
              <a:solidFill>
                <a:prstClr val="white"/>
              </a:solidFill>
              <a:latin typeface="Trebuchet MS"/>
              <a:ea typeface="+mn-ea"/>
              <a:cs typeface="+mn-cs"/>
            </a:rPr>
            <a:t>2008</a:t>
          </a:r>
        </a:p>
      </dgm:t>
    </dgm:pt>
    <dgm:pt modelId="{EBB88E6F-8EB0-3046-8301-50CAF2A761AD}" type="parTrans" cxnId="{2E2FDCB4-0E4F-774E-9CB6-DDEBD6B4C990}">
      <dgm:prSet/>
      <dgm:spPr/>
      <dgm:t>
        <a:bodyPr/>
        <a:lstStyle/>
        <a:p>
          <a:endParaRPr lang="en-US"/>
        </a:p>
      </dgm:t>
    </dgm:pt>
    <dgm:pt modelId="{F2E68B76-DA36-D34D-95AC-8AE6DA19E5BF}" type="sibTrans" cxnId="{2E2FDCB4-0E4F-774E-9CB6-DDEBD6B4C990}">
      <dgm:prSet/>
      <dgm:spPr/>
      <dgm:t>
        <a:bodyPr/>
        <a:lstStyle/>
        <a:p>
          <a:endParaRPr lang="en-US"/>
        </a:p>
      </dgm:t>
    </dgm:pt>
    <dgm:pt modelId="{3D605146-9703-9849-9D18-820963C0CDDA}">
      <dgm:prSet phldrT="[Text]" custT="1"/>
      <dgm:spPr>
        <a:ln>
          <a:noFill/>
        </a:ln>
      </dgm:spPr>
      <dgm:t>
        <a:bodyPr vert="vert270" lIns="503999" rIns="540000"/>
        <a:lstStyle/>
        <a:p>
          <a:pPr rtl="0"/>
          <a:r>
            <a:rPr lang="en-US" sz="1400"/>
            <a:t>2007</a:t>
          </a:r>
          <a:endParaRPr lang="en-US" sz="2800"/>
        </a:p>
      </dgm:t>
    </dgm:pt>
    <dgm:pt modelId="{E4D9096D-0D63-EA45-A5C5-EC9E7B3EAAD3}" type="parTrans" cxnId="{C96C6E5F-EF4E-FB48-AB90-2B9097DC7EDE}">
      <dgm:prSet/>
      <dgm:spPr/>
      <dgm:t>
        <a:bodyPr/>
        <a:lstStyle/>
        <a:p>
          <a:endParaRPr lang="en-US"/>
        </a:p>
      </dgm:t>
    </dgm:pt>
    <dgm:pt modelId="{CD0FD3E3-CCBB-8240-8678-7C0F5FFD9AD3}" type="sibTrans" cxnId="{C96C6E5F-EF4E-FB48-AB90-2B9097DC7EDE}">
      <dgm:prSet/>
      <dgm:spPr/>
      <dgm:t>
        <a:bodyPr/>
        <a:lstStyle/>
        <a:p>
          <a:endParaRPr lang="en-US"/>
        </a:p>
      </dgm:t>
    </dgm:pt>
    <dgm:pt modelId="{1E4CA016-43BF-1342-82FF-A4DB0C771338}" type="pres">
      <dgm:prSet presAssocID="{E368A4C0-236B-7A45-BAB3-8C2069618240}" presName="Name0" presStyleCnt="0">
        <dgm:presLayoutVars>
          <dgm:chMax val="7"/>
          <dgm:resizeHandles val="exact"/>
        </dgm:presLayoutVars>
      </dgm:prSet>
      <dgm:spPr/>
    </dgm:pt>
    <dgm:pt modelId="{102662D6-2F4D-3F40-AEFF-09D949E0E35D}" type="pres">
      <dgm:prSet presAssocID="{E368A4C0-236B-7A45-BAB3-8C2069618240}" presName="comp1" presStyleCnt="0"/>
      <dgm:spPr/>
    </dgm:pt>
    <dgm:pt modelId="{B7DC03DE-6D38-4C47-9889-E94F1DDF0418}" type="pres">
      <dgm:prSet presAssocID="{E368A4C0-236B-7A45-BAB3-8C2069618240}" presName="circle1" presStyleLbl="node1" presStyleIdx="0" presStyleCnt="4" custAng="5400000" custLinFactNeighborX="23296"/>
      <dgm:spPr/>
    </dgm:pt>
    <dgm:pt modelId="{360D9D75-13D9-994B-9BAE-6EB38A3D1677}" type="pres">
      <dgm:prSet presAssocID="{E368A4C0-236B-7A45-BAB3-8C2069618240}" presName="c1text" presStyleLbl="node1" presStyleIdx="0" presStyleCnt="4">
        <dgm:presLayoutVars>
          <dgm:bulletEnabled val="1"/>
        </dgm:presLayoutVars>
      </dgm:prSet>
      <dgm:spPr/>
    </dgm:pt>
    <dgm:pt modelId="{E8D841BC-A2AD-CA44-810B-31ED8E4FF4C8}" type="pres">
      <dgm:prSet presAssocID="{E368A4C0-236B-7A45-BAB3-8C2069618240}" presName="comp2" presStyleCnt="0"/>
      <dgm:spPr/>
    </dgm:pt>
    <dgm:pt modelId="{DE70FD05-C398-3C44-B28E-F37020B7346F}" type="pres">
      <dgm:prSet presAssocID="{E368A4C0-236B-7A45-BAB3-8C2069618240}" presName="circle2" presStyleLbl="node1" presStyleIdx="1" presStyleCnt="4" custAng="5400000" custLinFactNeighborX="16209" custLinFactNeighborY="-12500"/>
      <dgm:spPr/>
    </dgm:pt>
    <dgm:pt modelId="{759E4CAD-865E-B645-BDDB-AB4D7538AFED}" type="pres">
      <dgm:prSet presAssocID="{E368A4C0-236B-7A45-BAB3-8C2069618240}" presName="c2text" presStyleLbl="node1" presStyleIdx="1" presStyleCnt="4">
        <dgm:presLayoutVars>
          <dgm:bulletEnabled val="1"/>
        </dgm:presLayoutVars>
      </dgm:prSet>
      <dgm:spPr/>
    </dgm:pt>
    <dgm:pt modelId="{C1057712-DDCF-474B-BCCE-87823B606312}" type="pres">
      <dgm:prSet presAssocID="{E368A4C0-236B-7A45-BAB3-8C2069618240}" presName="comp3" presStyleCnt="0"/>
      <dgm:spPr/>
    </dgm:pt>
    <dgm:pt modelId="{0B171910-E47F-1049-8769-CC39A2D97BFC}" type="pres">
      <dgm:prSet presAssocID="{E368A4C0-236B-7A45-BAB3-8C2069618240}" presName="circle3" presStyleLbl="node1" presStyleIdx="2" presStyleCnt="4" custAng="5400000" custLinFactNeighborX="5238" custLinFactNeighborY="-33531"/>
      <dgm:spPr>
        <a:xfrm>
          <a:off x="2438399" y="2167466"/>
          <a:ext cx="3251200" cy="3251200"/>
        </a:xfrm>
        <a:prstGeom prst="ellipse">
          <a:avLst/>
        </a:prstGeom>
      </dgm:spPr>
    </dgm:pt>
    <dgm:pt modelId="{357B6DAC-BD9D-AE44-B944-5928F6F692F8}" type="pres">
      <dgm:prSet presAssocID="{E368A4C0-236B-7A45-BAB3-8C2069618240}" presName="c3text" presStyleLbl="node1" presStyleIdx="2" presStyleCnt="4">
        <dgm:presLayoutVars>
          <dgm:bulletEnabled val="1"/>
        </dgm:presLayoutVars>
      </dgm:prSet>
      <dgm:spPr/>
    </dgm:pt>
    <dgm:pt modelId="{7E2BA5FE-15E8-024C-834E-1F041189A4FA}" type="pres">
      <dgm:prSet presAssocID="{E368A4C0-236B-7A45-BAB3-8C2069618240}" presName="comp4" presStyleCnt="0"/>
      <dgm:spPr/>
    </dgm:pt>
    <dgm:pt modelId="{FA36A4DE-60C3-6D4E-84F7-DFD6AE0A1A1D}" type="pres">
      <dgm:prSet presAssocID="{E368A4C0-236B-7A45-BAB3-8C2069618240}" presName="circle4" presStyleLbl="node1" presStyleIdx="3" presStyleCnt="4" custAng="5400000" custLinFactNeighborX="-17597" custLinFactNeighborY="-75000"/>
      <dgm:spPr/>
    </dgm:pt>
    <dgm:pt modelId="{1303C11F-E8C7-9443-A321-764296D96B7F}" type="pres">
      <dgm:prSet presAssocID="{E368A4C0-236B-7A45-BAB3-8C2069618240}" presName="c4text" presStyleLbl="node1" presStyleIdx="3" presStyleCnt="4">
        <dgm:presLayoutVars>
          <dgm:bulletEnabled val="1"/>
        </dgm:presLayoutVars>
      </dgm:prSet>
      <dgm:spPr/>
    </dgm:pt>
  </dgm:ptLst>
  <dgm:cxnLst>
    <dgm:cxn modelId="{9A6F6205-25C4-3545-A915-35A82700BFC4}" type="presOf" srcId="{557F4988-6AEF-9F4A-9E5C-F99EBB58EAFA}" destId="{DE70FD05-C398-3C44-B28E-F37020B7346F}" srcOrd="0" destOrd="0" presId="urn:microsoft.com/office/officeart/2005/8/layout/venn2"/>
    <dgm:cxn modelId="{0F65400E-995C-E14A-A099-774D17412888}" srcId="{E368A4C0-236B-7A45-BAB3-8C2069618240}" destId="{BBA498B3-4646-CC4D-B647-6598236961C0}" srcOrd="0" destOrd="0" parTransId="{72E6C5E9-6BF8-AB4C-BE56-B43090624B29}" sibTransId="{6B44AE12-69AC-8144-88D8-FF8419550EE7}"/>
    <dgm:cxn modelId="{FFFDBE18-5DEF-5944-8B7C-3B944999EA14}" srcId="{E368A4C0-236B-7A45-BAB3-8C2069618240}" destId="{557F4988-6AEF-9F4A-9E5C-F99EBB58EAFA}" srcOrd="1" destOrd="0" parTransId="{1A626A49-376A-5149-8805-252890C9F29F}" sibTransId="{F5DB28B0-88DD-264A-B26A-BBA5C69E4B40}"/>
    <dgm:cxn modelId="{24665223-4DE4-2D40-98A1-6C0FA3408917}" type="presOf" srcId="{557F4988-6AEF-9F4A-9E5C-F99EBB58EAFA}" destId="{759E4CAD-865E-B645-BDDB-AB4D7538AFED}" srcOrd="1" destOrd="0" presId="urn:microsoft.com/office/officeart/2005/8/layout/venn2"/>
    <dgm:cxn modelId="{BBCB1A29-7B5F-6C4D-8E87-7E2D5613D40B}" type="presOf" srcId="{3D605146-9703-9849-9D18-820963C0CDDA}" destId="{FA36A4DE-60C3-6D4E-84F7-DFD6AE0A1A1D}" srcOrd="0" destOrd="0" presId="urn:microsoft.com/office/officeart/2005/8/layout/venn2"/>
    <dgm:cxn modelId="{C96C6E5F-EF4E-FB48-AB90-2B9097DC7EDE}" srcId="{E368A4C0-236B-7A45-BAB3-8C2069618240}" destId="{3D605146-9703-9849-9D18-820963C0CDDA}" srcOrd="3" destOrd="0" parTransId="{E4D9096D-0D63-EA45-A5C5-EC9E7B3EAAD3}" sibTransId="{CD0FD3E3-CCBB-8240-8678-7C0F5FFD9AD3}"/>
    <dgm:cxn modelId="{D370AD94-D989-1345-907E-C8D9A2AE2051}" type="presOf" srcId="{3D605146-9703-9849-9D18-820963C0CDDA}" destId="{1303C11F-E8C7-9443-A321-764296D96B7F}" srcOrd="1" destOrd="0" presId="urn:microsoft.com/office/officeart/2005/8/layout/venn2"/>
    <dgm:cxn modelId="{64A248A7-9781-E549-93D1-F85D11673E95}" type="presOf" srcId="{E368A4C0-236B-7A45-BAB3-8C2069618240}" destId="{1E4CA016-43BF-1342-82FF-A4DB0C771338}" srcOrd="0" destOrd="0" presId="urn:microsoft.com/office/officeart/2005/8/layout/venn2"/>
    <dgm:cxn modelId="{2E2FDCB4-0E4F-774E-9CB6-DDEBD6B4C990}" srcId="{E368A4C0-236B-7A45-BAB3-8C2069618240}" destId="{DC082499-E4A9-D84E-81E4-4C31D3A9BE0E}" srcOrd="2" destOrd="0" parTransId="{EBB88E6F-8EB0-3046-8301-50CAF2A761AD}" sibTransId="{F2E68B76-DA36-D34D-95AC-8AE6DA19E5BF}"/>
    <dgm:cxn modelId="{1D4478B6-E9C6-5443-87DB-F49DBFB3B1C4}" type="presOf" srcId="{DC082499-E4A9-D84E-81E4-4C31D3A9BE0E}" destId="{357B6DAC-BD9D-AE44-B944-5928F6F692F8}" srcOrd="1" destOrd="0" presId="urn:microsoft.com/office/officeart/2005/8/layout/venn2"/>
    <dgm:cxn modelId="{75A741D6-13BA-A846-979F-7DEE2D2879B8}" type="presOf" srcId="{DC082499-E4A9-D84E-81E4-4C31D3A9BE0E}" destId="{0B171910-E47F-1049-8769-CC39A2D97BFC}" srcOrd="0" destOrd="0" presId="urn:microsoft.com/office/officeart/2005/8/layout/venn2"/>
    <dgm:cxn modelId="{10FF51DF-0893-C546-A1C6-B7D242661214}" type="presOf" srcId="{BBA498B3-4646-CC4D-B647-6598236961C0}" destId="{B7DC03DE-6D38-4C47-9889-E94F1DDF0418}" srcOrd="0" destOrd="0" presId="urn:microsoft.com/office/officeart/2005/8/layout/venn2"/>
    <dgm:cxn modelId="{F7298FE6-DE1B-4B4F-B872-B5E508DDB152}" type="presOf" srcId="{BBA498B3-4646-CC4D-B647-6598236961C0}" destId="{360D9D75-13D9-994B-9BAE-6EB38A3D1677}" srcOrd="1" destOrd="0" presId="urn:microsoft.com/office/officeart/2005/8/layout/venn2"/>
    <dgm:cxn modelId="{31E5D6A8-2AE4-4F4A-84BD-7DD2175FC53D}" type="presParOf" srcId="{1E4CA016-43BF-1342-82FF-A4DB0C771338}" destId="{102662D6-2F4D-3F40-AEFF-09D949E0E35D}" srcOrd="0" destOrd="0" presId="urn:microsoft.com/office/officeart/2005/8/layout/venn2"/>
    <dgm:cxn modelId="{73BF151D-6BC2-9C4D-90A7-DD61FF0B370C}" type="presParOf" srcId="{102662D6-2F4D-3F40-AEFF-09D949E0E35D}" destId="{B7DC03DE-6D38-4C47-9889-E94F1DDF0418}" srcOrd="0" destOrd="0" presId="urn:microsoft.com/office/officeart/2005/8/layout/venn2"/>
    <dgm:cxn modelId="{BC867C3D-FD32-8C49-828E-FC6A6795E64E}" type="presParOf" srcId="{102662D6-2F4D-3F40-AEFF-09D949E0E35D}" destId="{360D9D75-13D9-994B-9BAE-6EB38A3D1677}" srcOrd="1" destOrd="0" presId="urn:microsoft.com/office/officeart/2005/8/layout/venn2"/>
    <dgm:cxn modelId="{AEF362EC-4A87-C645-AEBE-B5CFCD89091D}" type="presParOf" srcId="{1E4CA016-43BF-1342-82FF-A4DB0C771338}" destId="{E8D841BC-A2AD-CA44-810B-31ED8E4FF4C8}" srcOrd="1" destOrd="0" presId="urn:microsoft.com/office/officeart/2005/8/layout/venn2"/>
    <dgm:cxn modelId="{2A84B59A-5C2A-DD4C-A6D2-67EB1065A756}" type="presParOf" srcId="{E8D841BC-A2AD-CA44-810B-31ED8E4FF4C8}" destId="{DE70FD05-C398-3C44-B28E-F37020B7346F}" srcOrd="0" destOrd="0" presId="urn:microsoft.com/office/officeart/2005/8/layout/venn2"/>
    <dgm:cxn modelId="{D1E90F3D-24E3-104A-8E3D-FB0D06686CCC}" type="presParOf" srcId="{E8D841BC-A2AD-CA44-810B-31ED8E4FF4C8}" destId="{759E4CAD-865E-B645-BDDB-AB4D7538AFED}" srcOrd="1" destOrd="0" presId="urn:microsoft.com/office/officeart/2005/8/layout/venn2"/>
    <dgm:cxn modelId="{114B9227-D633-4E41-B4FC-5707EA8641EB}" type="presParOf" srcId="{1E4CA016-43BF-1342-82FF-A4DB0C771338}" destId="{C1057712-DDCF-474B-BCCE-87823B606312}" srcOrd="2" destOrd="0" presId="urn:microsoft.com/office/officeart/2005/8/layout/venn2"/>
    <dgm:cxn modelId="{9F60C06C-3450-5D4E-B2A7-E9B7D46CEF11}" type="presParOf" srcId="{C1057712-DDCF-474B-BCCE-87823B606312}" destId="{0B171910-E47F-1049-8769-CC39A2D97BFC}" srcOrd="0" destOrd="0" presId="urn:microsoft.com/office/officeart/2005/8/layout/venn2"/>
    <dgm:cxn modelId="{65C69A52-3829-AD4A-9107-511D20860A1A}" type="presParOf" srcId="{C1057712-DDCF-474B-BCCE-87823B606312}" destId="{357B6DAC-BD9D-AE44-B944-5928F6F692F8}" srcOrd="1" destOrd="0" presId="urn:microsoft.com/office/officeart/2005/8/layout/venn2"/>
    <dgm:cxn modelId="{9E69024A-C507-AF4E-80E8-D3E17E2A3917}" type="presParOf" srcId="{1E4CA016-43BF-1342-82FF-A4DB0C771338}" destId="{7E2BA5FE-15E8-024C-834E-1F041189A4FA}" srcOrd="3" destOrd="0" presId="urn:microsoft.com/office/officeart/2005/8/layout/venn2"/>
    <dgm:cxn modelId="{06DC6E27-8C87-A746-802A-FEA20493E425}" type="presParOf" srcId="{7E2BA5FE-15E8-024C-834E-1F041189A4FA}" destId="{FA36A4DE-60C3-6D4E-84F7-DFD6AE0A1A1D}" srcOrd="0" destOrd="0" presId="urn:microsoft.com/office/officeart/2005/8/layout/venn2"/>
    <dgm:cxn modelId="{897933BE-3E99-B84B-B213-6B18EA9CC86B}" type="presParOf" srcId="{7E2BA5FE-15E8-024C-834E-1F041189A4FA}" destId="{1303C11F-E8C7-9443-A321-764296D96B7F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C03DE-6D38-4C47-9889-E94F1DDF0418}">
      <dsp:nvSpPr>
        <dsp:cNvPr id="0" name=""/>
        <dsp:cNvSpPr/>
      </dsp:nvSpPr>
      <dsp:spPr>
        <a:xfrm rot="5400000">
          <a:off x="2292595" y="0"/>
          <a:ext cx="4746968" cy="4746968"/>
        </a:xfrm>
        <a:prstGeom prst="ellipse">
          <a:avLst/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2010</a:t>
          </a:r>
        </a:p>
      </dsp:txBody>
      <dsp:txXfrm>
        <a:off x="5782567" y="2017462"/>
        <a:ext cx="1327252" cy="712045"/>
      </dsp:txXfrm>
    </dsp:sp>
    <dsp:sp modelId="{DE70FD05-C398-3C44-B28E-F37020B7346F}">
      <dsp:nvSpPr>
        <dsp:cNvPr id="0" name=""/>
        <dsp:cNvSpPr/>
      </dsp:nvSpPr>
      <dsp:spPr>
        <a:xfrm rot="5400000">
          <a:off x="2276987" y="474696"/>
          <a:ext cx="3797574" cy="3797574"/>
        </a:xfrm>
        <a:prstGeom prst="ellipse">
          <a:avLst/>
        </a:prstGeom>
        <a:solidFill>
          <a:srgbClr val="19479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2009</a:t>
          </a:r>
          <a:endParaRPr lang="en-US" sz="1900" kern="1200"/>
        </a:p>
      </dsp:txBody>
      <dsp:txXfrm>
        <a:off x="4841299" y="2031702"/>
        <a:ext cx="1327252" cy="683563"/>
      </dsp:txXfrm>
    </dsp:sp>
    <dsp:sp modelId="{0B171910-E47F-1049-8769-CC39A2D97BFC}">
      <dsp:nvSpPr>
        <dsp:cNvPr id="0" name=""/>
        <dsp:cNvSpPr/>
      </dsp:nvSpPr>
      <dsp:spPr>
        <a:xfrm rot="5400000">
          <a:off x="2285323" y="943763"/>
          <a:ext cx="2848180" cy="2848180"/>
        </a:xfrm>
        <a:prstGeom prst="ellipse">
          <a:avLst/>
        </a:prstGeom>
        <a:solidFill>
          <a:schemeClr val="accent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03999" tIns="99568" rIns="540000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prstClr val="white"/>
              </a:solidFill>
              <a:latin typeface="Trebuchet MS"/>
              <a:ea typeface="+mn-ea"/>
              <a:cs typeface="+mn-cs"/>
            </a:rPr>
            <a:t>2008</a:t>
          </a:r>
        </a:p>
      </dsp:txBody>
      <dsp:txXfrm>
        <a:off x="3935843" y="2047433"/>
        <a:ext cx="1327252" cy="640840"/>
      </dsp:txXfrm>
    </dsp:sp>
    <dsp:sp modelId="{FA36A4DE-60C3-6D4E-84F7-DFD6AE0A1A1D}">
      <dsp:nvSpPr>
        <dsp:cNvPr id="0" name=""/>
        <dsp:cNvSpPr/>
      </dsp:nvSpPr>
      <dsp:spPr>
        <a:xfrm rot="5400000">
          <a:off x="2276702" y="1424090"/>
          <a:ext cx="1898787" cy="18987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03999" tIns="99568" rIns="540000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2007</a:t>
          </a:r>
          <a:endParaRPr lang="en-US" sz="2800" kern="1200"/>
        </a:p>
      </dsp:txBody>
      <dsp:txXfrm>
        <a:off x="2554773" y="1898787"/>
        <a:ext cx="1342645" cy="94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3F2FB-37B6-AC47-A337-5DCB979887E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C23E8-98CB-724A-A9AF-180CFD5A8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86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87951-D65D-904A-8BFA-D8E288E989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3F2B8-5EF1-B94F-80BF-73F41E3E8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145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43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2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07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88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19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06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02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16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83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1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44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26E52-79DF-1742-BB7A-53D58EC4FE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0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26E52-79DF-1742-BB7A-53D58EC4FE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0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7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540BA9B-B868-47BA-94F2-FD44920E4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B6E3D9-2966-482F-99F3-EF3D06E63F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B19966-D24F-48CC-8AA4-2E753EEAAF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896CC7E-8580-4A92-811A-5E72CE8B80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9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294305-1F76-4929-A765-0C1C1526B6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C81D80C-D4B2-478D-B5AB-F091758514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D116BD-92D7-42BF-B78A-7E172D8777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9A9323-FA4E-426B-8FD6-0324BD8607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B8C44C1-5BC0-4CF9-9878-2BC12B852A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4B9219C-119B-494D-9068-3580927D80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7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6">
    <p:bg>
      <p:bgPr>
        <a:solidFill>
          <a:srgbClr val="0E3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EB6C55D-1F4B-46AF-98E2-354801034E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75041FC-778C-49D7-9C78-622B7F631F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42164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2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Agenda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214105-92C2-41FA-B364-26B89931FCB3}"/>
              </a:ext>
            </a:extLst>
          </p:cNvPr>
          <p:cNvSpPr/>
          <p:nvPr userDrawn="1"/>
        </p:nvSpPr>
        <p:spPr>
          <a:xfrm>
            <a:off x="585937" y="1454655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3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Agenda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C9E8D3D-C074-426A-98CE-00879A5C3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8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2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Section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93EE3-18B5-4680-9B73-8C337E67C846}"/>
              </a:ext>
            </a:extLst>
          </p:cNvPr>
          <p:cNvSpPr/>
          <p:nvPr userDrawn="1"/>
        </p:nvSpPr>
        <p:spPr>
          <a:xfrm>
            <a:off x="585937" y="1454655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3385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8E43246-44C6-4F92-B9B4-138E8FD582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Section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71881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header-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259856467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-header-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473125972"/>
      </p:ext>
    </p:extLst>
  </p:cSld>
  <p:clrMapOvr>
    <a:masterClrMapping/>
  </p:clrMapOvr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header-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429407906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-header-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987533377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-header-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3050338302"/>
      </p:ext>
    </p:extLst>
  </p:cSld>
  <p:clrMapOvr>
    <a:masterClrMapping/>
  </p:clrMapOvr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-header-purple">
    <p:bg>
      <p:bgPr>
        <a:solidFill>
          <a:srgbClr val="6532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724776362"/>
      </p:ext>
    </p:extLst>
  </p:cSld>
  <p:clrMapOvr>
    <a:masterClrMapping/>
  </p:clrMapOvr>
  <p:hf sldNum="0"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teal">
    <p:bg>
      <p:bgPr>
        <a:solidFill>
          <a:srgbClr val="50A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15D14B6-772A-234A-8167-03ABECFA21D8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E9B94D3-7D20-3E4E-8153-FB06B6B56CE0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AB7DA17E-9DCE-FF46-876F-2E23129B34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F19E20-BD1A-439B-967F-9EA099FBC1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9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orange">
    <p:bg>
      <p:bgPr>
        <a:solidFill>
          <a:srgbClr val="E06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15D14B6-772A-234A-8167-03ABECFA21D8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E9B94D3-7D20-3E4E-8153-FB06B6B56CE0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AB7DA17E-9DCE-FF46-876F-2E23129B34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B44CAC0-82A3-4AB7-9B8F-295FBB2FE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E47D34-800E-4886-944B-71AF6FBA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AB4169-BDAD-48C3-89BF-E6603A3E2D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3020359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yellow">
    <p:bg>
      <p:bgPr>
        <a:solidFill>
          <a:srgbClr val="F7C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3BABA790-4542-8D42-863A-C5FF80FE0577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B78A01B-37F8-B24E-9095-6BAB0E655225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B2A0F6EC-68C8-2047-9194-5172D98DB2C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312F252-C2F9-4C6C-B53E-929FE54265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38E5BE-AC2F-469F-B2F4-C0E03F395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AF7240B-0144-4FB8-8932-1664E94AF8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711610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grey">
    <p:bg>
      <p:bgPr>
        <a:solidFill>
          <a:srgbClr val="DA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1BD5F1F-9D35-F548-853C-21EA9CE6767C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Copyright note text (8pt)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6042430C-36A3-0A45-8A52-0D9C965D078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3F7B80-CADE-400D-9ED5-33602F6EDC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7D5E108-F81A-409A-ABE6-E1E30DD24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3A8846A-354F-4312-8CE7-87353080F3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930379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1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621444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1column/right-image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64548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959061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image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246161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2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729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CD997736-326A-4772-BFC1-BA0D0FF543B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65920" y="294581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A70F5-854D-4C8C-ABB4-192E66336E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83591" y="473376"/>
            <a:ext cx="2090738" cy="19780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Hero message text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4823D-8834-46BC-B715-0E61D2C45104}"/>
              </a:ext>
            </a:extLst>
          </p:cNvPr>
          <p:cNvSpPr/>
          <p:nvPr userDrawn="1"/>
        </p:nvSpPr>
        <p:spPr>
          <a:xfrm>
            <a:off x="9683590" y="2459405"/>
            <a:ext cx="2090737" cy="10340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52955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7F66E7D-C65F-4309-90C9-90A006BA0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2D8E3B-EBCF-4AA3-BD6B-130C2577A6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2430734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-image/right-1column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7F66E7D-C65F-4309-90C9-90A006BA0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2D8E3B-EBCF-4AA3-BD6B-130C2577A6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666281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8699210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2column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2435583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2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F0192EE-5C81-4CA8-85C8-7DC14AF20A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40303" y="729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9FF0C43-37B1-4CA0-A522-F111BE1C76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294581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9E5B29B-A3DC-4810-82D1-53BE8435BA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95" y="473376"/>
            <a:ext cx="2090738" cy="19780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Hero message text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1444A-F9FC-46BB-9DAF-0FE380F46AEB}"/>
              </a:ext>
            </a:extLst>
          </p:cNvPr>
          <p:cNvSpPr/>
          <p:nvPr userDrawn="1"/>
        </p:nvSpPr>
        <p:spPr>
          <a:xfrm>
            <a:off x="431894" y="2459405"/>
            <a:ext cx="2090737" cy="10340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1729094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hape-image/right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071A96F-2369-4437-BF01-6CE04D82B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E8A06E3-EA5E-4894-9DE0-222DC99372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81BDB3F9-90A7-42C3-A1F4-72F075ACD0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80953" y="1808012"/>
            <a:ext cx="4193602" cy="4266540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50F6E2B1-313C-48C9-89BB-52E9EE5F97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3FC59B0E-DB2A-4019-88E4-146504E53A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4898612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hape-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071A96F-2369-4437-BF01-6CE04D82B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E8A06E3-EA5E-4894-9DE0-222DC99372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81BDB3F9-90A7-42C3-A1F4-72F075ACD0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80953" y="1808012"/>
            <a:ext cx="4193602" cy="4266540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50F6E2B1-313C-48C9-89BB-52E9EE5F97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3FC59B0E-DB2A-4019-88E4-146504E53A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B829DC2C-92EE-409C-874E-5E7C567C3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10875" y="1080700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BDD6C9-82FF-47B1-A51E-B6849A2C19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0875" y="698906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719220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1column/right-large-shap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1A42E36-FFED-4601-87C8-A23238372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F5C9AEF-C6C3-4D3D-9E9C-3D288CEBC5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4" name="Picture Placeholder 38">
            <a:extLst>
              <a:ext uri="{FF2B5EF4-FFF2-40B4-BE49-F238E27FC236}">
                <a16:creationId xmlns:a16="http://schemas.microsoft.com/office/drawing/2014/main" id="{8AD05B3C-8785-4C88-B205-D0A8EDE5C6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3531" y="724578"/>
            <a:ext cx="5258514" cy="5349974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7F79E080-78F2-493E-99CD-D5CC333183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F4E5877-7092-4685-9D7C-6D534F8676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15997545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79930"/>
            <a:ext cx="58429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2292885"/>
            <a:ext cx="5842988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15711794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left-1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6662221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1985"/>
            <a:ext cx="5853246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7" y="2294940"/>
            <a:ext cx="585324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EB3F79F-9435-4A90-B860-72F8778F744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468477" y="716722"/>
            <a:ext cx="4103568" cy="542455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18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4740"/>
            <a:ext cx="4565250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This is Body Copy (16pt) On </a:t>
            </a:r>
            <a:r>
              <a:rPr lang="en-US" dirty="0" err="1"/>
              <a:t>necti</a:t>
            </a:r>
            <a:r>
              <a:rPr lang="en-US" dirty="0"/>
              <a:t> </a:t>
            </a:r>
            <a:r>
              <a:rPr lang="en-US" dirty="0" err="1"/>
              <a:t>iumendella</a:t>
            </a:r>
            <a:r>
              <a:rPr lang="en-US" dirty="0"/>
              <a:t> nus il </a:t>
            </a:r>
            <a:r>
              <a:rPr lang="en-US" dirty="0" err="1"/>
              <a:t>eatio</a:t>
            </a:r>
            <a:r>
              <a:rPr lang="en-US" dirty="0"/>
              <a:t> </a:t>
            </a:r>
            <a:r>
              <a:rPr lang="en-US" dirty="0" err="1"/>
              <a:t>consequo</a:t>
            </a:r>
            <a:r>
              <a:rPr lang="en-US" dirty="0"/>
              <a:t> </a:t>
            </a:r>
            <a:r>
              <a:rPr lang="en-US" dirty="0" err="1"/>
              <a:t>bea</a:t>
            </a:r>
            <a:r>
              <a:rPr lang="en-US" dirty="0"/>
              <a:t> et </a:t>
            </a:r>
            <a:r>
              <a:rPr lang="en-US" dirty="0" err="1"/>
              <a:t>harit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laccuptia</a:t>
            </a:r>
            <a:r>
              <a:rPr lang="en-US" dirty="0"/>
              <a:t> </a:t>
            </a:r>
            <a:r>
              <a:rPr lang="en-US" dirty="0" err="1"/>
              <a:t>volo</a:t>
            </a:r>
            <a:r>
              <a:rPr lang="en-US" dirty="0"/>
              <a:t> is </a:t>
            </a:r>
            <a:r>
              <a:rPr lang="en-US" dirty="0" err="1"/>
              <a:t>moditius</a:t>
            </a:r>
            <a:r>
              <a:rPr lang="en-US" dirty="0"/>
              <a:t> et </a:t>
            </a:r>
            <a:r>
              <a:rPr lang="en-US" dirty="0" err="1"/>
              <a:t>ium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abo. Nam, </a:t>
            </a:r>
            <a:r>
              <a:rPr lang="en-US" dirty="0" err="1"/>
              <a:t>tecm</a:t>
            </a:r>
            <a:r>
              <a:rPr lang="en-US" dirty="0"/>
              <a:t> </a:t>
            </a:r>
            <a:r>
              <a:rPr lang="en-US" dirty="0" err="1"/>
              <a:t>tevolore</a:t>
            </a:r>
            <a:r>
              <a:rPr lang="en-US" dirty="0"/>
              <a:t> </a:t>
            </a:r>
            <a:r>
              <a:rPr lang="en-US" dirty="0" err="1"/>
              <a:t>dion</a:t>
            </a:r>
            <a:r>
              <a:rPr lang="en-US" dirty="0"/>
              <a:t> </a:t>
            </a:r>
            <a:r>
              <a:rPr lang="en-US" dirty="0" err="1"/>
              <a:t>nobit</a:t>
            </a:r>
            <a:r>
              <a:rPr lang="en-US" dirty="0"/>
              <a:t> </a:t>
            </a:r>
            <a:r>
              <a:rPr lang="en-US" dirty="0" err="1"/>
              <a:t>adiam</a:t>
            </a:r>
            <a:r>
              <a:rPr lang="en-US" dirty="0"/>
              <a:t> </a:t>
            </a:r>
            <a:r>
              <a:rPr lang="en-US" dirty="0" err="1"/>
              <a:t>ditio</a:t>
            </a:r>
            <a:r>
              <a:rPr lang="en-US" dirty="0"/>
              <a:t>. </a:t>
            </a:r>
            <a:r>
              <a:rPr lang="en-US" dirty="0" err="1"/>
              <a:t>Volecupta</a:t>
            </a:r>
            <a:r>
              <a:rPr lang="en-US" dirty="0"/>
              <a:t> </a:t>
            </a:r>
            <a:r>
              <a:rPr lang="en-US" dirty="0" err="1"/>
              <a:t>doluptae</a:t>
            </a:r>
            <a:r>
              <a:rPr lang="en-US" dirty="0"/>
              <a:t> </a:t>
            </a:r>
            <a:r>
              <a:rPr lang="en-US" dirty="0" err="1"/>
              <a:t>volenduciis</a:t>
            </a:r>
            <a:r>
              <a:rPr lang="en-US" dirty="0"/>
              <a:t> </a:t>
            </a:r>
            <a:r>
              <a:rPr lang="en-US" dirty="0" err="1"/>
              <a:t>aborpor</a:t>
            </a:r>
            <a:r>
              <a:rPr lang="en-US" dirty="0"/>
              <a:t> </a:t>
            </a:r>
            <a:r>
              <a:rPr lang="en-US" dirty="0" err="1"/>
              <a:t>porporiatate</a:t>
            </a:r>
            <a:r>
              <a:rPr lang="en-US" dirty="0"/>
              <a:t> ide </a:t>
            </a:r>
            <a:r>
              <a:rPr lang="en-US" dirty="0" err="1"/>
              <a:t>peristi</a:t>
            </a:r>
            <a:r>
              <a:rPr lang="en-US" dirty="0"/>
              <a:t> </a:t>
            </a:r>
            <a:r>
              <a:rPr lang="en-US" dirty="0" err="1"/>
              <a:t>onsequam</a:t>
            </a:r>
            <a:r>
              <a:rPr lang="en-US" dirty="0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7" y="2297695"/>
            <a:ext cx="4565251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8021ED5-5627-4114-8789-9AFEDA309D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7104" y="2684740"/>
            <a:ext cx="4565250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771D52D-BD79-41A2-9FCC-36802E3BEC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17102" y="2297695"/>
            <a:ext cx="4565251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8954722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8021ED5-5627-4114-8789-9AFEDA309D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4550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771D52D-BD79-41A2-9FCC-36802E3BEC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549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19BF0FA2-4FF3-48FE-BEA0-C2258B983B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4692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BF55257-C7D7-44C1-8E3E-7CD984212E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4691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8256390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4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7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D8D3B05-A2F6-431C-98B6-FB751DFB98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5276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26CB9A8-2D5F-47D6-AA7D-C9FF41A9AC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275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45F0D2-3A9A-4232-9567-73F70F523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430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1E01F9-D211-4930-9769-21F8E2BE83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0429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9759B8F-509E-4A46-97F6-31B46237C9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5584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884201B-6324-4C2F-AED3-8702D697CB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5583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435177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blue-tone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EE56C9D2-334E-4784-A53E-CEDF094AEF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B0F5301-35F3-4905-AE05-CB57161588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8595" y="575263"/>
            <a:ext cx="5054600" cy="123910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4" name="Title 22">
            <a:extLst>
              <a:ext uri="{FF2B5EF4-FFF2-40B4-BE49-F238E27FC236}">
                <a16:creationId xmlns:a16="http://schemas.microsoft.com/office/drawing/2014/main" id="{B0B582BD-4070-4FB6-A0AC-06522C9AB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</p:spTree>
    <p:extLst>
      <p:ext uri="{BB962C8B-B14F-4D97-AF65-F5344CB8AC3E}">
        <p14:creationId xmlns:p14="http://schemas.microsoft.com/office/powerpoint/2010/main" val="1462393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blue-tone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61BB1-4D4F-4EE1-A3EF-796CDA6235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22">
            <a:extLst>
              <a:ext uri="{FF2B5EF4-FFF2-40B4-BE49-F238E27FC236}">
                <a16:creationId xmlns:a16="http://schemas.microsoft.com/office/drawing/2014/main" id="{677FD8A9-CB13-4656-A269-5CE457D39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D0CDA1FD-A0F3-49AF-AA70-3D8835578B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7DDD9EBC-41FE-4386-86C1-F310697CFB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0538539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grey-tone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8C6D7B0-ABDE-4CF8-A7BF-755B54EA744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6EB2A88-24FC-4EDF-A474-A7F4F1609A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8595" y="575263"/>
            <a:ext cx="5054600" cy="123910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ADCF4A8-3E42-4FDD-A6D2-9F38E9EA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</p:spTree>
    <p:extLst>
      <p:ext uri="{BB962C8B-B14F-4D97-AF65-F5344CB8AC3E}">
        <p14:creationId xmlns:p14="http://schemas.microsoft.com/office/powerpoint/2010/main" val="2824322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grey-tone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C9C4D45-DCD5-45B1-BCF9-5ABF21FBD8B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22">
            <a:extLst>
              <a:ext uri="{FF2B5EF4-FFF2-40B4-BE49-F238E27FC236}">
                <a16:creationId xmlns:a16="http://schemas.microsoft.com/office/drawing/2014/main" id="{3C0F2DEE-E52D-4AB6-9749-47E608CCE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(48pt). Delete image to change. </a:t>
            </a:r>
          </a:p>
        </p:txBody>
      </p:sp>
    </p:spTree>
    <p:extLst>
      <p:ext uri="{BB962C8B-B14F-4D97-AF65-F5344CB8AC3E}">
        <p14:creationId xmlns:p14="http://schemas.microsoft.com/office/powerpoint/2010/main" val="3643976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710C4C5-3EF1-44A1-9541-F1EB0BB5C3C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58320743"/>
              </p:ext>
            </p:extLst>
          </p:nvPr>
        </p:nvGraphicFramePr>
        <p:xfrm>
          <a:off x="4055173" y="1055516"/>
          <a:ext cx="7120452" cy="4746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5A30B98-9198-47BF-9366-61BD8A352A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909273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phics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6E824-F40C-44C4-B182-23F1DAAF28F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991225" y="1110795"/>
            <a:ext cx="5621338" cy="5156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5A30B98-9198-47BF-9366-61BD8A352A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FA6A2-2186-4EC7-A3D6-25D50708376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EBD5F-89CE-4658-B4F1-4D5FF4ABDA6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89C258-65BC-4F20-876A-D96FC7D4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C756E1-B682-41BA-89FE-EA9D91D0ED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9125" y="2524125"/>
            <a:ext cx="6727825" cy="3222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31600179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AAC979A-34F3-45DC-99B0-77FFFC95A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3BD7FD-1DF9-4D8C-AA95-7989B8F4A45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675313" y="577850"/>
            <a:ext cx="639445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382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phics-option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AAC979A-34F3-45DC-99B0-77FFFC95A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13020502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EC9BA63E-5CB8-464B-B06E-F07DBAAAD03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E53CB61-A828-4AD4-A5D0-4CC2FF478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5698" y="3650143"/>
            <a:ext cx="1380728" cy="1125524"/>
          </a:xfrm>
        </p:spPr>
        <p:txBody>
          <a:bodyPr/>
          <a:lstStyle>
            <a:lvl1pPr marL="0" indent="0">
              <a:buNone/>
              <a:defRPr sz="5400" b="1">
                <a:solidFill>
                  <a:schemeClr val="accent3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#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CD3547F-83FF-4BE1-9401-5371FFBDC1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6373" y="4993168"/>
            <a:ext cx="2433232" cy="112552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A88FDFC-FCEA-4B06-9BED-58DE878F9A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46373" y="3650143"/>
            <a:ext cx="2433232" cy="112552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95D42D1-06D9-4AD0-B47F-A02FF71BE87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55698" y="4993168"/>
            <a:ext cx="1380728" cy="1125524"/>
          </a:xfrm>
        </p:spPr>
        <p:txBody>
          <a:bodyPr/>
          <a:lstStyle>
            <a:lvl1pPr marL="0" indent="0">
              <a:buNone/>
              <a:defRPr sz="5400" b="1">
                <a:solidFill>
                  <a:schemeClr val="accent3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373719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B5235B27-F32F-4EEE-AB2E-9B05AAAA07D4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128998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987B2A97-4ED7-47D2-BFC8-E481DD805AFD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6973872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7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687C7ABF-C250-429D-85BA-ADAD61A4C891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37053807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table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AE3D-FE8E-41FB-B905-32F5A203497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9125" y="1771650"/>
            <a:ext cx="11039475" cy="4295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22">
            <a:extLst>
              <a:ext uri="{FF2B5EF4-FFF2-40B4-BE49-F238E27FC236}">
                <a16:creationId xmlns:a16="http://schemas.microsoft.com/office/drawing/2014/main" id="{23AD9CD8-680D-4F3E-A9DB-086D10E12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 title (28pt)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6E901230-EEDE-4E4E-AD1D-980BA51934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Table subtitle (20pt)</a:t>
            </a:r>
          </a:p>
        </p:txBody>
      </p:sp>
    </p:spTree>
    <p:extLst>
      <p:ext uri="{BB962C8B-B14F-4D97-AF65-F5344CB8AC3E}">
        <p14:creationId xmlns:p14="http://schemas.microsoft.com/office/powerpoint/2010/main" val="41266719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1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932BF36-F21F-48DD-8BDD-A0851C3FE0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3669" y="2715768"/>
            <a:ext cx="2304661" cy="7132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240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567198A-332A-4C11-855B-EC8B0D79CF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937" y="5567914"/>
            <a:ext cx="2304661" cy="7132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BB1B5A8-A84A-4989-BF2E-3AB54AD883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0724" y="2632387"/>
            <a:ext cx="6221343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272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3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567198A-332A-4C11-855B-EC8B0D79CF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937" y="556791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4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-opt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2265" y="2714899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91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-opt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937" y="5567045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AE6CE4-4BA7-4ACE-B2E8-5CB704F02C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0724" y="2632387"/>
            <a:ext cx="6221343" cy="1776301"/>
          </a:xfrm>
        </p:spPr>
        <p:txBody>
          <a:bodyPr/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697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-option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937" y="5567045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664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rectional-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3E0FCE9-7AB9-49B8-B574-C243D9585E7F}"/>
              </a:ext>
            </a:extLst>
          </p:cNvPr>
          <p:cNvGrpSpPr/>
          <p:nvPr userDrawn="1"/>
        </p:nvGrpSpPr>
        <p:grpSpPr>
          <a:xfrm>
            <a:off x="7432440" y="4806956"/>
            <a:ext cx="982535" cy="992545"/>
            <a:chOff x="6906092" y="3857509"/>
            <a:chExt cx="1691109" cy="17083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5E284C-1FF6-4C2E-AA4F-8A8367C5FE83}"/>
                </a:ext>
              </a:extLst>
            </p:cNvPr>
            <p:cNvSpPr/>
            <p:nvPr/>
          </p:nvSpPr>
          <p:spPr>
            <a:xfrm>
              <a:off x="6906092" y="3857509"/>
              <a:ext cx="1691109" cy="1708339"/>
            </a:xfrm>
            <a:prstGeom prst="rect">
              <a:avLst/>
            </a:prstGeom>
            <a:solidFill>
              <a:srgbClr val="F8C9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1E633F5B-E62B-4228-A2E3-FD3E52EACC70}"/>
                </a:ext>
              </a:extLst>
            </p:cNvPr>
            <p:cNvSpPr/>
            <p:nvPr/>
          </p:nvSpPr>
          <p:spPr>
            <a:xfrm rot="5400000">
              <a:off x="7049839" y="4121460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B9A26C-D7CA-42F7-8DBC-E6DD3C962371}"/>
              </a:ext>
            </a:extLst>
          </p:cNvPr>
          <p:cNvGrpSpPr/>
          <p:nvPr userDrawn="1"/>
        </p:nvGrpSpPr>
        <p:grpSpPr>
          <a:xfrm>
            <a:off x="9314411" y="4793703"/>
            <a:ext cx="982535" cy="992545"/>
            <a:chOff x="8805230" y="3857509"/>
            <a:chExt cx="1691109" cy="170833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FA08D7-1843-4F67-9EC5-17F02709F4BB}"/>
                </a:ext>
              </a:extLst>
            </p:cNvPr>
            <p:cNvSpPr/>
            <p:nvPr/>
          </p:nvSpPr>
          <p:spPr>
            <a:xfrm>
              <a:off x="8805230" y="3857509"/>
              <a:ext cx="1691109" cy="1708339"/>
            </a:xfrm>
            <a:prstGeom prst="rect">
              <a:avLst/>
            </a:prstGeom>
            <a:solidFill>
              <a:srgbClr val="E068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Freeform 77">
              <a:extLst>
                <a:ext uri="{FF2B5EF4-FFF2-40B4-BE49-F238E27FC236}">
                  <a16:creationId xmlns:a16="http://schemas.microsoft.com/office/drawing/2014/main" id="{EBBBC48F-8748-48D0-B20A-E729C2047529}"/>
                </a:ext>
              </a:extLst>
            </p:cNvPr>
            <p:cNvSpPr/>
            <p:nvPr/>
          </p:nvSpPr>
          <p:spPr>
            <a:xfrm>
              <a:off x="8935726" y="4121457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2B217-23C4-4D5D-A533-198ADA32E37B}"/>
              </a:ext>
            </a:extLst>
          </p:cNvPr>
          <p:cNvGrpSpPr/>
          <p:nvPr userDrawn="1"/>
        </p:nvGrpSpPr>
        <p:grpSpPr>
          <a:xfrm>
            <a:off x="3671144" y="4811912"/>
            <a:ext cx="982535" cy="992545"/>
            <a:chOff x="3107816" y="3862466"/>
            <a:chExt cx="1691109" cy="17083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5F0C02-C622-4E21-BB8B-10FA17AAD367}"/>
                </a:ext>
              </a:extLst>
            </p:cNvPr>
            <p:cNvSpPr/>
            <p:nvPr/>
          </p:nvSpPr>
          <p:spPr>
            <a:xfrm>
              <a:off x="3107816" y="3862466"/>
              <a:ext cx="1691109" cy="1708339"/>
            </a:xfrm>
            <a:prstGeom prst="rect">
              <a:avLst/>
            </a:prstGeom>
            <a:solidFill>
              <a:srgbClr val="50A5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Freeform 78">
              <a:extLst>
                <a:ext uri="{FF2B5EF4-FFF2-40B4-BE49-F238E27FC236}">
                  <a16:creationId xmlns:a16="http://schemas.microsoft.com/office/drawing/2014/main" id="{EC52DFFD-F197-4D76-AA73-81647DCDA83C}"/>
                </a:ext>
              </a:extLst>
            </p:cNvPr>
            <p:cNvSpPr/>
            <p:nvPr/>
          </p:nvSpPr>
          <p:spPr>
            <a:xfrm rot="16200000">
              <a:off x="3244940" y="4121458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6E95DE-8C33-43C2-92BC-7E22A9A72042}"/>
              </a:ext>
            </a:extLst>
          </p:cNvPr>
          <p:cNvGrpSpPr/>
          <p:nvPr userDrawn="1"/>
        </p:nvGrpSpPr>
        <p:grpSpPr>
          <a:xfrm>
            <a:off x="1759481" y="4811912"/>
            <a:ext cx="982535" cy="992545"/>
            <a:chOff x="1208678" y="3862466"/>
            <a:chExt cx="1691109" cy="17083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0E00E2-4B2F-4010-AE6E-7579F3F55980}"/>
                </a:ext>
              </a:extLst>
            </p:cNvPr>
            <p:cNvSpPr/>
            <p:nvPr/>
          </p:nvSpPr>
          <p:spPr>
            <a:xfrm>
              <a:off x="1208678" y="3862466"/>
              <a:ext cx="1691109" cy="1708339"/>
            </a:xfrm>
            <a:prstGeom prst="rect">
              <a:avLst/>
            </a:prstGeom>
            <a:solidFill>
              <a:srgbClr val="C1C1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8EDD30A6-F407-4D43-9530-D55D6906D89F}"/>
                </a:ext>
              </a:extLst>
            </p:cNvPr>
            <p:cNvSpPr/>
            <p:nvPr/>
          </p:nvSpPr>
          <p:spPr>
            <a:xfrm>
              <a:off x="1340852" y="4121457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rgbClr val="67696D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8D4F3D-2EE5-4CEC-8E1A-1F2147A6147A}"/>
              </a:ext>
            </a:extLst>
          </p:cNvPr>
          <p:cNvGrpSpPr/>
          <p:nvPr userDrawn="1"/>
        </p:nvGrpSpPr>
        <p:grpSpPr>
          <a:xfrm>
            <a:off x="5518558" y="4811909"/>
            <a:ext cx="982535" cy="992545"/>
            <a:chOff x="5006954" y="3862463"/>
            <a:chExt cx="1691109" cy="17083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DB164D-71B4-47D8-B71E-8E847E244130}"/>
                </a:ext>
              </a:extLst>
            </p:cNvPr>
            <p:cNvSpPr/>
            <p:nvPr/>
          </p:nvSpPr>
          <p:spPr>
            <a:xfrm>
              <a:off x="5006954" y="3862463"/>
              <a:ext cx="1691109" cy="1708339"/>
            </a:xfrm>
            <a:prstGeom prst="rect">
              <a:avLst/>
            </a:prstGeom>
            <a:solidFill>
              <a:srgbClr val="5E37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Freeform 75">
              <a:extLst>
                <a:ext uri="{FF2B5EF4-FFF2-40B4-BE49-F238E27FC236}">
                  <a16:creationId xmlns:a16="http://schemas.microsoft.com/office/drawing/2014/main" id="{F46F23A3-385D-4962-AC84-DED61EBDB03E}"/>
                </a:ext>
              </a:extLst>
            </p:cNvPr>
            <p:cNvSpPr/>
            <p:nvPr/>
          </p:nvSpPr>
          <p:spPr>
            <a:xfrm rot="10800000">
              <a:off x="5137450" y="4065805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49C60E-BE74-45EF-85A6-724EDD6B651A}"/>
              </a:ext>
            </a:extLst>
          </p:cNvPr>
          <p:cNvGrpSpPr/>
          <p:nvPr userDrawn="1"/>
        </p:nvGrpSpPr>
        <p:grpSpPr>
          <a:xfrm>
            <a:off x="1759481" y="3457027"/>
            <a:ext cx="982535" cy="992545"/>
            <a:chOff x="1208678" y="1834527"/>
            <a:chExt cx="1691109" cy="170833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5B1310-83D3-4004-9B22-C1694E8622AB}"/>
                </a:ext>
              </a:extLst>
            </p:cNvPr>
            <p:cNvSpPr/>
            <p:nvPr/>
          </p:nvSpPr>
          <p:spPr>
            <a:xfrm>
              <a:off x="1208678" y="1834527"/>
              <a:ext cx="1691109" cy="1708339"/>
            </a:xfrm>
            <a:prstGeom prst="rect">
              <a:avLst/>
            </a:prstGeom>
            <a:solidFill>
              <a:srgbClr val="6769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549908E2-1FD1-43FB-B80D-FD8362A31158}"/>
                </a:ext>
              </a:extLst>
            </p:cNvPr>
            <p:cNvSpPr/>
            <p:nvPr/>
          </p:nvSpPr>
          <p:spPr>
            <a:xfrm>
              <a:off x="1340852" y="2093518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rgbClr val="67696D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787E3E-95A5-4E59-99F8-419345116E45}"/>
              </a:ext>
            </a:extLst>
          </p:cNvPr>
          <p:cNvGrpSpPr/>
          <p:nvPr userDrawn="1"/>
        </p:nvGrpSpPr>
        <p:grpSpPr>
          <a:xfrm>
            <a:off x="3685725" y="3454411"/>
            <a:ext cx="982535" cy="992545"/>
            <a:chOff x="3096244" y="1831911"/>
            <a:chExt cx="1691109" cy="17083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8EF0FE-C2AF-442E-B142-73BCB9BFD1A3}"/>
                </a:ext>
              </a:extLst>
            </p:cNvPr>
            <p:cNvSpPr/>
            <p:nvPr/>
          </p:nvSpPr>
          <p:spPr>
            <a:xfrm>
              <a:off x="3096244" y="1831911"/>
              <a:ext cx="1691109" cy="1708339"/>
            </a:xfrm>
            <a:prstGeom prst="rect">
              <a:avLst/>
            </a:prstGeom>
            <a:solidFill>
              <a:srgbClr val="3781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Freeform 35">
              <a:extLst>
                <a:ext uri="{FF2B5EF4-FFF2-40B4-BE49-F238E27FC236}">
                  <a16:creationId xmlns:a16="http://schemas.microsoft.com/office/drawing/2014/main" id="{F1524D79-7F11-496B-BA9E-FA7927D01458}"/>
                </a:ext>
              </a:extLst>
            </p:cNvPr>
            <p:cNvSpPr/>
            <p:nvPr/>
          </p:nvSpPr>
          <p:spPr>
            <a:xfrm rot="16200000">
              <a:off x="3233368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9891A0-22A3-4FD4-9236-5F3B42A5E4E6}"/>
              </a:ext>
            </a:extLst>
          </p:cNvPr>
          <p:cNvGrpSpPr/>
          <p:nvPr userDrawn="1"/>
        </p:nvGrpSpPr>
        <p:grpSpPr>
          <a:xfrm>
            <a:off x="5520745" y="3457993"/>
            <a:ext cx="992545" cy="982535"/>
            <a:chOff x="4956186" y="1840526"/>
            <a:chExt cx="1708339" cy="169110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90BF33-8487-4684-89E5-2AEE59F57908}"/>
                </a:ext>
              </a:extLst>
            </p:cNvPr>
            <p:cNvSpPr/>
            <p:nvPr/>
          </p:nvSpPr>
          <p:spPr>
            <a:xfrm rot="16200000">
              <a:off x="4964801" y="1831911"/>
              <a:ext cx="1691109" cy="170833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F091465D-7DB9-49EA-B841-71B2C8DCC4A9}"/>
                </a:ext>
              </a:extLst>
            </p:cNvPr>
            <p:cNvSpPr/>
            <p:nvPr/>
          </p:nvSpPr>
          <p:spPr>
            <a:xfrm rot="10800000">
              <a:off x="5101925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DB9DD4-BA35-4BE6-BB19-7818C1031B34}"/>
              </a:ext>
            </a:extLst>
          </p:cNvPr>
          <p:cNvGrpSpPr/>
          <p:nvPr userDrawn="1"/>
        </p:nvGrpSpPr>
        <p:grpSpPr>
          <a:xfrm>
            <a:off x="7419188" y="3454412"/>
            <a:ext cx="982535" cy="992545"/>
            <a:chOff x="6846610" y="1831911"/>
            <a:chExt cx="1691109" cy="17083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436C84-EA4C-412A-A31D-31FD0B422EB7}"/>
                </a:ext>
              </a:extLst>
            </p:cNvPr>
            <p:cNvSpPr/>
            <p:nvPr/>
          </p:nvSpPr>
          <p:spPr>
            <a:xfrm rot="10800000">
              <a:off x="6846610" y="1831911"/>
              <a:ext cx="1691109" cy="1708339"/>
            </a:xfrm>
            <a:prstGeom prst="rect">
              <a:avLst/>
            </a:prstGeom>
            <a:solidFill>
              <a:srgbClr val="1A47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3A3ED8BD-2197-46C6-AC9E-E393A76D93B7}"/>
                </a:ext>
              </a:extLst>
            </p:cNvPr>
            <p:cNvSpPr/>
            <p:nvPr/>
          </p:nvSpPr>
          <p:spPr>
            <a:xfrm rot="5400000">
              <a:off x="6983734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410DB2-E03F-4AC6-981D-758166CC7113}"/>
              </a:ext>
            </a:extLst>
          </p:cNvPr>
          <p:cNvGrpSpPr/>
          <p:nvPr userDrawn="1"/>
        </p:nvGrpSpPr>
        <p:grpSpPr>
          <a:xfrm>
            <a:off x="9308333" y="3444741"/>
            <a:ext cx="992545" cy="982535"/>
            <a:chOff x="8706552" y="1840526"/>
            <a:chExt cx="1708339" cy="169110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5663D8-0417-4A11-AABA-BBC29F2E9CD9}"/>
                </a:ext>
              </a:extLst>
            </p:cNvPr>
            <p:cNvSpPr/>
            <p:nvPr/>
          </p:nvSpPr>
          <p:spPr>
            <a:xfrm rot="5400000">
              <a:off x="8715167" y="1831911"/>
              <a:ext cx="1691109" cy="170833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D696EC2-1334-4E37-B7D4-EFB391474B12}"/>
                </a:ext>
              </a:extLst>
            </p:cNvPr>
            <p:cNvSpPr/>
            <p:nvPr/>
          </p:nvSpPr>
          <p:spPr>
            <a:xfrm>
              <a:off x="8852291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sp>
        <p:nvSpPr>
          <p:cNvPr id="35" name="Freeform 49">
            <a:extLst>
              <a:ext uri="{FF2B5EF4-FFF2-40B4-BE49-F238E27FC236}">
                <a16:creationId xmlns:a16="http://schemas.microsoft.com/office/drawing/2014/main" id="{5AFF7C94-8472-417D-9B2A-651991B22938}"/>
              </a:ext>
            </a:extLst>
          </p:cNvPr>
          <p:cNvSpPr/>
          <p:nvPr userDrawn="1"/>
        </p:nvSpPr>
        <p:spPr>
          <a:xfrm rot="10800000">
            <a:off x="5613570" y="2266447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36" name="Freeform 50">
            <a:extLst>
              <a:ext uri="{FF2B5EF4-FFF2-40B4-BE49-F238E27FC236}">
                <a16:creationId xmlns:a16="http://schemas.microsoft.com/office/drawing/2014/main" id="{50F4EC28-1517-4CE7-A70C-574FD804838F}"/>
              </a:ext>
            </a:extLst>
          </p:cNvPr>
          <p:cNvSpPr/>
          <p:nvPr userDrawn="1"/>
        </p:nvSpPr>
        <p:spPr>
          <a:xfrm>
            <a:off x="9379557" y="2296070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7" name="Freeform 51">
            <a:extLst>
              <a:ext uri="{FF2B5EF4-FFF2-40B4-BE49-F238E27FC236}">
                <a16:creationId xmlns:a16="http://schemas.microsoft.com/office/drawing/2014/main" id="{1C1E0649-8C7D-4FE4-BA72-78C79221C53B}"/>
              </a:ext>
            </a:extLst>
          </p:cNvPr>
          <p:cNvSpPr/>
          <p:nvPr userDrawn="1"/>
        </p:nvSpPr>
        <p:spPr>
          <a:xfrm rot="10800000">
            <a:off x="5625303" y="1099498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8" name="Freeform 52">
            <a:extLst>
              <a:ext uri="{FF2B5EF4-FFF2-40B4-BE49-F238E27FC236}">
                <a16:creationId xmlns:a16="http://schemas.microsoft.com/office/drawing/2014/main" id="{01E7A44B-074E-44E1-95E8-34E6FEC6B077}"/>
              </a:ext>
            </a:extLst>
          </p:cNvPr>
          <p:cNvSpPr/>
          <p:nvPr userDrawn="1"/>
        </p:nvSpPr>
        <p:spPr>
          <a:xfrm rot="5400000">
            <a:off x="7568260" y="1098726"/>
            <a:ext cx="818745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F8C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9" name="Freeform 53">
            <a:extLst>
              <a:ext uri="{FF2B5EF4-FFF2-40B4-BE49-F238E27FC236}">
                <a16:creationId xmlns:a16="http://schemas.microsoft.com/office/drawing/2014/main" id="{E9ADB803-9ABC-4091-B9E0-33E286B2B015}"/>
              </a:ext>
            </a:extLst>
          </p:cNvPr>
          <p:cNvSpPr/>
          <p:nvPr userDrawn="1"/>
        </p:nvSpPr>
        <p:spPr>
          <a:xfrm>
            <a:off x="9399081" y="1094439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E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40" name="Freeform 54">
            <a:extLst>
              <a:ext uri="{FF2B5EF4-FFF2-40B4-BE49-F238E27FC236}">
                <a16:creationId xmlns:a16="http://schemas.microsoft.com/office/drawing/2014/main" id="{D8CC4241-E8F2-4EE4-9C56-35A0C2FE7D21}"/>
              </a:ext>
            </a:extLst>
          </p:cNvPr>
          <p:cNvSpPr/>
          <p:nvPr userDrawn="1"/>
        </p:nvSpPr>
        <p:spPr>
          <a:xfrm rot="16200000">
            <a:off x="3756660" y="1097200"/>
            <a:ext cx="818747" cy="694350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50A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41" name="Freeform 55">
            <a:extLst>
              <a:ext uri="{FF2B5EF4-FFF2-40B4-BE49-F238E27FC236}">
                <a16:creationId xmlns:a16="http://schemas.microsoft.com/office/drawing/2014/main" id="{55A6556F-22D0-4DDB-B4BD-35135572081A}"/>
              </a:ext>
            </a:extLst>
          </p:cNvPr>
          <p:cNvSpPr/>
          <p:nvPr userDrawn="1"/>
        </p:nvSpPr>
        <p:spPr>
          <a:xfrm rot="5400000">
            <a:off x="7568260" y="2311683"/>
            <a:ext cx="818745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1A4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42" name="Freeform 56">
            <a:extLst>
              <a:ext uri="{FF2B5EF4-FFF2-40B4-BE49-F238E27FC236}">
                <a16:creationId xmlns:a16="http://schemas.microsoft.com/office/drawing/2014/main" id="{0E27BC5C-DFD6-470C-A697-281174CA8C96}"/>
              </a:ext>
            </a:extLst>
          </p:cNvPr>
          <p:cNvSpPr/>
          <p:nvPr userDrawn="1"/>
        </p:nvSpPr>
        <p:spPr>
          <a:xfrm rot="16200000">
            <a:off x="3756660" y="2300356"/>
            <a:ext cx="818747" cy="694350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4BE7382D-4C6E-4222-A49C-17435D986866}"/>
              </a:ext>
            </a:extLst>
          </p:cNvPr>
          <p:cNvSpPr/>
          <p:nvPr userDrawn="1"/>
        </p:nvSpPr>
        <p:spPr>
          <a:xfrm>
            <a:off x="1884225" y="2272323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67696D"/>
          </a:solidFill>
          <a:ln>
            <a:solidFill>
              <a:srgbClr val="6769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rgbClr val="67696D"/>
              </a:solidFill>
            </a:endParaRPr>
          </a:p>
        </p:txBody>
      </p:sp>
      <p:sp>
        <p:nvSpPr>
          <p:cNvPr id="44" name="Freeform 58">
            <a:extLst>
              <a:ext uri="{FF2B5EF4-FFF2-40B4-BE49-F238E27FC236}">
                <a16:creationId xmlns:a16="http://schemas.microsoft.com/office/drawing/2014/main" id="{E98FCDF4-D81F-47A0-8BE7-37B10A27F97D}"/>
              </a:ext>
            </a:extLst>
          </p:cNvPr>
          <p:cNvSpPr/>
          <p:nvPr userDrawn="1"/>
        </p:nvSpPr>
        <p:spPr>
          <a:xfrm>
            <a:off x="1923272" y="1099498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C1C1C0"/>
          </a:solidFill>
          <a:ln>
            <a:solidFill>
              <a:srgbClr val="C1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rgbClr val="6769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613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-clou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ular Callout 101">
            <a:extLst>
              <a:ext uri="{FF2B5EF4-FFF2-40B4-BE49-F238E27FC236}">
                <a16:creationId xmlns:a16="http://schemas.microsoft.com/office/drawing/2014/main" id="{3917C83E-5580-4C47-BCBA-B5D32C8CEBCA}"/>
              </a:ext>
            </a:extLst>
          </p:cNvPr>
          <p:cNvSpPr/>
          <p:nvPr userDrawn="1"/>
        </p:nvSpPr>
        <p:spPr>
          <a:xfrm>
            <a:off x="7863408" y="134402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6" name="Rounded Rectangular Callout 102">
            <a:extLst>
              <a:ext uri="{FF2B5EF4-FFF2-40B4-BE49-F238E27FC236}">
                <a16:creationId xmlns:a16="http://schemas.microsoft.com/office/drawing/2014/main" id="{D4989515-81B0-4133-858C-B83E91C178F8}"/>
              </a:ext>
            </a:extLst>
          </p:cNvPr>
          <p:cNvSpPr/>
          <p:nvPr userDrawn="1"/>
        </p:nvSpPr>
        <p:spPr>
          <a:xfrm flipH="1">
            <a:off x="9523237" y="134402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7" name="Rounded Rectangular Callout 103">
            <a:extLst>
              <a:ext uri="{FF2B5EF4-FFF2-40B4-BE49-F238E27FC236}">
                <a16:creationId xmlns:a16="http://schemas.microsoft.com/office/drawing/2014/main" id="{F07F6B39-161F-4AAA-A79E-73BDD666AD7D}"/>
              </a:ext>
            </a:extLst>
          </p:cNvPr>
          <p:cNvSpPr/>
          <p:nvPr userDrawn="1"/>
        </p:nvSpPr>
        <p:spPr>
          <a:xfrm>
            <a:off x="4589811" y="1359788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8" name="Rounded Rectangular Callout 104">
            <a:extLst>
              <a:ext uri="{FF2B5EF4-FFF2-40B4-BE49-F238E27FC236}">
                <a16:creationId xmlns:a16="http://schemas.microsoft.com/office/drawing/2014/main" id="{C3449B45-1588-47DE-8E9D-CD898E5CFFD7}"/>
              </a:ext>
            </a:extLst>
          </p:cNvPr>
          <p:cNvSpPr/>
          <p:nvPr userDrawn="1"/>
        </p:nvSpPr>
        <p:spPr>
          <a:xfrm flipH="1">
            <a:off x="6221509" y="1359788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9" name="Rounded Rectangular Callout 106">
            <a:extLst>
              <a:ext uri="{FF2B5EF4-FFF2-40B4-BE49-F238E27FC236}">
                <a16:creationId xmlns:a16="http://schemas.microsoft.com/office/drawing/2014/main" id="{8AC4D34E-9A3D-4DD6-BD30-29F25EFD401F}"/>
              </a:ext>
            </a:extLst>
          </p:cNvPr>
          <p:cNvSpPr/>
          <p:nvPr userDrawn="1"/>
        </p:nvSpPr>
        <p:spPr>
          <a:xfrm rot="10800000">
            <a:off x="2947912" y="135978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0" name="Rounded Rectangular Callout 107">
            <a:extLst>
              <a:ext uri="{FF2B5EF4-FFF2-40B4-BE49-F238E27FC236}">
                <a16:creationId xmlns:a16="http://schemas.microsoft.com/office/drawing/2014/main" id="{0807FADE-83DE-4309-97F4-62B32F9EE37E}"/>
              </a:ext>
            </a:extLst>
          </p:cNvPr>
          <p:cNvSpPr/>
          <p:nvPr userDrawn="1"/>
        </p:nvSpPr>
        <p:spPr>
          <a:xfrm rot="10800000" flipH="1">
            <a:off x="1297048" y="135978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1" name="Rounded Rectangular Callout 111">
            <a:extLst>
              <a:ext uri="{FF2B5EF4-FFF2-40B4-BE49-F238E27FC236}">
                <a16:creationId xmlns:a16="http://schemas.microsoft.com/office/drawing/2014/main" id="{32420C10-E808-4F11-9A56-21541CC90C11}"/>
              </a:ext>
            </a:extLst>
          </p:cNvPr>
          <p:cNvSpPr/>
          <p:nvPr userDrawn="1"/>
        </p:nvSpPr>
        <p:spPr>
          <a:xfrm>
            <a:off x="7863407" y="299271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F8C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2" name="Rounded Rectangular Callout 112">
            <a:extLst>
              <a:ext uri="{FF2B5EF4-FFF2-40B4-BE49-F238E27FC236}">
                <a16:creationId xmlns:a16="http://schemas.microsoft.com/office/drawing/2014/main" id="{72711596-56F2-401C-8544-ECE38EE3C3B9}"/>
              </a:ext>
            </a:extLst>
          </p:cNvPr>
          <p:cNvSpPr/>
          <p:nvPr userDrawn="1"/>
        </p:nvSpPr>
        <p:spPr>
          <a:xfrm flipH="1">
            <a:off x="9523236" y="299271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3" name="Rounded Rectangular Callout 113">
            <a:extLst>
              <a:ext uri="{FF2B5EF4-FFF2-40B4-BE49-F238E27FC236}">
                <a16:creationId xmlns:a16="http://schemas.microsoft.com/office/drawing/2014/main" id="{C9301C11-6D72-4F81-BF82-7B56229D45DA}"/>
              </a:ext>
            </a:extLst>
          </p:cNvPr>
          <p:cNvSpPr/>
          <p:nvPr userDrawn="1"/>
        </p:nvSpPr>
        <p:spPr>
          <a:xfrm>
            <a:off x="4589810" y="3008483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50A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4" name="Rounded Rectangular Callout 114">
            <a:extLst>
              <a:ext uri="{FF2B5EF4-FFF2-40B4-BE49-F238E27FC236}">
                <a16:creationId xmlns:a16="http://schemas.microsoft.com/office/drawing/2014/main" id="{D097C570-0696-4D8E-8D94-1F9D677EDDA8}"/>
              </a:ext>
            </a:extLst>
          </p:cNvPr>
          <p:cNvSpPr/>
          <p:nvPr userDrawn="1"/>
        </p:nvSpPr>
        <p:spPr>
          <a:xfrm flipH="1">
            <a:off x="6221508" y="3008483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E06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5" name="Rounded Rectangular Callout 115">
            <a:extLst>
              <a:ext uri="{FF2B5EF4-FFF2-40B4-BE49-F238E27FC236}">
                <a16:creationId xmlns:a16="http://schemas.microsoft.com/office/drawing/2014/main" id="{249D5E17-784C-42F9-A318-B7EFDAF44167}"/>
              </a:ext>
            </a:extLst>
          </p:cNvPr>
          <p:cNvSpPr/>
          <p:nvPr userDrawn="1"/>
        </p:nvSpPr>
        <p:spPr>
          <a:xfrm rot="10800000">
            <a:off x="2947911" y="300848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676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6" name="Rounded Rectangular Callout 116">
            <a:extLst>
              <a:ext uri="{FF2B5EF4-FFF2-40B4-BE49-F238E27FC236}">
                <a16:creationId xmlns:a16="http://schemas.microsoft.com/office/drawing/2014/main" id="{31539E33-C549-4C8A-A711-4FB1006FD32C}"/>
              </a:ext>
            </a:extLst>
          </p:cNvPr>
          <p:cNvSpPr/>
          <p:nvPr userDrawn="1"/>
        </p:nvSpPr>
        <p:spPr>
          <a:xfrm rot="10800000" flipH="1">
            <a:off x="1297047" y="300848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C1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7" name="Rounded Rectangle 117">
            <a:extLst>
              <a:ext uri="{FF2B5EF4-FFF2-40B4-BE49-F238E27FC236}">
                <a16:creationId xmlns:a16="http://schemas.microsoft.com/office/drawing/2014/main" id="{D863A2FE-FBA7-4FB0-B3D8-1449E4D1B844}"/>
              </a:ext>
            </a:extLst>
          </p:cNvPr>
          <p:cNvSpPr/>
          <p:nvPr userDrawn="1"/>
        </p:nvSpPr>
        <p:spPr>
          <a:xfrm>
            <a:off x="2947909" y="4538438"/>
            <a:ext cx="1288911" cy="1042545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8" name="Rounded Rectangle 119">
            <a:extLst>
              <a:ext uri="{FF2B5EF4-FFF2-40B4-BE49-F238E27FC236}">
                <a16:creationId xmlns:a16="http://schemas.microsoft.com/office/drawing/2014/main" id="{627B3C65-BF05-4977-82CE-189766C0059E}"/>
              </a:ext>
            </a:extLst>
          </p:cNvPr>
          <p:cNvSpPr/>
          <p:nvPr userDrawn="1"/>
        </p:nvSpPr>
        <p:spPr>
          <a:xfrm>
            <a:off x="7863405" y="4543374"/>
            <a:ext cx="1288911" cy="1042545"/>
          </a:xfrm>
          <a:prstGeom prst="roundRect">
            <a:avLst/>
          </a:prstGeom>
          <a:ln w="19050">
            <a:solidFill>
              <a:srgbClr val="C1C1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9" name="Rounded Rectangle 120">
            <a:extLst>
              <a:ext uri="{FF2B5EF4-FFF2-40B4-BE49-F238E27FC236}">
                <a16:creationId xmlns:a16="http://schemas.microsoft.com/office/drawing/2014/main" id="{66D91677-9645-42DC-93DB-CB9411C749CD}"/>
              </a:ext>
            </a:extLst>
          </p:cNvPr>
          <p:cNvSpPr/>
          <p:nvPr userDrawn="1"/>
        </p:nvSpPr>
        <p:spPr>
          <a:xfrm>
            <a:off x="9523235" y="4543374"/>
            <a:ext cx="1288911" cy="1042545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0" name="Rounded Rectangle 121">
            <a:extLst>
              <a:ext uri="{FF2B5EF4-FFF2-40B4-BE49-F238E27FC236}">
                <a16:creationId xmlns:a16="http://schemas.microsoft.com/office/drawing/2014/main" id="{9C293A37-76ED-43FC-AF5A-40D5F8B48F34}"/>
              </a:ext>
            </a:extLst>
          </p:cNvPr>
          <p:cNvSpPr/>
          <p:nvPr userDrawn="1"/>
        </p:nvSpPr>
        <p:spPr>
          <a:xfrm>
            <a:off x="6221505" y="4543374"/>
            <a:ext cx="1288911" cy="1042545"/>
          </a:xfrm>
          <a:prstGeom prst="round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1" name="Rounded Rectangle 122">
            <a:extLst>
              <a:ext uri="{FF2B5EF4-FFF2-40B4-BE49-F238E27FC236}">
                <a16:creationId xmlns:a16="http://schemas.microsoft.com/office/drawing/2014/main" id="{63AA8E9D-7B27-416D-8DCF-0AB68AAB0207}"/>
              </a:ext>
            </a:extLst>
          </p:cNvPr>
          <p:cNvSpPr/>
          <p:nvPr userDrawn="1"/>
        </p:nvSpPr>
        <p:spPr>
          <a:xfrm>
            <a:off x="4589809" y="4538438"/>
            <a:ext cx="1288911" cy="1042545"/>
          </a:xfrm>
          <a:prstGeom prst="roundRect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2" name="Rounded Rectangle 123">
            <a:extLst>
              <a:ext uri="{FF2B5EF4-FFF2-40B4-BE49-F238E27FC236}">
                <a16:creationId xmlns:a16="http://schemas.microsoft.com/office/drawing/2014/main" id="{DDDED7D3-E825-481E-A063-C4D8D9A952F3}"/>
              </a:ext>
            </a:extLst>
          </p:cNvPr>
          <p:cNvSpPr/>
          <p:nvPr userDrawn="1"/>
        </p:nvSpPr>
        <p:spPr>
          <a:xfrm>
            <a:off x="1297047" y="4538438"/>
            <a:ext cx="1288911" cy="1042545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65964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3080" y="274639"/>
            <a:ext cx="11018953" cy="8242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2"/>
          </p:nvPr>
        </p:nvSpPr>
        <p:spPr>
          <a:xfrm>
            <a:off x="6096000" y="1480499"/>
            <a:ext cx="5029200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593078" y="1480499"/>
            <a:ext cx="5029200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D5B481-AEFB-C82A-DED6-742372B1FD8A}"/>
              </a:ext>
            </a:extLst>
          </p:cNvPr>
          <p:cNvCxnSpPr>
            <a:cxnSpLocks/>
          </p:cNvCxnSpPr>
          <p:nvPr userDrawn="1"/>
        </p:nvCxnSpPr>
        <p:spPr>
          <a:xfrm>
            <a:off x="0" y="1265182"/>
            <a:ext cx="12198786" cy="0"/>
          </a:xfrm>
          <a:prstGeom prst="line">
            <a:avLst/>
          </a:prstGeom>
          <a:ln w="28575" cmpd="sng">
            <a:gradFill>
              <a:gsLst>
                <a:gs pos="0">
                  <a:srgbClr val="00B050"/>
                </a:gs>
                <a:gs pos="100000">
                  <a:srgbClr val="00A3E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6372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2EB7C-6CDF-FBEB-8254-F585E1DBD628}"/>
              </a:ext>
            </a:extLst>
          </p:cNvPr>
          <p:cNvCxnSpPr>
            <a:cxnSpLocks/>
          </p:cNvCxnSpPr>
          <p:nvPr userDrawn="1"/>
        </p:nvCxnSpPr>
        <p:spPr>
          <a:xfrm>
            <a:off x="-6786" y="861322"/>
            <a:ext cx="12198786" cy="0"/>
          </a:xfrm>
          <a:prstGeom prst="line">
            <a:avLst/>
          </a:prstGeom>
          <a:ln w="28575" cmpd="sng">
            <a:gradFill>
              <a:gsLst>
                <a:gs pos="0">
                  <a:srgbClr val="00B050"/>
                </a:gs>
                <a:gs pos="100000">
                  <a:srgbClr val="00A3E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8">
            <a:extLst>
              <a:ext uri="{FF2B5EF4-FFF2-40B4-BE49-F238E27FC236}">
                <a16:creationId xmlns:a16="http://schemas.microsoft.com/office/drawing/2014/main" id="{9192C203-88E2-B4B7-A1C2-1C123F1F76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742"/>
            <a:ext cx="12192000" cy="828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Slide Title (26pt)</a:t>
            </a:r>
          </a:p>
        </p:txBody>
      </p:sp>
    </p:spTree>
    <p:extLst>
      <p:ext uri="{BB962C8B-B14F-4D97-AF65-F5344CB8AC3E}">
        <p14:creationId xmlns:p14="http://schemas.microsoft.com/office/powerpoint/2010/main" val="394344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365127"/>
            <a:ext cx="11159743" cy="53654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7ED680-4E24-5E42-813F-8D69D70754C3}"/>
              </a:ext>
            </a:extLst>
          </p:cNvPr>
          <p:cNvCxnSpPr>
            <a:cxnSpLocks/>
          </p:cNvCxnSpPr>
          <p:nvPr userDrawn="1"/>
        </p:nvCxnSpPr>
        <p:spPr>
          <a:xfrm>
            <a:off x="508000" y="990600"/>
            <a:ext cx="11159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2FE0B-CA9C-6D4A-AA86-A90F58A9FAEA}"/>
              </a:ext>
            </a:extLst>
          </p:cNvPr>
          <p:cNvSpPr/>
          <p:nvPr userDrawn="1"/>
        </p:nvSpPr>
        <p:spPr>
          <a:xfrm>
            <a:off x="9181461" y="6397210"/>
            <a:ext cx="2618387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D8A4392-6EB1-D247-92EE-538B37AF4DD6}" type="slidenum">
              <a:rPr lang="en-US" sz="1067" smtClean="0"/>
              <a:pPr algn="r"/>
              <a:t>‹#›</a:t>
            </a:fld>
            <a:endParaRPr lang="en-US" sz="10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7BE11-864B-CF48-B6C8-D8FACF961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999" y="1242554"/>
            <a:ext cx="11159743" cy="4925743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5119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4640"/>
            <a:ext cx="11163868" cy="388909"/>
          </a:xfrm>
        </p:spPr>
        <p:txBody>
          <a:bodyPr anchor="t" anchorCtr="0"/>
          <a:lstStyle>
            <a:lvl1pPr>
              <a:defRPr sz="1890" b="1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BASIC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833482"/>
            <a:ext cx="11163868" cy="5500645"/>
          </a:xfrm>
        </p:spPr>
        <p:txBody>
          <a:bodyPr/>
          <a:lstStyle>
            <a:lvl1pPr>
              <a:spcAft>
                <a:spcPts val="236"/>
              </a:spcAft>
              <a:defRPr sz="1575" b="1" baseline="0">
                <a:solidFill>
                  <a:schemeClr val="tx1"/>
                </a:solidFill>
              </a:defRPr>
            </a:lvl1pPr>
            <a:lvl2pPr>
              <a:spcBef>
                <a:spcPts val="236"/>
              </a:spcBef>
              <a:spcAft>
                <a:spcPts val="236"/>
              </a:spcAft>
              <a:defRPr sz="1418">
                <a:solidFill>
                  <a:schemeClr val="tx1"/>
                </a:solidFill>
              </a:defRPr>
            </a:lvl2pPr>
            <a:lvl3pPr>
              <a:spcBef>
                <a:spcPts val="236"/>
              </a:spcBef>
              <a:spcAft>
                <a:spcPts val="236"/>
              </a:spcAft>
              <a:defRPr sz="1260">
                <a:solidFill>
                  <a:schemeClr val="tx1"/>
                </a:solidFill>
              </a:defRPr>
            </a:lvl3pPr>
            <a:lvl4pPr>
              <a:defRPr sz="1103">
                <a:solidFill>
                  <a:schemeClr val="tx1"/>
                </a:solidFill>
              </a:defRPr>
            </a:lvl4pPr>
            <a:lvl5pPr>
              <a:defRPr sz="110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92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242079" y="6450495"/>
            <a:ext cx="356840" cy="22458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algn="r">
              <a:defRPr sz="800"/>
            </a:lvl1pPr>
          </a:lstStyle>
          <a:p>
            <a:pPr lvl="0" algn="r"/>
            <a:fld id="{965A9741-32FB-9942-AAE4-37C9D12D3D1F}" type="slidenum">
              <a:rPr lang="en-US" sz="1100" b="0" smtClean="0">
                <a:solidFill>
                  <a:schemeClr val="tx1"/>
                </a:solidFill>
              </a:rPr>
              <a:pPr lvl="0" algn="r"/>
              <a:t>‹#›</a:t>
            </a:fld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3080" y="274639"/>
            <a:ext cx="11018953" cy="82422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3080" y="1480499"/>
            <a:ext cx="11018953" cy="4566704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>
              <a:defRPr lang="en-US" sz="800"/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6" name="MSIPCMContentMarking" descr="{&quot;HashCode&quot;:1949977552,&quot;Placement&quot;:&quot;Footer&quot;,&quot;Top&quot;:513.960144,&quot;Left&quot;:389.451416,&quot;SlideWidth&quot;:960,&quot;SlideHeight&quot;:540}">
            <a:extLst>
              <a:ext uri="{FF2B5EF4-FFF2-40B4-BE49-F238E27FC236}">
                <a16:creationId xmlns:a16="http://schemas.microsoft.com/office/drawing/2014/main" id="{D1687A6C-85BA-4A0F-8847-C1509410D146}"/>
              </a:ext>
            </a:extLst>
          </p:cNvPr>
          <p:cNvSpPr txBox="1"/>
          <p:nvPr userDrawn="1"/>
        </p:nvSpPr>
        <p:spPr>
          <a:xfrm>
            <a:off x="4946033" y="6527294"/>
            <a:ext cx="2299933" cy="3307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008000"/>
                </a:solidFill>
                <a:latin typeface="Calibri" panose="020F0502020204030204" pitchFamily="34" charset="0"/>
              </a:rPr>
              <a:t>Classification: General Use</a:t>
            </a:r>
          </a:p>
        </p:txBody>
      </p:sp>
    </p:spTree>
    <p:extLst>
      <p:ext uri="{BB962C8B-B14F-4D97-AF65-F5344CB8AC3E}">
        <p14:creationId xmlns:p14="http://schemas.microsoft.com/office/powerpoint/2010/main" val="362681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1" r:id="rId3"/>
    <p:sldLayoutId id="2147483698" r:id="rId4"/>
    <p:sldLayoutId id="2147483700" r:id="rId5"/>
    <p:sldLayoutId id="2147483704" r:id="rId6"/>
    <p:sldLayoutId id="2147483731" r:id="rId7"/>
    <p:sldLayoutId id="2147483657" r:id="rId8"/>
    <p:sldLayoutId id="2147483730" r:id="rId9"/>
    <p:sldLayoutId id="2147483732" r:id="rId10"/>
    <p:sldLayoutId id="2147483666" r:id="rId11"/>
    <p:sldLayoutId id="2147483803" r:id="rId12"/>
    <p:sldLayoutId id="2147483801" r:id="rId13"/>
    <p:sldLayoutId id="2147483802" r:id="rId14"/>
    <p:sldLayoutId id="2147483800" r:id="rId15"/>
    <p:sldLayoutId id="2147483795" r:id="rId16"/>
    <p:sldLayoutId id="2147483689" r:id="rId17"/>
    <p:sldLayoutId id="2147483713" r:id="rId18"/>
    <p:sldLayoutId id="2147483660" r:id="rId19"/>
    <p:sldLayoutId id="2147483661" r:id="rId20"/>
    <p:sldLayoutId id="2147483650" r:id="rId21"/>
    <p:sldLayoutId id="2147483720" r:id="rId22"/>
    <p:sldLayoutId id="2147483716" r:id="rId23"/>
    <p:sldLayoutId id="2147483721" r:id="rId24"/>
    <p:sldLayoutId id="2147483718" r:id="rId25"/>
    <p:sldLayoutId id="2147483652" r:id="rId26"/>
    <p:sldLayoutId id="2147483722" r:id="rId27"/>
    <p:sldLayoutId id="2147483717" r:id="rId28"/>
    <p:sldLayoutId id="2147483723" r:id="rId29"/>
    <p:sldLayoutId id="2147483719" r:id="rId30"/>
    <p:sldLayoutId id="2147483656" r:id="rId31"/>
    <p:sldLayoutId id="2147483724" r:id="rId32"/>
    <p:sldLayoutId id="2147483655" r:id="rId33"/>
    <p:sldLayoutId id="2147483725" r:id="rId34"/>
    <p:sldLayoutId id="2147483729" r:id="rId35"/>
    <p:sldLayoutId id="2147483726" r:id="rId36"/>
    <p:sldLayoutId id="2147483727" r:id="rId37"/>
    <p:sldLayoutId id="2147483728" r:id="rId38"/>
    <p:sldLayoutId id="2147483714" r:id="rId39"/>
    <p:sldLayoutId id="2147483736" r:id="rId40"/>
    <p:sldLayoutId id="2147483734" r:id="rId41"/>
    <p:sldLayoutId id="2147483735" r:id="rId42"/>
    <p:sldLayoutId id="2147483741" r:id="rId43"/>
    <p:sldLayoutId id="2147483754" r:id="rId44"/>
    <p:sldLayoutId id="2147483742" r:id="rId45"/>
    <p:sldLayoutId id="2147483743" r:id="rId46"/>
    <p:sldLayoutId id="2147483753" r:id="rId47"/>
    <p:sldLayoutId id="2147483744" r:id="rId48"/>
    <p:sldLayoutId id="2147483745" r:id="rId49"/>
    <p:sldLayoutId id="2147483746" r:id="rId50"/>
    <p:sldLayoutId id="2147483747" r:id="rId51"/>
    <p:sldLayoutId id="2147483748" r:id="rId52"/>
    <p:sldLayoutId id="2147483715" r:id="rId53"/>
    <p:sldLayoutId id="2147483737" r:id="rId54"/>
    <p:sldLayoutId id="2147483739" r:id="rId55"/>
    <p:sldLayoutId id="2147483672" r:id="rId56"/>
    <p:sldLayoutId id="2147483738" r:id="rId57"/>
    <p:sldLayoutId id="2147483740" r:id="rId58"/>
    <p:sldLayoutId id="2147483750" r:id="rId59"/>
    <p:sldLayoutId id="2147483751" r:id="rId60"/>
    <p:sldLayoutId id="2147483804" r:id="rId61"/>
    <p:sldLayoutId id="2147483808" r:id="rId62"/>
    <p:sldLayoutId id="2147483814" r:id="rId63"/>
    <p:sldLayoutId id="2147483815" r:id="rId6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4025" indent="-223838" algn="l" defTabSz="457200" rtl="0" eaLnBrk="1" latinLnBrk="0" hangingPunct="1">
        <a:spcBef>
          <a:spcPts val="6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4213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30188" algn="l" defTabSz="457200" rtl="0" eaLnBrk="1" latinLnBrk="0" hangingPunct="1">
        <a:spcBef>
          <a:spcPts val="6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Relationship Id="rId4" Type="http://schemas.openxmlformats.org/officeDocument/2006/relationships/hyperlink" Target="mailto:Jinghui.wang@aramcoamericas.com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3C5E-C40F-4BFB-B55E-AFDB4CFBF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>
                <a:latin typeface="Century Gothic" panose="020B0502020202020204" pitchFamily="34" charset="0"/>
              </a:rPr>
              <a:t>Steel Production Value Chain-Data Analysis</a:t>
            </a:r>
            <a:endParaRPr lang="en-US" sz="2800" dirty="0">
              <a:solidFill>
                <a:srgbClr val="0F9D4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BE22B-29F7-437C-9DAE-F2AE5CA8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725" y="3641577"/>
            <a:ext cx="5881916" cy="957317"/>
          </a:xfrm>
        </p:spPr>
        <p:txBody>
          <a:bodyPr/>
          <a:lstStyle/>
          <a:p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Jinghui Wang, Ph.D.</a:t>
            </a:r>
          </a:p>
          <a:p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Aramco Research Center-Detroit, Aramco Americas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June, 2026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Background—Why Aramco Looks at Steel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095111-F16C-478F-91BF-8C893B256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24" y="932562"/>
            <a:ext cx="9933433" cy="56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4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Background—Archie Material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6620-575B-4DDF-E381-F3F386EFC406}"/>
              </a:ext>
            </a:extLst>
          </p:cNvPr>
          <p:cNvSpPr txBox="1"/>
          <p:nvPr/>
        </p:nvSpPr>
        <p:spPr>
          <a:xfrm>
            <a:off x="145228" y="5845804"/>
            <a:ext cx="11760872" cy="338554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Steel will be one of the materials integrated with Archie</a:t>
            </a:r>
            <a:endParaRPr lang="en-US" altLang="zh-CN" baseline="-25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31CE5-0026-48D5-8E22-F0D67491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28" y="1134339"/>
            <a:ext cx="11760873" cy="4524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A3C6F9-F0B0-4068-8897-0591F511BE8B}"/>
              </a:ext>
            </a:extLst>
          </p:cNvPr>
          <p:cNvSpPr txBox="1"/>
          <p:nvPr/>
        </p:nvSpPr>
        <p:spPr>
          <a:xfrm>
            <a:off x="2748578" y="1409253"/>
            <a:ext cx="3130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Iron &amp; Steel Trade Flow</a:t>
            </a:r>
          </a:p>
        </p:txBody>
      </p:sp>
    </p:spTree>
    <p:extLst>
      <p:ext uri="{BB962C8B-B14F-4D97-AF65-F5344CB8AC3E}">
        <p14:creationId xmlns:p14="http://schemas.microsoft.com/office/powerpoint/2010/main" val="293355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Data Sources—Iron and Steel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DFC4A-6141-4840-8B76-6AA68BE3A6CD}"/>
              </a:ext>
            </a:extLst>
          </p:cNvPr>
          <p:cNvSpPr txBox="1"/>
          <p:nvPr/>
        </p:nvSpPr>
        <p:spPr>
          <a:xfrm>
            <a:off x="403411" y="1108038"/>
            <a:ext cx="114784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Global Tracker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mine/steel property data—plant ID/name/operator/parent company/location/operating status/capacity/production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900+ iron ore mines, 1200+ steel plants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S&amp;P Capital IQ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mine property data—plant ID/name/operator/parent company/location/capacity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mine cost and emissions data—product type, production cost, scope1/scope2/transportation emissions, production for a specific product type, Fe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900+ iron ore mines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TransitionZero</a:t>
            </a:r>
            <a:r>
              <a:rPr lang="en-US" dirty="0"/>
              <a:t>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Crude steel production cost ($/</a:t>
            </a:r>
            <a:r>
              <a:rPr lang="en-US" dirty="0" err="1"/>
              <a:t>tonne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400+ steel plants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Kpler</a:t>
            </a:r>
            <a:r>
              <a:rPr lang="en-US" dirty="0"/>
              <a:t>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ore port-to-port trade flow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Other potential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Metalinfo</a:t>
            </a:r>
            <a:r>
              <a:rPr lang="en-US" dirty="0"/>
              <a:t> cost database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World Steel Associate statistical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Steel-on-The-Net (SOTN)</a:t>
            </a:r>
          </a:p>
        </p:txBody>
      </p:sp>
    </p:spTree>
    <p:extLst>
      <p:ext uri="{BB962C8B-B14F-4D97-AF65-F5344CB8AC3E}">
        <p14:creationId xmlns:p14="http://schemas.microsoft.com/office/powerpoint/2010/main" val="321422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1" y="2742099"/>
            <a:ext cx="5287364" cy="328386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Iron Ore Mine—Global Tracker Merges with S&amp;P Capital 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023" y="1075459"/>
            <a:ext cx="1171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Merge the two datasets upon plant name and GPS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Join the product type, production volume, total production cost ($/</a:t>
            </a:r>
            <a:r>
              <a:rPr lang="en-US" dirty="0" err="1"/>
              <a:t>tonne</a:t>
            </a:r>
            <a:r>
              <a:rPr lang="en-US" dirty="0"/>
              <a:t>), GHG emissions from Cap IQ to Global Tracker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in a total of 993 mine plants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84" y="2697522"/>
            <a:ext cx="1185392" cy="3373015"/>
          </a:xfrm>
          <a:prstGeom prst="roundRect">
            <a:avLst/>
          </a:prstGeom>
          <a:noFill/>
          <a:ln>
            <a:solidFill>
              <a:srgbClr val="EA0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147822" y="2742098"/>
            <a:ext cx="2259106" cy="3328439"/>
          </a:xfrm>
          <a:prstGeom prst="roundRect">
            <a:avLst/>
          </a:prstGeom>
          <a:noFill/>
          <a:ln>
            <a:solidFill>
              <a:srgbClr val="EA0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EFAC71-B689-4304-AEBA-7A201D9D209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57475" y="2351558"/>
            <a:ext cx="6358392" cy="371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81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Structure of the Resulting Iron Ore Mine Dataset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4D761A-1ACA-4C94-8FD0-1AEF99D6D3A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5550" y="926057"/>
            <a:ext cx="9880899" cy="555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2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Iron Ore Mine—Preliminary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4389D-AC42-4A50-ADCA-4C476597E30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516" y="1539716"/>
            <a:ext cx="6070616" cy="34741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80F46-9CEF-4BFC-9EA9-59CE382D826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3263" y="1539715"/>
            <a:ext cx="5732885" cy="3474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1386CC-6BA8-4EE8-A151-36FBAD71CEFC}"/>
              </a:ext>
            </a:extLst>
          </p:cNvPr>
          <p:cNvSpPr txBox="1"/>
          <p:nvPr/>
        </p:nvSpPr>
        <p:spPr>
          <a:xfrm>
            <a:off x="199016" y="1011219"/>
            <a:ext cx="1062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—Total </a:t>
            </a:r>
            <a:r>
              <a:rPr lang="en-US" dirty="0"/>
              <a:t>cash cost and production volume (from 200+ mines)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B2E00-901F-43CA-88E4-598300842443}"/>
              </a:ext>
            </a:extLst>
          </p:cNvPr>
          <p:cNvSpPr txBox="1"/>
          <p:nvPr/>
        </p:nvSpPr>
        <p:spPr>
          <a:xfrm>
            <a:off x="317584" y="5362968"/>
            <a:ext cx="11728563" cy="830997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A total of 200+ mines have cost and production data available</a:t>
            </a:r>
          </a:p>
          <a:p>
            <a:r>
              <a:rPr lang="en-US" altLang="zh-CN" dirty="0"/>
              <a:t>Concentrate and Pellet cost much higher than Fines and Lump</a:t>
            </a:r>
          </a:p>
          <a:p>
            <a:r>
              <a:rPr lang="en-US" altLang="zh-CN" dirty="0"/>
              <a:t>Annual production of Fines and Lump is higher than Concentrate and Pellet </a:t>
            </a:r>
          </a:p>
        </p:txBody>
      </p:sp>
    </p:spTree>
    <p:extLst>
      <p:ext uri="{BB962C8B-B14F-4D97-AF65-F5344CB8AC3E}">
        <p14:creationId xmlns:p14="http://schemas.microsoft.com/office/powerpoint/2010/main" val="182616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 fontScale="90000"/>
          </a:bodyPr>
          <a:lstStyle/>
          <a:p>
            <a:r>
              <a:rPr lang="en-US" dirty="0"/>
              <a:t>Iron &amp; Steel Plant-level database—Global Tracker Merge with </a:t>
            </a:r>
            <a:r>
              <a:rPr lang="en-US" dirty="0" err="1"/>
              <a:t>TransitionZero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AC558-6DDE-413B-B978-F050AAA3A229}"/>
              </a:ext>
            </a:extLst>
          </p:cNvPr>
          <p:cNvSpPr txBox="1"/>
          <p:nvPr/>
        </p:nvSpPr>
        <p:spPr>
          <a:xfrm>
            <a:off x="150628" y="866428"/>
            <a:ext cx="1171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Merge the two datasets upon plant name and GPS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Join the unit-level production cost ($/</a:t>
            </a:r>
            <a:r>
              <a:rPr lang="en-US" dirty="0" err="1"/>
              <a:t>tonne</a:t>
            </a:r>
            <a:r>
              <a:rPr lang="en-US" dirty="0"/>
              <a:t> crude steel) from </a:t>
            </a:r>
            <a:r>
              <a:rPr lang="en-US" dirty="0" err="1"/>
              <a:t>TransitionZero</a:t>
            </a:r>
            <a:r>
              <a:rPr lang="en-US" dirty="0"/>
              <a:t> to Global Tracker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in a total of 1,165 steel plants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current plants in the dataset account for 51.7% of global production and 90% of global capacity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72879-D415-4CAF-AE05-38F2C1C2DD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80388" y="2343756"/>
            <a:ext cx="7461914" cy="42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0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Structure of the Resulting Plant-level Steel database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ECABAE-B709-4491-BBE0-A9FCFA406BC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E"/>
              </a:clrFrom>
              <a:clrTo>
                <a:srgbClr val="FF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4249" y="945828"/>
            <a:ext cx="9751807" cy="55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7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Iron &amp; Steel Plant—Preliminary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0C766-23D2-4211-9098-CDF8DC5DAEE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811" y="1156654"/>
            <a:ext cx="9789457" cy="5454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768194-DC76-49F3-BC04-5ED7E722A8FC}"/>
              </a:ext>
            </a:extLst>
          </p:cNvPr>
          <p:cNvSpPr txBox="1"/>
          <p:nvPr/>
        </p:nvSpPr>
        <p:spPr>
          <a:xfrm>
            <a:off x="346048" y="919473"/>
            <a:ext cx="1149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Equipment distribution across countries</a:t>
            </a:r>
          </a:p>
        </p:txBody>
      </p:sp>
    </p:spTree>
    <p:extLst>
      <p:ext uri="{BB962C8B-B14F-4D97-AF65-F5344CB8AC3E}">
        <p14:creationId xmlns:p14="http://schemas.microsoft.com/office/powerpoint/2010/main" val="34161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Iron &amp; Steel Plant—Preliminary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AC558-6DDE-413B-B978-F050AAA3A229}"/>
              </a:ext>
            </a:extLst>
          </p:cNvPr>
          <p:cNvSpPr txBox="1"/>
          <p:nvPr/>
        </p:nvSpPr>
        <p:spPr>
          <a:xfrm>
            <a:off x="333508" y="984019"/>
            <a:ext cx="1149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total of 1,165 steel plants with 422 units having production volume data and 380 production cost data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D1A4CC-FFA2-458B-B33A-580D1B6D92A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755" y="3728176"/>
            <a:ext cx="8541572" cy="2358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D96E4F-B8AB-4414-A34B-F828A54BAF1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82598" y="1371039"/>
            <a:ext cx="8600729" cy="2357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E41BD-4533-4163-9293-A3DC75B45CCB}"/>
              </a:ext>
            </a:extLst>
          </p:cNvPr>
          <p:cNvSpPr txBox="1"/>
          <p:nvPr/>
        </p:nvSpPr>
        <p:spPr>
          <a:xfrm>
            <a:off x="348259" y="6164413"/>
            <a:ext cx="11728563" cy="58477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Mean production of BOF is much higher than EAF globally </a:t>
            </a:r>
          </a:p>
          <a:p>
            <a:r>
              <a:rPr lang="en-US" altLang="zh-CN" dirty="0"/>
              <a:t>Mean production cost is close between the two technology routes</a:t>
            </a:r>
          </a:p>
        </p:txBody>
      </p:sp>
    </p:spTree>
    <p:extLst>
      <p:ext uri="{BB962C8B-B14F-4D97-AF65-F5344CB8AC3E}">
        <p14:creationId xmlns:p14="http://schemas.microsoft.com/office/powerpoint/2010/main" val="264339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Iron &amp; Steel Plant—Preliminary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AC558-6DDE-413B-B978-F050AAA3A229}"/>
              </a:ext>
            </a:extLst>
          </p:cNvPr>
          <p:cNvSpPr txBox="1"/>
          <p:nvPr/>
        </p:nvSpPr>
        <p:spPr>
          <a:xfrm>
            <a:off x="333508" y="984019"/>
            <a:ext cx="1149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Production Costs vs. Capacity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8EDD2C-03D0-476C-9406-124DB85565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794" y="1624404"/>
            <a:ext cx="5708816" cy="3716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AC49E9-7188-4AE1-B88B-3F6D662031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83460" y="1624403"/>
            <a:ext cx="5627887" cy="371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605" y="2108936"/>
            <a:ext cx="117140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Kpler</a:t>
            </a:r>
            <a:r>
              <a:rPr lang="en-US" sz="2400" dirty="0"/>
              <a:t> data for iron ore trade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Prepare steel dataset for Archie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Process plant-level CO</a:t>
            </a:r>
            <a:r>
              <a:rPr lang="en-US" sz="2400" baseline="-25000" dirty="0"/>
              <a:t>2</a:t>
            </a:r>
            <a:r>
              <a:rPr lang="en-US" sz="2400" dirty="0"/>
              <a:t> emission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Steel value chain decarbonization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4361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13531" y="724578"/>
            <a:ext cx="5258514" cy="5349974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/>
          <p:nvPr/>
        </p:nvSpPr>
        <p:spPr>
          <a:xfrm>
            <a:off x="619955" y="2673283"/>
            <a:ext cx="5056187" cy="2646862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Jinghui Wang, Ph.D., Lab Scientist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Aramco Research Center – Detroit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46535 Peary Court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Novi, MI 48377 – USA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Tel: +1 248 896 3937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Email: </a:t>
            </a:r>
            <a:r>
              <a:rPr lang="en-US" sz="2000" dirty="0">
                <a:hlinkClick r:id="rId4"/>
              </a:rPr>
              <a:t>Jinghui.wang@aramcoamericas.com</a:t>
            </a:r>
            <a:r>
              <a:rPr lang="en-US" sz="2000" dirty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endParaRPr lang="en-US" sz="2000" dirty="0"/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D57F7D9-1001-4EDC-9C95-7F3795C31F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955" y="1888697"/>
            <a:ext cx="5054600" cy="381794"/>
          </a:xfrm>
        </p:spPr>
        <p:txBody>
          <a:bodyPr/>
          <a:lstStyle/>
          <a:p>
            <a:r>
              <a:rPr lang="en-US" sz="2000" b="1" dirty="0"/>
              <a:t>For further information, </a:t>
            </a:r>
            <a:br>
              <a:rPr lang="en-US" sz="2000" b="1" dirty="0"/>
            </a:br>
            <a:r>
              <a:rPr lang="en-US" sz="2000" b="1" dirty="0"/>
              <a:t>please contact:</a:t>
            </a:r>
            <a:br>
              <a:rPr lang="en-US" sz="2000" b="1" dirty="0"/>
            </a:br>
            <a:endParaRPr lang="en-US" sz="2000" b="1" dirty="0"/>
          </a:p>
          <a:p>
            <a:endParaRPr lang="en-US" dirty="0"/>
          </a:p>
        </p:txBody>
      </p:sp>
      <p:sp>
        <p:nvSpPr>
          <p:cNvPr id="2" name="Slide Number Placeholder 1" hidden="1"/>
          <p:cNvSpPr>
            <a:spLocks noGrp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A0168F7D-A7B5-4337-91C6-29EC654B32A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2E83025-163D-46C5-BAA9-0C481FA9BD17}"/>
              </a:ext>
            </a:extLst>
          </p:cNvPr>
          <p:cNvSpPr txBox="1">
            <a:spLocks/>
          </p:cNvSpPr>
          <p:nvPr/>
        </p:nvSpPr>
        <p:spPr>
          <a:xfrm>
            <a:off x="149574" y="113680"/>
            <a:ext cx="6837104" cy="52070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600" kern="1200">
                <a:latin typeface="+mj-lt"/>
                <a:ea typeface="+mj-ea"/>
                <a:cs typeface="+mj-cs"/>
              </a:rPr>
              <a:t>Thank You!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251380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 hidden="1"/>
          <p:cNvSpPr>
            <a:spLocks noGrp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A0168F7D-A7B5-4337-91C6-29EC654B32A8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2E83025-163D-46C5-BAA9-0C481FA9BD17}"/>
              </a:ext>
            </a:extLst>
          </p:cNvPr>
          <p:cNvSpPr txBox="1">
            <a:spLocks/>
          </p:cNvSpPr>
          <p:nvPr/>
        </p:nvSpPr>
        <p:spPr>
          <a:xfrm>
            <a:off x="4710817" y="2754682"/>
            <a:ext cx="6837104" cy="52070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Backup Slides</a:t>
            </a: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7408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Background—Decarbonization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6620-575B-4DDF-E381-F3F386EFC406}"/>
              </a:ext>
            </a:extLst>
          </p:cNvPr>
          <p:cNvSpPr txBox="1"/>
          <p:nvPr/>
        </p:nvSpPr>
        <p:spPr>
          <a:xfrm>
            <a:off x="567058" y="6276109"/>
            <a:ext cx="11001252" cy="338554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Iron &amp; Steel industry is the major contributor to CO</a:t>
            </a:r>
            <a:r>
              <a:rPr lang="en-US" altLang="zh-CN" baseline="-25000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F5857-E008-4E4D-9517-8792E80AC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57" y="1000502"/>
            <a:ext cx="5232952" cy="5232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97F7CA-A727-4DC4-89E5-B58D4BC64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357" y="1000502"/>
            <a:ext cx="5232952" cy="523295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5F30D1-FD51-429F-B71F-81B9017D8840}"/>
              </a:ext>
            </a:extLst>
          </p:cNvPr>
          <p:cNvSpPr/>
          <p:nvPr/>
        </p:nvSpPr>
        <p:spPr>
          <a:xfrm>
            <a:off x="4588136" y="3743661"/>
            <a:ext cx="1140311" cy="3012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E2D74C-422C-4E6A-8226-A6892334155E}"/>
              </a:ext>
            </a:extLst>
          </p:cNvPr>
          <p:cNvSpPr/>
          <p:nvPr/>
        </p:nvSpPr>
        <p:spPr>
          <a:xfrm>
            <a:off x="8145332" y="3894268"/>
            <a:ext cx="1140311" cy="844476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43235"/>
      </p:ext>
    </p:extLst>
  </p:cSld>
  <p:clrMapOvr>
    <a:masterClrMapping/>
  </p:clrMapOvr>
</p:sld>
</file>

<file path=ppt/theme/theme1.xml><?xml version="1.0" encoding="utf-8"?>
<a:theme xmlns:a="http://schemas.openxmlformats.org/drawingml/2006/main" name="saudi aramco_template">
  <a:themeElements>
    <a:clrScheme name="saudi aramco">
      <a:dk1>
        <a:srgbClr val="676A6E"/>
      </a:dk1>
      <a:lt1>
        <a:sysClr val="window" lastClr="FFFFFF"/>
      </a:lt1>
      <a:dk2>
        <a:srgbClr val="00A3E0"/>
      </a:dk2>
      <a:lt2>
        <a:srgbClr val="84BD00"/>
      </a:lt2>
      <a:accent1>
        <a:srgbClr val="84BD00"/>
      </a:accent1>
      <a:accent2>
        <a:srgbClr val="00843D"/>
      </a:accent2>
      <a:accent3>
        <a:srgbClr val="0033A0"/>
      </a:accent3>
      <a:accent4>
        <a:srgbClr val="00A3E0"/>
      </a:accent4>
      <a:accent5>
        <a:srgbClr val="676A6E"/>
      </a:accent5>
      <a:accent6>
        <a:srgbClr val="808080"/>
      </a:accent6>
      <a:hlink>
        <a:srgbClr val="00A3E0"/>
      </a:hlink>
      <a:folHlink>
        <a:srgbClr val="0033A0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41b025ac-78ca-4f9a-b38e-a13c4919b0ef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EB76708410F840ACD8FB1A16AD7A0F" ma:contentTypeVersion="20" ma:contentTypeDescription="Create a new document." ma:contentTypeScope="" ma:versionID="057c409cd315e7ebff92776b81825176">
  <xsd:schema xmlns:xsd="http://www.w3.org/2001/XMLSchema" xmlns:xs="http://www.w3.org/2001/XMLSchema" xmlns:p="http://schemas.microsoft.com/office/2006/metadata/properties" xmlns:ns1="http://schemas.microsoft.com/sharepoint/v3" xmlns:ns3="41b025ac-78ca-4f9a-b38e-a13c4919b0ef" xmlns:ns4="5295142d-27d8-4989-a3f0-a30edcce2d68" targetNamespace="http://schemas.microsoft.com/office/2006/metadata/properties" ma:root="true" ma:fieldsID="773bc571a05aacc8bd3cd21286549e77" ns1:_="" ns3:_="" ns4:_="">
    <xsd:import namespace="http://schemas.microsoft.com/sharepoint/v3"/>
    <xsd:import namespace="41b025ac-78ca-4f9a-b38e-a13c4919b0ef"/>
    <xsd:import namespace="5295142d-27d8-4989-a3f0-a30edcce2d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b025ac-78ca-4f9a-b38e-a13c4919b0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5142d-27d8-4989-a3f0-a30edcce2d6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5B484F-AC50-4BB4-BD5C-C0E86FA28E63}">
  <ds:schemaRefs>
    <ds:schemaRef ds:uri="41b025ac-78ca-4f9a-b38e-a13c4919b0ef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5295142d-27d8-4989-a3f0-a30edcce2d68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15DDF7-09FD-4606-8645-4D9AB0BD42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1b025ac-78ca-4f9a-b38e-a13c4919b0ef"/>
    <ds:schemaRef ds:uri="5295142d-27d8-4989-a3f0-a30edcce2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A467AD-BF31-427E-BDDA-AFD06A20D2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7979</TotalTime>
  <Words>2290</Words>
  <Application>Microsoft Office PowerPoint</Application>
  <PresentationFormat>Widescreen</PresentationFormat>
  <Paragraphs>149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Lucida Grande</vt:lpstr>
      <vt:lpstr>宋体</vt:lpstr>
      <vt:lpstr>Arial</vt:lpstr>
      <vt:lpstr>Calibri</vt:lpstr>
      <vt:lpstr>Century Gothic</vt:lpstr>
      <vt:lpstr>Trebuchet MS</vt:lpstr>
      <vt:lpstr>Wingdings</vt:lpstr>
      <vt:lpstr>saudi aramco_template</vt:lpstr>
      <vt:lpstr>Steel Production Value Chain-Data Analysis</vt:lpstr>
      <vt:lpstr>Background—Why Aramco Looks at Steel</vt:lpstr>
      <vt:lpstr>Background—Archie Material </vt:lpstr>
      <vt:lpstr>Data Sources—Iron and Steel</vt:lpstr>
      <vt:lpstr>Iron Ore Mine—Global Tracker Merges with S&amp;P Capital IQ</vt:lpstr>
      <vt:lpstr>Structure of the Resulting Iron Ore Mine Dataset</vt:lpstr>
      <vt:lpstr>Iron Ore Mine—Preliminary Results</vt:lpstr>
      <vt:lpstr>Iron &amp; Steel Plant-level database—Global Tracker Merge with TransitionZero</vt:lpstr>
      <vt:lpstr>Structure of the Resulting Plant-level Steel database</vt:lpstr>
      <vt:lpstr>Iron &amp; Steel Plant—Preliminary Results</vt:lpstr>
      <vt:lpstr>Iron &amp; Steel Plant—Preliminary Results</vt:lpstr>
      <vt:lpstr>Iron &amp; Steel Plant—Preliminary Results</vt:lpstr>
      <vt:lpstr>Next Step</vt:lpstr>
      <vt:lpstr>PowerPoint Presentation</vt:lpstr>
      <vt:lpstr>PowerPoint Presentation</vt:lpstr>
      <vt:lpstr>Background—Decarbonization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opportunities in oilfield chemistry for a sustainable oil and gas future</dc:title>
  <dc:creator>Jessey.Bouchard@aramcoamericas.com</dc:creator>
  <cp:lastModifiedBy>JXW997</cp:lastModifiedBy>
  <cp:revision>116</cp:revision>
  <dcterms:created xsi:type="dcterms:W3CDTF">2021-10-05T18:43:38Z</dcterms:created>
  <dcterms:modified xsi:type="dcterms:W3CDTF">2026-06-18T21:02:30Z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3d96334-8088-4d06-a309-a4c590f70b42_Enabled">
    <vt:lpwstr>true</vt:lpwstr>
  </property>
  <property fmtid="{D5CDD505-2E9C-101B-9397-08002B2CF9AE}" pid="3" name="MSIP_Label_b3d96334-8088-4d06-a309-a4c590f70b42_SetDate">
    <vt:lpwstr>2021-10-05T18:47:45Z</vt:lpwstr>
  </property>
  <property fmtid="{D5CDD505-2E9C-101B-9397-08002B2CF9AE}" pid="4" name="MSIP_Label_b3d96334-8088-4d06-a309-a4c590f70b42_Method">
    <vt:lpwstr>Privileged</vt:lpwstr>
  </property>
  <property fmtid="{D5CDD505-2E9C-101B-9397-08002B2CF9AE}" pid="5" name="MSIP_Label_b3d96334-8088-4d06-a309-a4c590f70b42_Name">
    <vt:lpwstr>ASC-Non-Business-Use</vt:lpwstr>
  </property>
  <property fmtid="{D5CDD505-2E9C-101B-9397-08002B2CF9AE}" pid="6" name="MSIP_Label_b3d96334-8088-4d06-a309-a4c590f70b42_SiteId">
    <vt:lpwstr>3793a1e6-1687-4a33-a150-6d1a5640ff06</vt:lpwstr>
  </property>
  <property fmtid="{D5CDD505-2E9C-101B-9397-08002B2CF9AE}" pid="7" name="MSIP_Label_b3d96334-8088-4d06-a309-a4c590f70b42_ActionId">
    <vt:lpwstr>02ebdc04-133b-4698-8249-0000f5f3b259</vt:lpwstr>
  </property>
  <property fmtid="{D5CDD505-2E9C-101B-9397-08002B2CF9AE}" pid="8" name="TaxKeyword">
    <vt:lpwstr/>
  </property>
  <property fmtid="{D5CDD505-2E9C-101B-9397-08002B2CF9AE}" pid="9" name="ContentTypeId">
    <vt:lpwstr>0x010100ACEB76708410F840ACD8FB1A16AD7A0F</vt:lpwstr>
  </property>
  <property fmtid="{D5CDD505-2E9C-101B-9397-08002B2CF9AE}" pid="10" name="MediaServiceImageTags">
    <vt:lpwstr/>
  </property>
</Properties>
</file>