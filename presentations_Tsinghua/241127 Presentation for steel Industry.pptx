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4.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5.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6.xml" ContentType="application/vnd.openxmlformats-officedocument.theme+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theme/theme8.xml" ContentType="application/vnd.openxmlformats-officedocument.theme+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theme/theme9.xml" ContentType="application/vnd.openxmlformats-officedocument.theme+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theme/theme10.xml" ContentType="application/vnd.openxmlformats-officedocument.theme+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theme/theme11.xml" ContentType="application/vnd.openxmlformats-officedocument.theme+xml"/>
  <Override PartName="/ppt/media/image18.jpg" ContentType="image/jpg"/>
  <Override PartName="/ppt/media/image20.jpg" ContentType="image/jpg"/>
  <Override PartName="/ppt/theme/theme1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1.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2.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notesSlides/notesSlide3.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4.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5.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6.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7.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notesSlides/notesSlide8.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notesSlides/notesSlide9.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99" r:id="rId2"/>
    <p:sldMasterId id="2147483707" r:id="rId3"/>
    <p:sldMasterId id="2147483715" r:id="rId4"/>
    <p:sldMasterId id="2147483723" r:id="rId5"/>
    <p:sldMasterId id="2147483752" r:id="rId6"/>
    <p:sldMasterId id="2147483784" r:id="rId7"/>
    <p:sldMasterId id="2147483791" r:id="rId8"/>
    <p:sldMasterId id="2147483804" r:id="rId9"/>
    <p:sldMasterId id="2147483863" r:id="rId10"/>
    <p:sldMasterId id="2147483889" r:id="rId11"/>
  </p:sldMasterIdLst>
  <p:notesMasterIdLst>
    <p:notesMasterId r:id="rId22"/>
  </p:notesMasterIdLst>
  <p:sldIdLst>
    <p:sldId id="3252" r:id="rId12"/>
    <p:sldId id="3499" r:id="rId13"/>
    <p:sldId id="3525" r:id="rId14"/>
    <p:sldId id="3548" r:id="rId15"/>
    <p:sldId id="3553" r:id="rId16"/>
    <p:sldId id="3552" r:id="rId17"/>
    <p:sldId id="3549" r:id="rId18"/>
    <p:sldId id="3550" r:id="rId19"/>
    <p:sldId id="3551" r:id="rId20"/>
    <p:sldId id="3491"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40A4C6B8-AD57-4136-BDCC-6393F71F6344}">
          <p14:sldIdLst>
            <p14:sldId id="3252"/>
            <p14:sldId id="3499"/>
            <p14:sldId id="3525"/>
            <p14:sldId id="3548"/>
            <p14:sldId id="3553"/>
            <p14:sldId id="3552"/>
            <p14:sldId id="3549"/>
            <p14:sldId id="3550"/>
            <p14:sldId id="3551"/>
            <p14:sldId id="349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B7942"/>
    <a:srgbClr val="67B6B1"/>
    <a:srgbClr val="FFB100"/>
    <a:srgbClr val="376092"/>
    <a:srgbClr val="3F3A72"/>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中度样式 1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871" autoAdjust="0"/>
    <p:restoredTop sz="85127" autoAdjust="0"/>
  </p:normalViewPr>
  <p:slideViewPr>
    <p:cSldViewPr snapToGrid="0">
      <p:cViewPr varScale="1">
        <p:scale>
          <a:sx n="123" d="100"/>
          <a:sy n="123" d="100"/>
        </p:scale>
        <p:origin x="488" y="168"/>
      </p:cViewPr>
      <p:guideLst/>
    </p:cSldViewPr>
  </p:slideViewPr>
  <p:outlineViewPr>
    <p:cViewPr>
      <p:scale>
        <a:sx n="33" d="100"/>
        <a:sy n="33" d="100"/>
      </p:scale>
      <p:origin x="0" y="-32"/>
    </p:cViewPr>
  </p:outlineViewPr>
  <p:notesTextViewPr>
    <p:cViewPr>
      <p:scale>
        <a:sx n="80" d="100"/>
        <a:sy n="80" d="100"/>
      </p:scale>
      <p:origin x="0" y="0"/>
    </p:cViewPr>
  </p:notesTextViewPr>
  <p:sorterViewPr>
    <p:cViewPr>
      <p:scale>
        <a:sx n="80" d="100"/>
        <a:sy n="80" d="100"/>
      </p:scale>
      <p:origin x="0" y="0"/>
    </p:cViewPr>
  </p:sorterViewPr>
  <p:notesViewPr>
    <p:cSldViewPr snapToGrid="0">
      <p:cViewPr varScale="1">
        <p:scale>
          <a:sx n="86" d="100"/>
          <a:sy n="86" d="100"/>
        </p:scale>
        <p:origin x="2720"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slide" Target="slides/slide10.xml"/><Relationship Id="rId7" Type="http://schemas.openxmlformats.org/officeDocument/2006/relationships/slideMaster" Target="slideMasters/slideMaster7.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5.xml"/><Relationship Id="rId20" Type="http://schemas.openxmlformats.org/officeDocument/2006/relationships/slide" Target="slides/slide9.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4.xml"/><Relationship Id="rId23" Type="http://schemas.openxmlformats.org/officeDocument/2006/relationships/presProps" Target="presProps.xml"/><Relationship Id="rId10" Type="http://schemas.openxmlformats.org/officeDocument/2006/relationships/slideMaster" Target="slideMasters/slideMaster10.xml"/><Relationship Id="rId19" Type="http://schemas.openxmlformats.org/officeDocument/2006/relationships/slide" Target="slides/slide8.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59AEB3-86C2-4779-A78E-6401431C054C}" type="datetimeFigureOut">
              <a:rPr lang="zh-CN" altLang="en-US" smtClean="0"/>
              <a:t>2026/3/25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48EF62-08DA-4AC6-878D-FC03A506F411}" type="slidenum">
              <a:rPr lang="zh-CN" altLang="en-US" smtClean="0"/>
              <a:t>‹#›</a:t>
            </a:fld>
            <a:endParaRPr lang="zh-CN" altLang="en-US"/>
          </a:p>
        </p:txBody>
      </p:sp>
    </p:spTree>
    <p:extLst>
      <p:ext uri="{BB962C8B-B14F-4D97-AF65-F5344CB8AC3E}">
        <p14:creationId xmlns:p14="http://schemas.microsoft.com/office/powerpoint/2010/main" val="26573302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br>
              <a:rPr lang="zh-CN" altLang="zh-CN" dirty="0"/>
            </a:br>
            <a:endParaRPr lang="zh-CN" altLang="en-US" dirty="0"/>
          </a:p>
        </p:txBody>
      </p:sp>
      <p:sp>
        <p:nvSpPr>
          <p:cNvPr id="614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fld id="{67C1C99D-E6AB-4E2E-AB9A-E94341C02E7E}" type="slidenum">
              <a:rPr lang="zh-CN" altLang="en-US" smtClean="0">
                <a:solidFill>
                  <a:srgbClr val="000000"/>
                </a:solidFill>
                <a:latin typeface="Calibri" panose="020F0502020204030204" pitchFamily="34" charset="0"/>
              </a:rPr>
              <a:pPr fontAlgn="base">
                <a:spcBef>
                  <a:spcPct val="0"/>
                </a:spcBef>
                <a:spcAft>
                  <a:spcPct val="0"/>
                </a:spcAft>
              </a:pPr>
              <a:t>1</a:t>
            </a:fld>
            <a:endParaRPr lang="zh-CN" altLang="en-US">
              <a:solidFill>
                <a:srgbClr val="000000"/>
              </a:solidFill>
              <a:latin typeface="Calibri" panose="020F0502020204030204" pitchFamily="34" charset="0"/>
            </a:endParaRPr>
          </a:p>
        </p:txBody>
      </p:sp>
    </p:spTree>
    <p:extLst>
      <p:ext uri="{BB962C8B-B14F-4D97-AF65-F5344CB8AC3E}">
        <p14:creationId xmlns:p14="http://schemas.microsoft.com/office/powerpoint/2010/main" val="24571672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8265C24-25EE-41F0-8716-34F18A855A9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1813147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8265C24-25EE-41F0-8716-34F18A855A9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0013946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5EE8D-A1F6-032B-CBFB-08CC513BE07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BE76DB7-0BD9-61B4-AD94-73A3DD2D2FF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DCE2D63-7AA8-689E-7CB6-0B9AFB5807B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3BFE077-A24D-663E-CE1F-44212A5D918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8265C24-25EE-41F0-8716-34F18A855A9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6622936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1D9D8-2AD5-56A5-0B53-8B75B3DC17B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25BCC2C-DA3E-8F7B-85C0-75133884774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8152FAD-B630-22FE-6331-A24D90EAAAC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F480FBD-BE7E-108A-5787-D0706482DE7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8265C24-25EE-41F0-8716-34F18A855A9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591984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7205D-A6D5-8B21-B95F-C32DD4C65DC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FEA09B8-9DD3-432A-7B7F-E6FED3DD8F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4ADD962-068D-11E5-5FBD-6EACCA43210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494E6C8-4B0E-6489-28E6-D356C6125AE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8265C24-25EE-41F0-8716-34F18A855A9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5418357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8BD98-BE54-E0B8-E4CC-C6366EC4B0F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9B5D044-7EDA-1376-985D-DFC51995BA6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75B3A5E-27E4-703C-AD41-A667CB65E8C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9F93FF7-6498-FBA4-32B6-929CF9EA32A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8265C24-25EE-41F0-8716-34F18A855A9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4429427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8034C-D516-A88D-94A1-011032F06A3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C0F11FE-B3B1-783A-9C52-932DB006B69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E4FAF22-05B9-7603-5D85-DA9930B5DD0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E992674-1BC7-A405-13C4-0F47F5E7852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8265C24-25EE-41F0-8716-34F18A855A9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5959600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9F776-E3D5-D47B-C74D-73C62460615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B7FE17A-9686-50A0-DFDF-E1BFEA56F87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9914B64-29DA-CA8C-DCA7-C08CF93B120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27BA145-D13F-461B-537C-B595A8A146F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8265C24-25EE-41F0-8716-34F18A855A9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6813478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a:t>
            </a:r>
            <a:r>
              <a:rPr lang="en-US" altLang="zh-CN" dirty="0" err="1"/>
              <a:t>www.semanticscholar.org</a:t>
            </a:r>
            <a:r>
              <a:rPr lang="en-US" altLang="zh-CN" dirty="0"/>
              <a:t>/paper/1-CHAPTER-11-CCS-in-the-Iron-and-Steel-Industry-McQueen-Woodall/338e0ba3c2d644ba80a80a4f1b8bb7894f4683e1</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8265C24-25EE-41F0-8716-34F18A855A9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23533960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10.xml"/><Relationship Id="rId4" Type="http://schemas.openxmlformats.org/officeDocument/2006/relationships/image" Target="../media/image16.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png"/><Relationship Id="rId1" Type="http://schemas.openxmlformats.org/officeDocument/2006/relationships/slideMaster" Target="../slideMasters/slideMaster11.xml"/><Relationship Id="rId4" Type="http://schemas.openxmlformats.org/officeDocument/2006/relationships/image" Target="../media/image19.png"/></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20.jpg"/><Relationship Id="rId1" Type="http://schemas.openxmlformats.org/officeDocument/2006/relationships/slideMaster" Target="../slideMasters/slideMaster11.xml"/><Relationship Id="rId5" Type="http://schemas.openxmlformats.org/officeDocument/2006/relationships/image" Target="../media/image19.png"/><Relationship Id="rId4"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9" name="矩形 8"/>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2" name="标题 1"/>
          <p:cNvSpPr>
            <a:spLocks noGrp="1"/>
          </p:cNvSpPr>
          <p:nvPr>
            <p:ph type="ctrTitle"/>
          </p:nvPr>
        </p:nvSpPr>
        <p:spPr>
          <a:xfrm>
            <a:off x="1524000" y="1122363"/>
            <a:ext cx="9144000" cy="2387600"/>
          </a:xfrm>
        </p:spPr>
        <p:txBody>
          <a:bodyPr anchor="b"/>
          <a:lstStyle>
            <a:lvl1pPr algn="ctr">
              <a:defRPr sz="3600"/>
            </a:lvl1pPr>
          </a:lstStyle>
          <a:p>
            <a:r>
              <a:rPr kumimoji="1" lang="zh-CN" altLang="en-US" dirty="0"/>
              <a:t>单击此处编辑母版标题样式</a:t>
            </a:r>
          </a:p>
        </p:txBody>
      </p:sp>
      <p:sp>
        <p:nvSpPr>
          <p:cNvPr id="3" name="副标题 2"/>
          <p:cNvSpPr>
            <a:spLocks noGrp="1"/>
          </p:cNvSpPr>
          <p:nvPr>
            <p:ph type="subTitle" idx="1"/>
          </p:nvPr>
        </p:nvSpPr>
        <p:spPr>
          <a:xfrm>
            <a:off x="1524000" y="3602038"/>
            <a:ext cx="9144000" cy="1655763"/>
          </a:xfrm>
        </p:spPr>
        <p:txBody>
          <a:bodyPr>
            <a:normAutofit/>
          </a:bodyPr>
          <a:lstStyle>
            <a:lvl1pPr marL="0" indent="0" algn="ctr">
              <a:buNone/>
              <a:defRPr sz="2400"/>
            </a:lvl1pPr>
            <a:lvl2pPr marL="228600" indent="0" algn="ctr">
              <a:buNone/>
              <a:defRPr sz="1000"/>
            </a:lvl2pPr>
            <a:lvl3pPr marL="457200" indent="0" algn="ctr">
              <a:buNone/>
              <a:defRPr sz="900"/>
            </a:lvl3pPr>
            <a:lvl4pPr marL="685800" indent="0" algn="ctr">
              <a:buNone/>
              <a:defRPr sz="800"/>
            </a:lvl4pPr>
            <a:lvl5pPr marL="914400" indent="0" algn="ctr">
              <a:buNone/>
              <a:defRPr sz="800"/>
            </a:lvl5pPr>
            <a:lvl6pPr marL="1143000" indent="0" algn="ctr">
              <a:buNone/>
              <a:defRPr sz="800"/>
            </a:lvl6pPr>
            <a:lvl7pPr marL="1371600" indent="0" algn="ctr">
              <a:buNone/>
              <a:defRPr sz="800"/>
            </a:lvl7pPr>
            <a:lvl8pPr marL="1600200" indent="0" algn="ctr">
              <a:buNone/>
              <a:defRPr sz="800"/>
            </a:lvl8pPr>
            <a:lvl9pPr marL="1828800" indent="0" algn="ctr">
              <a:buNone/>
              <a:defRPr sz="800"/>
            </a:lvl9pPr>
          </a:lstStyle>
          <a:p>
            <a:r>
              <a:rPr kumimoji="1" lang="zh-CN" altLang="en-US" dirty="0"/>
              <a:t>单击此处编辑母版副标题样式</a:t>
            </a:r>
          </a:p>
        </p:txBody>
      </p:sp>
      <p:pic>
        <p:nvPicPr>
          <p:cNvPr id="8" name="图片 7" descr="研究院LOGO-渐变-转曲_画板 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6054" y="-511527"/>
            <a:ext cx="7712820" cy="7956653"/>
          </a:xfrm>
          <a:prstGeom prst="rect">
            <a:avLst/>
          </a:prstGeom>
        </p:spPr>
      </p:pic>
      <p:pic>
        <p:nvPicPr>
          <p:cNvPr id="10" name="图片 9" descr="研究院LOGO-渐变-转曲2_画板 1.png"/>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8597931" y="5769327"/>
            <a:ext cx="3517869" cy="483356"/>
          </a:xfrm>
          <a:prstGeom prst="rect">
            <a:avLst/>
          </a:prstGeom>
        </p:spPr>
      </p:pic>
    </p:spTree>
    <p:extLst>
      <p:ext uri="{BB962C8B-B14F-4D97-AF65-F5344CB8AC3E}">
        <p14:creationId xmlns:p14="http://schemas.microsoft.com/office/powerpoint/2010/main" val="33757345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252609" y="52317"/>
            <a:ext cx="7939392" cy="555075"/>
          </a:xfrm>
        </p:spPr>
        <p:txBody>
          <a:bodyPr/>
          <a:lstStyle/>
          <a:p>
            <a:r>
              <a:rPr kumimoji="1" lang="zh-CN" altLang="en-US"/>
              <a:t>单击此处编辑母版标题样式</a:t>
            </a:r>
          </a:p>
        </p:txBody>
      </p:sp>
      <p:sp>
        <p:nvSpPr>
          <p:cNvPr id="3" name="内容占位符 2"/>
          <p:cNvSpPr>
            <a:spLocks noGrp="1"/>
          </p:cNvSpPr>
          <p:nvPr>
            <p:ph idx="1"/>
          </p:nvPr>
        </p:nvSpPr>
        <p:spPr>
          <a:xfrm>
            <a:off x="838200" y="885218"/>
            <a:ext cx="10515600" cy="5801333"/>
          </a:xfrm>
        </p:spPr>
        <p:txBody>
          <a:bodyPr/>
          <a:lstStyle>
            <a:lvl2pPr>
              <a:buClr>
                <a:srgbClr val="00B050"/>
              </a:buClr>
              <a:defRPr/>
            </a:lvl2pPr>
            <a:lvl3pPr>
              <a:buClr>
                <a:schemeClr val="accent1">
                  <a:lumMod val="75000"/>
                </a:schemeClr>
              </a:buClr>
              <a:defRPr/>
            </a:lvl3pPr>
            <a:lvl4pPr>
              <a:buClr>
                <a:srgbClr val="7030A0"/>
              </a:buClr>
              <a:defRPr/>
            </a:lvl4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Tree>
    <p:extLst>
      <p:ext uri="{BB962C8B-B14F-4D97-AF65-F5344CB8AC3E}">
        <p14:creationId xmlns:p14="http://schemas.microsoft.com/office/powerpoint/2010/main" val="2110553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8"/>
          </a:xfrm>
        </p:spPr>
        <p:txBody>
          <a:bodyPr anchor="b">
            <a:normAutofit/>
          </a:bodyPr>
          <a:lstStyle>
            <a:lvl1pPr>
              <a:defRPr sz="3300"/>
            </a:lvl1pPr>
          </a:lstStyle>
          <a:p>
            <a:r>
              <a:rPr kumimoji="1" lang="zh-CN" altLang="en-US" dirty="0"/>
              <a:t>单击此处编辑母版标题样式</a:t>
            </a:r>
          </a:p>
        </p:txBody>
      </p:sp>
      <p:sp>
        <p:nvSpPr>
          <p:cNvPr id="3" name="文本占位符 2"/>
          <p:cNvSpPr>
            <a:spLocks noGrp="1"/>
          </p:cNvSpPr>
          <p:nvPr>
            <p:ph type="body" idx="1"/>
          </p:nvPr>
        </p:nvSpPr>
        <p:spPr>
          <a:xfrm>
            <a:off x="831850" y="4729163"/>
            <a:ext cx="10515600" cy="1360488"/>
          </a:xfrm>
        </p:spPr>
        <p:txBody>
          <a:bodyPr>
            <a:normAutofit/>
          </a:bodyPr>
          <a:lstStyle>
            <a:lvl1pPr marL="0" indent="0">
              <a:buNone/>
              <a:defRPr sz="2400">
                <a:solidFill>
                  <a:schemeClr val="tx1">
                    <a:tint val="75000"/>
                  </a:schemeClr>
                </a:solidFill>
              </a:defRPr>
            </a:lvl1pPr>
            <a:lvl2pPr marL="228600" indent="0">
              <a:buNone/>
              <a:defRPr sz="1000">
                <a:solidFill>
                  <a:schemeClr val="tx1">
                    <a:tint val="75000"/>
                  </a:schemeClr>
                </a:solidFill>
              </a:defRPr>
            </a:lvl2pPr>
            <a:lvl3pPr marL="457200" indent="0">
              <a:buNone/>
              <a:defRPr sz="900">
                <a:solidFill>
                  <a:schemeClr val="tx1">
                    <a:tint val="75000"/>
                  </a:schemeClr>
                </a:solidFill>
              </a:defRPr>
            </a:lvl3pPr>
            <a:lvl4pPr marL="685800" indent="0">
              <a:buNone/>
              <a:defRPr sz="800">
                <a:solidFill>
                  <a:schemeClr val="tx1">
                    <a:tint val="75000"/>
                  </a:schemeClr>
                </a:solidFill>
              </a:defRPr>
            </a:lvl4pPr>
            <a:lvl5pPr marL="914400" indent="0">
              <a:buNone/>
              <a:defRPr sz="800">
                <a:solidFill>
                  <a:schemeClr val="tx1">
                    <a:tint val="75000"/>
                  </a:schemeClr>
                </a:solidFill>
              </a:defRPr>
            </a:lvl5pPr>
            <a:lvl6pPr marL="1143000" indent="0">
              <a:buNone/>
              <a:defRPr sz="800">
                <a:solidFill>
                  <a:schemeClr val="tx1">
                    <a:tint val="75000"/>
                  </a:schemeClr>
                </a:solidFill>
              </a:defRPr>
            </a:lvl6pPr>
            <a:lvl7pPr marL="1371600" indent="0">
              <a:buNone/>
              <a:defRPr sz="800">
                <a:solidFill>
                  <a:schemeClr val="tx1">
                    <a:tint val="75000"/>
                  </a:schemeClr>
                </a:solidFill>
              </a:defRPr>
            </a:lvl7pPr>
            <a:lvl8pPr marL="1600200" indent="0">
              <a:buNone/>
              <a:defRPr sz="800">
                <a:solidFill>
                  <a:schemeClr val="tx1">
                    <a:tint val="75000"/>
                  </a:schemeClr>
                </a:solidFill>
              </a:defRPr>
            </a:lvl8pPr>
            <a:lvl9pPr marL="1828800" indent="0">
              <a:buNone/>
              <a:defRPr sz="800">
                <a:solidFill>
                  <a:schemeClr val="tx1">
                    <a:tint val="75000"/>
                  </a:schemeClr>
                </a:solidFill>
              </a:defRPr>
            </a:lvl9pPr>
          </a:lstStyle>
          <a:p>
            <a:pPr lvl="0"/>
            <a:r>
              <a:rPr kumimoji="1" lang="zh-CN" altLang="en-US" dirty="0"/>
              <a:t>单击此处编辑母版文本样式</a:t>
            </a:r>
          </a:p>
        </p:txBody>
      </p:sp>
    </p:spTree>
    <p:extLst>
      <p:ext uri="{BB962C8B-B14F-4D97-AF65-F5344CB8AC3E}">
        <p14:creationId xmlns:p14="http://schemas.microsoft.com/office/powerpoint/2010/main" val="988435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sz="half" idx="1"/>
          </p:nvPr>
        </p:nvSpPr>
        <p:spPr>
          <a:xfrm>
            <a:off x="838200" y="1571625"/>
            <a:ext cx="5219700" cy="4943475"/>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内容占位符 3"/>
          <p:cNvSpPr>
            <a:spLocks noGrp="1"/>
          </p:cNvSpPr>
          <p:nvPr>
            <p:ph sz="half" idx="2"/>
          </p:nvPr>
        </p:nvSpPr>
        <p:spPr>
          <a:xfrm>
            <a:off x="6134100" y="1571625"/>
            <a:ext cx="5219700" cy="4943475"/>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Tree>
    <p:extLst>
      <p:ext uri="{BB962C8B-B14F-4D97-AF65-F5344CB8AC3E}">
        <p14:creationId xmlns:p14="http://schemas.microsoft.com/office/powerpoint/2010/main" val="23776680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900113"/>
            <a:ext cx="10515600" cy="790575"/>
          </a:xfrm>
        </p:spPr>
        <p:txBody>
          <a:bodyPr/>
          <a:lstStyle/>
          <a:p>
            <a:r>
              <a:rPr kumimoji="1" lang="zh-CN" altLang="en-US"/>
              <a:t>单击此处编辑母版标题样式</a:t>
            </a:r>
          </a:p>
        </p:txBody>
      </p:sp>
      <p:sp>
        <p:nvSpPr>
          <p:cNvPr id="3" name="文本占位符 2"/>
          <p:cNvSpPr>
            <a:spLocks noGrp="1"/>
          </p:cNvSpPr>
          <p:nvPr>
            <p:ph type="body" idx="1"/>
          </p:nvPr>
        </p:nvSpPr>
        <p:spPr>
          <a:xfrm>
            <a:off x="839787" y="1681163"/>
            <a:ext cx="5157788" cy="823913"/>
          </a:xfrm>
        </p:spPr>
        <p:txBody>
          <a:bodyPr anchor="b">
            <a:normAutofit/>
          </a:bodyPr>
          <a:lstStyle>
            <a:lvl1pPr marL="0" indent="0">
              <a:buNone/>
              <a:defRPr sz="18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kumimoji="1" lang="zh-CN" altLang="en-US" dirty="0"/>
              <a:t>单击此处编辑母版文本样式</a:t>
            </a:r>
          </a:p>
        </p:txBody>
      </p:sp>
      <p:sp>
        <p:nvSpPr>
          <p:cNvPr id="4" name="内容占位符 3"/>
          <p:cNvSpPr>
            <a:spLocks noGrp="1"/>
          </p:cNvSpPr>
          <p:nvPr>
            <p:ph sz="half" idx="2"/>
          </p:nvPr>
        </p:nvSpPr>
        <p:spPr>
          <a:xfrm>
            <a:off x="839787" y="2505075"/>
            <a:ext cx="51577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p:cNvSpPr>
            <a:spLocks noGrp="1"/>
          </p:cNvSpPr>
          <p:nvPr>
            <p:ph type="body" sz="quarter" idx="3"/>
          </p:nvPr>
        </p:nvSpPr>
        <p:spPr>
          <a:xfrm>
            <a:off x="6172200" y="1681163"/>
            <a:ext cx="5183188" cy="823913"/>
          </a:xfrm>
        </p:spPr>
        <p:txBody>
          <a:bodyPr anchor="b">
            <a:normAutofit/>
          </a:bodyPr>
          <a:lstStyle>
            <a:lvl1pPr marL="0" indent="0">
              <a:buNone/>
              <a:defRPr sz="18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kumimoji="1" lang="zh-CN" altLang="en-US" dirty="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Tree>
    <p:extLst>
      <p:ext uri="{BB962C8B-B14F-4D97-AF65-F5344CB8AC3E}">
        <p14:creationId xmlns:p14="http://schemas.microsoft.com/office/powerpoint/2010/main" val="1631794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Tree>
    <p:extLst>
      <p:ext uri="{BB962C8B-B14F-4D97-AF65-F5344CB8AC3E}">
        <p14:creationId xmlns:p14="http://schemas.microsoft.com/office/powerpoint/2010/main" val="14421572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94324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785812"/>
            <a:ext cx="3932238" cy="1271588"/>
          </a:xfrm>
        </p:spPr>
        <p:txBody>
          <a:bodyPr anchor="b"/>
          <a:lstStyle>
            <a:lvl1pPr>
              <a:defRPr sz="1600"/>
            </a:lvl1pPr>
          </a:lstStyle>
          <a:p>
            <a:r>
              <a:rPr kumimoji="1" lang="zh-CN" altLang="en-US" dirty="0"/>
              <a:t>单击此处编辑母版标题样式</a:t>
            </a:r>
          </a:p>
        </p:txBody>
      </p:sp>
      <p:sp>
        <p:nvSpPr>
          <p:cNvPr id="3" name="内容占位符 2"/>
          <p:cNvSpPr>
            <a:spLocks noGrp="1"/>
          </p:cNvSpPr>
          <p:nvPr>
            <p:ph idx="1"/>
          </p:nvPr>
        </p:nvSpPr>
        <p:spPr>
          <a:xfrm>
            <a:off x="5183188" y="785812"/>
            <a:ext cx="6172200" cy="5700713"/>
          </a:xfrm>
        </p:spPr>
        <p:txBody>
          <a:bodyPr/>
          <a:lstStyle>
            <a:lvl1pPr>
              <a:defRPr sz="1600" b="1"/>
            </a:lvl1pPr>
            <a:lvl2pPr>
              <a:defRPr sz="1400"/>
            </a:lvl2pPr>
            <a:lvl3pPr>
              <a:defRPr sz="1200"/>
            </a:lvl3pPr>
            <a:lvl4pPr>
              <a:defRPr sz="1000"/>
            </a:lvl4pPr>
            <a:lvl5pPr>
              <a:defRPr sz="1000"/>
            </a:lvl5pPr>
            <a:lvl6pPr>
              <a:defRPr sz="1000"/>
            </a:lvl6pPr>
            <a:lvl7pPr>
              <a:defRPr sz="1000"/>
            </a:lvl7pPr>
            <a:lvl8pPr>
              <a:defRPr sz="1000"/>
            </a:lvl8pPr>
            <a:lvl9pPr>
              <a:defRPr sz="1000"/>
            </a:lvl9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文本占位符 3"/>
          <p:cNvSpPr>
            <a:spLocks noGrp="1"/>
          </p:cNvSpPr>
          <p:nvPr>
            <p:ph type="body" sz="half" idx="2"/>
          </p:nvPr>
        </p:nvSpPr>
        <p:spPr>
          <a:xfrm>
            <a:off x="839788" y="2057400"/>
            <a:ext cx="3932238" cy="4429125"/>
          </a:xfrm>
        </p:spPr>
        <p:txBody>
          <a:bodyPr>
            <a:normAutofit/>
          </a:bodyPr>
          <a:lstStyle>
            <a:lvl1pPr marL="0" indent="0">
              <a:buNone/>
              <a:defRPr sz="1200"/>
            </a:lvl1pPr>
            <a:lvl2pPr marL="228600" indent="0">
              <a:buNone/>
              <a:defRPr sz="700"/>
            </a:lvl2pPr>
            <a:lvl3pPr marL="457200" indent="0">
              <a:buNone/>
              <a:defRPr sz="600"/>
            </a:lvl3pPr>
            <a:lvl4pPr marL="685800" indent="0">
              <a:buNone/>
              <a:defRPr sz="500"/>
            </a:lvl4pPr>
            <a:lvl5pPr marL="914400" indent="0">
              <a:buNone/>
              <a:defRPr sz="500"/>
            </a:lvl5pPr>
            <a:lvl6pPr marL="1143000" indent="0">
              <a:buNone/>
              <a:defRPr sz="500"/>
            </a:lvl6pPr>
            <a:lvl7pPr marL="1371600" indent="0">
              <a:buNone/>
              <a:defRPr sz="500"/>
            </a:lvl7pPr>
            <a:lvl8pPr marL="1600200" indent="0">
              <a:buNone/>
              <a:defRPr sz="500"/>
            </a:lvl8pPr>
            <a:lvl9pPr marL="1828800" indent="0">
              <a:buNone/>
              <a:defRPr sz="500"/>
            </a:lvl9pPr>
          </a:lstStyle>
          <a:p>
            <a:pPr lvl="0"/>
            <a:r>
              <a:rPr kumimoji="1" lang="zh-CN" altLang="en-US" dirty="0"/>
              <a:t>单击此处编辑母版文本样式</a:t>
            </a:r>
          </a:p>
        </p:txBody>
      </p:sp>
    </p:spTree>
    <p:extLst>
      <p:ext uri="{BB962C8B-B14F-4D97-AF65-F5344CB8AC3E}">
        <p14:creationId xmlns:p14="http://schemas.microsoft.com/office/powerpoint/2010/main" val="21315425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814387"/>
            <a:ext cx="3932238" cy="1643063"/>
          </a:xfrm>
        </p:spPr>
        <p:txBody>
          <a:bodyPr anchor="b"/>
          <a:lstStyle>
            <a:lvl1pPr>
              <a:defRPr sz="1600"/>
            </a:lvl1pPr>
          </a:lstStyle>
          <a:p>
            <a:r>
              <a:rPr kumimoji="1" lang="zh-CN" altLang="en-US" dirty="0"/>
              <a:t>单击此处编辑母版标题样式</a:t>
            </a:r>
          </a:p>
        </p:txBody>
      </p:sp>
      <p:sp>
        <p:nvSpPr>
          <p:cNvPr id="3" name="图片占位符 2"/>
          <p:cNvSpPr>
            <a:spLocks noGrp="1"/>
          </p:cNvSpPr>
          <p:nvPr>
            <p:ph type="pic" idx="1"/>
          </p:nvPr>
        </p:nvSpPr>
        <p:spPr>
          <a:xfrm>
            <a:off x="5183188" y="987425"/>
            <a:ext cx="6172200" cy="5184775"/>
          </a:xfrm>
        </p:spPr>
        <p:txBody>
          <a:bodyPr/>
          <a:lstStyle>
            <a:lvl1pPr marL="0" indent="0">
              <a:buNone/>
              <a:defRPr sz="1600"/>
            </a:lvl1pPr>
            <a:lvl2pPr marL="228600" indent="0">
              <a:buNone/>
              <a:defRPr sz="1400"/>
            </a:lvl2pPr>
            <a:lvl3pPr marL="457200" indent="0">
              <a:buNone/>
              <a:defRPr sz="1200"/>
            </a:lvl3pPr>
            <a:lvl4pPr marL="685800" indent="0">
              <a:buNone/>
              <a:defRPr sz="1000"/>
            </a:lvl4pPr>
            <a:lvl5pPr marL="914400" indent="0">
              <a:buNone/>
              <a:defRPr sz="1000"/>
            </a:lvl5pPr>
            <a:lvl6pPr marL="1143000" indent="0">
              <a:buNone/>
              <a:defRPr sz="1000"/>
            </a:lvl6pPr>
            <a:lvl7pPr marL="1371600" indent="0">
              <a:buNone/>
              <a:defRPr sz="1000"/>
            </a:lvl7pPr>
            <a:lvl8pPr marL="1600200" indent="0">
              <a:buNone/>
              <a:defRPr sz="1000"/>
            </a:lvl8pPr>
            <a:lvl9pPr marL="1828800" indent="0">
              <a:buNone/>
              <a:defRPr sz="1000"/>
            </a:lvl9pPr>
          </a:lstStyle>
          <a:p>
            <a:endParaRPr kumimoji="1" lang="zh-CN" altLang="en-US" dirty="0"/>
          </a:p>
        </p:txBody>
      </p:sp>
      <p:sp>
        <p:nvSpPr>
          <p:cNvPr id="4" name="文本占位符 3"/>
          <p:cNvSpPr>
            <a:spLocks noGrp="1"/>
          </p:cNvSpPr>
          <p:nvPr>
            <p:ph type="body" sz="half" idx="2"/>
          </p:nvPr>
        </p:nvSpPr>
        <p:spPr>
          <a:xfrm>
            <a:off x="839788" y="2457450"/>
            <a:ext cx="3932238" cy="3929063"/>
          </a:xfrm>
        </p:spPr>
        <p:txBody>
          <a:bodyPr>
            <a:normAutofit/>
          </a:bodyPr>
          <a:lstStyle>
            <a:lvl1pPr marL="0" indent="0">
              <a:buNone/>
              <a:defRPr sz="1400"/>
            </a:lvl1pPr>
            <a:lvl2pPr marL="228600" indent="0">
              <a:buNone/>
              <a:defRPr sz="700"/>
            </a:lvl2pPr>
            <a:lvl3pPr marL="457200" indent="0">
              <a:buNone/>
              <a:defRPr sz="600"/>
            </a:lvl3pPr>
            <a:lvl4pPr marL="685800" indent="0">
              <a:buNone/>
              <a:defRPr sz="500"/>
            </a:lvl4pPr>
            <a:lvl5pPr marL="914400" indent="0">
              <a:buNone/>
              <a:defRPr sz="500"/>
            </a:lvl5pPr>
            <a:lvl6pPr marL="1143000" indent="0">
              <a:buNone/>
              <a:defRPr sz="500"/>
            </a:lvl6pPr>
            <a:lvl7pPr marL="1371600" indent="0">
              <a:buNone/>
              <a:defRPr sz="500"/>
            </a:lvl7pPr>
            <a:lvl8pPr marL="1600200" indent="0">
              <a:buNone/>
              <a:defRPr sz="500"/>
            </a:lvl8pPr>
            <a:lvl9pPr marL="1828800" indent="0">
              <a:buNone/>
              <a:defRPr sz="500"/>
            </a:lvl9pPr>
          </a:lstStyle>
          <a:p>
            <a:pPr lvl="0"/>
            <a:r>
              <a:rPr kumimoji="1" lang="zh-CN" altLang="en-US" dirty="0"/>
              <a:t>单击此处编辑母版文本样式</a:t>
            </a:r>
          </a:p>
        </p:txBody>
      </p:sp>
    </p:spTree>
    <p:extLst>
      <p:ext uri="{BB962C8B-B14F-4D97-AF65-F5344CB8AC3E}">
        <p14:creationId xmlns:p14="http://schemas.microsoft.com/office/powerpoint/2010/main" val="1787243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竖排文本占位符 2"/>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Tree>
    <p:extLst>
      <p:ext uri="{BB962C8B-B14F-4D97-AF65-F5344CB8AC3E}">
        <p14:creationId xmlns:p14="http://schemas.microsoft.com/office/powerpoint/2010/main" val="39748198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10613" y="793750"/>
            <a:ext cx="2628900" cy="5811838"/>
          </a:xfrm>
        </p:spPr>
        <p:txBody>
          <a:bodyPr vert="eaVert"/>
          <a:lstStyle/>
          <a:p>
            <a:r>
              <a:rPr kumimoji="1" lang="zh-CN" altLang="en-US"/>
              <a:t>单击此处编辑母版标题样式</a:t>
            </a:r>
          </a:p>
        </p:txBody>
      </p:sp>
      <p:sp>
        <p:nvSpPr>
          <p:cNvPr id="3" name="竖排文本占位符 2"/>
          <p:cNvSpPr>
            <a:spLocks noGrp="1"/>
          </p:cNvSpPr>
          <p:nvPr>
            <p:ph type="body" orient="vert" idx="1"/>
          </p:nvPr>
        </p:nvSpPr>
        <p:spPr>
          <a:xfrm>
            <a:off x="795338" y="793750"/>
            <a:ext cx="78105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Tree>
    <p:extLst>
      <p:ext uri="{BB962C8B-B14F-4D97-AF65-F5344CB8AC3E}">
        <p14:creationId xmlns:p14="http://schemas.microsoft.com/office/powerpoint/2010/main" val="37549042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大標題 - 中央">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DAB74EC0-ADF8-4E82-925B-4A9209AA57D5}"/>
              </a:ext>
            </a:extLst>
          </p:cNvPr>
          <p:cNvSpPr>
            <a:spLocks noGrp="1"/>
          </p:cNvSpPr>
          <p:nvPr>
            <p:ph sz="half" idx="1"/>
          </p:nvPr>
        </p:nvSpPr>
        <p:spPr>
          <a:xfrm>
            <a:off x="347134" y="828675"/>
            <a:ext cx="5647267" cy="57689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3" name="内容占位符 3">
            <a:extLst>
              <a:ext uri="{FF2B5EF4-FFF2-40B4-BE49-F238E27FC236}">
                <a16:creationId xmlns:a16="http://schemas.microsoft.com/office/drawing/2014/main" id="{778EF2A1-3439-429A-BD35-127698F07ED8}"/>
              </a:ext>
            </a:extLst>
          </p:cNvPr>
          <p:cNvSpPr>
            <a:spLocks noGrp="1"/>
          </p:cNvSpPr>
          <p:nvPr>
            <p:ph sz="half" idx="2"/>
          </p:nvPr>
        </p:nvSpPr>
        <p:spPr>
          <a:xfrm>
            <a:off x="6197601" y="828675"/>
            <a:ext cx="5647267" cy="57689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标题 1">
            <a:extLst>
              <a:ext uri="{FF2B5EF4-FFF2-40B4-BE49-F238E27FC236}">
                <a16:creationId xmlns:a16="http://schemas.microsoft.com/office/drawing/2014/main" id="{4BB93A36-AAF6-473F-8D4C-56EF725F2390}"/>
              </a:ext>
            </a:extLst>
          </p:cNvPr>
          <p:cNvSpPr>
            <a:spLocks noGrp="1"/>
          </p:cNvSpPr>
          <p:nvPr>
            <p:ph type="title"/>
          </p:nvPr>
        </p:nvSpPr>
        <p:spPr>
          <a:xfrm>
            <a:off x="4029075" y="84259"/>
            <a:ext cx="8061081" cy="598911"/>
          </a:xfrm>
          <a:prstGeom prst="rect">
            <a:avLst/>
          </a:prstGeom>
        </p:spPr>
        <p:txBody>
          <a:bodyPr/>
          <a:lstStyle>
            <a:lvl1pPr algn="ctr">
              <a:lnSpc>
                <a:spcPct val="100000"/>
              </a:lnSpc>
              <a:defRPr sz="3300" b="1">
                <a:solidFill>
                  <a:srgbClr val="FF0000"/>
                </a:solidFill>
                <a:latin typeface="Microsoft YaHei" panose="020B0503020204020204" pitchFamily="34" charset="-122"/>
                <a:ea typeface="Microsoft YaHei"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1169860704"/>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54BD181-E557-4E44-8DBD-A6A79F8036C5}"/>
              </a:ext>
            </a:extLst>
          </p:cNvPr>
          <p:cNvSpPr>
            <a:spLocks noGrp="1"/>
          </p:cNvSpPr>
          <p:nvPr>
            <p:ph idx="1"/>
          </p:nvPr>
        </p:nvSpPr>
        <p:spPr>
          <a:xfrm>
            <a:off x="335360" y="874644"/>
            <a:ext cx="11521280" cy="5773806"/>
          </a:xfrm>
          <a:prstGeom prst="rect">
            <a:avLst/>
          </a:prstGeom>
        </p:spPr>
        <p:txBody>
          <a:bodyPr/>
          <a:lstStyle>
            <a:lvl1pPr>
              <a:lnSpc>
                <a:spcPct val="100000"/>
              </a:lnSpc>
              <a:defRPr sz="2800">
                <a:latin typeface="Microsoft YaHei" panose="020B0503020204020204" pitchFamily="34" charset="-122"/>
                <a:ea typeface="Microsoft YaHei" panose="020B0503020204020204" pitchFamily="34" charset="-122"/>
              </a:defRPr>
            </a:lvl1pPr>
            <a:lvl2pPr>
              <a:lnSpc>
                <a:spcPct val="100000"/>
              </a:lnSpc>
              <a:defRPr sz="2700">
                <a:latin typeface="Microsoft YaHei" panose="020B0503020204020204" pitchFamily="34" charset="-122"/>
                <a:ea typeface="Microsoft YaHei" panose="020B0503020204020204" pitchFamily="34" charset="-122"/>
              </a:defRPr>
            </a:lvl2pPr>
            <a:lvl3pPr>
              <a:lnSpc>
                <a:spcPct val="100000"/>
              </a:lnSpc>
              <a:defRPr sz="2200">
                <a:latin typeface="Microsoft YaHei" panose="020B0503020204020204" pitchFamily="34" charset="-122"/>
                <a:ea typeface="Microsoft YaHei" panose="020B0503020204020204" pitchFamily="34" charset="-122"/>
              </a:defRPr>
            </a:lvl3pPr>
            <a:lvl4pPr>
              <a:lnSpc>
                <a:spcPct val="100000"/>
              </a:lnSpc>
              <a:defRPr sz="2000">
                <a:latin typeface="Microsoft YaHei" panose="020B0503020204020204" pitchFamily="34" charset="-122"/>
                <a:ea typeface="Microsoft YaHei" panose="020B0503020204020204" pitchFamily="34" charset="-122"/>
              </a:defRPr>
            </a:lvl4pPr>
            <a:lvl5pPr>
              <a:lnSpc>
                <a:spcPct val="100000"/>
              </a:lnSpc>
              <a:defRPr sz="2000">
                <a:latin typeface="Microsoft YaHei" panose="020B0503020204020204" pitchFamily="34" charset="-122"/>
                <a:ea typeface="Microsoft YaHei"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标题 1">
            <a:extLst>
              <a:ext uri="{FF2B5EF4-FFF2-40B4-BE49-F238E27FC236}">
                <a16:creationId xmlns:a16="http://schemas.microsoft.com/office/drawing/2014/main" id="{526675AC-26DF-444C-AC39-AA9E2D4CA775}"/>
              </a:ext>
            </a:extLst>
          </p:cNvPr>
          <p:cNvSpPr>
            <a:spLocks noGrp="1"/>
          </p:cNvSpPr>
          <p:nvPr>
            <p:ph type="title"/>
          </p:nvPr>
        </p:nvSpPr>
        <p:spPr>
          <a:xfrm>
            <a:off x="4094922" y="84259"/>
            <a:ext cx="8097079" cy="598911"/>
          </a:xfrm>
          <a:prstGeom prst="rect">
            <a:avLst/>
          </a:prstGeom>
        </p:spPr>
        <p:txBody>
          <a:bodyPr/>
          <a:lstStyle>
            <a:lvl1pPr algn="ctr">
              <a:lnSpc>
                <a:spcPct val="100000"/>
              </a:lnSpc>
              <a:defRPr sz="3300" b="1">
                <a:solidFill>
                  <a:srgbClr val="FF0000"/>
                </a:solidFill>
                <a:latin typeface="Microsoft YaHei" panose="020B0503020204020204" pitchFamily="34" charset="-122"/>
                <a:ea typeface="Microsoft YaHei"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8314373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5" name="GCP Logo 4:3" descr="GCProject-white-CMJN.jp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 y="1"/>
            <a:ext cx="3195662" cy="1368691"/>
          </a:xfrm>
          <a:prstGeom prst="rect">
            <a:avLst/>
          </a:prstGeom>
        </p:spPr>
      </p:pic>
      <p:sp>
        <p:nvSpPr>
          <p:cNvPr id="11" name="Title 10"/>
          <p:cNvSpPr>
            <a:spLocks noGrp="1"/>
          </p:cNvSpPr>
          <p:nvPr>
            <p:ph type="title"/>
          </p:nvPr>
        </p:nvSpPr>
        <p:spPr>
          <a:xfrm>
            <a:off x="744084" y="1934633"/>
            <a:ext cx="10972800" cy="1143000"/>
          </a:xfrm>
        </p:spPr>
        <p:txBody>
          <a:bodyPr/>
          <a:lstStyle>
            <a:lvl1pPr>
              <a:defRPr b="0">
                <a:solidFill>
                  <a:srgbClr val="4C9BDB"/>
                </a:solidFill>
                <a:latin typeface="Calibri"/>
                <a:cs typeface="Calibri"/>
              </a:defRPr>
            </a:lvl1pPr>
          </a:lstStyle>
          <a:p>
            <a:r>
              <a:rPr lang="en-GB" dirty="0"/>
              <a:t>Click to edit Master title style</a:t>
            </a:r>
            <a:endParaRPr lang="en-US" dirty="0"/>
          </a:p>
        </p:txBody>
      </p:sp>
      <p:sp>
        <p:nvSpPr>
          <p:cNvPr id="20" name="Text Placeholder 19"/>
          <p:cNvSpPr>
            <a:spLocks noGrp="1"/>
          </p:cNvSpPr>
          <p:nvPr>
            <p:ph type="body" sz="quarter" idx="11"/>
          </p:nvPr>
        </p:nvSpPr>
        <p:spPr>
          <a:xfrm>
            <a:off x="744091" y="2930241"/>
            <a:ext cx="10972799" cy="2211388"/>
          </a:xfrm>
        </p:spPr>
        <p:txBody>
          <a:bodyPr/>
          <a:lstStyle>
            <a:lvl1pPr marL="0" indent="0" algn="ctr">
              <a:buFontTx/>
              <a:buNone/>
              <a:defRPr sz="13000" b="0">
                <a:solidFill>
                  <a:srgbClr val="4C9BDB"/>
                </a:solidFill>
                <a:latin typeface="Calibri"/>
                <a:cs typeface="Calibri"/>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dirty="0"/>
              <a:t>Click to edit Master text styles</a:t>
            </a:r>
          </a:p>
        </p:txBody>
      </p:sp>
      <p:pic>
        <p:nvPicPr>
          <p:cNvPr id="6" name="GCP Logo Widescreen" descr="GCProject-white-CMJN.jpg" hidden="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31285"/>
            <a:ext cx="3176645" cy="1361030"/>
          </a:xfrm>
          <a:prstGeom prst="rect">
            <a:avLst/>
          </a:prstGeom>
        </p:spPr>
      </p:pic>
    </p:spTree>
    <p:extLst>
      <p:ext uri="{BB962C8B-B14F-4D97-AF65-F5344CB8AC3E}">
        <p14:creationId xmlns:p14="http://schemas.microsoft.com/office/powerpoint/2010/main" val="31208200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Blank">
    <p:spTree>
      <p:nvGrpSpPr>
        <p:cNvPr id="1" name=""/>
        <p:cNvGrpSpPr/>
        <p:nvPr/>
      </p:nvGrpSpPr>
      <p:grpSpPr>
        <a:xfrm>
          <a:off x="0" y="0"/>
          <a:ext cx="0" cy="0"/>
          <a:chOff x="0" y="0"/>
          <a:chExt cx="0" cy="0"/>
        </a:xfrm>
      </p:grpSpPr>
      <p:sp>
        <p:nvSpPr>
          <p:cNvPr id="2" name="Title 1"/>
          <p:cNvSpPr>
            <a:spLocks noGrp="1"/>
          </p:cNvSpPr>
          <p:nvPr>
            <p:ph type="title"/>
          </p:nvPr>
        </p:nvSpPr>
        <p:spPr>
          <a:xfrm>
            <a:off x="609600" y="2857500"/>
            <a:ext cx="10972800" cy="1143000"/>
          </a:xfrm>
        </p:spPr>
        <p:txBody>
          <a:bodyPr/>
          <a:lstStyle>
            <a:lvl1pPr>
              <a:defRPr b="1">
                <a:solidFill>
                  <a:srgbClr val="4C9BDB"/>
                </a:solidFill>
                <a:latin typeface="Calibri"/>
                <a:cs typeface="Calibri"/>
              </a:defRPr>
            </a:lvl1pPr>
          </a:lstStyle>
          <a:p>
            <a:r>
              <a:rPr lang="en-GB" dirty="0"/>
              <a:t>Click to edit Master title style</a:t>
            </a:r>
            <a:endParaRPr lang="en-US" dirty="0"/>
          </a:p>
        </p:txBody>
      </p:sp>
      <p:sp>
        <p:nvSpPr>
          <p:cNvPr id="4" name="Text Placeholder 3"/>
          <p:cNvSpPr>
            <a:spLocks noGrp="1"/>
          </p:cNvSpPr>
          <p:nvPr>
            <p:ph type="body" sz="quarter" idx="10"/>
          </p:nvPr>
        </p:nvSpPr>
        <p:spPr>
          <a:xfrm>
            <a:off x="609600" y="4440248"/>
            <a:ext cx="10972800" cy="1633537"/>
          </a:xfrm>
        </p:spPr>
        <p:txBody>
          <a:bodyPr anchor="ctr"/>
          <a:lstStyle>
            <a:lvl1pPr marL="0" indent="0" algn="ctr">
              <a:buFontTx/>
              <a:buNone/>
              <a:defRPr>
                <a:solidFill>
                  <a:srgbClr val="4C9BDB"/>
                </a:solidFill>
                <a:latin typeface="Calibri"/>
                <a:cs typeface="Calibri"/>
              </a:defRPr>
            </a:lvl1pPr>
            <a:lvl2pPr marL="457200" indent="0" algn="ctr">
              <a:buFontTx/>
              <a:buNone/>
              <a:defRPr/>
            </a:lvl2pPr>
            <a:lvl3pPr marL="914400" indent="0" algn="ctr">
              <a:buFontTx/>
              <a:buNone/>
              <a:defRPr/>
            </a:lvl3pPr>
            <a:lvl4pPr marL="1371600" indent="0" algn="ctr">
              <a:buFontTx/>
              <a:buNone/>
              <a:defRPr/>
            </a:lvl4pPr>
            <a:lvl5pPr marL="1828800" indent="0" algn="ctr">
              <a:buFontTx/>
              <a:buNone/>
              <a:defRPr/>
            </a:lvl5pPr>
          </a:lstStyle>
          <a:p>
            <a:pPr lvl="0"/>
            <a:r>
              <a:rPr lang="en-GB" dirty="0"/>
              <a:t>Click to edit Master text styles</a:t>
            </a:r>
          </a:p>
        </p:txBody>
      </p:sp>
      <p:pic>
        <p:nvPicPr>
          <p:cNvPr id="8" name="GCP Logo 4:3" descr="GCProject-white-CMJN.jp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0"/>
            <a:ext cx="1741516" cy="743989"/>
          </a:xfrm>
          <a:prstGeom prst="rect">
            <a:avLst/>
          </a:prstGeom>
        </p:spPr>
      </p:pic>
      <p:cxnSp>
        <p:nvCxnSpPr>
          <p:cNvPr id="6" name="Straight Connector 5"/>
          <p:cNvCxnSpPr/>
          <p:nvPr userDrawn="1"/>
        </p:nvCxnSpPr>
        <p:spPr>
          <a:xfrm>
            <a:off x="0" y="746125"/>
            <a:ext cx="12192000" cy="0"/>
          </a:xfrm>
          <a:prstGeom prst="line">
            <a:avLst/>
          </a:prstGeom>
          <a:ln>
            <a:solidFill>
              <a:schemeClr val="tx1">
                <a:lumMod val="65000"/>
                <a:lumOff val="35000"/>
              </a:schemeClr>
            </a:solidFill>
          </a:ln>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21429349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10" name="Title 9"/>
          <p:cNvSpPr>
            <a:spLocks noGrp="1"/>
          </p:cNvSpPr>
          <p:nvPr>
            <p:ph type="title" hasCustomPrompt="1"/>
          </p:nvPr>
        </p:nvSpPr>
        <p:spPr>
          <a:xfrm>
            <a:off x="2474811" y="119648"/>
            <a:ext cx="9717188" cy="506849"/>
          </a:xfrm>
        </p:spPr>
        <p:txBody>
          <a:bodyPr anchor="ctr">
            <a:normAutofit/>
          </a:bodyPr>
          <a:lstStyle>
            <a:lvl1pPr algn="l">
              <a:defRPr sz="2400" b="1">
                <a:solidFill>
                  <a:srgbClr val="4C9BDB"/>
                </a:solidFill>
                <a:latin typeface="Calibri"/>
                <a:cs typeface="Calibri"/>
              </a:defRPr>
            </a:lvl1pPr>
          </a:lstStyle>
          <a:p>
            <a:r>
              <a:rPr lang="en-GB" dirty="0"/>
              <a:t>Click to edit master title style</a:t>
            </a:r>
            <a:endParaRPr lang="en-US" dirty="0"/>
          </a:p>
        </p:txBody>
      </p:sp>
      <p:pic>
        <p:nvPicPr>
          <p:cNvPr id="5" name="GCP Logo 4:3" descr="GCProject-white-CMJN.jp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0"/>
            <a:ext cx="1741516" cy="743989"/>
          </a:xfrm>
          <a:prstGeom prst="rect">
            <a:avLst/>
          </a:prstGeom>
        </p:spPr>
      </p:pic>
      <p:cxnSp>
        <p:nvCxnSpPr>
          <p:cNvPr id="6" name="Straight Connector 5"/>
          <p:cNvCxnSpPr/>
          <p:nvPr userDrawn="1"/>
        </p:nvCxnSpPr>
        <p:spPr>
          <a:xfrm>
            <a:off x="0" y="746125"/>
            <a:ext cx="12192000" cy="0"/>
          </a:xfrm>
          <a:prstGeom prst="line">
            <a:avLst/>
          </a:prstGeom>
          <a:ln>
            <a:solidFill>
              <a:schemeClr val="tx1">
                <a:lumMod val="65000"/>
                <a:lumOff val="35000"/>
              </a:schemeClr>
            </a:solidFill>
          </a:ln>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14814637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8" name="Picture Placeholder 7"/>
          <p:cNvSpPr>
            <a:spLocks noGrp="1"/>
          </p:cNvSpPr>
          <p:nvPr>
            <p:ph type="pic" sz="quarter" idx="11"/>
          </p:nvPr>
        </p:nvSpPr>
        <p:spPr>
          <a:xfrm>
            <a:off x="720007" y="1440000"/>
            <a:ext cx="10773833" cy="4680000"/>
          </a:xfrm>
        </p:spPr>
        <p:txBody>
          <a:bodyPr anchor="ctr"/>
          <a:lstStyle>
            <a:lvl1pPr>
              <a:defRPr>
                <a:solidFill>
                  <a:srgbClr val="4C9BDB"/>
                </a:solidFill>
              </a:defRPr>
            </a:lvl1pPr>
          </a:lstStyle>
          <a:p>
            <a:endParaRPr lang="en-US" dirty="0"/>
          </a:p>
        </p:txBody>
      </p:sp>
      <p:sp>
        <p:nvSpPr>
          <p:cNvPr id="10" name="Title 9"/>
          <p:cNvSpPr>
            <a:spLocks noGrp="1"/>
          </p:cNvSpPr>
          <p:nvPr>
            <p:ph type="title" hasCustomPrompt="1"/>
          </p:nvPr>
        </p:nvSpPr>
        <p:spPr>
          <a:xfrm>
            <a:off x="2474811" y="119648"/>
            <a:ext cx="9717188" cy="506849"/>
          </a:xfrm>
        </p:spPr>
        <p:txBody>
          <a:bodyPr>
            <a:normAutofit/>
          </a:bodyPr>
          <a:lstStyle>
            <a:lvl1pPr algn="l">
              <a:defRPr sz="2400" b="1">
                <a:solidFill>
                  <a:srgbClr val="4C9BDB"/>
                </a:solidFill>
                <a:latin typeface="Calibri"/>
                <a:cs typeface="Calibri"/>
              </a:defRPr>
            </a:lvl1pPr>
          </a:lstStyle>
          <a:p>
            <a:r>
              <a:rPr lang="en-GB" dirty="0"/>
              <a:t>Click to edit master title style</a:t>
            </a:r>
            <a:endParaRPr lang="en-US" dirty="0"/>
          </a:p>
        </p:txBody>
      </p:sp>
      <p:sp>
        <p:nvSpPr>
          <p:cNvPr id="3" name="Text Placeholder 2"/>
          <p:cNvSpPr>
            <a:spLocks noGrp="1"/>
          </p:cNvSpPr>
          <p:nvPr>
            <p:ph type="body" sz="quarter" idx="10"/>
          </p:nvPr>
        </p:nvSpPr>
        <p:spPr>
          <a:xfrm>
            <a:off x="130262" y="823853"/>
            <a:ext cx="11944513" cy="684212"/>
          </a:xfrm>
        </p:spPr>
        <p:txBody>
          <a:bodyPr anchor="ctr">
            <a:normAutofit/>
          </a:bodyPr>
          <a:lstStyle>
            <a:lvl1pPr marL="0" indent="0" algn="ctr">
              <a:buNone/>
              <a:defRPr sz="1800" b="0">
                <a:solidFill>
                  <a:srgbClr val="4C9BDB"/>
                </a:solidFill>
                <a:latin typeface="Calibri"/>
                <a:cs typeface="Calibri"/>
              </a:defRPr>
            </a:lvl1pPr>
            <a:lvl3pPr marL="914400" indent="0">
              <a:buNone/>
              <a:defRPr/>
            </a:lvl3pPr>
          </a:lstStyle>
          <a:p>
            <a:pPr lvl="0"/>
            <a:r>
              <a:rPr lang="en-GB" dirty="0"/>
              <a:t>Click to edit Master text styles</a:t>
            </a:r>
          </a:p>
        </p:txBody>
      </p:sp>
      <p:sp>
        <p:nvSpPr>
          <p:cNvPr id="11" name="Text Placeholder 2"/>
          <p:cNvSpPr>
            <a:spLocks noGrp="1"/>
          </p:cNvSpPr>
          <p:nvPr>
            <p:ph type="body" sz="quarter" idx="12"/>
          </p:nvPr>
        </p:nvSpPr>
        <p:spPr>
          <a:xfrm>
            <a:off x="130262" y="5692802"/>
            <a:ext cx="11944513" cy="1077321"/>
          </a:xfrm>
        </p:spPr>
        <p:txBody>
          <a:bodyPr anchor="b" anchorCtr="0">
            <a:normAutofit/>
          </a:bodyPr>
          <a:lstStyle>
            <a:lvl1pPr marL="0" indent="0" algn="ctr">
              <a:buNone/>
              <a:defRPr sz="1400" b="0">
                <a:solidFill>
                  <a:srgbClr val="4C9BDB"/>
                </a:solidFill>
                <a:latin typeface="Calibri"/>
                <a:cs typeface="Calibri"/>
              </a:defRPr>
            </a:lvl1pPr>
            <a:lvl3pPr marL="914400" indent="0">
              <a:buNone/>
              <a:defRPr/>
            </a:lvl3pPr>
          </a:lstStyle>
          <a:p>
            <a:pPr lvl="0"/>
            <a:r>
              <a:rPr lang="en-GB" dirty="0"/>
              <a:t>Click to edit Master text styles</a:t>
            </a:r>
          </a:p>
        </p:txBody>
      </p:sp>
      <p:pic>
        <p:nvPicPr>
          <p:cNvPr id="9" name="GCP Logo 4:3" descr="GCProject-white-CMJN.jp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0"/>
            <a:ext cx="1741516" cy="743989"/>
          </a:xfrm>
          <a:prstGeom prst="rect">
            <a:avLst/>
          </a:prstGeom>
        </p:spPr>
      </p:pic>
      <p:cxnSp>
        <p:nvCxnSpPr>
          <p:cNvPr id="6" name="Straight Connector 5"/>
          <p:cNvCxnSpPr/>
          <p:nvPr userDrawn="1"/>
        </p:nvCxnSpPr>
        <p:spPr>
          <a:xfrm>
            <a:off x="0" y="746125"/>
            <a:ext cx="12192000" cy="0"/>
          </a:xfrm>
          <a:prstGeom prst="line">
            <a:avLst/>
          </a:prstGeom>
          <a:ln>
            <a:solidFill>
              <a:schemeClr val="tx1">
                <a:lumMod val="65000"/>
                <a:lumOff val="35000"/>
              </a:schemeClr>
            </a:solidFill>
          </a:ln>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41680743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2_Blank">
    <p:spTree>
      <p:nvGrpSpPr>
        <p:cNvPr id="1" name=""/>
        <p:cNvGrpSpPr/>
        <p:nvPr/>
      </p:nvGrpSpPr>
      <p:grpSpPr>
        <a:xfrm>
          <a:off x="0" y="0"/>
          <a:ext cx="0" cy="0"/>
          <a:chOff x="0" y="0"/>
          <a:chExt cx="0" cy="0"/>
        </a:xfrm>
      </p:grpSpPr>
      <p:pic>
        <p:nvPicPr>
          <p:cNvPr id="7" name="GCP Logo Widescreen"/>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6413" y="10"/>
            <a:ext cx="1749112" cy="746125"/>
          </a:xfrm>
          <a:prstGeom prst="rect">
            <a:avLst/>
          </a:prstGeom>
        </p:spPr>
      </p:pic>
      <p:pic>
        <p:nvPicPr>
          <p:cNvPr id="5" name="GCP Logo 4:3" descr="GCProject-white-CMJN.jpg"/>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 y="10"/>
            <a:ext cx="2321941" cy="746125"/>
          </a:xfrm>
          <a:prstGeom prst="rect">
            <a:avLst/>
          </a:prstGeom>
        </p:spPr>
      </p:pic>
      <p:cxnSp>
        <p:nvCxnSpPr>
          <p:cNvPr id="6" name="Straight Connector 5"/>
          <p:cNvCxnSpPr/>
          <p:nvPr userDrawn="1"/>
        </p:nvCxnSpPr>
        <p:spPr>
          <a:xfrm>
            <a:off x="0" y="746125"/>
            <a:ext cx="12192000" cy="0"/>
          </a:xfrm>
          <a:prstGeom prst="line">
            <a:avLst/>
          </a:prstGeom>
          <a:ln>
            <a:solidFill>
              <a:schemeClr val="tx1">
                <a:lumMod val="65000"/>
                <a:lumOff val="35000"/>
              </a:schemeClr>
            </a:solidFill>
          </a:ln>
        </p:spPr>
        <p:style>
          <a:lnRef idx="1">
            <a:schemeClr val="accent3"/>
          </a:lnRef>
          <a:fillRef idx="0">
            <a:schemeClr val="accent3"/>
          </a:fillRef>
          <a:effectRef idx="0">
            <a:schemeClr val="accent3"/>
          </a:effectRef>
          <a:fontRef idx="minor">
            <a:schemeClr val="tx1"/>
          </a:fontRef>
        </p:style>
      </p:cxnSp>
      <p:sp>
        <p:nvSpPr>
          <p:cNvPr id="10" name="Title 9"/>
          <p:cNvSpPr>
            <a:spLocks noGrp="1"/>
          </p:cNvSpPr>
          <p:nvPr>
            <p:ph type="title"/>
          </p:nvPr>
        </p:nvSpPr>
        <p:spPr>
          <a:xfrm>
            <a:off x="2474811" y="119648"/>
            <a:ext cx="9717188" cy="506849"/>
          </a:xfrm>
        </p:spPr>
        <p:txBody>
          <a:bodyPr anchor="ctr">
            <a:normAutofit/>
          </a:bodyPr>
          <a:lstStyle>
            <a:lvl1pPr algn="l">
              <a:defRPr sz="2400" b="1">
                <a:solidFill>
                  <a:srgbClr val="4C9BDB"/>
                </a:solidFill>
                <a:latin typeface="Calibri"/>
                <a:cs typeface="Calibri"/>
              </a:defRPr>
            </a:lvl1pPr>
          </a:lstStyle>
          <a:p>
            <a:r>
              <a:rPr lang="en-GB" dirty="0"/>
              <a:t>Click to edit Master title style</a:t>
            </a:r>
            <a:endParaRPr lang="en-US" dirty="0"/>
          </a:p>
        </p:txBody>
      </p:sp>
    </p:spTree>
    <p:extLst>
      <p:ext uri="{BB962C8B-B14F-4D97-AF65-F5344CB8AC3E}">
        <p14:creationId xmlns:p14="http://schemas.microsoft.com/office/powerpoint/2010/main" val="2386376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4_Blank">
  <p:cSld name="5_Blank">
    <p:spTree>
      <p:nvGrpSpPr>
        <p:cNvPr id="1" name="Shape 30"/>
        <p:cNvGrpSpPr/>
        <p:nvPr/>
      </p:nvGrpSpPr>
      <p:grpSpPr>
        <a:xfrm>
          <a:off x="0" y="0"/>
          <a:ext cx="0" cy="0"/>
          <a:chOff x="0" y="0"/>
          <a:chExt cx="0" cy="0"/>
        </a:xfrm>
      </p:grpSpPr>
      <p:sp>
        <p:nvSpPr>
          <p:cNvPr id="31" name="Google Shape;31;p93"/>
          <p:cNvSpPr txBox="1">
            <a:spLocks noGrp="1"/>
          </p:cNvSpPr>
          <p:nvPr>
            <p:ph type="title"/>
          </p:nvPr>
        </p:nvSpPr>
        <p:spPr>
          <a:xfrm>
            <a:off x="609600" y="2857500"/>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4C9BDB"/>
              </a:buClr>
              <a:buSzPts val="4400"/>
              <a:buFont typeface="Calibri"/>
              <a:buNone/>
              <a:defRPr b="1">
                <a:solidFill>
                  <a:srgbClr val="4C9BDB"/>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93"/>
          <p:cNvSpPr txBox="1">
            <a:spLocks noGrp="1"/>
          </p:cNvSpPr>
          <p:nvPr>
            <p:ph type="body" idx="1"/>
          </p:nvPr>
        </p:nvSpPr>
        <p:spPr>
          <a:xfrm>
            <a:off x="609600" y="4440248"/>
            <a:ext cx="10972800" cy="1633537"/>
          </a:xfrm>
          <a:prstGeom prst="rect">
            <a:avLst/>
          </a:prstGeom>
          <a:noFill/>
          <a:ln>
            <a:noFill/>
          </a:ln>
        </p:spPr>
        <p:txBody>
          <a:bodyPr spcFirstLastPara="1" wrap="square" lIns="91425" tIns="45700" rIns="91425" bIns="45700" anchor="ctr" anchorCtr="0">
            <a:normAutofit/>
          </a:bodyPr>
          <a:lstStyle>
            <a:lvl1pPr marL="457200" lvl="0" indent="-228600" algn="ctr">
              <a:lnSpc>
                <a:spcPct val="100000"/>
              </a:lnSpc>
              <a:spcBef>
                <a:spcPts val="640"/>
              </a:spcBef>
              <a:spcAft>
                <a:spcPts val="0"/>
              </a:spcAft>
              <a:buClr>
                <a:srgbClr val="4C9BDB"/>
              </a:buClr>
              <a:buSzPts val="3200"/>
              <a:buFont typeface="Calibri"/>
              <a:buNone/>
              <a:defRPr>
                <a:solidFill>
                  <a:srgbClr val="4C9BDB"/>
                </a:solidFill>
                <a:latin typeface="Calibri"/>
                <a:ea typeface="Calibri"/>
                <a:cs typeface="Calibri"/>
                <a:sym typeface="Calibri"/>
              </a:defRPr>
            </a:lvl1pPr>
            <a:lvl2pPr marL="914400" lvl="1" indent="-228600" algn="ctr">
              <a:lnSpc>
                <a:spcPct val="100000"/>
              </a:lnSpc>
              <a:spcBef>
                <a:spcPts val="560"/>
              </a:spcBef>
              <a:spcAft>
                <a:spcPts val="0"/>
              </a:spcAft>
              <a:buClr>
                <a:srgbClr val="4C9BDB"/>
              </a:buClr>
              <a:buSzPts val="2800"/>
              <a:buFont typeface="Calibri"/>
              <a:buNone/>
              <a:defRPr/>
            </a:lvl2pPr>
            <a:lvl3pPr marL="1371600" lvl="2" indent="-228600" algn="ctr">
              <a:lnSpc>
                <a:spcPct val="100000"/>
              </a:lnSpc>
              <a:spcBef>
                <a:spcPts val="480"/>
              </a:spcBef>
              <a:spcAft>
                <a:spcPts val="0"/>
              </a:spcAft>
              <a:buClr>
                <a:srgbClr val="4C9BDB"/>
              </a:buClr>
              <a:buSzPts val="2400"/>
              <a:buFont typeface="Calibri"/>
              <a:buNone/>
              <a:defRPr/>
            </a:lvl3pPr>
            <a:lvl4pPr marL="1828800" lvl="3" indent="-228600" algn="ctr">
              <a:lnSpc>
                <a:spcPct val="100000"/>
              </a:lnSpc>
              <a:spcBef>
                <a:spcPts val="400"/>
              </a:spcBef>
              <a:spcAft>
                <a:spcPts val="0"/>
              </a:spcAft>
              <a:buClr>
                <a:srgbClr val="4C9BDB"/>
              </a:buClr>
              <a:buSzPts val="2000"/>
              <a:buFont typeface="Calibri"/>
              <a:buNone/>
              <a:defRPr/>
            </a:lvl4pPr>
            <a:lvl5pPr marL="2286000" lvl="4" indent="-228600" algn="ctr">
              <a:lnSpc>
                <a:spcPct val="100000"/>
              </a:lnSpc>
              <a:spcBef>
                <a:spcPts val="400"/>
              </a:spcBef>
              <a:spcAft>
                <a:spcPts val="0"/>
              </a:spcAft>
              <a:buClr>
                <a:srgbClr val="4C9BDB"/>
              </a:buClr>
              <a:buSzPts val="2000"/>
              <a:buFont typeface="Calibri"/>
              <a:buNone/>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pic>
        <p:nvPicPr>
          <p:cNvPr id="33" name="Google Shape;33;p93" descr="GCProject-white-CMJN.jpg"/>
          <p:cNvPicPr preferRelativeResize="0"/>
          <p:nvPr/>
        </p:nvPicPr>
        <p:blipFill rotWithShape="1">
          <a:blip r:embed="rId2">
            <a:alphaModFix/>
          </a:blip>
          <a:srcRect/>
          <a:stretch/>
        </p:blipFill>
        <p:spPr>
          <a:xfrm>
            <a:off x="0" y="10"/>
            <a:ext cx="1741516" cy="743989"/>
          </a:xfrm>
          <a:prstGeom prst="rect">
            <a:avLst/>
          </a:prstGeom>
          <a:noFill/>
          <a:ln>
            <a:noFill/>
          </a:ln>
        </p:spPr>
      </p:pic>
      <p:cxnSp>
        <p:nvCxnSpPr>
          <p:cNvPr id="34" name="Google Shape;34;p93"/>
          <p:cNvCxnSpPr/>
          <p:nvPr/>
        </p:nvCxnSpPr>
        <p:spPr>
          <a:xfrm>
            <a:off x="0" y="746125"/>
            <a:ext cx="12192000" cy="0"/>
          </a:xfrm>
          <a:prstGeom prst="straightConnector1">
            <a:avLst/>
          </a:prstGeom>
          <a:noFill/>
          <a:ln w="9525" cap="flat" cmpd="sng">
            <a:solidFill>
              <a:srgbClr val="595959"/>
            </a:solidFill>
            <a:prstDash val="solid"/>
            <a:round/>
            <a:headEnd type="none" w="sm" len="sm"/>
            <a:tailEnd type="none" w="sm" len="sm"/>
          </a:ln>
        </p:spPr>
      </p:cxnSp>
    </p:spTree>
    <p:extLst>
      <p:ext uri="{BB962C8B-B14F-4D97-AF65-F5344CB8AC3E}">
        <p14:creationId xmlns:p14="http://schemas.microsoft.com/office/powerpoint/2010/main" val="22931232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9" name="矩形 8"/>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2" name="标题 1"/>
          <p:cNvSpPr>
            <a:spLocks noGrp="1"/>
          </p:cNvSpPr>
          <p:nvPr>
            <p:ph type="ctrTitle"/>
          </p:nvPr>
        </p:nvSpPr>
        <p:spPr>
          <a:xfrm>
            <a:off x="1524000" y="1122363"/>
            <a:ext cx="9144000" cy="2387600"/>
          </a:xfrm>
        </p:spPr>
        <p:txBody>
          <a:bodyPr anchor="b"/>
          <a:lstStyle>
            <a:lvl1pPr algn="ctr">
              <a:defRPr sz="3600"/>
            </a:lvl1pPr>
          </a:lstStyle>
          <a:p>
            <a:r>
              <a:rPr kumimoji="1" lang="zh-CN" altLang="en-US" dirty="0"/>
              <a:t>单击此处编辑母版标题样式</a:t>
            </a:r>
          </a:p>
        </p:txBody>
      </p:sp>
      <p:sp>
        <p:nvSpPr>
          <p:cNvPr id="3" name="副标题 2"/>
          <p:cNvSpPr>
            <a:spLocks noGrp="1"/>
          </p:cNvSpPr>
          <p:nvPr>
            <p:ph type="subTitle" idx="1"/>
          </p:nvPr>
        </p:nvSpPr>
        <p:spPr>
          <a:xfrm>
            <a:off x="1524000" y="3602038"/>
            <a:ext cx="9144000" cy="1655763"/>
          </a:xfrm>
        </p:spPr>
        <p:txBody>
          <a:bodyPr>
            <a:normAutofit/>
          </a:bodyPr>
          <a:lstStyle>
            <a:lvl1pPr marL="0" indent="0" algn="ctr">
              <a:buNone/>
              <a:defRPr sz="2400"/>
            </a:lvl1pPr>
            <a:lvl2pPr marL="228600" indent="0" algn="ctr">
              <a:buNone/>
              <a:defRPr sz="1000"/>
            </a:lvl2pPr>
            <a:lvl3pPr marL="457200" indent="0" algn="ctr">
              <a:buNone/>
              <a:defRPr sz="900"/>
            </a:lvl3pPr>
            <a:lvl4pPr marL="685800" indent="0" algn="ctr">
              <a:buNone/>
              <a:defRPr sz="800"/>
            </a:lvl4pPr>
            <a:lvl5pPr marL="914400" indent="0" algn="ctr">
              <a:buNone/>
              <a:defRPr sz="800"/>
            </a:lvl5pPr>
            <a:lvl6pPr marL="1143000" indent="0" algn="ctr">
              <a:buNone/>
              <a:defRPr sz="800"/>
            </a:lvl6pPr>
            <a:lvl7pPr marL="1371600" indent="0" algn="ctr">
              <a:buNone/>
              <a:defRPr sz="800"/>
            </a:lvl7pPr>
            <a:lvl8pPr marL="1600200" indent="0" algn="ctr">
              <a:buNone/>
              <a:defRPr sz="800"/>
            </a:lvl8pPr>
            <a:lvl9pPr marL="1828800" indent="0" algn="ctr">
              <a:buNone/>
              <a:defRPr sz="800"/>
            </a:lvl9pPr>
          </a:lstStyle>
          <a:p>
            <a:r>
              <a:rPr kumimoji="1" lang="zh-CN" altLang="en-US" dirty="0"/>
              <a:t>单击此处编辑母版副标题样式</a:t>
            </a:r>
          </a:p>
        </p:txBody>
      </p:sp>
      <p:pic>
        <p:nvPicPr>
          <p:cNvPr id="8" name="图片 7" descr="研究院LOGO-渐变-转曲_画板 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6054" y="-511527"/>
            <a:ext cx="7712820" cy="7956653"/>
          </a:xfrm>
          <a:prstGeom prst="rect">
            <a:avLst/>
          </a:prstGeom>
        </p:spPr>
      </p:pic>
      <p:pic>
        <p:nvPicPr>
          <p:cNvPr id="10" name="图片 9" descr="研究院LOGO-渐变-转曲2_画板 1.png"/>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8597931" y="5769327"/>
            <a:ext cx="3517869" cy="483356"/>
          </a:xfrm>
          <a:prstGeom prst="rect">
            <a:avLst/>
          </a:prstGeom>
        </p:spPr>
      </p:pic>
    </p:spTree>
    <p:extLst>
      <p:ext uri="{BB962C8B-B14F-4D97-AF65-F5344CB8AC3E}">
        <p14:creationId xmlns:p14="http://schemas.microsoft.com/office/powerpoint/2010/main" val="201725807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lvl2pPr>
              <a:buClr>
                <a:srgbClr val="00B050"/>
              </a:buClr>
              <a:defRPr/>
            </a:lvl2pPr>
            <a:lvl3pPr>
              <a:buClr>
                <a:schemeClr val="accent1">
                  <a:lumMod val="75000"/>
                </a:schemeClr>
              </a:buClr>
              <a:defRPr/>
            </a:lvl3pPr>
            <a:lvl4pPr>
              <a:buClr>
                <a:srgbClr val="7030A0"/>
              </a:buClr>
              <a:defRPr/>
            </a:lvl4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8" name="标题 1"/>
          <p:cNvSpPr>
            <a:spLocks noGrp="1"/>
          </p:cNvSpPr>
          <p:nvPr>
            <p:ph type="title"/>
          </p:nvPr>
        </p:nvSpPr>
        <p:spPr>
          <a:xfrm>
            <a:off x="369277" y="92251"/>
            <a:ext cx="10515600" cy="555075"/>
          </a:xfrm>
        </p:spPr>
        <p:txBody>
          <a:bodyPr/>
          <a:lstStyle/>
          <a:p>
            <a:r>
              <a:rPr kumimoji="1" lang="zh-CN" altLang="en-US" dirty="0"/>
              <a:t>单击此处编辑母版标题样式</a:t>
            </a:r>
          </a:p>
        </p:txBody>
      </p:sp>
      <p:sp>
        <p:nvSpPr>
          <p:cNvPr id="10" name="文本占位符 9"/>
          <p:cNvSpPr>
            <a:spLocks noGrp="1"/>
          </p:cNvSpPr>
          <p:nvPr>
            <p:ph type="body" sz="quarter" idx="10"/>
          </p:nvPr>
        </p:nvSpPr>
        <p:spPr>
          <a:xfrm>
            <a:off x="838200" y="820724"/>
            <a:ext cx="6224893" cy="457200"/>
          </a:xfrm>
        </p:spPr>
        <p:txBody>
          <a:bodyPr/>
          <a:lstStyle/>
          <a:p>
            <a:pPr lvl="0"/>
            <a:r>
              <a:rPr lang="zh-CN" altLang="en-US" dirty="0"/>
              <a:t>编辑母版文本样式</a:t>
            </a:r>
          </a:p>
        </p:txBody>
      </p:sp>
    </p:spTree>
    <p:extLst>
      <p:ext uri="{BB962C8B-B14F-4D97-AF65-F5344CB8AC3E}">
        <p14:creationId xmlns:p14="http://schemas.microsoft.com/office/powerpoint/2010/main" val="270475983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369277" y="92251"/>
            <a:ext cx="10515600" cy="555075"/>
          </a:xfrm>
        </p:spPr>
        <p:txBody>
          <a:bodyPr/>
          <a:lstStyle/>
          <a:p>
            <a:r>
              <a:rPr kumimoji="1" lang="zh-CN" altLang="en-US" dirty="0"/>
              <a:t>单击此处编辑母版标题样式</a:t>
            </a:r>
          </a:p>
        </p:txBody>
      </p:sp>
      <p:sp>
        <p:nvSpPr>
          <p:cNvPr id="3" name="内容占位符 2"/>
          <p:cNvSpPr>
            <a:spLocks noGrp="1"/>
          </p:cNvSpPr>
          <p:nvPr>
            <p:ph sz="half" idx="1"/>
          </p:nvPr>
        </p:nvSpPr>
        <p:spPr>
          <a:xfrm>
            <a:off x="838200" y="1571625"/>
            <a:ext cx="5219700" cy="4943475"/>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内容占位符 3"/>
          <p:cNvSpPr>
            <a:spLocks noGrp="1"/>
          </p:cNvSpPr>
          <p:nvPr>
            <p:ph sz="half" idx="2"/>
          </p:nvPr>
        </p:nvSpPr>
        <p:spPr>
          <a:xfrm>
            <a:off x="6134100" y="1571625"/>
            <a:ext cx="5219700" cy="4943475"/>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5" name="标题 1"/>
          <p:cNvSpPr txBox="1">
            <a:spLocks/>
          </p:cNvSpPr>
          <p:nvPr userDrawn="1"/>
        </p:nvSpPr>
        <p:spPr>
          <a:xfrm>
            <a:off x="257908" y="115885"/>
            <a:ext cx="10515600" cy="555075"/>
          </a:xfrm>
          <a:prstGeom prst="rect">
            <a:avLst/>
          </a:prstGeom>
        </p:spPr>
        <p:txBody>
          <a:bodyPr vert="horz" lIns="45720" tIns="22860" rIns="45720" bIns="22860" rtlCol="0" anchor="ctr">
            <a:normAutofit/>
          </a:bodyPr>
          <a:lstStyle>
            <a:lvl1pPr algn="l" defTabSz="914400" rtl="0" eaLnBrk="1" latinLnBrk="0" hangingPunct="1">
              <a:lnSpc>
                <a:spcPct val="90000"/>
              </a:lnSpc>
              <a:spcBef>
                <a:spcPct val="0"/>
              </a:spcBef>
              <a:buNone/>
              <a:defRPr sz="6000" b="1" kern="1200">
                <a:solidFill>
                  <a:schemeClr val="tx1"/>
                </a:solidFill>
                <a:latin typeface="SimSun" charset="-122"/>
                <a:ea typeface="SimSun" charset="-122"/>
                <a:cs typeface="SimSun" charset="-122"/>
              </a:defRPr>
            </a:lvl1pPr>
          </a:lstStyle>
          <a:p>
            <a:r>
              <a:rPr kumimoji="1" lang="zh-CN" altLang="en-US" sz="3000"/>
              <a:t> </a:t>
            </a:r>
            <a:endParaRPr kumimoji="1" lang="zh-CN" altLang="en-US" sz="3000" dirty="0"/>
          </a:p>
        </p:txBody>
      </p:sp>
      <p:sp>
        <p:nvSpPr>
          <p:cNvPr id="7" name="标题 1"/>
          <p:cNvSpPr txBox="1">
            <a:spLocks/>
          </p:cNvSpPr>
          <p:nvPr userDrawn="1"/>
        </p:nvSpPr>
        <p:spPr>
          <a:xfrm>
            <a:off x="369277" y="115884"/>
            <a:ext cx="10515600" cy="555075"/>
          </a:xfrm>
          <a:prstGeom prst="rect">
            <a:avLst/>
          </a:prstGeom>
        </p:spPr>
        <p:txBody>
          <a:bodyPr vert="horz" lIns="45720" tIns="22860" rIns="45720" bIns="22860" rtlCol="0" anchor="ctr">
            <a:normAutofit/>
          </a:bodyPr>
          <a:lstStyle>
            <a:lvl1pPr algn="l" defTabSz="914400" rtl="0" eaLnBrk="1" latinLnBrk="0" hangingPunct="1">
              <a:lnSpc>
                <a:spcPct val="90000"/>
              </a:lnSpc>
              <a:spcBef>
                <a:spcPct val="0"/>
              </a:spcBef>
              <a:buNone/>
              <a:defRPr sz="6000" b="1" kern="1200">
                <a:solidFill>
                  <a:schemeClr val="tx1"/>
                </a:solidFill>
                <a:latin typeface="SimSun" charset="-122"/>
                <a:ea typeface="SimSun" charset="-122"/>
                <a:cs typeface="SimSun" charset="-122"/>
              </a:defRPr>
            </a:lvl1pPr>
          </a:lstStyle>
          <a:p>
            <a:endParaRPr kumimoji="1" lang="zh-CN" altLang="en-US" sz="3000" dirty="0"/>
          </a:p>
        </p:txBody>
      </p:sp>
    </p:spTree>
    <p:extLst>
      <p:ext uri="{BB962C8B-B14F-4D97-AF65-F5344CB8AC3E}">
        <p14:creationId xmlns:p14="http://schemas.microsoft.com/office/powerpoint/2010/main" val="210691927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321042" y="-1866"/>
            <a:ext cx="10515600" cy="790575"/>
          </a:xfrm>
        </p:spPr>
        <p:txBody>
          <a:bodyPr/>
          <a:lstStyle/>
          <a:p>
            <a:r>
              <a:rPr kumimoji="1" lang="zh-CN" altLang="en-US" dirty="0"/>
              <a:t>单击此处编辑母版标题样式</a:t>
            </a:r>
          </a:p>
        </p:txBody>
      </p:sp>
      <p:sp>
        <p:nvSpPr>
          <p:cNvPr id="3" name="文本占位符 2"/>
          <p:cNvSpPr>
            <a:spLocks noGrp="1"/>
          </p:cNvSpPr>
          <p:nvPr>
            <p:ph type="body" idx="1"/>
          </p:nvPr>
        </p:nvSpPr>
        <p:spPr>
          <a:xfrm>
            <a:off x="839787" y="1681163"/>
            <a:ext cx="5157788" cy="823913"/>
          </a:xfrm>
        </p:spPr>
        <p:txBody>
          <a:bodyPr anchor="b">
            <a:normAutofit/>
          </a:bodyPr>
          <a:lstStyle>
            <a:lvl1pPr marL="0" indent="0">
              <a:buNone/>
              <a:defRPr sz="18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kumimoji="1" lang="zh-CN" altLang="en-US" dirty="0"/>
              <a:t>单击此处编辑母版文本样式</a:t>
            </a:r>
          </a:p>
        </p:txBody>
      </p:sp>
      <p:sp>
        <p:nvSpPr>
          <p:cNvPr id="4" name="内容占位符 3"/>
          <p:cNvSpPr>
            <a:spLocks noGrp="1"/>
          </p:cNvSpPr>
          <p:nvPr>
            <p:ph sz="half" idx="2"/>
          </p:nvPr>
        </p:nvSpPr>
        <p:spPr>
          <a:xfrm>
            <a:off x="839787" y="2505075"/>
            <a:ext cx="5157788" cy="368458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5" name="文本占位符 4"/>
          <p:cNvSpPr>
            <a:spLocks noGrp="1"/>
          </p:cNvSpPr>
          <p:nvPr>
            <p:ph type="body" sz="quarter" idx="3"/>
          </p:nvPr>
        </p:nvSpPr>
        <p:spPr>
          <a:xfrm>
            <a:off x="6172200" y="1681163"/>
            <a:ext cx="5183188" cy="823913"/>
          </a:xfrm>
        </p:spPr>
        <p:txBody>
          <a:bodyPr anchor="b">
            <a:normAutofit/>
          </a:bodyPr>
          <a:lstStyle>
            <a:lvl1pPr marL="0" indent="0">
              <a:buNone/>
              <a:defRPr sz="18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kumimoji="1" lang="zh-CN" altLang="en-US" dirty="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标题 1"/>
          <p:cNvSpPr txBox="1">
            <a:spLocks/>
          </p:cNvSpPr>
          <p:nvPr userDrawn="1"/>
        </p:nvSpPr>
        <p:spPr>
          <a:xfrm>
            <a:off x="257908" y="115885"/>
            <a:ext cx="10515600" cy="555075"/>
          </a:xfrm>
          <a:prstGeom prst="rect">
            <a:avLst/>
          </a:prstGeom>
        </p:spPr>
        <p:txBody>
          <a:bodyPr vert="horz" lIns="45720" tIns="22860" rIns="45720" bIns="22860" rtlCol="0" anchor="ctr">
            <a:normAutofit/>
          </a:bodyPr>
          <a:lstStyle>
            <a:lvl1pPr algn="l" defTabSz="914400" rtl="0" eaLnBrk="1" latinLnBrk="0" hangingPunct="1">
              <a:lnSpc>
                <a:spcPct val="90000"/>
              </a:lnSpc>
              <a:spcBef>
                <a:spcPct val="0"/>
              </a:spcBef>
              <a:buNone/>
              <a:defRPr sz="6000" b="1" kern="1200">
                <a:solidFill>
                  <a:schemeClr val="tx1"/>
                </a:solidFill>
                <a:latin typeface="SimSun" charset="-122"/>
                <a:ea typeface="SimSun" charset="-122"/>
                <a:cs typeface="SimSun" charset="-122"/>
              </a:defRPr>
            </a:lvl1pPr>
          </a:lstStyle>
          <a:p>
            <a:r>
              <a:rPr kumimoji="1" lang="zh-CN" altLang="en-US" sz="3000"/>
              <a:t> </a:t>
            </a:r>
            <a:endParaRPr kumimoji="1" lang="zh-CN" altLang="en-US" sz="3000" dirty="0"/>
          </a:p>
        </p:txBody>
      </p:sp>
      <p:sp>
        <p:nvSpPr>
          <p:cNvPr id="8" name="标题 1"/>
          <p:cNvSpPr txBox="1">
            <a:spLocks/>
          </p:cNvSpPr>
          <p:nvPr userDrawn="1"/>
        </p:nvSpPr>
        <p:spPr>
          <a:xfrm>
            <a:off x="257908" y="115885"/>
            <a:ext cx="10515600" cy="555075"/>
          </a:xfrm>
          <a:prstGeom prst="rect">
            <a:avLst/>
          </a:prstGeom>
        </p:spPr>
        <p:txBody>
          <a:bodyPr vert="horz" lIns="45720" tIns="22860" rIns="45720" bIns="22860" rtlCol="0" anchor="ctr">
            <a:normAutofit/>
          </a:bodyPr>
          <a:lstStyle>
            <a:lvl1pPr algn="l" defTabSz="914400" rtl="0" eaLnBrk="1" latinLnBrk="0" hangingPunct="1">
              <a:lnSpc>
                <a:spcPct val="90000"/>
              </a:lnSpc>
              <a:spcBef>
                <a:spcPct val="0"/>
              </a:spcBef>
              <a:buNone/>
              <a:defRPr sz="6000" b="1" kern="1200">
                <a:solidFill>
                  <a:schemeClr val="tx1"/>
                </a:solidFill>
                <a:latin typeface="SimSun" charset="-122"/>
                <a:ea typeface="SimSun" charset="-122"/>
                <a:cs typeface="SimSun" charset="-122"/>
              </a:defRPr>
            </a:lvl1pPr>
          </a:lstStyle>
          <a:p>
            <a:endParaRPr kumimoji="1" lang="zh-CN" altLang="en-US" sz="3000" dirty="0"/>
          </a:p>
        </p:txBody>
      </p:sp>
      <p:sp>
        <p:nvSpPr>
          <p:cNvPr id="9" name="文本占位符 9"/>
          <p:cNvSpPr>
            <a:spLocks noGrp="1"/>
          </p:cNvSpPr>
          <p:nvPr>
            <p:ph type="body" sz="quarter" idx="10"/>
          </p:nvPr>
        </p:nvSpPr>
        <p:spPr>
          <a:xfrm>
            <a:off x="767862" y="906460"/>
            <a:ext cx="6224893" cy="457200"/>
          </a:xfrm>
        </p:spPr>
        <p:txBody>
          <a:bodyPr/>
          <a:lstStyle/>
          <a:p>
            <a:pPr lvl="0"/>
            <a:r>
              <a:rPr lang="zh-CN" altLang="en-US" dirty="0"/>
              <a:t>编辑母版文本样式</a:t>
            </a:r>
          </a:p>
        </p:txBody>
      </p:sp>
    </p:spTree>
    <p:extLst>
      <p:ext uri="{BB962C8B-B14F-4D97-AF65-F5344CB8AC3E}">
        <p14:creationId xmlns:p14="http://schemas.microsoft.com/office/powerpoint/2010/main" val="274091923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785812"/>
            <a:ext cx="3932238" cy="1271588"/>
          </a:xfrm>
        </p:spPr>
        <p:txBody>
          <a:bodyPr anchor="b"/>
          <a:lstStyle>
            <a:lvl1pPr>
              <a:defRPr sz="1600"/>
            </a:lvl1pPr>
          </a:lstStyle>
          <a:p>
            <a:r>
              <a:rPr kumimoji="1" lang="zh-CN" altLang="en-US" dirty="0"/>
              <a:t>单击此处编辑母版标题样式</a:t>
            </a:r>
          </a:p>
        </p:txBody>
      </p:sp>
      <p:sp>
        <p:nvSpPr>
          <p:cNvPr id="3" name="内容占位符 2"/>
          <p:cNvSpPr>
            <a:spLocks noGrp="1"/>
          </p:cNvSpPr>
          <p:nvPr>
            <p:ph idx="1" hasCustomPrompt="1"/>
          </p:nvPr>
        </p:nvSpPr>
        <p:spPr>
          <a:xfrm>
            <a:off x="5183188" y="785812"/>
            <a:ext cx="6172200" cy="5700713"/>
          </a:xfrm>
        </p:spPr>
        <p:txBody>
          <a:bodyPr>
            <a:normAutofit/>
          </a:bodyPr>
          <a:lstStyle>
            <a:lvl1pPr>
              <a:defRPr sz="2400" b="1"/>
            </a:lvl1pPr>
            <a:lvl2pPr>
              <a:defRPr sz="2200"/>
            </a:lvl2pPr>
            <a:lvl3pPr>
              <a:defRPr sz="2000"/>
            </a:lvl3pPr>
            <a:lvl4pPr>
              <a:defRPr sz="1800"/>
            </a:lvl4pPr>
            <a:lvl5pPr>
              <a:defRPr sz="1800"/>
            </a:lvl5pPr>
            <a:lvl6pPr>
              <a:defRPr sz="1000"/>
            </a:lvl6pPr>
            <a:lvl7pPr>
              <a:defRPr sz="1000"/>
            </a:lvl7pPr>
            <a:lvl8pPr>
              <a:defRPr sz="1000"/>
            </a:lvl8pPr>
            <a:lvl9pPr>
              <a:defRPr sz="1000"/>
            </a:lvl9pPr>
          </a:lstStyle>
          <a:p>
            <a:pPr lvl="0"/>
            <a:r>
              <a:rPr kumimoji="1" lang="zh-CN" altLang="en-US" dirty="0"/>
              <a:t>单击此处编辑母版文本样式</a:t>
            </a:r>
          </a:p>
          <a:p>
            <a:pPr lvl="1"/>
            <a:r>
              <a:rPr kumimoji="1" lang="zh-CN" altLang="en-US" dirty="0"/>
              <a:t>二级</a:t>
            </a:r>
          </a:p>
          <a:p>
            <a:pPr lvl="2"/>
            <a:r>
              <a:rPr kumimoji="1" lang="zh-CN" altLang="en-US" dirty="0"/>
              <a:t>三级</a:t>
            </a:r>
          </a:p>
        </p:txBody>
      </p:sp>
      <p:sp>
        <p:nvSpPr>
          <p:cNvPr id="4" name="文本占位符 3"/>
          <p:cNvSpPr>
            <a:spLocks noGrp="1"/>
          </p:cNvSpPr>
          <p:nvPr>
            <p:ph type="body" sz="half" idx="2"/>
          </p:nvPr>
        </p:nvSpPr>
        <p:spPr>
          <a:xfrm>
            <a:off x="839788" y="2057400"/>
            <a:ext cx="3932238" cy="4429125"/>
          </a:xfrm>
        </p:spPr>
        <p:txBody>
          <a:bodyPr>
            <a:normAutofit/>
          </a:bodyPr>
          <a:lstStyle>
            <a:lvl1pPr marL="0" indent="0">
              <a:buNone/>
              <a:defRPr sz="1200"/>
            </a:lvl1pPr>
            <a:lvl2pPr marL="228600" indent="0">
              <a:buNone/>
              <a:defRPr sz="700"/>
            </a:lvl2pPr>
            <a:lvl3pPr marL="457200" indent="0">
              <a:buNone/>
              <a:defRPr sz="600"/>
            </a:lvl3pPr>
            <a:lvl4pPr marL="685800" indent="0">
              <a:buNone/>
              <a:defRPr sz="500"/>
            </a:lvl4pPr>
            <a:lvl5pPr marL="914400" indent="0">
              <a:buNone/>
              <a:defRPr sz="500"/>
            </a:lvl5pPr>
            <a:lvl6pPr marL="1143000" indent="0">
              <a:buNone/>
              <a:defRPr sz="500"/>
            </a:lvl6pPr>
            <a:lvl7pPr marL="1371600" indent="0">
              <a:buNone/>
              <a:defRPr sz="500"/>
            </a:lvl7pPr>
            <a:lvl8pPr marL="1600200" indent="0">
              <a:buNone/>
              <a:defRPr sz="500"/>
            </a:lvl8pPr>
            <a:lvl9pPr marL="1828800" indent="0">
              <a:buNone/>
              <a:defRPr sz="500"/>
            </a:lvl9pPr>
          </a:lstStyle>
          <a:p>
            <a:pPr lvl="0"/>
            <a:r>
              <a:rPr kumimoji="1" lang="zh-CN" altLang="en-US" dirty="0"/>
              <a:t>单击此处编辑母版文本样式</a:t>
            </a:r>
          </a:p>
        </p:txBody>
      </p:sp>
      <p:sp>
        <p:nvSpPr>
          <p:cNvPr id="5" name="标题 1"/>
          <p:cNvSpPr txBox="1">
            <a:spLocks/>
          </p:cNvSpPr>
          <p:nvPr userDrawn="1"/>
        </p:nvSpPr>
        <p:spPr>
          <a:xfrm>
            <a:off x="257908" y="115885"/>
            <a:ext cx="10515600" cy="555075"/>
          </a:xfrm>
          <a:prstGeom prst="rect">
            <a:avLst/>
          </a:prstGeom>
        </p:spPr>
        <p:txBody>
          <a:bodyPr vert="horz" lIns="45720" tIns="22860" rIns="45720" bIns="22860" rtlCol="0" anchor="ctr">
            <a:normAutofit/>
          </a:bodyPr>
          <a:lstStyle>
            <a:lvl1pPr algn="l" defTabSz="914400" rtl="0" eaLnBrk="1" latinLnBrk="0" hangingPunct="1">
              <a:lnSpc>
                <a:spcPct val="90000"/>
              </a:lnSpc>
              <a:spcBef>
                <a:spcPct val="0"/>
              </a:spcBef>
              <a:buNone/>
              <a:defRPr sz="6000" b="1" kern="1200">
                <a:solidFill>
                  <a:schemeClr val="tx1"/>
                </a:solidFill>
                <a:latin typeface="SimSun" charset="-122"/>
                <a:ea typeface="SimSun" charset="-122"/>
                <a:cs typeface="SimSun" charset="-122"/>
              </a:defRPr>
            </a:lvl1pPr>
          </a:lstStyle>
          <a:p>
            <a:r>
              <a:rPr kumimoji="1" lang="zh-CN" altLang="en-US" sz="3000"/>
              <a:t> </a:t>
            </a:r>
            <a:endParaRPr kumimoji="1" lang="zh-CN" altLang="en-US" sz="3000" dirty="0"/>
          </a:p>
        </p:txBody>
      </p:sp>
      <p:sp>
        <p:nvSpPr>
          <p:cNvPr id="6" name="标题 1"/>
          <p:cNvSpPr txBox="1">
            <a:spLocks/>
          </p:cNvSpPr>
          <p:nvPr userDrawn="1"/>
        </p:nvSpPr>
        <p:spPr>
          <a:xfrm>
            <a:off x="465993" y="115885"/>
            <a:ext cx="10515600" cy="555075"/>
          </a:xfrm>
          <a:prstGeom prst="rect">
            <a:avLst/>
          </a:prstGeom>
        </p:spPr>
        <p:txBody>
          <a:bodyPr vert="horz" lIns="45720" tIns="22860" rIns="45720" bIns="22860" rtlCol="0" anchor="ctr">
            <a:normAutofit/>
          </a:bodyPr>
          <a:lstStyle>
            <a:lvl1pPr algn="l" defTabSz="914400" rtl="0" eaLnBrk="1" latinLnBrk="0" hangingPunct="1">
              <a:lnSpc>
                <a:spcPct val="90000"/>
              </a:lnSpc>
              <a:spcBef>
                <a:spcPct val="0"/>
              </a:spcBef>
              <a:buNone/>
              <a:defRPr sz="6000" b="1" kern="1200">
                <a:solidFill>
                  <a:schemeClr val="tx1"/>
                </a:solidFill>
                <a:latin typeface="SimSun" charset="-122"/>
                <a:ea typeface="SimSun" charset="-122"/>
                <a:cs typeface="SimSun" charset="-122"/>
              </a:defRPr>
            </a:lvl1pPr>
          </a:lstStyle>
          <a:p>
            <a:endParaRPr kumimoji="1" lang="zh-CN" altLang="en-US" sz="3000" dirty="0"/>
          </a:p>
        </p:txBody>
      </p:sp>
      <p:sp>
        <p:nvSpPr>
          <p:cNvPr id="7" name="标题 1"/>
          <p:cNvSpPr txBox="1">
            <a:spLocks/>
          </p:cNvSpPr>
          <p:nvPr userDrawn="1"/>
        </p:nvSpPr>
        <p:spPr>
          <a:xfrm>
            <a:off x="321042" y="115884"/>
            <a:ext cx="7363436" cy="672825"/>
          </a:xfrm>
          <a:prstGeom prst="rect">
            <a:avLst/>
          </a:prstGeom>
        </p:spPr>
        <p:txBody>
          <a:bodyPr vert="horz" lIns="45720" tIns="22860" rIns="45720" bIns="22860" rtlCol="0" anchor="ctr">
            <a:normAutofit/>
          </a:bodyPr>
          <a:lstStyle>
            <a:lvl1pPr algn="l" defTabSz="914400" rtl="0" eaLnBrk="1" latinLnBrk="0" hangingPunct="1">
              <a:lnSpc>
                <a:spcPct val="90000"/>
              </a:lnSpc>
              <a:spcBef>
                <a:spcPct val="0"/>
              </a:spcBef>
              <a:buNone/>
              <a:defRPr sz="6000" b="1" kern="1200">
                <a:solidFill>
                  <a:schemeClr val="tx1"/>
                </a:solidFill>
                <a:latin typeface="SimSun" charset="-122"/>
                <a:ea typeface="SimSun" charset="-122"/>
                <a:cs typeface="SimSun" charset="-122"/>
              </a:defRPr>
            </a:lvl1pPr>
          </a:lstStyle>
          <a:p>
            <a:r>
              <a:rPr kumimoji="1" lang="zh-CN" altLang="en-US" sz="3000" dirty="0"/>
              <a:t>单击此处编辑母版标题样式</a:t>
            </a:r>
          </a:p>
        </p:txBody>
      </p:sp>
    </p:spTree>
    <p:extLst>
      <p:ext uri="{BB962C8B-B14F-4D97-AF65-F5344CB8AC3E}">
        <p14:creationId xmlns:p14="http://schemas.microsoft.com/office/powerpoint/2010/main" val="7168437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7F0373-AB0F-4B6F-990A-2DEC2DC7F179}" type="datetimeFigureOut">
              <a:rPr lang="en-US" smtClean="0"/>
              <a:t>3/31/26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AAED40-3296-4636-AD19-6961F9E7CB03}" type="slidenum">
              <a:rPr lang="en-US" smtClean="0"/>
              <a:t>‹#›</a:t>
            </a:fld>
            <a:endParaRPr lang="en-US"/>
          </a:p>
        </p:txBody>
      </p:sp>
    </p:spTree>
    <p:extLst>
      <p:ext uri="{BB962C8B-B14F-4D97-AF65-F5344CB8AC3E}">
        <p14:creationId xmlns:p14="http://schemas.microsoft.com/office/powerpoint/2010/main" val="281468566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cSld name="标题与副标题 拷贝 1">
    <p:spTree>
      <p:nvGrpSpPr>
        <p:cNvPr id="1" name=""/>
        <p:cNvGrpSpPr/>
        <p:nvPr/>
      </p:nvGrpSpPr>
      <p:grpSpPr>
        <a:xfrm>
          <a:off x="0" y="0"/>
          <a:ext cx="0" cy="0"/>
          <a:chOff x="0" y="0"/>
          <a:chExt cx="0" cy="0"/>
        </a:xfrm>
      </p:grpSpPr>
      <p:sp>
        <p:nvSpPr>
          <p:cNvPr id="118" name="ICCSD · KEYNOTE演示文稿"/>
          <p:cNvSpPr txBox="1"/>
          <p:nvPr/>
        </p:nvSpPr>
        <p:spPr>
          <a:xfrm>
            <a:off x="11461265" y="6536081"/>
            <a:ext cx="286938" cy="179857"/>
          </a:xfrm>
          <a:prstGeom prst="rect">
            <a:avLst/>
          </a:prstGeom>
          <a:ln w="12700">
            <a:miter lim="400000"/>
          </a:ln>
          <a:extLst>
            <a:ext uri="{C572A759-6A51-4108-AA02-DFA0A04FC94B}">
              <ma14:wrappingTextBoxFlag xmlns="" xmlns:ma14="http://schemas.microsoft.com/office/mac/drawingml/2011/main" val="1"/>
            </a:ext>
          </a:extLst>
        </p:spPr>
        <p:txBody>
          <a:bodyPr wrap="none" lIns="35719" tIns="35719" rIns="35719" bIns="35719" anchor="ctr">
            <a:spAutoFit/>
          </a:bodyPr>
          <a:lstStyle>
            <a:lvl1pPr algn="r" defTabSz="821531">
              <a:defRPr sz="1400" b="0">
                <a:solidFill>
                  <a:srgbClr val="53585F"/>
                </a:solidFill>
                <a:latin typeface="Lantinghei SC Extralight"/>
                <a:ea typeface="Lantinghei SC Extralight"/>
                <a:cs typeface="Lantinghei SC Extralight"/>
                <a:sym typeface="Lantinghei SC Extralight"/>
              </a:defRPr>
            </a:lvl1pPr>
          </a:lstStyle>
          <a:p>
            <a:r>
              <a:rPr sz="700" dirty="0"/>
              <a:t>ICCSD</a:t>
            </a:r>
          </a:p>
        </p:txBody>
      </p:sp>
      <p:sp>
        <p:nvSpPr>
          <p:cNvPr id="119" name="幻灯片编号"/>
          <p:cNvSpPr txBox="1">
            <a:spLocks noGrp="1"/>
          </p:cNvSpPr>
          <p:nvPr>
            <p:ph type="sldNum" sz="quarter" idx="2"/>
          </p:nvPr>
        </p:nvSpPr>
        <p:spPr>
          <a:xfrm>
            <a:off x="11820111" y="6500524"/>
            <a:ext cx="144270" cy="226023"/>
          </a:xfrm>
          <a:prstGeom prst="rect">
            <a:avLst/>
          </a:prstGeom>
        </p:spPr>
        <p:txBody>
          <a:bodyPr lIns="71437" tIns="71437" rIns="71437" bIns="71437"/>
          <a:lstStyle>
            <a:lvl1pPr defTabSz="410766">
              <a:defRPr sz="1000">
                <a:solidFill>
                  <a:srgbClr val="53585F"/>
                </a:solidFill>
                <a:latin typeface="Roboto Regular"/>
                <a:ea typeface="Roboto Regular"/>
                <a:cs typeface="Roboto Regular"/>
                <a:sym typeface="Roboto Regular"/>
              </a:defRPr>
            </a:lvl1pPr>
          </a:lstStyle>
          <a:p>
            <a:r>
              <a:rPr lang="en-US" altLang="zh-CN" dirty="0"/>
              <a:t>1</a:t>
            </a:r>
            <a:endParaRPr dirty="0"/>
          </a:p>
        </p:txBody>
      </p:sp>
      <p:pic>
        <p:nvPicPr>
          <p:cNvPr id="4" name="图片 3"/>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85461" y="6386920"/>
            <a:ext cx="1914802" cy="350018"/>
          </a:xfrm>
          <a:prstGeom prst="rect">
            <a:avLst/>
          </a:prstGeom>
        </p:spPr>
      </p:pic>
      <p:pic>
        <p:nvPicPr>
          <p:cNvPr id="5" name="图片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4512" y="6668780"/>
            <a:ext cx="12600000" cy="398205"/>
          </a:xfrm>
          <a:prstGeom prst="rect">
            <a:avLst/>
          </a:prstGeom>
        </p:spPr>
      </p:pic>
    </p:spTree>
    <p:extLst>
      <p:ext uri="{BB962C8B-B14F-4D97-AF65-F5344CB8AC3E}">
        <p14:creationId xmlns:p14="http://schemas.microsoft.com/office/powerpoint/2010/main" val="3309270523"/>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ltLang="zh-CN"/>
          </a:p>
        </p:txBody>
      </p:sp>
      <p:sp>
        <p:nvSpPr>
          <p:cNvPr id="3" name="Footer Placeholder 2"/>
          <p:cNvSpPr>
            <a:spLocks noGrp="1"/>
          </p:cNvSpPr>
          <p:nvPr>
            <p:ph type="ftr" sz="quarter" idx="11"/>
          </p:nvPr>
        </p:nvSpPr>
        <p:spPr/>
        <p:txBody>
          <a:bodyPr/>
          <a:lstStyle/>
          <a:p>
            <a:pPr>
              <a:defRPr/>
            </a:pPr>
            <a:endParaRPr lang="en-US" altLang="zh-CN"/>
          </a:p>
        </p:txBody>
      </p:sp>
      <p:sp>
        <p:nvSpPr>
          <p:cNvPr id="4" name="Slide Number Placeholder 3"/>
          <p:cNvSpPr>
            <a:spLocks noGrp="1"/>
          </p:cNvSpPr>
          <p:nvPr>
            <p:ph type="sldNum" sz="quarter" idx="12"/>
          </p:nvPr>
        </p:nvSpPr>
        <p:spPr/>
        <p:txBody>
          <a:bodyPr/>
          <a:lstStyle/>
          <a:p>
            <a:fld id="{86CB4B4D-7CA3-9044-876B-883B54F8677D}" type="slidenum">
              <a:rPr lang="en-US" altLang="zh-CN" smtClean="0"/>
              <a:t>‹#›</a:t>
            </a:fld>
            <a:endParaRPr lang="en-US" altLang="zh-CN"/>
          </a:p>
        </p:txBody>
      </p:sp>
    </p:spTree>
    <p:extLst>
      <p:ext uri="{BB962C8B-B14F-4D97-AF65-F5344CB8AC3E}">
        <p14:creationId xmlns:p14="http://schemas.microsoft.com/office/powerpoint/2010/main" val="399103908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54BD181-E557-4E44-8DBD-A6A79F8036C5}"/>
              </a:ext>
            </a:extLst>
          </p:cNvPr>
          <p:cNvSpPr>
            <a:spLocks noGrp="1"/>
          </p:cNvSpPr>
          <p:nvPr>
            <p:ph idx="1"/>
          </p:nvPr>
        </p:nvSpPr>
        <p:spPr>
          <a:xfrm>
            <a:off x="335360" y="874644"/>
            <a:ext cx="11521280" cy="5773806"/>
          </a:xfrm>
          <a:prstGeom prst="rect">
            <a:avLst/>
          </a:prstGeom>
        </p:spPr>
        <p:txBody>
          <a:bodyPr/>
          <a:lstStyle>
            <a:lvl1pPr>
              <a:lnSpc>
                <a:spcPct val="100000"/>
              </a:lnSpc>
              <a:defRPr sz="2800">
                <a:latin typeface="Microsoft YaHei" panose="020B0503020204020204" pitchFamily="34" charset="-122"/>
                <a:ea typeface="Microsoft YaHei" panose="020B0503020204020204" pitchFamily="34" charset="-122"/>
              </a:defRPr>
            </a:lvl1pPr>
            <a:lvl2pPr>
              <a:lnSpc>
                <a:spcPct val="100000"/>
              </a:lnSpc>
              <a:defRPr sz="2700">
                <a:latin typeface="Microsoft YaHei" panose="020B0503020204020204" pitchFamily="34" charset="-122"/>
                <a:ea typeface="Microsoft YaHei" panose="020B0503020204020204" pitchFamily="34" charset="-122"/>
              </a:defRPr>
            </a:lvl2pPr>
            <a:lvl3pPr>
              <a:lnSpc>
                <a:spcPct val="100000"/>
              </a:lnSpc>
              <a:defRPr sz="2200">
                <a:latin typeface="Microsoft YaHei" panose="020B0503020204020204" pitchFamily="34" charset="-122"/>
                <a:ea typeface="Microsoft YaHei" panose="020B0503020204020204" pitchFamily="34" charset="-122"/>
              </a:defRPr>
            </a:lvl3pPr>
            <a:lvl4pPr>
              <a:lnSpc>
                <a:spcPct val="100000"/>
              </a:lnSpc>
              <a:defRPr sz="2000">
                <a:latin typeface="Microsoft YaHei" panose="020B0503020204020204" pitchFamily="34" charset="-122"/>
                <a:ea typeface="Microsoft YaHei" panose="020B0503020204020204" pitchFamily="34" charset="-122"/>
              </a:defRPr>
            </a:lvl4pPr>
            <a:lvl5pPr>
              <a:lnSpc>
                <a:spcPct val="100000"/>
              </a:lnSpc>
              <a:defRPr sz="2000">
                <a:latin typeface="Microsoft YaHei" panose="020B0503020204020204" pitchFamily="34" charset="-122"/>
                <a:ea typeface="Microsoft YaHei"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标题 1">
            <a:extLst>
              <a:ext uri="{FF2B5EF4-FFF2-40B4-BE49-F238E27FC236}">
                <a16:creationId xmlns:a16="http://schemas.microsoft.com/office/drawing/2014/main" id="{526675AC-26DF-444C-AC39-AA9E2D4CA775}"/>
              </a:ext>
            </a:extLst>
          </p:cNvPr>
          <p:cNvSpPr>
            <a:spLocks noGrp="1"/>
          </p:cNvSpPr>
          <p:nvPr>
            <p:ph type="title"/>
          </p:nvPr>
        </p:nvSpPr>
        <p:spPr>
          <a:xfrm>
            <a:off x="4094922" y="84259"/>
            <a:ext cx="8097079" cy="598911"/>
          </a:xfrm>
          <a:prstGeom prst="rect">
            <a:avLst/>
          </a:prstGeom>
        </p:spPr>
        <p:txBody>
          <a:bodyPr/>
          <a:lstStyle>
            <a:lvl1pPr algn="ctr">
              <a:lnSpc>
                <a:spcPct val="100000"/>
              </a:lnSpc>
              <a:defRPr sz="3300" b="1">
                <a:solidFill>
                  <a:srgbClr val="FF0000"/>
                </a:solidFill>
                <a:latin typeface="Microsoft YaHei" panose="020B0503020204020204" pitchFamily="34" charset="-122"/>
                <a:ea typeface="Microsoft YaHei"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265744961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normAutofit/>
          </a:bodyPr>
          <a:lstStyle>
            <a:lvl1pPr algn="ctr">
              <a:lnSpc>
                <a:spcPct val="120000"/>
              </a:lnSpc>
              <a:defRPr lang="zh-CN" altLang="en-US" sz="4000" b="1" kern="1200" dirty="0">
                <a:solidFill>
                  <a:schemeClr val="tx1">
                    <a:lumMod val="75000"/>
                    <a:lumOff val="25000"/>
                  </a:schemeClr>
                </a:solidFill>
                <a:latin typeface="微软雅黑" pitchFamily="34" charset="-122"/>
                <a:ea typeface="微软雅黑" pitchFamily="34" charset="-122"/>
                <a:cs typeface="+mj-cs"/>
              </a:defRPr>
            </a:lvl1pPr>
          </a:lstStyle>
          <a:p>
            <a:r>
              <a:rPr lang="zh-CN" altLang="en-US" dirty="0"/>
              <a:t>单击此处编辑母版标题样式</a:t>
            </a:r>
          </a:p>
        </p:txBody>
      </p:sp>
      <p:sp>
        <p:nvSpPr>
          <p:cNvPr id="3" name="副标题 2"/>
          <p:cNvSpPr>
            <a:spLocks noGrp="1"/>
          </p:cNvSpPr>
          <p:nvPr>
            <p:ph type="subTitle" idx="1"/>
          </p:nvPr>
        </p:nvSpPr>
        <p:spPr>
          <a:xfrm>
            <a:off x="3692779" y="4157574"/>
            <a:ext cx="4806444" cy="500137"/>
          </a:xfrm>
          <a:noFill/>
        </p:spPr>
        <p:txBody>
          <a:bodyPr wrap="none" rtlCol="0">
            <a:spAutoFit/>
          </a:bodyPr>
          <a:lstStyle>
            <a:lvl1pPr marL="0" indent="0">
              <a:buNone/>
              <a:defRPr lang="zh-CN" altLang="en-US" sz="2800" b="0" dirty="0">
                <a:solidFill>
                  <a:srgbClr val="827D83"/>
                </a:solidFill>
                <a:latin typeface="微软雅黑" panose="020B0503020204020204" pitchFamily="34" charset="-122"/>
                <a:ea typeface="微软雅黑" panose="020B0503020204020204" pitchFamily="34" charset="-122"/>
              </a:defRPr>
            </a:lvl1pPr>
          </a:lstStyle>
          <a:p>
            <a:pPr marL="0" lvl="0" algn="ctr"/>
            <a:r>
              <a:rPr lang="zh-CN" altLang="en-US"/>
              <a:t>单击此处编辑母版副标题样式</a:t>
            </a:r>
            <a:endParaRPr lang="zh-CN" altLang="en-US" dirty="0"/>
          </a:p>
        </p:txBody>
      </p:sp>
      <p:sp>
        <p:nvSpPr>
          <p:cNvPr id="4" name="日期占位符 3"/>
          <p:cNvSpPr>
            <a:spLocks noGrp="1"/>
          </p:cNvSpPr>
          <p:nvPr>
            <p:ph type="dt" sz="half" idx="10"/>
          </p:nvPr>
        </p:nvSpPr>
        <p:spPr>
          <a:xfrm>
            <a:off x="838200" y="6356351"/>
            <a:ext cx="2743200" cy="365126"/>
          </a:xfrm>
          <a:prstGeom prst="rect">
            <a:avLst/>
          </a:prstGeom>
        </p:spPr>
        <p:txBody>
          <a:bodyPr/>
          <a:lstStyle>
            <a:lvl1pPr>
              <a:defRPr sz="1467" b="0">
                <a:latin typeface="Arial" panose="020B0604020202020204" pitchFamily="34" charset="0"/>
                <a:ea typeface="微软雅黑" panose="020B0503020204020204" pitchFamily="34" charset="-122"/>
                <a:cs typeface="Arial" panose="020B0604020202020204" pitchFamily="34" charset="0"/>
              </a:defRPr>
            </a:lvl1pPr>
          </a:lstStyle>
          <a:p>
            <a:fld id="{CC4C7F8D-870C-4ED5-A834-9D35E462DDF9}" type="datetime1">
              <a:rPr lang="zh-CN" altLang="en-US" smtClean="0"/>
              <a:t>2026/3/31</a:t>
            </a:fld>
            <a:endParaRPr lang="zh-CN" altLang="en-US" dirty="0"/>
          </a:p>
        </p:txBody>
      </p:sp>
      <p:sp>
        <p:nvSpPr>
          <p:cNvPr id="6" name="灯片编号占位符 5"/>
          <p:cNvSpPr>
            <a:spLocks noGrp="1"/>
          </p:cNvSpPr>
          <p:nvPr>
            <p:ph type="sldNum" sz="quarter" idx="12"/>
          </p:nvPr>
        </p:nvSpPr>
        <p:spPr/>
        <p:txBody>
          <a:bodyPr/>
          <a:lstStyle>
            <a:lvl1pPr>
              <a:defRPr sz="1467" b="0">
                <a:latin typeface="Arial" panose="020B0604020202020204" pitchFamily="34" charset="0"/>
                <a:ea typeface="微软雅黑" panose="020B0503020204020204" pitchFamily="34" charset="-122"/>
                <a:cs typeface="Arial" panose="020B0604020202020204" pitchFamily="34" charset="0"/>
              </a:defRPr>
            </a:lvl1pPr>
          </a:lstStyle>
          <a:p>
            <a:fld id="{74274608-FAEA-4BA9-9E21-15CB47E6C119}" type="slidenum">
              <a:rPr lang="zh-CN" altLang="en-US" smtClean="0"/>
              <a:pPr/>
              <a:t>‹#›</a:t>
            </a:fld>
            <a:endParaRPr lang="zh-CN" altLang="en-US"/>
          </a:p>
        </p:txBody>
      </p:sp>
    </p:spTree>
    <p:extLst>
      <p:ext uri="{BB962C8B-B14F-4D97-AF65-F5344CB8AC3E}">
        <p14:creationId xmlns:p14="http://schemas.microsoft.com/office/powerpoint/2010/main" val="101365394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14682" y="212726"/>
            <a:ext cx="4447371" cy="457048"/>
          </a:xfrm>
          <a:prstGeom prst="rect">
            <a:avLst/>
          </a:prstGeom>
        </p:spPr>
        <p:txBody>
          <a:bodyPr/>
          <a:lstStyle>
            <a:lvl1pPr>
              <a:defRPr sz="2800"/>
            </a:lvl1p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灯片编号占位符 5"/>
          <p:cNvSpPr>
            <a:spLocks noGrp="1"/>
          </p:cNvSpPr>
          <p:nvPr>
            <p:ph type="sldNum" sz="quarter" idx="12"/>
          </p:nvPr>
        </p:nvSpPr>
        <p:spPr>
          <a:xfrm>
            <a:off x="8825408" y="6520259"/>
            <a:ext cx="2743200" cy="365126"/>
          </a:xfrm>
        </p:spPr>
        <p:txBody>
          <a:bodyPr/>
          <a:lstStyle>
            <a:lvl1pPr>
              <a:defRPr>
                <a:solidFill>
                  <a:schemeClr val="bg1"/>
                </a:solidFill>
              </a:defRPr>
            </a:lvl1pPr>
          </a:lstStyle>
          <a:p>
            <a:fld id="{74274608-FAEA-4BA9-9E21-15CB47E6C119}" type="slidenum">
              <a:rPr lang="zh-CN" altLang="en-US" smtClean="0"/>
              <a:pPr/>
              <a:t>‹#›</a:t>
            </a:fld>
            <a:endParaRPr lang="zh-CN" altLang="en-US"/>
          </a:p>
        </p:txBody>
      </p:sp>
    </p:spTree>
    <p:extLst>
      <p:ext uri="{BB962C8B-B14F-4D97-AF65-F5344CB8AC3E}">
        <p14:creationId xmlns:p14="http://schemas.microsoft.com/office/powerpoint/2010/main" val="285987423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14681" y="212726"/>
            <a:ext cx="3831818" cy="401648"/>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838200" y="6356351"/>
            <a:ext cx="2743200" cy="365126"/>
          </a:xfrm>
          <a:prstGeom prst="rect">
            <a:avLst/>
          </a:prstGeom>
        </p:spPr>
        <p:txBody>
          <a:bodyPr/>
          <a:lstStyle/>
          <a:p>
            <a:fld id="{ACE88436-B6CE-48BB-9183-05F3E41FC4B1}" type="datetime1">
              <a:rPr lang="zh-CN" altLang="en-US" smtClean="0"/>
              <a:t>2026/3/31</a:t>
            </a:fld>
            <a:endParaRPr lang="zh-CN" altLang="en-US"/>
          </a:p>
        </p:txBody>
      </p:sp>
      <p:sp>
        <p:nvSpPr>
          <p:cNvPr id="4" name="页脚占位符 3"/>
          <p:cNvSpPr>
            <a:spLocks noGrp="1"/>
          </p:cNvSpPr>
          <p:nvPr>
            <p:ph type="ftr" sz="quarter" idx="11"/>
          </p:nvPr>
        </p:nvSpPr>
        <p:spPr>
          <a:xfrm>
            <a:off x="4038600" y="6356352"/>
            <a:ext cx="4114800" cy="365126"/>
          </a:xfrm>
          <a:prstGeom prst="rect">
            <a:avLst/>
          </a:prstGeom>
        </p:spPr>
        <p:txBody>
          <a:bodyPr lIns="68579" tIns="34289" rIns="68579" bIns="34289"/>
          <a:lstStyle/>
          <a:p>
            <a:endParaRPr lang="zh-CN" altLang="en-US" dirty="0"/>
          </a:p>
        </p:txBody>
      </p:sp>
      <p:sp>
        <p:nvSpPr>
          <p:cNvPr id="5" name="灯片编号占位符 4"/>
          <p:cNvSpPr>
            <a:spLocks noGrp="1"/>
          </p:cNvSpPr>
          <p:nvPr>
            <p:ph type="sldNum" sz="quarter" idx="12"/>
          </p:nvPr>
        </p:nvSpPr>
        <p:spPr/>
        <p:txBody>
          <a:bodyPr/>
          <a:lstStyle/>
          <a:p>
            <a:fld id="{74274608-FAEA-4BA9-9E21-15CB47E6C119}" type="slidenum">
              <a:rPr lang="zh-CN" altLang="en-US" smtClean="0"/>
              <a:pPr/>
              <a:t>‹#›</a:t>
            </a:fld>
            <a:endParaRPr lang="zh-CN" altLang="en-US"/>
          </a:p>
        </p:txBody>
      </p:sp>
      <p:sp>
        <p:nvSpPr>
          <p:cNvPr id="10" name="文本占位符 9"/>
          <p:cNvSpPr>
            <a:spLocks noGrp="1"/>
          </p:cNvSpPr>
          <p:nvPr>
            <p:ph type="body" sz="quarter" idx="13"/>
          </p:nvPr>
        </p:nvSpPr>
        <p:spPr>
          <a:xfrm>
            <a:off x="614365" y="1016003"/>
            <a:ext cx="4909036" cy="500137"/>
          </a:xfrm>
        </p:spPr>
        <p:txBody>
          <a:bodyPr wrap="none" anchor="t">
            <a:spAutoFit/>
          </a:bodyPr>
          <a:lstStyle>
            <a:lvl1pPr>
              <a:buSzPct val="100000"/>
              <a:defRPr lang="zh-CN" altLang="en-US" sz="2800" b="1" dirty="0" smtClean="0">
                <a:latin typeface="Arial" panose="020B0604020202020204" pitchFamily="34" charset="0"/>
                <a:cs typeface="Arial" pitchFamily="34" charset="0"/>
              </a:defRPr>
            </a:lvl1pPr>
          </a:lstStyle>
          <a:p>
            <a:pPr marL="457195" lvl="0" indent="-457195">
              <a:spcBef>
                <a:spcPct val="0"/>
              </a:spcBef>
            </a:pPr>
            <a:r>
              <a:rPr lang="zh-CN" altLang="en-US"/>
              <a:t>单击此处编辑母版文本样式</a:t>
            </a:r>
          </a:p>
        </p:txBody>
      </p:sp>
    </p:spTree>
    <p:extLst>
      <p:ext uri="{BB962C8B-B14F-4D97-AF65-F5344CB8AC3E}">
        <p14:creationId xmlns:p14="http://schemas.microsoft.com/office/powerpoint/2010/main" val="249294112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14681" y="212726"/>
            <a:ext cx="3831818" cy="401648"/>
          </a:xfrm>
          <a:prstGeom prst="rect">
            <a:avLst/>
          </a:prstGeom>
        </p:spPr>
        <p:txBody>
          <a:bodyPr/>
          <a:lstStyle/>
          <a:p>
            <a:r>
              <a:rPr lang="zh-CN" altLang="en-US"/>
              <a:t>单击此处编辑母版标题样式</a:t>
            </a:r>
            <a:endParaRPr lang="zh-CN" altLang="en-US" dirty="0"/>
          </a:p>
        </p:txBody>
      </p:sp>
      <p:sp>
        <p:nvSpPr>
          <p:cNvPr id="3" name="内容占位符 2"/>
          <p:cNvSpPr>
            <a:spLocks noGrp="1"/>
          </p:cNvSpPr>
          <p:nvPr>
            <p:ph sz="half" idx="1"/>
          </p:nvPr>
        </p:nvSpPr>
        <p:spPr>
          <a:xfrm>
            <a:off x="838200" y="1825625"/>
            <a:ext cx="5181600" cy="4351339"/>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6172200" y="1825625"/>
            <a:ext cx="5181600" cy="4351339"/>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838200" y="6356351"/>
            <a:ext cx="2743200" cy="365126"/>
          </a:xfrm>
          <a:prstGeom prst="rect">
            <a:avLst/>
          </a:prstGeom>
        </p:spPr>
        <p:txBody>
          <a:bodyPr/>
          <a:lstStyle/>
          <a:p>
            <a:fld id="{9AD79C28-A2AC-4EBE-9AD6-6795388C1009}" type="datetime1">
              <a:rPr lang="zh-CN" altLang="en-US" smtClean="0"/>
              <a:t>2026/3/31</a:t>
            </a:fld>
            <a:endParaRPr lang="zh-CN" altLang="en-US"/>
          </a:p>
        </p:txBody>
      </p:sp>
      <p:sp>
        <p:nvSpPr>
          <p:cNvPr id="6" name="页脚占位符 5"/>
          <p:cNvSpPr>
            <a:spLocks noGrp="1"/>
          </p:cNvSpPr>
          <p:nvPr>
            <p:ph type="ftr" sz="quarter" idx="11"/>
          </p:nvPr>
        </p:nvSpPr>
        <p:spPr>
          <a:xfrm>
            <a:off x="4038600" y="6356352"/>
            <a:ext cx="4114800" cy="365126"/>
          </a:xfrm>
          <a:prstGeom prst="rect">
            <a:avLst/>
          </a:prstGeom>
        </p:spPr>
        <p:txBody>
          <a:bodyPr lIns="68579" tIns="34289" rIns="68579" bIns="34289"/>
          <a:lstStyle/>
          <a:p>
            <a:endParaRPr lang="zh-CN" altLang="en-US" dirty="0"/>
          </a:p>
        </p:txBody>
      </p:sp>
      <p:sp>
        <p:nvSpPr>
          <p:cNvPr id="7" name="灯片编号占位符 6"/>
          <p:cNvSpPr>
            <a:spLocks noGrp="1"/>
          </p:cNvSpPr>
          <p:nvPr>
            <p:ph type="sldNum" sz="quarter" idx="12"/>
          </p:nvPr>
        </p:nvSpPr>
        <p:spPr/>
        <p:txBody>
          <a:bodyPr/>
          <a:lstStyle/>
          <a:p>
            <a:fld id="{74274608-FAEA-4BA9-9E21-15CB47E6C119}" type="slidenum">
              <a:rPr lang="zh-CN" altLang="en-US" smtClean="0"/>
              <a:t>‹#›</a:t>
            </a:fld>
            <a:endParaRPr lang="zh-CN" altLang="en-US"/>
          </a:p>
        </p:txBody>
      </p:sp>
    </p:spTree>
    <p:extLst>
      <p:ext uri="{BB962C8B-B14F-4D97-AF65-F5344CB8AC3E}">
        <p14:creationId xmlns:p14="http://schemas.microsoft.com/office/powerpoint/2010/main" val="327275506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39792" y="929324"/>
            <a:ext cx="2741612" cy="503238"/>
          </a:xfrm>
          <a:solidFill>
            <a:schemeClr val="tx1">
              <a:lumMod val="50000"/>
              <a:lumOff val="50000"/>
            </a:schemeClr>
          </a:solidFill>
        </p:spPr>
        <p:txBody>
          <a:bodyPr anchor="ctr"/>
          <a:lstStyle>
            <a:lvl1pPr marL="0" indent="0" algn="ctr">
              <a:buNone/>
              <a:defRPr sz="2400" b="1">
                <a:solidFill>
                  <a:schemeClr val="bg1"/>
                </a:solidFill>
              </a:defRPr>
            </a:lvl1pPr>
            <a:lvl2pPr marL="457195" indent="0">
              <a:buNone/>
              <a:defRPr sz="2000" b="1"/>
            </a:lvl2pPr>
            <a:lvl3pPr marL="914389" indent="0">
              <a:buNone/>
              <a:defRPr sz="1867" b="1"/>
            </a:lvl3pPr>
            <a:lvl4pPr marL="1371584" indent="0">
              <a:buNone/>
              <a:defRPr sz="1600" b="1"/>
            </a:lvl4pPr>
            <a:lvl5pPr marL="1828778" indent="0">
              <a:buNone/>
              <a:defRPr sz="1600" b="1"/>
            </a:lvl5pPr>
            <a:lvl6pPr marL="2285971" indent="0">
              <a:buNone/>
              <a:defRPr sz="1600" b="1"/>
            </a:lvl6pPr>
            <a:lvl7pPr marL="2743165" indent="0">
              <a:buNone/>
              <a:defRPr sz="1600" b="1"/>
            </a:lvl7pPr>
            <a:lvl8pPr marL="3200360" indent="0">
              <a:buNone/>
              <a:defRPr sz="1600" b="1"/>
            </a:lvl8pPr>
            <a:lvl9pPr marL="3657555"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90" y="1489076"/>
            <a:ext cx="5157787" cy="3684588"/>
          </a:xfrm>
        </p:spPr>
        <p:txBody>
          <a:bodyPr>
            <a:normAutofit/>
          </a:bodyPr>
          <a:lstStyle>
            <a:lvl1pPr>
              <a:defRPr sz="2400"/>
            </a:lvl1pPr>
            <a:lvl2pPr>
              <a:defRPr sz="2000"/>
            </a:lvl2pPr>
            <a:lvl3pPr>
              <a:defRPr sz="1867"/>
            </a:lvl3pPr>
            <a:lvl4pPr>
              <a:defRPr sz="1867"/>
            </a:lvl4pPr>
            <a:lvl5pPr>
              <a:defRPr sz="1867"/>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6" name="内容占位符 5"/>
          <p:cNvSpPr>
            <a:spLocks noGrp="1"/>
          </p:cNvSpPr>
          <p:nvPr>
            <p:ph sz="quarter" idx="4"/>
          </p:nvPr>
        </p:nvSpPr>
        <p:spPr>
          <a:xfrm>
            <a:off x="6172202" y="1489076"/>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838200" y="6356351"/>
            <a:ext cx="2743200" cy="365126"/>
          </a:xfrm>
          <a:prstGeom prst="rect">
            <a:avLst/>
          </a:prstGeom>
        </p:spPr>
        <p:txBody>
          <a:bodyPr/>
          <a:lstStyle/>
          <a:p>
            <a:fld id="{47C6AB46-820C-4EC9-B1DE-99428A74ED55}" type="datetime1">
              <a:rPr lang="zh-CN" altLang="en-US" smtClean="0"/>
              <a:t>2026/3/31</a:t>
            </a:fld>
            <a:endParaRPr lang="zh-CN" altLang="en-US" dirty="0"/>
          </a:p>
        </p:txBody>
      </p:sp>
      <p:sp>
        <p:nvSpPr>
          <p:cNvPr id="8" name="页脚占位符 7"/>
          <p:cNvSpPr>
            <a:spLocks noGrp="1"/>
          </p:cNvSpPr>
          <p:nvPr>
            <p:ph type="ftr" sz="quarter" idx="11"/>
          </p:nvPr>
        </p:nvSpPr>
        <p:spPr>
          <a:xfrm>
            <a:off x="4038600" y="6356352"/>
            <a:ext cx="4114800" cy="365126"/>
          </a:xfrm>
          <a:prstGeom prst="rect">
            <a:avLst/>
          </a:prstGeom>
        </p:spPr>
        <p:txBody>
          <a:bodyPr lIns="68579" tIns="34289" rIns="68579" bIns="34289"/>
          <a:lstStyle/>
          <a:p>
            <a:endParaRPr lang="zh-CN" altLang="en-US" dirty="0"/>
          </a:p>
        </p:txBody>
      </p:sp>
      <p:sp>
        <p:nvSpPr>
          <p:cNvPr id="9" name="灯片编号占位符 8"/>
          <p:cNvSpPr>
            <a:spLocks noGrp="1"/>
          </p:cNvSpPr>
          <p:nvPr>
            <p:ph type="sldNum" sz="quarter" idx="12"/>
          </p:nvPr>
        </p:nvSpPr>
        <p:spPr/>
        <p:txBody>
          <a:bodyPr/>
          <a:lstStyle/>
          <a:p>
            <a:fld id="{74274608-FAEA-4BA9-9E21-15CB47E6C119}" type="slidenum">
              <a:rPr lang="zh-CN" altLang="en-US" smtClean="0"/>
              <a:t>‹#›</a:t>
            </a:fld>
            <a:endParaRPr lang="zh-CN" altLang="en-US"/>
          </a:p>
        </p:txBody>
      </p:sp>
      <p:sp>
        <p:nvSpPr>
          <p:cNvPr id="10" name="标题 1"/>
          <p:cNvSpPr>
            <a:spLocks noGrp="1"/>
          </p:cNvSpPr>
          <p:nvPr>
            <p:ph type="title"/>
          </p:nvPr>
        </p:nvSpPr>
        <p:spPr>
          <a:xfrm>
            <a:off x="614682" y="212728"/>
            <a:ext cx="3831818" cy="401648"/>
          </a:xfrm>
          <a:prstGeom prst="rect">
            <a:avLst/>
          </a:prstGeom>
        </p:spPr>
        <p:txBody>
          <a:bodyPr/>
          <a:lstStyle/>
          <a:p>
            <a:r>
              <a:rPr lang="zh-CN" altLang="en-US"/>
              <a:t>单击此处编辑母版标题样式</a:t>
            </a:r>
            <a:endParaRPr lang="zh-CN" altLang="en-US" dirty="0"/>
          </a:p>
        </p:txBody>
      </p:sp>
      <p:sp>
        <p:nvSpPr>
          <p:cNvPr id="12" name="文本占位符 2"/>
          <p:cNvSpPr>
            <a:spLocks noGrp="1"/>
          </p:cNvSpPr>
          <p:nvPr>
            <p:ph type="body" idx="13"/>
          </p:nvPr>
        </p:nvSpPr>
        <p:spPr>
          <a:xfrm>
            <a:off x="6172202" y="929324"/>
            <a:ext cx="2741612" cy="503238"/>
          </a:xfrm>
          <a:solidFill>
            <a:schemeClr val="tx1">
              <a:lumMod val="50000"/>
              <a:lumOff val="50000"/>
            </a:schemeClr>
          </a:solidFill>
        </p:spPr>
        <p:txBody>
          <a:bodyPr anchor="ctr"/>
          <a:lstStyle>
            <a:lvl1pPr marL="0" indent="0" algn="ctr">
              <a:buNone/>
              <a:defRPr sz="2400" b="1">
                <a:solidFill>
                  <a:schemeClr val="bg1"/>
                </a:solidFill>
              </a:defRPr>
            </a:lvl1pPr>
            <a:lvl2pPr marL="457195" indent="0">
              <a:buNone/>
              <a:defRPr sz="2000" b="1"/>
            </a:lvl2pPr>
            <a:lvl3pPr marL="914389" indent="0">
              <a:buNone/>
              <a:defRPr sz="1867" b="1"/>
            </a:lvl3pPr>
            <a:lvl4pPr marL="1371584" indent="0">
              <a:buNone/>
              <a:defRPr sz="1600" b="1"/>
            </a:lvl4pPr>
            <a:lvl5pPr marL="1828778" indent="0">
              <a:buNone/>
              <a:defRPr sz="1600" b="1"/>
            </a:lvl5pPr>
            <a:lvl6pPr marL="2285971" indent="0">
              <a:buNone/>
              <a:defRPr sz="1600" b="1"/>
            </a:lvl6pPr>
            <a:lvl7pPr marL="2743165" indent="0">
              <a:buNone/>
              <a:defRPr sz="1600" b="1"/>
            </a:lvl7pPr>
            <a:lvl8pPr marL="3200360" indent="0">
              <a:buNone/>
              <a:defRPr sz="1600" b="1"/>
            </a:lvl8pPr>
            <a:lvl9pPr marL="3657555" indent="0">
              <a:buNone/>
              <a:defRPr sz="1600" b="1"/>
            </a:lvl9pPr>
          </a:lstStyle>
          <a:p>
            <a:pPr lvl="0"/>
            <a:r>
              <a:rPr lang="zh-CN" altLang="en-US"/>
              <a:t>单击此处编辑母版文本样式</a:t>
            </a:r>
          </a:p>
        </p:txBody>
      </p:sp>
    </p:spTree>
    <p:extLst>
      <p:ext uri="{BB962C8B-B14F-4D97-AF65-F5344CB8AC3E}">
        <p14:creationId xmlns:p14="http://schemas.microsoft.com/office/powerpoint/2010/main" val="402054104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14681" y="212726"/>
            <a:ext cx="3831818" cy="401648"/>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838200" y="6356351"/>
            <a:ext cx="2743200" cy="365126"/>
          </a:xfrm>
          <a:prstGeom prst="rect">
            <a:avLst/>
          </a:prstGeom>
        </p:spPr>
        <p:txBody>
          <a:bodyPr/>
          <a:lstStyle/>
          <a:p>
            <a:fld id="{5B3EAE16-C070-4B60-97B3-142E13C74303}" type="datetime1">
              <a:rPr lang="zh-CN" altLang="en-US" smtClean="0"/>
              <a:t>2026/3/31</a:t>
            </a:fld>
            <a:endParaRPr lang="zh-CN" altLang="en-US"/>
          </a:p>
        </p:txBody>
      </p:sp>
      <p:sp>
        <p:nvSpPr>
          <p:cNvPr id="4" name="页脚占位符 3"/>
          <p:cNvSpPr>
            <a:spLocks noGrp="1"/>
          </p:cNvSpPr>
          <p:nvPr>
            <p:ph type="ftr" sz="quarter" idx="11"/>
          </p:nvPr>
        </p:nvSpPr>
        <p:spPr>
          <a:xfrm>
            <a:off x="4038600" y="6356352"/>
            <a:ext cx="4114800" cy="365126"/>
          </a:xfrm>
          <a:prstGeom prst="rect">
            <a:avLst/>
          </a:prstGeom>
        </p:spPr>
        <p:txBody>
          <a:bodyPr lIns="68579" tIns="34289" rIns="68579" bIns="34289"/>
          <a:lstStyle/>
          <a:p>
            <a:endParaRPr lang="zh-CN" altLang="en-US" dirty="0"/>
          </a:p>
        </p:txBody>
      </p:sp>
      <p:sp>
        <p:nvSpPr>
          <p:cNvPr id="5" name="灯片编号占位符 4"/>
          <p:cNvSpPr>
            <a:spLocks noGrp="1"/>
          </p:cNvSpPr>
          <p:nvPr>
            <p:ph type="sldNum" sz="quarter" idx="12"/>
          </p:nvPr>
        </p:nvSpPr>
        <p:spPr/>
        <p:txBody>
          <a:bodyPr/>
          <a:lstStyle/>
          <a:p>
            <a:fld id="{74274608-FAEA-4BA9-9E21-15CB47E6C119}" type="slidenum">
              <a:rPr lang="zh-CN" altLang="en-US" smtClean="0"/>
              <a:t>‹#›</a:t>
            </a:fld>
            <a:endParaRPr lang="zh-CN" altLang="en-US"/>
          </a:p>
        </p:txBody>
      </p:sp>
    </p:spTree>
    <p:extLst>
      <p:ext uri="{BB962C8B-B14F-4D97-AF65-F5344CB8AC3E}">
        <p14:creationId xmlns:p14="http://schemas.microsoft.com/office/powerpoint/2010/main" val="68020784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1"/>
            <a:ext cx="2743200" cy="365126"/>
          </a:xfrm>
          <a:prstGeom prst="rect">
            <a:avLst/>
          </a:prstGeom>
        </p:spPr>
        <p:txBody>
          <a:bodyPr/>
          <a:lstStyle/>
          <a:p>
            <a:fld id="{0E233EF3-5700-4A21-B54B-5CF409F25C11}" type="datetime1">
              <a:rPr lang="zh-CN" altLang="en-US" smtClean="0"/>
              <a:t>2026/3/31</a:t>
            </a:fld>
            <a:endParaRPr lang="zh-CN" altLang="en-US"/>
          </a:p>
        </p:txBody>
      </p:sp>
      <p:sp>
        <p:nvSpPr>
          <p:cNvPr id="3" name="页脚占位符 2"/>
          <p:cNvSpPr>
            <a:spLocks noGrp="1"/>
          </p:cNvSpPr>
          <p:nvPr>
            <p:ph type="ftr" sz="quarter" idx="11"/>
          </p:nvPr>
        </p:nvSpPr>
        <p:spPr>
          <a:xfrm>
            <a:off x="4038600" y="6356352"/>
            <a:ext cx="4114800" cy="365126"/>
          </a:xfrm>
          <a:prstGeom prst="rect">
            <a:avLst/>
          </a:prstGeom>
        </p:spPr>
        <p:txBody>
          <a:bodyPr lIns="68579" tIns="34289" rIns="68579" bIns="34289"/>
          <a:lstStyle/>
          <a:p>
            <a:endParaRPr lang="zh-CN" altLang="en-US" dirty="0"/>
          </a:p>
        </p:txBody>
      </p:sp>
      <p:sp>
        <p:nvSpPr>
          <p:cNvPr id="4" name="灯片编号占位符 3"/>
          <p:cNvSpPr>
            <a:spLocks noGrp="1"/>
          </p:cNvSpPr>
          <p:nvPr>
            <p:ph type="sldNum" sz="quarter" idx="12"/>
          </p:nvPr>
        </p:nvSpPr>
        <p:spPr/>
        <p:txBody>
          <a:bodyPr/>
          <a:lstStyle/>
          <a:p>
            <a:fld id="{74274608-FAEA-4BA9-9E21-15CB47E6C119}" type="slidenum">
              <a:rPr lang="zh-CN" altLang="en-US" smtClean="0"/>
              <a:t>‹#›</a:t>
            </a:fld>
            <a:endParaRPr lang="zh-CN" altLang="en-US"/>
          </a:p>
        </p:txBody>
      </p:sp>
      <p:sp>
        <p:nvSpPr>
          <p:cNvPr id="7" name="文本框 6"/>
          <p:cNvSpPr txBox="1"/>
          <p:nvPr userDrawn="1"/>
        </p:nvSpPr>
        <p:spPr>
          <a:xfrm>
            <a:off x="10296739" y="581098"/>
            <a:ext cx="1685075" cy="318098"/>
          </a:xfrm>
          <a:prstGeom prst="rect">
            <a:avLst/>
          </a:prstGeom>
          <a:noFill/>
        </p:spPr>
        <p:txBody>
          <a:bodyPr wrap="none" lIns="91439" tIns="45719" rIns="91439" bIns="45719" rtlCol="0">
            <a:spAutoFit/>
          </a:bodyPr>
          <a:lstStyle/>
          <a:p>
            <a:r>
              <a:rPr lang="zh-CN" altLang="en-US" sz="1467" dirty="0">
                <a:solidFill>
                  <a:schemeClr val="tx1">
                    <a:lumMod val="50000"/>
                    <a:lumOff val="50000"/>
                  </a:schemeClr>
                </a:solidFill>
                <a:latin typeface="微软雅黑" panose="020B0503020204020204" pitchFamily="34" charset="-122"/>
                <a:ea typeface="微软雅黑" panose="020B0503020204020204" pitchFamily="34" charset="-122"/>
              </a:rPr>
              <a:t>国家气候战略中心</a:t>
            </a:r>
          </a:p>
        </p:txBody>
      </p:sp>
      <p:pic>
        <p:nvPicPr>
          <p:cNvPr id="8" name="图片 7"/>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l="18141" t="22122" r="15546" b="33658"/>
          <a:stretch/>
        </p:blipFill>
        <p:spPr>
          <a:xfrm>
            <a:off x="10562868" y="81280"/>
            <a:ext cx="1056639" cy="510710"/>
          </a:xfrm>
          <a:prstGeom prst="rect">
            <a:avLst/>
          </a:prstGeom>
        </p:spPr>
      </p:pic>
    </p:spTree>
    <p:extLst>
      <p:ext uri="{BB962C8B-B14F-4D97-AF65-F5344CB8AC3E}">
        <p14:creationId xmlns:p14="http://schemas.microsoft.com/office/powerpoint/2010/main" val="365271159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54BD181-E557-4E44-8DBD-A6A79F8036C5}"/>
              </a:ext>
            </a:extLst>
          </p:cNvPr>
          <p:cNvSpPr>
            <a:spLocks noGrp="1"/>
          </p:cNvSpPr>
          <p:nvPr>
            <p:ph idx="1"/>
          </p:nvPr>
        </p:nvSpPr>
        <p:spPr>
          <a:xfrm>
            <a:off x="335360" y="874644"/>
            <a:ext cx="11521280" cy="5773806"/>
          </a:xfrm>
          <a:prstGeom prst="rect">
            <a:avLst/>
          </a:prstGeom>
        </p:spPr>
        <p:txBody>
          <a:bodyPr/>
          <a:lstStyle>
            <a:lvl1pPr>
              <a:lnSpc>
                <a:spcPct val="100000"/>
              </a:lnSpc>
              <a:defRPr sz="2800">
                <a:latin typeface="Microsoft YaHei" panose="020B0503020204020204" pitchFamily="34" charset="-122"/>
                <a:ea typeface="Microsoft YaHei" panose="020B0503020204020204" pitchFamily="34" charset="-122"/>
              </a:defRPr>
            </a:lvl1pPr>
            <a:lvl2pPr>
              <a:lnSpc>
                <a:spcPct val="100000"/>
              </a:lnSpc>
              <a:defRPr sz="2700">
                <a:latin typeface="Microsoft YaHei" panose="020B0503020204020204" pitchFamily="34" charset="-122"/>
                <a:ea typeface="Microsoft YaHei" panose="020B0503020204020204" pitchFamily="34" charset="-122"/>
              </a:defRPr>
            </a:lvl2pPr>
            <a:lvl3pPr>
              <a:lnSpc>
                <a:spcPct val="100000"/>
              </a:lnSpc>
              <a:defRPr sz="2200">
                <a:latin typeface="Microsoft YaHei" panose="020B0503020204020204" pitchFamily="34" charset="-122"/>
                <a:ea typeface="Microsoft YaHei" panose="020B0503020204020204" pitchFamily="34" charset="-122"/>
              </a:defRPr>
            </a:lvl3pPr>
            <a:lvl4pPr>
              <a:lnSpc>
                <a:spcPct val="100000"/>
              </a:lnSpc>
              <a:defRPr sz="2000">
                <a:latin typeface="Microsoft YaHei" panose="020B0503020204020204" pitchFamily="34" charset="-122"/>
                <a:ea typeface="Microsoft YaHei" panose="020B0503020204020204" pitchFamily="34" charset="-122"/>
              </a:defRPr>
            </a:lvl4pPr>
            <a:lvl5pPr>
              <a:lnSpc>
                <a:spcPct val="100000"/>
              </a:lnSpc>
              <a:defRPr sz="2000">
                <a:latin typeface="Microsoft YaHei" panose="020B0503020204020204" pitchFamily="34" charset="-122"/>
                <a:ea typeface="Microsoft YaHei"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标题 1">
            <a:extLst>
              <a:ext uri="{FF2B5EF4-FFF2-40B4-BE49-F238E27FC236}">
                <a16:creationId xmlns:a16="http://schemas.microsoft.com/office/drawing/2014/main" id="{526675AC-26DF-444C-AC39-AA9E2D4CA775}"/>
              </a:ext>
            </a:extLst>
          </p:cNvPr>
          <p:cNvSpPr>
            <a:spLocks noGrp="1"/>
          </p:cNvSpPr>
          <p:nvPr>
            <p:ph type="title"/>
          </p:nvPr>
        </p:nvSpPr>
        <p:spPr>
          <a:xfrm>
            <a:off x="4094922" y="84259"/>
            <a:ext cx="8097079" cy="598911"/>
          </a:xfrm>
          <a:prstGeom prst="rect">
            <a:avLst/>
          </a:prstGeom>
        </p:spPr>
        <p:txBody>
          <a:bodyPr/>
          <a:lstStyle>
            <a:lvl1pPr algn="ctr">
              <a:lnSpc>
                <a:spcPct val="100000"/>
              </a:lnSpc>
              <a:defRPr sz="3300" b="1">
                <a:solidFill>
                  <a:srgbClr val="FF0000"/>
                </a:solidFill>
                <a:latin typeface="Microsoft YaHei" panose="020B0503020204020204" pitchFamily="34" charset="-122"/>
                <a:ea typeface="Microsoft YaHei"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368460451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8"/>
          </a:xfrm>
        </p:spPr>
        <p:txBody>
          <a:bodyPr anchor="b">
            <a:normAutofit/>
          </a:bodyPr>
          <a:lstStyle>
            <a:lvl1pPr>
              <a:defRPr sz="3300"/>
            </a:lvl1pPr>
          </a:lstStyle>
          <a:p>
            <a:r>
              <a:rPr kumimoji="1" lang="zh-CN" altLang="en-US" dirty="0"/>
              <a:t>单击此处编辑母版标题样式</a:t>
            </a:r>
          </a:p>
        </p:txBody>
      </p:sp>
      <p:sp>
        <p:nvSpPr>
          <p:cNvPr id="3" name="文本占位符 2"/>
          <p:cNvSpPr>
            <a:spLocks noGrp="1"/>
          </p:cNvSpPr>
          <p:nvPr>
            <p:ph type="body" idx="1"/>
          </p:nvPr>
        </p:nvSpPr>
        <p:spPr>
          <a:xfrm>
            <a:off x="831850" y="4729163"/>
            <a:ext cx="10515600" cy="1360488"/>
          </a:xfrm>
        </p:spPr>
        <p:txBody>
          <a:bodyPr>
            <a:normAutofit/>
          </a:bodyPr>
          <a:lstStyle>
            <a:lvl1pPr marL="0" indent="0">
              <a:buNone/>
              <a:defRPr sz="2400">
                <a:solidFill>
                  <a:schemeClr val="tx1">
                    <a:tint val="75000"/>
                  </a:schemeClr>
                </a:solidFill>
              </a:defRPr>
            </a:lvl1pPr>
            <a:lvl2pPr marL="228600" indent="0">
              <a:buNone/>
              <a:defRPr sz="1000">
                <a:solidFill>
                  <a:schemeClr val="tx1">
                    <a:tint val="75000"/>
                  </a:schemeClr>
                </a:solidFill>
              </a:defRPr>
            </a:lvl2pPr>
            <a:lvl3pPr marL="457200" indent="0">
              <a:buNone/>
              <a:defRPr sz="900">
                <a:solidFill>
                  <a:schemeClr val="tx1">
                    <a:tint val="75000"/>
                  </a:schemeClr>
                </a:solidFill>
              </a:defRPr>
            </a:lvl3pPr>
            <a:lvl4pPr marL="685800" indent="0">
              <a:buNone/>
              <a:defRPr sz="800">
                <a:solidFill>
                  <a:schemeClr val="tx1">
                    <a:tint val="75000"/>
                  </a:schemeClr>
                </a:solidFill>
              </a:defRPr>
            </a:lvl4pPr>
            <a:lvl5pPr marL="914400" indent="0">
              <a:buNone/>
              <a:defRPr sz="800">
                <a:solidFill>
                  <a:schemeClr val="tx1">
                    <a:tint val="75000"/>
                  </a:schemeClr>
                </a:solidFill>
              </a:defRPr>
            </a:lvl5pPr>
            <a:lvl6pPr marL="1143000" indent="0">
              <a:buNone/>
              <a:defRPr sz="800">
                <a:solidFill>
                  <a:schemeClr val="tx1">
                    <a:tint val="75000"/>
                  </a:schemeClr>
                </a:solidFill>
              </a:defRPr>
            </a:lvl6pPr>
            <a:lvl7pPr marL="1371600" indent="0">
              <a:buNone/>
              <a:defRPr sz="800">
                <a:solidFill>
                  <a:schemeClr val="tx1">
                    <a:tint val="75000"/>
                  </a:schemeClr>
                </a:solidFill>
              </a:defRPr>
            </a:lvl7pPr>
            <a:lvl8pPr marL="1600200" indent="0">
              <a:buNone/>
              <a:defRPr sz="800">
                <a:solidFill>
                  <a:schemeClr val="tx1">
                    <a:tint val="75000"/>
                  </a:schemeClr>
                </a:solidFill>
              </a:defRPr>
            </a:lvl8pPr>
            <a:lvl9pPr marL="1828800" indent="0">
              <a:buNone/>
              <a:defRPr sz="800">
                <a:solidFill>
                  <a:schemeClr val="tx1">
                    <a:tint val="75000"/>
                  </a:schemeClr>
                </a:solidFill>
              </a:defRPr>
            </a:lvl9pPr>
          </a:lstStyle>
          <a:p>
            <a:pPr lvl="0"/>
            <a:r>
              <a:rPr kumimoji="1" lang="zh-CN" altLang="en-US" dirty="0"/>
              <a:t>单击此处编辑母版文本样式</a:t>
            </a:r>
          </a:p>
        </p:txBody>
      </p:sp>
    </p:spTree>
    <p:extLst>
      <p:ext uri="{BB962C8B-B14F-4D97-AF65-F5344CB8AC3E}">
        <p14:creationId xmlns:p14="http://schemas.microsoft.com/office/powerpoint/2010/main" val="319785825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2_大標題 - 中央">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DAB74EC0-ADF8-4E82-925B-4A9209AA57D5}"/>
              </a:ext>
            </a:extLst>
          </p:cNvPr>
          <p:cNvSpPr>
            <a:spLocks noGrp="1"/>
          </p:cNvSpPr>
          <p:nvPr>
            <p:ph sz="half" idx="1"/>
          </p:nvPr>
        </p:nvSpPr>
        <p:spPr>
          <a:xfrm>
            <a:off x="347134" y="828675"/>
            <a:ext cx="5647267" cy="57689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3" name="内容占位符 3">
            <a:extLst>
              <a:ext uri="{FF2B5EF4-FFF2-40B4-BE49-F238E27FC236}">
                <a16:creationId xmlns:a16="http://schemas.microsoft.com/office/drawing/2014/main" id="{778EF2A1-3439-429A-BD35-127698F07ED8}"/>
              </a:ext>
            </a:extLst>
          </p:cNvPr>
          <p:cNvSpPr>
            <a:spLocks noGrp="1"/>
          </p:cNvSpPr>
          <p:nvPr>
            <p:ph sz="half" idx="2"/>
          </p:nvPr>
        </p:nvSpPr>
        <p:spPr>
          <a:xfrm>
            <a:off x="6197601" y="828675"/>
            <a:ext cx="5647267" cy="57689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标题 1">
            <a:extLst>
              <a:ext uri="{FF2B5EF4-FFF2-40B4-BE49-F238E27FC236}">
                <a16:creationId xmlns:a16="http://schemas.microsoft.com/office/drawing/2014/main" id="{4BB93A36-AAF6-473F-8D4C-56EF725F2390}"/>
              </a:ext>
            </a:extLst>
          </p:cNvPr>
          <p:cNvSpPr>
            <a:spLocks noGrp="1"/>
          </p:cNvSpPr>
          <p:nvPr>
            <p:ph type="title"/>
          </p:nvPr>
        </p:nvSpPr>
        <p:spPr>
          <a:xfrm>
            <a:off x="4029075" y="84259"/>
            <a:ext cx="8061081" cy="598911"/>
          </a:xfrm>
          <a:prstGeom prst="rect">
            <a:avLst/>
          </a:prstGeom>
        </p:spPr>
        <p:txBody>
          <a:bodyPr/>
          <a:lstStyle>
            <a:lvl1pPr algn="ctr">
              <a:lnSpc>
                <a:spcPct val="100000"/>
              </a:lnSpc>
              <a:defRPr sz="3300" b="1">
                <a:solidFill>
                  <a:srgbClr val="FF0000"/>
                </a:solidFill>
                <a:latin typeface="Microsoft YaHei" panose="020B0503020204020204" pitchFamily="34" charset="-122"/>
                <a:ea typeface="Microsoft YaHei"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3794214255"/>
      </p:ext>
    </p:extLst>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3_自定义版式">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BC81C3C3-29C5-4622-86A8-1FFE3747B902}"/>
              </a:ext>
            </a:extLst>
          </p:cNvPr>
          <p:cNvSpPr>
            <a:spLocks noGrp="1"/>
          </p:cNvSpPr>
          <p:nvPr>
            <p:ph type="sldNum" sz="quarter" idx="10"/>
          </p:nvPr>
        </p:nvSpPr>
        <p:spPr/>
        <p:txBody>
          <a:bodyPr/>
          <a:lstStyle/>
          <a:p>
            <a:pPr>
              <a:defRPr/>
            </a:pPr>
            <a:fld id="{2E5AAD0D-B5E7-4873-8096-F495B58AFE8E}" type="slidenum">
              <a:rPr lang="en-US" altLang="zh-CN" smtClean="0"/>
              <a:pPr>
                <a:defRPr/>
              </a:pPr>
              <a:t>‹#›</a:t>
            </a:fld>
            <a:endParaRPr lang="en-US" altLang="zh-CN"/>
          </a:p>
        </p:txBody>
      </p:sp>
      <p:sp>
        <p:nvSpPr>
          <p:cNvPr id="9" name="标题 1">
            <a:extLst>
              <a:ext uri="{FF2B5EF4-FFF2-40B4-BE49-F238E27FC236}">
                <a16:creationId xmlns:a16="http://schemas.microsoft.com/office/drawing/2014/main" id="{477B11BD-FE60-43FA-970E-003C4848B305}"/>
              </a:ext>
            </a:extLst>
          </p:cNvPr>
          <p:cNvSpPr>
            <a:spLocks noGrp="1"/>
          </p:cNvSpPr>
          <p:nvPr>
            <p:ph type="title"/>
          </p:nvPr>
        </p:nvSpPr>
        <p:spPr>
          <a:xfrm>
            <a:off x="8316739" y="178438"/>
            <a:ext cx="3831319" cy="399521"/>
          </a:xfrm>
        </p:spPr>
        <p:txBody>
          <a:bodyPr/>
          <a:lstStyle/>
          <a:p>
            <a:r>
              <a:rPr lang="zh-CN" altLang="en-US" dirty="0"/>
              <a:t>单击此处编辑母版标题样式</a:t>
            </a:r>
          </a:p>
        </p:txBody>
      </p:sp>
    </p:spTree>
    <p:extLst>
      <p:ext uri="{BB962C8B-B14F-4D97-AF65-F5344CB8AC3E}">
        <p14:creationId xmlns:p14="http://schemas.microsoft.com/office/powerpoint/2010/main" val="1861539708"/>
      </p:ext>
    </p:extLst>
  </p:cSld>
  <p:clrMapOvr>
    <a:masterClrMapping/>
  </p:clrMapOvr>
  <p:hf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fld id="{86CB4B4D-7CA3-9044-876B-883B54F8677D}" type="slidenum">
              <a:rPr lang="en-US" altLang="zh-CN" smtClean="0"/>
              <a:t>‹#›</a:t>
            </a:fld>
            <a:endParaRPr lang="en-US" altLang="zh-CN"/>
          </a:p>
        </p:txBody>
      </p:sp>
    </p:spTree>
    <p:extLst>
      <p:ext uri="{BB962C8B-B14F-4D97-AF65-F5344CB8AC3E}">
        <p14:creationId xmlns:p14="http://schemas.microsoft.com/office/powerpoint/2010/main" val="195499310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fld id="{86CB4B4D-7CA3-9044-876B-883B54F8677D}" type="slidenum">
              <a:rPr lang="en-US" altLang="zh-CN" smtClean="0"/>
              <a:t>‹#›</a:t>
            </a:fld>
            <a:endParaRPr lang="en-US" altLang="zh-CN"/>
          </a:p>
        </p:txBody>
      </p:sp>
    </p:spTree>
    <p:extLst>
      <p:ext uri="{BB962C8B-B14F-4D97-AF65-F5344CB8AC3E}">
        <p14:creationId xmlns:p14="http://schemas.microsoft.com/office/powerpoint/2010/main" val="254819107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fld id="{86CB4B4D-7CA3-9044-876B-883B54F8677D}" type="slidenum">
              <a:rPr lang="en-US" altLang="zh-CN" smtClean="0"/>
              <a:t>‹#›</a:t>
            </a:fld>
            <a:endParaRPr lang="en-US" altLang="zh-CN"/>
          </a:p>
        </p:txBody>
      </p:sp>
    </p:spTree>
    <p:extLst>
      <p:ext uri="{BB962C8B-B14F-4D97-AF65-F5344CB8AC3E}">
        <p14:creationId xmlns:p14="http://schemas.microsoft.com/office/powerpoint/2010/main" val="289334806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pPr>
              <a:defRPr/>
            </a:pPr>
            <a:endParaRPr lang="en-US" altLang="zh-CN"/>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fld id="{86CB4B4D-7CA3-9044-876B-883B54F8677D}" type="slidenum">
              <a:rPr lang="en-US" altLang="zh-CN" smtClean="0"/>
              <a:t>‹#›</a:t>
            </a:fld>
            <a:endParaRPr lang="en-US" altLang="zh-CN"/>
          </a:p>
        </p:txBody>
      </p:sp>
    </p:spTree>
    <p:extLst>
      <p:ext uri="{BB962C8B-B14F-4D97-AF65-F5344CB8AC3E}">
        <p14:creationId xmlns:p14="http://schemas.microsoft.com/office/powerpoint/2010/main" val="255538182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6"/>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9"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pPr>
              <a:defRPr/>
            </a:pPr>
            <a:endParaRPr lang="en-US" altLang="zh-CN"/>
          </a:p>
        </p:txBody>
      </p:sp>
      <p:sp>
        <p:nvSpPr>
          <p:cNvPr id="8" name="Footer Placeholder 7"/>
          <p:cNvSpPr>
            <a:spLocks noGrp="1"/>
          </p:cNvSpPr>
          <p:nvPr>
            <p:ph type="ftr" sz="quarter" idx="11"/>
          </p:nvPr>
        </p:nvSpPr>
        <p:spPr/>
        <p:txBody>
          <a:bodyPr/>
          <a:lstStyle/>
          <a:p>
            <a:pPr>
              <a:defRPr/>
            </a:pPr>
            <a:endParaRPr lang="en-US" altLang="zh-CN"/>
          </a:p>
        </p:txBody>
      </p:sp>
      <p:sp>
        <p:nvSpPr>
          <p:cNvPr id="9" name="Slide Number Placeholder 8"/>
          <p:cNvSpPr>
            <a:spLocks noGrp="1"/>
          </p:cNvSpPr>
          <p:nvPr>
            <p:ph type="sldNum" sz="quarter" idx="12"/>
          </p:nvPr>
        </p:nvSpPr>
        <p:spPr/>
        <p:txBody>
          <a:bodyPr/>
          <a:lstStyle/>
          <a:p>
            <a:fld id="{86CB4B4D-7CA3-9044-876B-883B54F8677D}" type="slidenum">
              <a:rPr lang="en-US" altLang="zh-CN" smtClean="0"/>
              <a:t>‹#›</a:t>
            </a:fld>
            <a:endParaRPr lang="en-US" altLang="zh-CN"/>
          </a:p>
        </p:txBody>
      </p:sp>
    </p:spTree>
    <p:extLst>
      <p:ext uri="{BB962C8B-B14F-4D97-AF65-F5344CB8AC3E}">
        <p14:creationId xmlns:p14="http://schemas.microsoft.com/office/powerpoint/2010/main" val="54599054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pPr>
              <a:defRPr/>
            </a:pPr>
            <a:endParaRPr lang="en-US" altLang="zh-CN"/>
          </a:p>
        </p:txBody>
      </p:sp>
      <p:sp>
        <p:nvSpPr>
          <p:cNvPr id="4" name="Footer Placeholder 3"/>
          <p:cNvSpPr>
            <a:spLocks noGrp="1"/>
          </p:cNvSpPr>
          <p:nvPr>
            <p:ph type="ftr" sz="quarter" idx="11"/>
          </p:nvPr>
        </p:nvSpPr>
        <p:spPr/>
        <p:txBody>
          <a:bodyPr/>
          <a:lstStyle/>
          <a:p>
            <a:pPr>
              <a:defRPr/>
            </a:pPr>
            <a:endParaRPr lang="en-US" altLang="zh-CN"/>
          </a:p>
        </p:txBody>
      </p:sp>
      <p:sp>
        <p:nvSpPr>
          <p:cNvPr id="5" name="Slide Number Placeholder 4"/>
          <p:cNvSpPr>
            <a:spLocks noGrp="1"/>
          </p:cNvSpPr>
          <p:nvPr>
            <p:ph type="sldNum" sz="quarter" idx="12"/>
          </p:nvPr>
        </p:nvSpPr>
        <p:spPr/>
        <p:txBody>
          <a:bodyPr/>
          <a:lstStyle/>
          <a:p>
            <a:fld id="{86CB4B4D-7CA3-9044-876B-883B54F8677D}" type="slidenum">
              <a:rPr lang="en-US" altLang="zh-CN" smtClean="0"/>
              <a:t>‹#›</a:t>
            </a:fld>
            <a:endParaRPr lang="en-US" altLang="zh-CN"/>
          </a:p>
        </p:txBody>
      </p:sp>
    </p:spTree>
    <p:extLst>
      <p:ext uri="{BB962C8B-B14F-4D97-AF65-F5344CB8AC3E}">
        <p14:creationId xmlns:p14="http://schemas.microsoft.com/office/powerpoint/2010/main" val="157576173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ltLang="zh-CN"/>
          </a:p>
        </p:txBody>
      </p:sp>
      <p:sp>
        <p:nvSpPr>
          <p:cNvPr id="3" name="Footer Placeholder 2"/>
          <p:cNvSpPr>
            <a:spLocks noGrp="1"/>
          </p:cNvSpPr>
          <p:nvPr>
            <p:ph type="ftr" sz="quarter" idx="11"/>
          </p:nvPr>
        </p:nvSpPr>
        <p:spPr/>
        <p:txBody>
          <a:bodyPr/>
          <a:lstStyle/>
          <a:p>
            <a:pPr>
              <a:defRPr/>
            </a:pPr>
            <a:endParaRPr lang="en-US" altLang="zh-CN"/>
          </a:p>
        </p:txBody>
      </p:sp>
      <p:sp>
        <p:nvSpPr>
          <p:cNvPr id="4" name="Slide Number Placeholder 3"/>
          <p:cNvSpPr>
            <a:spLocks noGrp="1"/>
          </p:cNvSpPr>
          <p:nvPr>
            <p:ph type="sldNum" sz="quarter" idx="12"/>
          </p:nvPr>
        </p:nvSpPr>
        <p:spPr/>
        <p:txBody>
          <a:bodyPr/>
          <a:lstStyle/>
          <a:p>
            <a:fld id="{86CB4B4D-7CA3-9044-876B-883B54F8677D}" type="slidenum">
              <a:rPr lang="en-US" altLang="zh-CN" smtClean="0"/>
              <a:t>‹#›</a:t>
            </a:fld>
            <a:endParaRPr lang="en-US" altLang="zh-CN"/>
          </a:p>
        </p:txBody>
      </p:sp>
    </p:spTree>
    <p:extLst>
      <p:ext uri="{BB962C8B-B14F-4D97-AF65-F5344CB8AC3E}">
        <p14:creationId xmlns:p14="http://schemas.microsoft.com/office/powerpoint/2010/main" val="188955379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9"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a:defRPr/>
            </a:pPr>
            <a:endParaRPr lang="en-US" altLang="zh-CN"/>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fld id="{86CB4B4D-7CA3-9044-876B-883B54F8677D}" type="slidenum">
              <a:rPr lang="en-US" altLang="zh-CN" smtClean="0"/>
              <a:t>‹#›</a:t>
            </a:fld>
            <a:endParaRPr lang="en-US" altLang="zh-CN"/>
          </a:p>
        </p:txBody>
      </p:sp>
    </p:spTree>
    <p:extLst>
      <p:ext uri="{BB962C8B-B14F-4D97-AF65-F5344CB8AC3E}">
        <p14:creationId xmlns:p14="http://schemas.microsoft.com/office/powerpoint/2010/main" val="49384513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9"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a:defRPr/>
            </a:pPr>
            <a:endParaRPr lang="en-US" altLang="zh-CN"/>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fld id="{86CB4B4D-7CA3-9044-876B-883B54F8677D}" type="slidenum">
              <a:rPr lang="en-US" altLang="zh-CN" smtClean="0"/>
              <a:t>‹#›</a:t>
            </a:fld>
            <a:endParaRPr lang="en-US" altLang="zh-CN"/>
          </a:p>
        </p:txBody>
      </p:sp>
    </p:spTree>
    <p:extLst>
      <p:ext uri="{BB962C8B-B14F-4D97-AF65-F5344CB8AC3E}">
        <p14:creationId xmlns:p14="http://schemas.microsoft.com/office/powerpoint/2010/main" val="180053041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fld id="{86CB4B4D-7CA3-9044-876B-883B54F8677D}" type="slidenum">
              <a:rPr lang="en-US" altLang="zh-CN" smtClean="0"/>
              <a:t>‹#›</a:t>
            </a:fld>
            <a:endParaRPr lang="en-US" altLang="zh-CN"/>
          </a:p>
        </p:txBody>
      </p:sp>
    </p:spTree>
    <p:extLst>
      <p:ext uri="{BB962C8B-B14F-4D97-AF65-F5344CB8AC3E}">
        <p14:creationId xmlns:p14="http://schemas.microsoft.com/office/powerpoint/2010/main" val="200337822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fld id="{86CB4B4D-7CA3-9044-876B-883B54F8677D}" type="slidenum">
              <a:rPr lang="en-US" altLang="zh-CN" smtClean="0"/>
              <a:t>‹#›</a:t>
            </a:fld>
            <a:endParaRPr lang="en-US" altLang="zh-CN"/>
          </a:p>
        </p:txBody>
      </p:sp>
    </p:spTree>
    <p:extLst>
      <p:ext uri="{BB962C8B-B14F-4D97-AF65-F5344CB8AC3E}">
        <p14:creationId xmlns:p14="http://schemas.microsoft.com/office/powerpoint/2010/main" val="105464780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x">
  <p:cSld name="标题与照片">
    <p:spTree>
      <p:nvGrpSpPr>
        <p:cNvPr id="1" name=""/>
        <p:cNvGrpSpPr/>
        <p:nvPr/>
      </p:nvGrpSpPr>
      <p:grpSpPr>
        <a:xfrm>
          <a:off x="0" y="0"/>
          <a:ext cx="0" cy="0"/>
          <a:chOff x="0" y="0"/>
          <a:chExt cx="0" cy="0"/>
        </a:xfrm>
      </p:grpSpPr>
      <p:sp>
        <p:nvSpPr>
          <p:cNvPr id="21" name="666699290_02_crop_3159x1892.jpg"/>
          <p:cNvSpPr>
            <a:spLocks noGrp="1"/>
          </p:cNvSpPr>
          <p:nvPr>
            <p:ph type="pic" idx="13"/>
          </p:nvPr>
        </p:nvSpPr>
        <p:spPr>
          <a:xfrm>
            <a:off x="-577850" y="-647700"/>
            <a:ext cx="13373100" cy="8009467"/>
          </a:xfrm>
          <a:prstGeom prst="rect">
            <a:avLst/>
          </a:prstGeom>
        </p:spPr>
        <p:txBody>
          <a:bodyPr lIns="91439" tIns="45719" rIns="91439" bIns="45719">
            <a:noAutofit/>
          </a:bodyPr>
          <a:lstStyle/>
          <a:p>
            <a:endParaRPr/>
          </a:p>
        </p:txBody>
      </p:sp>
      <p:sp>
        <p:nvSpPr>
          <p:cNvPr id="22" name="演示文稿标题"/>
          <p:cNvSpPr txBox="1">
            <a:spLocks noGrp="1"/>
          </p:cNvSpPr>
          <p:nvPr>
            <p:ph type="title" hasCustomPrompt="1"/>
          </p:nvPr>
        </p:nvSpPr>
        <p:spPr>
          <a:xfrm>
            <a:off x="603250" y="3562350"/>
            <a:ext cx="10985500" cy="2324100"/>
          </a:xfrm>
          <a:prstGeom prst="rect">
            <a:avLst/>
          </a:prstGeom>
        </p:spPr>
        <p:txBody>
          <a:bodyPr anchor="b"/>
          <a:lstStyle>
            <a:lvl1pPr>
              <a:defRPr sz="5800" spc="-116"/>
            </a:lvl1pPr>
          </a:lstStyle>
          <a:p>
            <a:r>
              <a:t>演示文稿标题</a:t>
            </a:r>
          </a:p>
        </p:txBody>
      </p:sp>
      <p:sp>
        <p:nvSpPr>
          <p:cNvPr id="23" name="作者和日期"/>
          <p:cNvSpPr txBox="1">
            <a:spLocks noGrp="1"/>
          </p:cNvSpPr>
          <p:nvPr>
            <p:ph type="body" sz="quarter" idx="14" hasCustomPrompt="1"/>
          </p:nvPr>
        </p:nvSpPr>
        <p:spPr>
          <a:xfrm>
            <a:off x="603845" y="553069"/>
            <a:ext cx="10984311" cy="318490"/>
          </a:xfrm>
          <a:prstGeom prst="rect">
            <a:avLst/>
          </a:prstGeom>
        </p:spPr>
        <p:txBody>
          <a:bodyPr lIns="45719" tIns="45719" rIns="45719" bIns="45719"/>
          <a:lstStyle>
            <a:lvl1pPr marL="0" indent="0" defTabSz="350838">
              <a:lnSpc>
                <a:spcPct val="100000"/>
              </a:lnSpc>
              <a:spcBef>
                <a:spcPts val="0"/>
              </a:spcBef>
              <a:buSzTx/>
              <a:buNone/>
              <a:defRPr sz="1530" b="1"/>
            </a:lvl1pPr>
          </a:lstStyle>
          <a:p>
            <a:r>
              <a:t>作者和日期</a:t>
            </a:r>
          </a:p>
        </p:txBody>
      </p:sp>
      <p:sp>
        <p:nvSpPr>
          <p:cNvPr id="24" name="正文级别 1…"/>
          <p:cNvSpPr txBox="1">
            <a:spLocks noGrp="1"/>
          </p:cNvSpPr>
          <p:nvPr>
            <p:ph type="body" sz="quarter" idx="1" hasCustomPrompt="1"/>
          </p:nvPr>
        </p:nvSpPr>
        <p:spPr>
          <a:xfrm>
            <a:off x="603250" y="5804955"/>
            <a:ext cx="10985500" cy="558476"/>
          </a:xfrm>
          <a:prstGeom prst="rect">
            <a:avLst/>
          </a:prstGeom>
        </p:spPr>
        <p:txBody>
          <a:bodyPr/>
          <a:lstStyle>
            <a:lvl1pPr marL="0" indent="0" defTabSz="412750">
              <a:lnSpc>
                <a:spcPct val="100000"/>
              </a:lnSpc>
              <a:spcBef>
                <a:spcPts val="0"/>
              </a:spcBef>
              <a:buSzTx/>
              <a:buNone/>
              <a:defRPr sz="2750" b="1"/>
            </a:lvl1pPr>
            <a:lvl2pPr marL="0" indent="0" defTabSz="412750">
              <a:lnSpc>
                <a:spcPct val="100000"/>
              </a:lnSpc>
              <a:spcBef>
                <a:spcPts val="0"/>
              </a:spcBef>
              <a:buSzTx/>
              <a:buNone/>
              <a:defRPr sz="2750" b="1"/>
            </a:lvl2pPr>
            <a:lvl3pPr marL="0" indent="0" defTabSz="412750">
              <a:lnSpc>
                <a:spcPct val="100000"/>
              </a:lnSpc>
              <a:spcBef>
                <a:spcPts val="0"/>
              </a:spcBef>
              <a:buSzTx/>
              <a:buNone/>
              <a:defRPr sz="2750" b="1"/>
            </a:lvl3pPr>
            <a:lvl4pPr marL="0" indent="0" defTabSz="412750">
              <a:lnSpc>
                <a:spcPct val="100000"/>
              </a:lnSpc>
              <a:spcBef>
                <a:spcPts val="0"/>
              </a:spcBef>
              <a:buSzTx/>
              <a:buNone/>
              <a:defRPr sz="2750" b="1"/>
            </a:lvl4pPr>
            <a:lvl5pPr marL="0" indent="0" defTabSz="412750">
              <a:lnSpc>
                <a:spcPct val="100000"/>
              </a:lnSpc>
              <a:spcBef>
                <a:spcPts val="0"/>
              </a:spcBef>
              <a:buSzTx/>
              <a:buNone/>
              <a:defRPr sz="2750" b="1"/>
            </a:lvl5pPr>
          </a:lstStyle>
          <a:p>
            <a:r>
              <a:t>演示文稿副标题</a:t>
            </a:r>
          </a:p>
          <a:p>
            <a:pPr lvl="1"/>
            <a:endParaRPr/>
          </a:p>
          <a:p>
            <a:pPr lvl="2"/>
            <a:endParaRPr/>
          </a:p>
          <a:p>
            <a:pPr lvl="3"/>
            <a:endParaRPr/>
          </a:p>
          <a:p>
            <a:pPr lvl="4"/>
            <a:endParaRPr/>
          </a:p>
        </p:txBody>
      </p:sp>
      <p:sp>
        <p:nvSpPr>
          <p:cNvPr id="25"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479057927"/>
      </p:ext>
    </p:extLst>
  </p:cSld>
  <p:clrMapOvr>
    <a:masterClrMapping/>
  </p:clrMapOvr>
  <p:transition spd="med"/>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54BD181-E557-4E44-8DBD-A6A79F8036C5}"/>
              </a:ext>
            </a:extLst>
          </p:cNvPr>
          <p:cNvSpPr>
            <a:spLocks noGrp="1"/>
          </p:cNvSpPr>
          <p:nvPr>
            <p:ph idx="1"/>
          </p:nvPr>
        </p:nvSpPr>
        <p:spPr>
          <a:xfrm>
            <a:off x="335360" y="874644"/>
            <a:ext cx="11521280" cy="5773806"/>
          </a:xfrm>
          <a:prstGeom prst="rect">
            <a:avLst/>
          </a:prstGeom>
        </p:spPr>
        <p:txBody>
          <a:bodyPr/>
          <a:lstStyle>
            <a:lvl1pPr>
              <a:lnSpc>
                <a:spcPct val="100000"/>
              </a:lnSpc>
              <a:defRPr sz="2800">
                <a:latin typeface="Microsoft YaHei" panose="020B0503020204020204" pitchFamily="34" charset="-122"/>
                <a:ea typeface="Microsoft YaHei" panose="020B0503020204020204" pitchFamily="34" charset="-122"/>
              </a:defRPr>
            </a:lvl1pPr>
            <a:lvl2pPr>
              <a:lnSpc>
                <a:spcPct val="100000"/>
              </a:lnSpc>
              <a:defRPr sz="2700">
                <a:latin typeface="Microsoft YaHei" panose="020B0503020204020204" pitchFamily="34" charset="-122"/>
                <a:ea typeface="Microsoft YaHei" panose="020B0503020204020204" pitchFamily="34" charset="-122"/>
              </a:defRPr>
            </a:lvl2pPr>
            <a:lvl3pPr>
              <a:lnSpc>
                <a:spcPct val="100000"/>
              </a:lnSpc>
              <a:defRPr sz="2200">
                <a:latin typeface="Microsoft YaHei" panose="020B0503020204020204" pitchFamily="34" charset="-122"/>
                <a:ea typeface="Microsoft YaHei" panose="020B0503020204020204" pitchFamily="34" charset="-122"/>
              </a:defRPr>
            </a:lvl3pPr>
            <a:lvl4pPr>
              <a:lnSpc>
                <a:spcPct val="100000"/>
              </a:lnSpc>
              <a:defRPr sz="2000">
                <a:latin typeface="Microsoft YaHei" panose="020B0503020204020204" pitchFamily="34" charset="-122"/>
                <a:ea typeface="Microsoft YaHei" panose="020B0503020204020204" pitchFamily="34" charset="-122"/>
              </a:defRPr>
            </a:lvl4pPr>
            <a:lvl5pPr>
              <a:lnSpc>
                <a:spcPct val="100000"/>
              </a:lnSpc>
              <a:defRPr sz="2000">
                <a:latin typeface="Microsoft YaHei" panose="020B0503020204020204" pitchFamily="34" charset="-122"/>
                <a:ea typeface="Microsoft YaHei"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标题 1">
            <a:extLst>
              <a:ext uri="{FF2B5EF4-FFF2-40B4-BE49-F238E27FC236}">
                <a16:creationId xmlns:a16="http://schemas.microsoft.com/office/drawing/2014/main" id="{526675AC-26DF-444C-AC39-AA9E2D4CA775}"/>
              </a:ext>
            </a:extLst>
          </p:cNvPr>
          <p:cNvSpPr>
            <a:spLocks noGrp="1"/>
          </p:cNvSpPr>
          <p:nvPr>
            <p:ph type="title"/>
          </p:nvPr>
        </p:nvSpPr>
        <p:spPr>
          <a:xfrm>
            <a:off x="4094922" y="84259"/>
            <a:ext cx="8097079" cy="598911"/>
          </a:xfrm>
          <a:prstGeom prst="rect">
            <a:avLst/>
          </a:prstGeom>
        </p:spPr>
        <p:txBody>
          <a:bodyPr/>
          <a:lstStyle>
            <a:lvl1pPr algn="ctr">
              <a:lnSpc>
                <a:spcPct val="100000"/>
              </a:lnSpc>
              <a:defRPr sz="3300" b="1">
                <a:solidFill>
                  <a:srgbClr val="FF0000"/>
                </a:solidFill>
                <a:latin typeface="Microsoft YaHei" panose="020B0503020204020204" pitchFamily="34" charset="-122"/>
                <a:ea typeface="Microsoft YaHei"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319721547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9" name="矩形 8"/>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2" name="标题 1"/>
          <p:cNvSpPr>
            <a:spLocks noGrp="1"/>
          </p:cNvSpPr>
          <p:nvPr>
            <p:ph type="ctrTitle"/>
          </p:nvPr>
        </p:nvSpPr>
        <p:spPr>
          <a:xfrm>
            <a:off x="1524000" y="1122363"/>
            <a:ext cx="9144000" cy="2387600"/>
          </a:xfrm>
        </p:spPr>
        <p:txBody>
          <a:bodyPr anchor="b"/>
          <a:lstStyle>
            <a:lvl1pPr algn="ctr">
              <a:defRPr sz="3600"/>
            </a:lvl1pPr>
          </a:lstStyle>
          <a:p>
            <a:r>
              <a:rPr kumimoji="1" lang="zh-CN" altLang="en-US" dirty="0"/>
              <a:t>单击此处编辑母版标题样式</a:t>
            </a:r>
          </a:p>
        </p:txBody>
      </p:sp>
      <p:sp>
        <p:nvSpPr>
          <p:cNvPr id="3" name="副标题 2"/>
          <p:cNvSpPr>
            <a:spLocks noGrp="1"/>
          </p:cNvSpPr>
          <p:nvPr>
            <p:ph type="subTitle" idx="1"/>
          </p:nvPr>
        </p:nvSpPr>
        <p:spPr>
          <a:xfrm>
            <a:off x="1524000" y="3602038"/>
            <a:ext cx="9144000" cy="1655763"/>
          </a:xfrm>
        </p:spPr>
        <p:txBody>
          <a:bodyPr>
            <a:normAutofit/>
          </a:bodyPr>
          <a:lstStyle>
            <a:lvl1pPr marL="0" indent="0" algn="ctr">
              <a:buNone/>
              <a:defRPr sz="2400"/>
            </a:lvl1pPr>
            <a:lvl2pPr marL="228600" indent="0" algn="ctr">
              <a:buNone/>
              <a:defRPr sz="1000"/>
            </a:lvl2pPr>
            <a:lvl3pPr marL="457200" indent="0" algn="ctr">
              <a:buNone/>
              <a:defRPr sz="900"/>
            </a:lvl3pPr>
            <a:lvl4pPr marL="685800" indent="0" algn="ctr">
              <a:buNone/>
              <a:defRPr sz="800"/>
            </a:lvl4pPr>
            <a:lvl5pPr marL="914400" indent="0" algn="ctr">
              <a:buNone/>
              <a:defRPr sz="800"/>
            </a:lvl5pPr>
            <a:lvl6pPr marL="1143000" indent="0" algn="ctr">
              <a:buNone/>
              <a:defRPr sz="800"/>
            </a:lvl6pPr>
            <a:lvl7pPr marL="1371600" indent="0" algn="ctr">
              <a:buNone/>
              <a:defRPr sz="800"/>
            </a:lvl7pPr>
            <a:lvl8pPr marL="1600200" indent="0" algn="ctr">
              <a:buNone/>
              <a:defRPr sz="800"/>
            </a:lvl8pPr>
            <a:lvl9pPr marL="1828800" indent="0" algn="ctr">
              <a:buNone/>
              <a:defRPr sz="800"/>
            </a:lvl9pPr>
          </a:lstStyle>
          <a:p>
            <a:r>
              <a:rPr kumimoji="1" lang="zh-CN" altLang="en-US" dirty="0"/>
              <a:t>单击此处编辑母版副标题样式</a:t>
            </a:r>
          </a:p>
        </p:txBody>
      </p:sp>
      <p:pic>
        <p:nvPicPr>
          <p:cNvPr id="8" name="图片 7" descr="研究院LOGO-渐变-转曲_画板 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6054" y="-511527"/>
            <a:ext cx="7712820" cy="7956653"/>
          </a:xfrm>
          <a:prstGeom prst="rect">
            <a:avLst/>
          </a:prstGeom>
        </p:spPr>
      </p:pic>
      <p:pic>
        <p:nvPicPr>
          <p:cNvPr id="10" name="图片 9" descr="研究院LOGO-渐变-转曲2_画板 1.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597931" y="5769327"/>
            <a:ext cx="3517869" cy="483356"/>
          </a:xfrm>
          <a:prstGeom prst="rect">
            <a:avLst/>
          </a:prstGeom>
        </p:spPr>
      </p:pic>
    </p:spTree>
    <p:extLst>
      <p:ext uri="{BB962C8B-B14F-4D97-AF65-F5344CB8AC3E}">
        <p14:creationId xmlns:p14="http://schemas.microsoft.com/office/powerpoint/2010/main" val="327994989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idx="1"/>
          </p:nvPr>
        </p:nvSpPr>
        <p:spPr/>
        <p:txBody>
          <a:bodyPr/>
          <a:lstStyle>
            <a:lvl2pPr>
              <a:buClr>
                <a:srgbClr val="00B050"/>
              </a:buClr>
              <a:defRPr/>
            </a:lvl2pPr>
            <a:lvl3pPr>
              <a:buClr>
                <a:schemeClr val="accent1">
                  <a:lumMod val="75000"/>
                </a:schemeClr>
              </a:buClr>
              <a:defRPr/>
            </a:lvl3pPr>
            <a:lvl4pPr>
              <a:buClr>
                <a:srgbClr val="7030A0"/>
              </a:buClr>
              <a:defRPr/>
            </a:lvl4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Tree>
    <p:extLst>
      <p:ext uri="{BB962C8B-B14F-4D97-AF65-F5344CB8AC3E}">
        <p14:creationId xmlns:p14="http://schemas.microsoft.com/office/powerpoint/2010/main" val="354400980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8"/>
          </a:xfrm>
        </p:spPr>
        <p:txBody>
          <a:bodyPr anchor="b">
            <a:normAutofit/>
          </a:bodyPr>
          <a:lstStyle>
            <a:lvl1pPr>
              <a:defRPr sz="3300"/>
            </a:lvl1pPr>
          </a:lstStyle>
          <a:p>
            <a:r>
              <a:rPr kumimoji="1" lang="zh-CN" altLang="en-US" dirty="0"/>
              <a:t>单击此处编辑母版标题样式</a:t>
            </a:r>
          </a:p>
        </p:txBody>
      </p:sp>
      <p:sp>
        <p:nvSpPr>
          <p:cNvPr id="3" name="文本占位符 2"/>
          <p:cNvSpPr>
            <a:spLocks noGrp="1"/>
          </p:cNvSpPr>
          <p:nvPr>
            <p:ph type="body" idx="1"/>
          </p:nvPr>
        </p:nvSpPr>
        <p:spPr>
          <a:xfrm>
            <a:off x="831850" y="4729163"/>
            <a:ext cx="10515600" cy="1360488"/>
          </a:xfrm>
        </p:spPr>
        <p:txBody>
          <a:bodyPr>
            <a:normAutofit/>
          </a:bodyPr>
          <a:lstStyle>
            <a:lvl1pPr marL="0" indent="0">
              <a:buNone/>
              <a:defRPr sz="2400">
                <a:solidFill>
                  <a:schemeClr val="tx1">
                    <a:tint val="75000"/>
                  </a:schemeClr>
                </a:solidFill>
              </a:defRPr>
            </a:lvl1pPr>
            <a:lvl2pPr marL="228600" indent="0">
              <a:buNone/>
              <a:defRPr sz="1000">
                <a:solidFill>
                  <a:schemeClr val="tx1">
                    <a:tint val="75000"/>
                  </a:schemeClr>
                </a:solidFill>
              </a:defRPr>
            </a:lvl2pPr>
            <a:lvl3pPr marL="457200" indent="0">
              <a:buNone/>
              <a:defRPr sz="900">
                <a:solidFill>
                  <a:schemeClr val="tx1">
                    <a:tint val="75000"/>
                  </a:schemeClr>
                </a:solidFill>
              </a:defRPr>
            </a:lvl3pPr>
            <a:lvl4pPr marL="685800" indent="0">
              <a:buNone/>
              <a:defRPr sz="800">
                <a:solidFill>
                  <a:schemeClr val="tx1">
                    <a:tint val="75000"/>
                  </a:schemeClr>
                </a:solidFill>
              </a:defRPr>
            </a:lvl4pPr>
            <a:lvl5pPr marL="914400" indent="0">
              <a:buNone/>
              <a:defRPr sz="800">
                <a:solidFill>
                  <a:schemeClr val="tx1">
                    <a:tint val="75000"/>
                  </a:schemeClr>
                </a:solidFill>
              </a:defRPr>
            </a:lvl5pPr>
            <a:lvl6pPr marL="1143000" indent="0">
              <a:buNone/>
              <a:defRPr sz="800">
                <a:solidFill>
                  <a:schemeClr val="tx1">
                    <a:tint val="75000"/>
                  </a:schemeClr>
                </a:solidFill>
              </a:defRPr>
            </a:lvl6pPr>
            <a:lvl7pPr marL="1371600" indent="0">
              <a:buNone/>
              <a:defRPr sz="800">
                <a:solidFill>
                  <a:schemeClr val="tx1">
                    <a:tint val="75000"/>
                  </a:schemeClr>
                </a:solidFill>
              </a:defRPr>
            </a:lvl7pPr>
            <a:lvl8pPr marL="1600200" indent="0">
              <a:buNone/>
              <a:defRPr sz="800">
                <a:solidFill>
                  <a:schemeClr val="tx1">
                    <a:tint val="75000"/>
                  </a:schemeClr>
                </a:solidFill>
              </a:defRPr>
            </a:lvl8pPr>
            <a:lvl9pPr marL="1828800" indent="0">
              <a:buNone/>
              <a:defRPr sz="800">
                <a:solidFill>
                  <a:schemeClr val="tx1">
                    <a:tint val="75000"/>
                  </a:schemeClr>
                </a:solidFill>
              </a:defRPr>
            </a:lvl9pPr>
          </a:lstStyle>
          <a:p>
            <a:pPr lvl="0"/>
            <a:r>
              <a:rPr kumimoji="1" lang="zh-CN" altLang="en-US" dirty="0"/>
              <a:t>单击此处编辑母版文本样式</a:t>
            </a:r>
          </a:p>
        </p:txBody>
      </p:sp>
    </p:spTree>
    <p:extLst>
      <p:ext uri="{BB962C8B-B14F-4D97-AF65-F5344CB8AC3E}">
        <p14:creationId xmlns:p14="http://schemas.microsoft.com/office/powerpoint/2010/main" val="59623258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sz="half" idx="1"/>
          </p:nvPr>
        </p:nvSpPr>
        <p:spPr>
          <a:xfrm>
            <a:off x="838200" y="1571625"/>
            <a:ext cx="5219700" cy="4943475"/>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内容占位符 3"/>
          <p:cNvSpPr>
            <a:spLocks noGrp="1"/>
          </p:cNvSpPr>
          <p:nvPr>
            <p:ph sz="half" idx="2"/>
          </p:nvPr>
        </p:nvSpPr>
        <p:spPr>
          <a:xfrm>
            <a:off x="6134100" y="1571625"/>
            <a:ext cx="5219700" cy="4943475"/>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Tree>
    <p:extLst>
      <p:ext uri="{BB962C8B-B14F-4D97-AF65-F5344CB8AC3E}">
        <p14:creationId xmlns:p14="http://schemas.microsoft.com/office/powerpoint/2010/main" val="250117019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Tree>
    <p:extLst>
      <p:ext uri="{BB962C8B-B14F-4D97-AF65-F5344CB8AC3E}">
        <p14:creationId xmlns:p14="http://schemas.microsoft.com/office/powerpoint/2010/main" val="268654252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374843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EO19 Two Graph">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302CD49-979B-475B-8DDB-4E5D7BDFAD80}"/>
              </a:ext>
            </a:extLst>
          </p:cNvPr>
          <p:cNvSpPr>
            <a:spLocks noGrp="1"/>
          </p:cNvSpPr>
          <p:nvPr>
            <p:ph type="title"/>
          </p:nvPr>
        </p:nvSpPr>
        <p:spPr>
          <a:xfrm>
            <a:off x="631336" y="782741"/>
            <a:ext cx="11232000" cy="548760"/>
          </a:xfrm>
          <a:prstGeom prst="rect">
            <a:avLst/>
          </a:prstGeom>
        </p:spPr>
        <p:txBody>
          <a:bodyPr lIns="0" tIns="0" rIns="0" bIns="0" anchor="t" anchorCtr="0">
            <a:normAutofit/>
          </a:bodyPr>
          <a:lstStyle>
            <a:lvl1pPr algn="l" defTabSz="1038977" rtl="0" eaLnBrk="1" latinLnBrk="0" hangingPunct="1">
              <a:lnSpc>
                <a:spcPts val="4133"/>
              </a:lnSpc>
              <a:spcBef>
                <a:spcPts val="0"/>
              </a:spcBef>
              <a:buFont typeface="Arial" pitchFamily="34" charset="0"/>
              <a:buNone/>
              <a:defRPr lang="en-GB" sz="3200" kern="1200" spc="-113" baseline="0" dirty="0">
                <a:solidFill>
                  <a:srgbClr val="009900"/>
                </a:solidFill>
                <a:latin typeface="Univers for BP" panose="020B0603020202020204" pitchFamily="34" charset="0"/>
                <a:ea typeface="+mn-ea"/>
                <a:cs typeface="+mn-cs"/>
              </a:defRPr>
            </a:lvl1pPr>
          </a:lstStyle>
          <a:p>
            <a:r>
              <a:rPr lang="en-US" dirty="0"/>
              <a:t>Click to edit Master title style</a:t>
            </a:r>
            <a:endParaRPr lang="en-GB" dirty="0"/>
          </a:p>
        </p:txBody>
      </p:sp>
    </p:spTree>
    <p:extLst>
      <p:ext uri="{BB962C8B-B14F-4D97-AF65-F5344CB8AC3E}">
        <p14:creationId xmlns:p14="http://schemas.microsoft.com/office/powerpoint/2010/main" val="199464834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大標題 - 中央">
    <p:spTree>
      <p:nvGrpSpPr>
        <p:cNvPr id="1" name=""/>
        <p:cNvGrpSpPr/>
        <p:nvPr/>
      </p:nvGrpSpPr>
      <p:grpSpPr>
        <a:xfrm>
          <a:off x="0" y="0"/>
          <a:ext cx="0" cy="0"/>
          <a:chOff x="0" y="0"/>
          <a:chExt cx="0" cy="0"/>
        </a:xfrm>
      </p:grpSpPr>
      <p:sp>
        <p:nvSpPr>
          <p:cNvPr id="2" name="幻燈片編號"/>
          <p:cNvSpPr txBox="1">
            <a:spLocks noGrp="1"/>
          </p:cNvSpPr>
          <p:nvPr>
            <p:ph type="sldNum" sz="quarter" idx="4"/>
          </p:nvPr>
        </p:nvSpPr>
        <p:spPr>
          <a:xfrm>
            <a:off x="11534272" y="6400800"/>
            <a:ext cx="657728" cy="457200"/>
          </a:xfrm>
          <a:prstGeom prst="rect">
            <a:avLst/>
          </a:prstGeom>
        </p:spPr>
        <p:txBody>
          <a:bodyPr/>
          <a:lstStyle>
            <a:lvl1pPr>
              <a:defRPr sz="2000" b="1" cap="none" spc="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defRPr>
            </a:lvl1pPr>
          </a:lstStyle>
          <a:p>
            <a:fld id="{86CB4B4D-7CA3-9044-876B-883B54F8677D}" type="slidenum">
              <a:rPr lang="en-US" altLang="zh-CN" smtClean="0"/>
              <a:pPr/>
              <a:t>‹#›</a:t>
            </a:fld>
            <a:endParaRPr lang="zh-CN" altLang="en-US" dirty="0"/>
          </a:p>
        </p:txBody>
      </p:sp>
    </p:spTree>
    <p:extLst>
      <p:ext uri="{BB962C8B-B14F-4D97-AF65-F5344CB8AC3E}">
        <p14:creationId xmlns:p14="http://schemas.microsoft.com/office/powerpoint/2010/main" val="207193303"/>
      </p:ext>
    </p:extLst>
  </p:cSld>
  <p:clrMapOvr>
    <a:masterClrMapping/>
  </p:clrMapOvr>
  <p:transition spd="med"/>
</p:sldLayout>
</file>

<file path=ppt/slideLayouts/slideLayout6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6364260"/>
      </p:ext>
    </p:extLst>
  </p:cSld>
  <p:clrMapOvr>
    <a:masterClrMapping/>
  </p:clrMapOvr>
  <p:transition spd="med"/>
</p:sldLayout>
</file>

<file path=ppt/slideLayouts/slideLayout62.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3987383" y="28159"/>
            <a:ext cx="8204618" cy="739775"/>
          </a:xfrm>
        </p:spPr>
        <p:txBody>
          <a:bodyPr/>
          <a:lstStyle/>
          <a:p>
            <a:r>
              <a:rPr lang="zh-CN" altLang="en-US"/>
              <a:t>单击此处编辑母版标题样式</a:t>
            </a:r>
          </a:p>
        </p:txBody>
      </p:sp>
      <p:sp>
        <p:nvSpPr>
          <p:cNvPr id="3" name="内容占位符 2"/>
          <p:cNvSpPr>
            <a:spLocks noGrp="1"/>
          </p:cNvSpPr>
          <p:nvPr>
            <p:ph sz="quarter" idx="1"/>
          </p:nvPr>
        </p:nvSpPr>
        <p:spPr>
          <a:xfrm>
            <a:off x="347134" y="1341437"/>
            <a:ext cx="5647267" cy="2551112"/>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1" y="1341437"/>
            <a:ext cx="5647267" cy="2551112"/>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347134" y="4044951"/>
            <a:ext cx="5647267" cy="25527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6197601" y="4044951"/>
            <a:ext cx="5647267" cy="25527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55061028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Two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83486479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54BD181-E557-4E44-8DBD-A6A79F8036C5}"/>
              </a:ext>
            </a:extLst>
          </p:cNvPr>
          <p:cNvSpPr>
            <a:spLocks noGrp="1"/>
          </p:cNvSpPr>
          <p:nvPr>
            <p:ph idx="1"/>
          </p:nvPr>
        </p:nvSpPr>
        <p:spPr>
          <a:xfrm>
            <a:off x="335360" y="874644"/>
            <a:ext cx="11521280" cy="5773806"/>
          </a:xfrm>
          <a:prstGeom prst="rect">
            <a:avLst/>
          </a:prstGeom>
        </p:spPr>
        <p:txBody>
          <a:bodyPr/>
          <a:lstStyle>
            <a:lvl1pPr>
              <a:lnSpc>
                <a:spcPct val="100000"/>
              </a:lnSpc>
              <a:defRPr sz="2800">
                <a:latin typeface="Microsoft YaHei" panose="020B0503020204020204" pitchFamily="34" charset="-122"/>
                <a:ea typeface="Microsoft YaHei" panose="020B0503020204020204" pitchFamily="34" charset="-122"/>
              </a:defRPr>
            </a:lvl1pPr>
            <a:lvl2pPr>
              <a:lnSpc>
                <a:spcPct val="100000"/>
              </a:lnSpc>
              <a:defRPr sz="2700">
                <a:latin typeface="Microsoft YaHei" panose="020B0503020204020204" pitchFamily="34" charset="-122"/>
                <a:ea typeface="Microsoft YaHei" panose="020B0503020204020204" pitchFamily="34" charset="-122"/>
              </a:defRPr>
            </a:lvl2pPr>
            <a:lvl3pPr>
              <a:lnSpc>
                <a:spcPct val="100000"/>
              </a:lnSpc>
              <a:defRPr sz="2200">
                <a:latin typeface="Microsoft YaHei" panose="020B0503020204020204" pitchFamily="34" charset="-122"/>
                <a:ea typeface="Microsoft YaHei" panose="020B0503020204020204" pitchFamily="34" charset="-122"/>
              </a:defRPr>
            </a:lvl3pPr>
            <a:lvl4pPr>
              <a:lnSpc>
                <a:spcPct val="100000"/>
              </a:lnSpc>
              <a:defRPr sz="2000">
                <a:latin typeface="Microsoft YaHei" panose="020B0503020204020204" pitchFamily="34" charset="-122"/>
                <a:ea typeface="Microsoft YaHei" panose="020B0503020204020204" pitchFamily="34" charset="-122"/>
              </a:defRPr>
            </a:lvl4pPr>
            <a:lvl5pPr>
              <a:lnSpc>
                <a:spcPct val="100000"/>
              </a:lnSpc>
              <a:defRPr sz="2000">
                <a:latin typeface="Microsoft YaHei" panose="020B0503020204020204" pitchFamily="34" charset="-122"/>
                <a:ea typeface="Microsoft YaHei"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标题 1">
            <a:extLst>
              <a:ext uri="{FF2B5EF4-FFF2-40B4-BE49-F238E27FC236}">
                <a16:creationId xmlns:a16="http://schemas.microsoft.com/office/drawing/2014/main" id="{526675AC-26DF-444C-AC39-AA9E2D4CA775}"/>
              </a:ext>
            </a:extLst>
          </p:cNvPr>
          <p:cNvSpPr>
            <a:spLocks noGrp="1"/>
          </p:cNvSpPr>
          <p:nvPr>
            <p:ph type="title"/>
          </p:nvPr>
        </p:nvSpPr>
        <p:spPr>
          <a:xfrm>
            <a:off x="4094922" y="84259"/>
            <a:ext cx="8097079" cy="598911"/>
          </a:xfrm>
          <a:prstGeom prst="rect">
            <a:avLst/>
          </a:prstGeom>
        </p:spPr>
        <p:txBody>
          <a:bodyPr/>
          <a:lstStyle>
            <a:lvl1pPr algn="ctr">
              <a:lnSpc>
                <a:spcPct val="100000"/>
              </a:lnSpc>
              <a:defRPr sz="3300" b="1">
                <a:solidFill>
                  <a:srgbClr val="FF0000"/>
                </a:solidFill>
                <a:latin typeface="Microsoft YaHei" panose="020B0503020204020204" pitchFamily="34" charset="-122"/>
                <a:ea typeface="Microsoft YaHei"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19125232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3" name="직사각형 4"/>
          <p:cNvSpPr/>
          <p:nvPr userDrawn="1"/>
        </p:nvSpPr>
        <p:spPr>
          <a:xfrm>
            <a:off x="-1" y="0"/>
            <a:ext cx="12192000" cy="6858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0"/>
            <a:endParaRPr lang="ko-KR" altLang="en-US" sz="1400">
              <a:latin typeface="Arial" panose="020B0604020202020204" pitchFamily="34" charset="0"/>
            </a:endParaRPr>
          </a:p>
        </p:txBody>
      </p:sp>
      <p:sp>
        <p:nvSpPr>
          <p:cNvPr id="9" name="Text Placeholder 8"/>
          <p:cNvSpPr>
            <a:spLocks noGrp="1"/>
          </p:cNvSpPr>
          <p:nvPr>
            <p:ph type="body" sz="quarter" idx="10" hasCustomPrompt="1"/>
          </p:nvPr>
        </p:nvSpPr>
        <p:spPr>
          <a:xfrm>
            <a:off x="5438810" y="2585404"/>
            <a:ext cx="6156497" cy="830263"/>
          </a:xfrm>
        </p:spPr>
        <p:txBody>
          <a:bodyPr>
            <a:noAutofit/>
          </a:bodyPr>
          <a:lstStyle>
            <a:lvl1pPr marL="0" indent="0" algn="l">
              <a:buNone/>
              <a:defRPr sz="5400" b="1">
                <a:solidFill>
                  <a:srgbClr val="FFFFFF"/>
                </a:solidFill>
                <a:latin typeface="Arial Narrow"/>
                <a:cs typeface="Arial Narrow"/>
              </a:defRPr>
            </a:lvl1pPr>
            <a:lvl2pPr marL="457200" indent="0">
              <a:buNone/>
              <a:defRPr>
                <a:solidFill>
                  <a:srgbClr val="FFFFFF"/>
                </a:solidFill>
                <a:latin typeface="Arial"/>
                <a:cs typeface="Arial"/>
              </a:defRPr>
            </a:lvl2pPr>
            <a:lvl3pPr marL="914400" indent="0">
              <a:buNone/>
              <a:defRPr>
                <a:solidFill>
                  <a:srgbClr val="FFFFFF"/>
                </a:solidFill>
                <a:latin typeface="Arial"/>
                <a:cs typeface="Arial"/>
              </a:defRPr>
            </a:lvl3pPr>
            <a:lvl4pPr marL="1371600" indent="0">
              <a:buNone/>
              <a:defRPr>
                <a:solidFill>
                  <a:srgbClr val="FFFFFF"/>
                </a:solidFill>
                <a:latin typeface="Arial"/>
                <a:cs typeface="Arial"/>
              </a:defRPr>
            </a:lvl4pPr>
            <a:lvl5pPr marL="1828800" indent="0">
              <a:buNone/>
              <a:defRPr>
                <a:solidFill>
                  <a:srgbClr val="FFFFFF"/>
                </a:solidFill>
                <a:latin typeface="Arial"/>
                <a:cs typeface="Arial"/>
              </a:defRPr>
            </a:lvl5pPr>
          </a:lstStyle>
          <a:p>
            <a:pPr lvl="0"/>
            <a:r>
              <a:rPr lang="en-US"/>
              <a:t>Click to edit title</a:t>
            </a:r>
          </a:p>
        </p:txBody>
      </p:sp>
      <p:sp>
        <p:nvSpPr>
          <p:cNvPr id="11" name="Text Placeholder 10"/>
          <p:cNvSpPr>
            <a:spLocks noGrp="1"/>
          </p:cNvSpPr>
          <p:nvPr>
            <p:ph type="body" sz="quarter" idx="11" hasCustomPrompt="1"/>
          </p:nvPr>
        </p:nvSpPr>
        <p:spPr>
          <a:xfrm>
            <a:off x="5437949" y="3415666"/>
            <a:ext cx="6157356" cy="445135"/>
          </a:xfrm>
        </p:spPr>
        <p:txBody>
          <a:bodyPr>
            <a:noAutofit/>
          </a:bodyPr>
          <a:lstStyle>
            <a:lvl1pPr marL="0" indent="0" algn="l">
              <a:buNone/>
              <a:defRPr sz="1800">
                <a:solidFill>
                  <a:srgbClr val="FFFFFF"/>
                </a:solidFill>
                <a:latin typeface="Arial"/>
                <a:cs typeface="Arial"/>
              </a:defRPr>
            </a:lvl1pPr>
            <a:lvl2pPr marL="457200" indent="0">
              <a:buNone/>
              <a:defRPr sz="1500">
                <a:solidFill>
                  <a:srgbClr val="FFFFFF"/>
                </a:solidFill>
                <a:latin typeface="Arial"/>
                <a:cs typeface="Arial"/>
              </a:defRPr>
            </a:lvl2pPr>
            <a:lvl3pPr marL="914400" indent="0">
              <a:buNone/>
              <a:defRPr sz="1500">
                <a:solidFill>
                  <a:srgbClr val="FFFFFF"/>
                </a:solidFill>
                <a:latin typeface="Arial"/>
                <a:cs typeface="Arial"/>
              </a:defRPr>
            </a:lvl3pPr>
            <a:lvl4pPr marL="1371600" indent="0">
              <a:buNone/>
              <a:defRPr sz="1500">
                <a:solidFill>
                  <a:srgbClr val="FFFFFF"/>
                </a:solidFill>
                <a:latin typeface="Arial"/>
                <a:cs typeface="Arial"/>
              </a:defRPr>
            </a:lvl4pPr>
            <a:lvl5pPr marL="1828800" indent="0">
              <a:buNone/>
              <a:defRPr sz="1500">
                <a:solidFill>
                  <a:srgbClr val="FFFFFF"/>
                </a:solidFill>
                <a:latin typeface="Arial"/>
                <a:cs typeface="Arial"/>
              </a:defRPr>
            </a:lvl5pPr>
          </a:lstStyle>
          <a:p>
            <a:pPr lvl="0"/>
            <a:r>
              <a:rPr lang="en-US"/>
              <a:t>CLICK TO EDIT SUBTITLE</a:t>
            </a:r>
          </a:p>
        </p:txBody>
      </p:sp>
      <p:sp>
        <p:nvSpPr>
          <p:cNvPr id="13" name="Text Placeholder 12"/>
          <p:cNvSpPr>
            <a:spLocks noGrp="1"/>
          </p:cNvSpPr>
          <p:nvPr>
            <p:ph type="body" sz="quarter" idx="12" hasCustomPrompt="1"/>
          </p:nvPr>
        </p:nvSpPr>
        <p:spPr>
          <a:xfrm>
            <a:off x="5438808" y="3860800"/>
            <a:ext cx="6156496" cy="1622612"/>
          </a:xfrm>
        </p:spPr>
        <p:txBody>
          <a:bodyPr>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baseline="0">
                <a:solidFill>
                  <a:srgbClr val="FFFFFF"/>
                </a:solidFill>
                <a:latin typeface="Arial"/>
                <a:cs typeface="Arial"/>
              </a:defRPr>
            </a:lvl1pPr>
            <a:lvl2pPr marL="457200" indent="0">
              <a:buNone/>
              <a:defRPr sz="1200">
                <a:solidFill>
                  <a:srgbClr val="FFFFFF"/>
                </a:solidFill>
                <a:latin typeface="Arial"/>
                <a:cs typeface="Arial"/>
              </a:defRPr>
            </a:lvl2pPr>
            <a:lvl3pPr marL="914400" indent="0">
              <a:buNone/>
              <a:defRPr sz="1200">
                <a:solidFill>
                  <a:srgbClr val="FFFFFF"/>
                </a:solidFill>
                <a:latin typeface="Arial"/>
                <a:cs typeface="Arial"/>
              </a:defRPr>
            </a:lvl3pPr>
            <a:lvl4pPr marL="1371600" indent="0">
              <a:buNone/>
              <a:defRPr sz="1200">
                <a:solidFill>
                  <a:srgbClr val="FFFFFF"/>
                </a:solidFill>
                <a:latin typeface="Arial"/>
                <a:cs typeface="Arial"/>
              </a:defRPr>
            </a:lvl4pPr>
            <a:lvl5pPr marL="1828800" indent="0">
              <a:buNone/>
              <a:defRPr sz="1200">
                <a:solidFill>
                  <a:srgbClr val="FFFFFF"/>
                </a:solidFill>
                <a:latin typeface="Arial"/>
                <a:cs typeface="Arial"/>
              </a:defRPr>
            </a:lvl5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a:t>Click to edit Master text style. Click to edit Master text style. Click to edit Master text style. Click to edit Master text style. Click to edit Master text style. Click to edit Master text style. Click to edit Master text style. Click to edit Master text style. Click to edit Master text style. Click to edit Master text style. Click to edit Master text style. Click to edit Master text style. Click to edit Master text style. Click to edit Master text style. Click to edit Master text style. </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lang="en-US"/>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lang="en-US"/>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lang="en-US"/>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lang="en-US"/>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lang="en-US"/>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lang="en-US"/>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lang="en-US"/>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lang="en-US"/>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lang="en-US"/>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lang="en-US"/>
          </a:p>
        </p:txBody>
      </p:sp>
      <p:pic>
        <p:nvPicPr>
          <p:cNvPr id="6" name="Picture 5">
            <a:extLst>
              <a:ext uri="{FF2B5EF4-FFF2-40B4-BE49-F238E27FC236}">
                <a16:creationId xmlns:a16="http://schemas.microsoft.com/office/drawing/2014/main" id="{EC64DCDF-56A0-ED4F-9B2C-6BCB22A122C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3546" y="5133475"/>
            <a:ext cx="7833389" cy="1999934"/>
          </a:xfrm>
          <a:prstGeom prst="rect">
            <a:avLst/>
          </a:prstGeom>
          <a:noFill/>
        </p:spPr>
      </p:pic>
    </p:spTree>
    <p:extLst>
      <p:ext uri="{BB962C8B-B14F-4D97-AF65-F5344CB8AC3E}">
        <p14:creationId xmlns:p14="http://schemas.microsoft.com/office/powerpoint/2010/main" val="366275295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3_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1" y="3152775"/>
            <a:ext cx="9144000" cy="2105026"/>
          </a:xfrm>
        </p:spPr>
        <p:txBody>
          <a:bodyPr>
            <a:noAutofit/>
          </a:bodyPr>
          <a:lstStyle>
            <a:lvl1pPr marL="0" indent="0" algn="ctr">
              <a:buNone/>
              <a:defRPr sz="5750" b="1"/>
            </a:lvl1pPr>
            <a:lvl2pPr marL="363755" indent="0" algn="ctr">
              <a:buNone/>
              <a:defRPr sz="1591"/>
            </a:lvl2pPr>
            <a:lvl3pPr marL="727510" indent="0" algn="ctr">
              <a:buNone/>
              <a:defRPr sz="1432"/>
            </a:lvl3pPr>
            <a:lvl4pPr marL="1091265" indent="0" algn="ctr">
              <a:buNone/>
              <a:defRPr sz="1273"/>
            </a:lvl4pPr>
            <a:lvl5pPr marL="1455020" indent="0" algn="ctr">
              <a:buNone/>
              <a:defRPr sz="1273"/>
            </a:lvl5pPr>
            <a:lvl6pPr marL="1818775" indent="0" algn="ctr">
              <a:buNone/>
              <a:defRPr sz="1273"/>
            </a:lvl6pPr>
            <a:lvl7pPr marL="2182529" indent="0" algn="ctr">
              <a:buNone/>
              <a:defRPr sz="1273"/>
            </a:lvl7pPr>
            <a:lvl8pPr marL="2546285" indent="0" algn="ctr">
              <a:buNone/>
              <a:defRPr sz="1273"/>
            </a:lvl8pPr>
            <a:lvl9pPr marL="2910039" indent="0" algn="ctr">
              <a:buNone/>
              <a:defRPr sz="1273"/>
            </a:lvl9pPr>
          </a:lstStyle>
          <a:p>
            <a:r>
              <a:rPr lang="en-US" dirty="0"/>
              <a:t>Click to edit Master subtitle style</a:t>
            </a:r>
          </a:p>
        </p:txBody>
      </p:sp>
      <p:sp>
        <p:nvSpPr>
          <p:cNvPr id="4" name="Date Placeholder 3"/>
          <p:cNvSpPr>
            <a:spLocks noGrp="1"/>
          </p:cNvSpPr>
          <p:nvPr>
            <p:ph type="dt" sz="half" idx="10"/>
          </p:nvPr>
        </p:nvSpPr>
        <p:spPr/>
        <p:txBody>
          <a:bodyPr/>
          <a:lstStyle>
            <a:lvl1pPr>
              <a:defRPr sz="1114">
                <a:solidFill>
                  <a:schemeClr val="bg1"/>
                </a:solidFill>
                <a:latin typeface="Helvetica" panose="020B0604020202020204" pitchFamily="34" charset="0"/>
                <a:cs typeface="Helvetica" panose="020B0604020202020204" pitchFamily="34" charset="0"/>
              </a:defRPr>
            </a:lvl1pPr>
          </a:lstStyle>
          <a:p>
            <a:endParaRPr lang="en-US"/>
          </a:p>
        </p:txBody>
      </p:sp>
      <p:sp>
        <p:nvSpPr>
          <p:cNvPr id="5" name="Footer Placeholder 4"/>
          <p:cNvSpPr>
            <a:spLocks noGrp="1"/>
          </p:cNvSpPr>
          <p:nvPr>
            <p:ph type="ftr" sz="quarter" idx="11"/>
          </p:nvPr>
        </p:nvSpPr>
        <p:spPr/>
        <p:txBody>
          <a:bodyPr/>
          <a:lstStyle>
            <a:lvl1pPr>
              <a:defRPr sz="1114">
                <a:solidFill>
                  <a:schemeClr val="bg1"/>
                </a:solidFill>
                <a:latin typeface="Helvetica" panose="020B0604020202020204" pitchFamily="34" charset="0"/>
                <a:cs typeface="Helvetica" panose="020B0604020202020204" pitchFamily="34" charset="0"/>
              </a:defRPr>
            </a:lvl1pPr>
          </a:lstStyle>
          <a:p>
            <a:endParaRPr lang="en-US"/>
          </a:p>
        </p:txBody>
      </p:sp>
      <p:sp>
        <p:nvSpPr>
          <p:cNvPr id="6" name="Slide Number Placeholder 5"/>
          <p:cNvSpPr>
            <a:spLocks noGrp="1"/>
          </p:cNvSpPr>
          <p:nvPr>
            <p:ph type="sldNum" sz="quarter" idx="12"/>
          </p:nvPr>
        </p:nvSpPr>
        <p:spPr/>
        <p:txBody>
          <a:bodyPr/>
          <a:lstStyle>
            <a:lvl1pPr>
              <a:defRPr sz="1114">
                <a:solidFill>
                  <a:schemeClr val="bg1"/>
                </a:solidFill>
                <a:latin typeface="Helvetica" panose="020B0604020202020204" pitchFamily="34" charset="0"/>
                <a:cs typeface="Helvetica" panose="020B0604020202020204" pitchFamily="34" charset="0"/>
              </a:defRPr>
            </a:lvl1pPr>
          </a:lstStyle>
          <a:p>
            <a:fld id="{6005A6C0-DB4F-A648-A872-A43592C1E11C}" type="slidenum">
              <a:rPr lang="en-US" smtClean="0"/>
              <a:pPr/>
              <a:t>‹#›</a:t>
            </a:fld>
            <a:endParaRPr lang="en-US"/>
          </a:p>
        </p:txBody>
      </p:sp>
    </p:spTree>
    <p:extLst>
      <p:ext uri="{BB962C8B-B14F-4D97-AF65-F5344CB8AC3E}">
        <p14:creationId xmlns:p14="http://schemas.microsoft.com/office/powerpoint/2010/main" val="190649014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5637354"/>
      </p:ext>
    </p:extLst>
  </p:cSld>
  <p:clrMapOvr>
    <a:masterClrMapping/>
  </p:clrMapOvr>
  <p:hf hdr="0" ftr="0" dt="0"/>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2_大標題 - 中央">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DAB74EC0-ADF8-4E82-925B-4A9209AA57D5}"/>
              </a:ext>
            </a:extLst>
          </p:cNvPr>
          <p:cNvSpPr>
            <a:spLocks noGrp="1"/>
          </p:cNvSpPr>
          <p:nvPr>
            <p:ph sz="half" idx="1"/>
          </p:nvPr>
        </p:nvSpPr>
        <p:spPr>
          <a:xfrm>
            <a:off x="347134" y="828675"/>
            <a:ext cx="5647267" cy="57689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3" name="内容占位符 3">
            <a:extLst>
              <a:ext uri="{FF2B5EF4-FFF2-40B4-BE49-F238E27FC236}">
                <a16:creationId xmlns:a16="http://schemas.microsoft.com/office/drawing/2014/main" id="{778EF2A1-3439-429A-BD35-127698F07ED8}"/>
              </a:ext>
            </a:extLst>
          </p:cNvPr>
          <p:cNvSpPr>
            <a:spLocks noGrp="1"/>
          </p:cNvSpPr>
          <p:nvPr>
            <p:ph sz="half" idx="2"/>
          </p:nvPr>
        </p:nvSpPr>
        <p:spPr>
          <a:xfrm>
            <a:off x="6197601" y="828675"/>
            <a:ext cx="5647267" cy="57689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标题 1">
            <a:extLst>
              <a:ext uri="{FF2B5EF4-FFF2-40B4-BE49-F238E27FC236}">
                <a16:creationId xmlns:a16="http://schemas.microsoft.com/office/drawing/2014/main" id="{4BB93A36-AAF6-473F-8D4C-56EF725F2390}"/>
              </a:ext>
            </a:extLst>
          </p:cNvPr>
          <p:cNvSpPr>
            <a:spLocks noGrp="1"/>
          </p:cNvSpPr>
          <p:nvPr>
            <p:ph type="title"/>
          </p:nvPr>
        </p:nvSpPr>
        <p:spPr>
          <a:xfrm>
            <a:off x="4029075" y="84259"/>
            <a:ext cx="8061081" cy="598911"/>
          </a:xfrm>
          <a:prstGeom prst="rect">
            <a:avLst/>
          </a:prstGeom>
        </p:spPr>
        <p:txBody>
          <a:bodyPr/>
          <a:lstStyle>
            <a:lvl1pPr algn="ctr">
              <a:lnSpc>
                <a:spcPct val="100000"/>
              </a:lnSpc>
              <a:defRPr sz="3300" b="1">
                <a:solidFill>
                  <a:srgbClr val="FF0000"/>
                </a:solidFill>
                <a:latin typeface="Microsoft YaHei" panose="020B0503020204020204" pitchFamily="34" charset="-122"/>
                <a:ea typeface="Microsoft YaHei"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2845333229"/>
      </p:ext>
    </p:extLst>
  </p:cSld>
  <p:clrMapOvr>
    <a:masterClrMapping/>
  </p:clrMapOvr>
  <p:transition spd="med"/>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7C9FFA26-6A68-4A9D-8CC5-7EBECFFDD407}"/>
              </a:ext>
            </a:extLst>
          </p:cNvPr>
          <p:cNvSpPr>
            <a:spLocks noGrp="1"/>
          </p:cNvSpPr>
          <p:nvPr>
            <p:ph type="title"/>
          </p:nvPr>
        </p:nvSpPr>
        <p:spPr>
          <a:xfrm>
            <a:off x="1043609" y="4064506"/>
            <a:ext cx="10018643" cy="2107695"/>
          </a:xfrm>
          <a:prstGeom prst="rect">
            <a:avLst/>
          </a:prstGeom>
        </p:spPr>
        <p:txBody>
          <a:bodyPr>
            <a:normAutofit/>
          </a:bodyPr>
          <a:lstStyle>
            <a:lvl1pPr>
              <a:lnSpc>
                <a:spcPct val="100000"/>
              </a:lnSpc>
              <a:defRPr sz="4800" b="1">
                <a:solidFill>
                  <a:srgbClr val="FF0000"/>
                </a:solidFill>
                <a:latin typeface="Microsoft YaHei" panose="020B0503020204020204" pitchFamily="34" charset="-122"/>
                <a:ea typeface="Microsoft YaHei"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203307360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cSld name="大标题与副标题">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54BD181-E557-4E44-8DBD-A6A79F8036C5}"/>
              </a:ext>
            </a:extLst>
          </p:cNvPr>
          <p:cNvSpPr>
            <a:spLocks noGrp="1"/>
          </p:cNvSpPr>
          <p:nvPr>
            <p:ph idx="1"/>
          </p:nvPr>
        </p:nvSpPr>
        <p:spPr>
          <a:xfrm>
            <a:off x="335360" y="771525"/>
            <a:ext cx="11521280" cy="5943600"/>
          </a:xfrm>
          <a:prstGeom prst="rect">
            <a:avLst/>
          </a:prstGeom>
        </p:spPr>
        <p:txBody>
          <a:bodyPr/>
          <a:lstStyle>
            <a:lvl1pPr>
              <a:lnSpc>
                <a:spcPct val="100000"/>
              </a:lnSpc>
              <a:defRPr sz="2800">
                <a:latin typeface="Microsoft YaHei" panose="020B0503020204020204" pitchFamily="34" charset="-122"/>
                <a:ea typeface="Microsoft YaHei" panose="020B0503020204020204" pitchFamily="34" charset="-122"/>
              </a:defRPr>
            </a:lvl1pPr>
            <a:lvl2pPr>
              <a:lnSpc>
                <a:spcPct val="100000"/>
              </a:lnSpc>
              <a:defRPr sz="2700">
                <a:latin typeface="Microsoft YaHei" panose="020B0503020204020204" pitchFamily="34" charset="-122"/>
                <a:ea typeface="Microsoft YaHei" panose="020B0503020204020204" pitchFamily="34" charset="-122"/>
              </a:defRPr>
            </a:lvl2pPr>
            <a:lvl3pPr>
              <a:lnSpc>
                <a:spcPct val="100000"/>
              </a:lnSpc>
              <a:defRPr sz="2200">
                <a:latin typeface="Microsoft YaHei" panose="020B0503020204020204" pitchFamily="34" charset="-122"/>
                <a:ea typeface="Microsoft YaHei" panose="020B0503020204020204" pitchFamily="34" charset="-122"/>
              </a:defRPr>
            </a:lvl3pPr>
            <a:lvl4pPr>
              <a:lnSpc>
                <a:spcPct val="100000"/>
              </a:lnSpc>
              <a:defRPr sz="2000">
                <a:latin typeface="Microsoft YaHei" panose="020B0503020204020204" pitchFamily="34" charset="-122"/>
                <a:ea typeface="Microsoft YaHei" panose="020B0503020204020204" pitchFamily="34" charset="-122"/>
              </a:defRPr>
            </a:lvl4pPr>
            <a:lvl5pPr>
              <a:lnSpc>
                <a:spcPct val="100000"/>
              </a:lnSpc>
              <a:defRPr sz="2000">
                <a:latin typeface="Microsoft YaHei" panose="020B0503020204020204" pitchFamily="34" charset="-122"/>
                <a:ea typeface="Microsoft YaHei" panose="020B0503020204020204" pitchFamily="34"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4" name="标题 1">
            <a:extLst>
              <a:ext uri="{FF2B5EF4-FFF2-40B4-BE49-F238E27FC236}">
                <a16:creationId xmlns:a16="http://schemas.microsoft.com/office/drawing/2014/main" id="{526675AC-26DF-444C-AC39-AA9E2D4CA775}"/>
              </a:ext>
            </a:extLst>
          </p:cNvPr>
          <p:cNvSpPr>
            <a:spLocks noGrp="1"/>
          </p:cNvSpPr>
          <p:nvPr>
            <p:ph type="title"/>
          </p:nvPr>
        </p:nvSpPr>
        <p:spPr>
          <a:xfrm>
            <a:off x="4048125" y="59864"/>
            <a:ext cx="8042031" cy="598911"/>
          </a:xfrm>
          <a:prstGeom prst="rect">
            <a:avLst/>
          </a:prstGeom>
        </p:spPr>
        <p:txBody>
          <a:bodyPr/>
          <a:lstStyle>
            <a:lvl1pPr algn="ctr">
              <a:lnSpc>
                <a:spcPct val="100000"/>
              </a:lnSpc>
              <a:defRPr sz="3300" b="1">
                <a:solidFill>
                  <a:srgbClr val="FF0000"/>
                </a:solidFill>
                <a:latin typeface="Microsoft YaHei" panose="020B0503020204020204" pitchFamily="34" charset="-122"/>
                <a:ea typeface="Microsoft YaHei"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180955578"/>
      </p:ext>
    </p:extLst>
  </p:cSld>
  <p:clrMapOvr>
    <a:masterClrMapping/>
  </p:clrMapOvr>
  <p:hf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2_空白">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54BD181-E557-4E44-8DBD-A6A79F8036C5}"/>
              </a:ext>
            </a:extLst>
          </p:cNvPr>
          <p:cNvSpPr>
            <a:spLocks noGrp="1"/>
          </p:cNvSpPr>
          <p:nvPr>
            <p:ph idx="1"/>
          </p:nvPr>
        </p:nvSpPr>
        <p:spPr>
          <a:xfrm>
            <a:off x="335360" y="1451918"/>
            <a:ext cx="11521280" cy="5196532"/>
          </a:xfrm>
          <a:prstGeom prst="rect">
            <a:avLst/>
          </a:prstGeom>
        </p:spPr>
        <p:txBody>
          <a:bodyPr/>
          <a:lstStyle>
            <a:lvl1pPr>
              <a:lnSpc>
                <a:spcPct val="100000"/>
              </a:lnSpc>
              <a:defRPr sz="2800">
                <a:latin typeface="Microsoft YaHei" panose="020B0503020204020204" pitchFamily="34" charset="-122"/>
                <a:ea typeface="Microsoft YaHei" panose="020B0503020204020204" pitchFamily="34" charset="-122"/>
              </a:defRPr>
            </a:lvl1pPr>
            <a:lvl2pPr>
              <a:lnSpc>
                <a:spcPct val="100000"/>
              </a:lnSpc>
              <a:defRPr sz="2700">
                <a:latin typeface="Microsoft YaHei" panose="020B0503020204020204" pitchFamily="34" charset="-122"/>
                <a:ea typeface="Microsoft YaHei" panose="020B0503020204020204" pitchFamily="34" charset="-122"/>
              </a:defRPr>
            </a:lvl2pPr>
            <a:lvl3pPr>
              <a:lnSpc>
                <a:spcPct val="100000"/>
              </a:lnSpc>
              <a:defRPr sz="2200">
                <a:latin typeface="Microsoft YaHei" panose="020B0503020204020204" pitchFamily="34" charset="-122"/>
                <a:ea typeface="Microsoft YaHei" panose="020B0503020204020204" pitchFamily="34" charset="-122"/>
              </a:defRPr>
            </a:lvl3pPr>
            <a:lvl4pPr>
              <a:lnSpc>
                <a:spcPct val="100000"/>
              </a:lnSpc>
              <a:defRPr sz="2000">
                <a:latin typeface="Microsoft YaHei" panose="020B0503020204020204" pitchFamily="34" charset="-122"/>
                <a:ea typeface="Microsoft YaHei" panose="020B0503020204020204" pitchFamily="34" charset="-122"/>
              </a:defRPr>
            </a:lvl4pPr>
            <a:lvl5pPr>
              <a:lnSpc>
                <a:spcPct val="100000"/>
              </a:lnSpc>
              <a:defRPr sz="2000">
                <a:latin typeface="Microsoft YaHei" panose="020B0503020204020204" pitchFamily="34" charset="-122"/>
                <a:ea typeface="Microsoft YaHei"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标题 1">
            <a:extLst>
              <a:ext uri="{FF2B5EF4-FFF2-40B4-BE49-F238E27FC236}">
                <a16:creationId xmlns:a16="http://schemas.microsoft.com/office/drawing/2014/main" id="{526675AC-26DF-444C-AC39-AA9E2D4CA775}"/>
              </a:ext>
            </a:extLst>
          </p:cNvPr>
          <p:cNvSpPr>
            <a:spLocks noGrp="1"/>
          </p:cNvSpPr>
          <p:nvPr>
            <p:ph type="title"/>
          </p:nvPr>
        </p:nvSpPr>
        <p:spPr>
          <a:xfrm>
            <a:off x="6510022" y="383715"/>
            <a:ext cx="5580135" cy="598911"/>
          </a:xfrm>
          <a:prstGeom prst="rect">
            <a:avLst/>
          </a:prstGeom>
        </p:spPr>
        <p:txBody>
          <a:bodyPr/>
          <a:lstStyle>
            <a:lvl1pPr>
              <a:lnSpc>
                <a:spcPct val="100000"/>
              </a:lnSpc>
              <a:defRPr sz="3300" b="1">
                <a:solidFill>
                  <a:srgbClr val="FF0000"/>
                </a:solidFill>
                <a:latin typeface="Microsoft YaHei" panose="020B0503020204020204" pitchFamily="34" charset="-122"/>
                <a:ea typeface="Microsoft YaHei"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403759949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大標題與副標題">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9F97DE6A-8F23-4541-AC5F-F35590F95503}"/>
              </a:ext>
            </a:extLst>
          </p:cNvPr>
          <p:cNvSpPr>
            <a:spLocks noGrp="1"/>
          </p:cNvSpPr>
          <p:nvPr>
            <p:ph idx="1"/>
          </p:nvPr>
        </p:nvSpPr>
        <p:spPr>
          <a:xfrm>
            <a:off x="335360" y="1451918"/>
            <a:ext cx="11521280" cy="5158432"/>
          </a:xfrm>
          <a:prstGeom prst="rect">
            <a:avLst/>
          </a:prstGeom>
        </p:spPr>
        <p:txBody>
          <a:bodyPr/>
          <a:lstStyle>
            <a:lvl1pPr>
              <a:lnSpc>
                <a:spcPct val="100000"/>
              </a:lnSpc>
              <a:defRPr sz="2800">
                <a:latin typeface="Microsoft YaHei" panose="020B0503020204020204" pitchFamily="34" charset="-122"/>
                <a:ea typeface="Microsoft YaHei" panose="020B0503020204020204" pitchFamily="34" charset="-122"/>
              </a:defRPr>
            </a:lvl1pPr>
            <a:lvl2pPr>
              <a:lnSpc>
                <a:spcPct val="100000"/>
              </a:lnSpc>
              <a:defRPr sz="2700">
                <a:latin typeface="Microsoft YaHei" panose="020B0503020204020204" pitchFamily="34" charset="-122"/>
                <a:ea typeface="Microsoft YaHei" panose="020B0503020204020204" pitchFamily="34" charset="-122"/>
              </a:defRPr>
            </a:lvl2pPr>
            <a:lvl3pPr>
              <a:lnSpc>
                <a:spcPct val="100000"/>
              </a:lnSpc>
              <a:defRPr sz="2200">
                <a:latin typeface="Microsoft YaHei" panose="020B0503020204020204" pitchFamily="34" charset="-122"/>
                <a:ea typeface="Microsoft YaHei" panose="020B0503020204020204" pitchFamily="34" charset="-122"/>
              </a:defRPr>
            </a:lvl3pPr>
            <a:lvl4pPr>
              <a:lnSpc>
                <a:spcPct val="100000"/>
              </a:lnSpc>
              <a:defRPr sz="2000">
                <a:latin typeface="Microsoft YaHei" panose="020B0503020204020204" pitchFamily="34" charset="-122"/>
                <a:ea typeface="Microsoft YaHei" panose="020B0503020204020204" pitchFamily="34" charset="-122"/>
              </a:defRPr>
            </a:lvl4pPr>
            <a:lvl5pPr>
              <a:lnSpc>
                <a:spcPct val="100000"/>
              </a:lnSpc>
              <a:defRPr sz="2000">
                <a:latin typeface="Microsoft YaHei" panose="020B0503020204020204" pitchFamily="34" charset="-122"/>
                <a:ea typeface="Microsoft YaHei" panose="020B0503020204020204" pitchFamily="34"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882525769"/>
      </p:ext>
    </p:extLst>
  </p:cSld>
  <p:clrMapOvr>
    <a:masterClrMapping/>
  </p:clrMapOvr>
  <p:transition spd="med"/>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54BD181-E557-4E44-8DBD-A6A79F8036C5}"/>
              </a:ext>
            </a:extLst>
          </p:cNvPr>
          <p:cNvSpPr>
            <a:spLocks noGrp="1"/>
          </p:cNvSpPr>
          <p:nvPr>
            <p:ph idx="1"/>
          </p:nvPr>
        </p:nvSpPr>
        <p:spPr>
          <a:xfrm>
            <a:off x="335360" y="1451918"/>
            <a:ext cx="11521280" cy="5196532"/>
          </a:xfrm>
          <a:prstGeom prst="rect">
            <a:avLst/>
          </a:prstGeom>
        </p:spPr>
        <p:txBody>
          <a:bodyPr/>
          <a:lstStyle>
            <a:lvl1pPr>
              <a:lnSpc>
                <a:spcPct val="100000"/>
              </a:lnSpc>
              <a:defRPr sz="2800">
                <a:latin typeface="Microsoft YaHei" panose="020B0503020204020204" pitchFamily="34" charset="-122"/>
                <a:ea typeface="Microsoft YaHei" panose="020B0503020204020204" pitchFamily="34" charset="-122"/>
              </a:defRPr>
            </a:lvl1pPr>
            <a:lvl2pPr>
              <a:lnSpc>
                <a:spcPct val="100000"/>
              </a:lnSpc>
              <a:defRPr sz="2700">
                <a:latin typeface="Microsoft YaHei" panose="020B0503020204020204" pitchFamily="34" charset="-122"/>
                <a:ea typeface="Microsoft YaHei" panose="020B0503020204020204" pitchFamily="34" charset="-122"/>
              </a:defRPr>
            </a:lvl2pPr>
            <a:lvl3pPr>
              <a:lnSpc>
                <a:spcPct val="100000"/>
              </a:lnSpc>
              <a:defRPr sz="2200">
                <a:latin typeface="Microsoft YaHei" panose="020B0503020204020204" pitchFamily="34" charset="-122"/>
                <a:ea typeface="Microsoft YaHei" panose="020B0503020204020204" pitchFamily="34" charset="-122"/>
              </a:defRPr>
            </a:lvl3pPr>
            <a:lvl4pPr>
              <a:lnSpc>
                <a:spcPct val="100000"/>
              </a:lnSpc>
              <a:defRPr sz="2000">
                <a:latin typeface="Microsoft YaHei" panose="020B0503020204020204" pitchFamily="34" charset="-122"/>
                <a:ea typeface="Microsoft YaHei" panose="020B0503020204020204" pitchFamily="34" charset="-122"/>
              </a:defRPr>
            </a:lvl4pPr>
            <a:lvl5pPr>
              <a:lnSpc>
                <a:spcPct val="100000"/>
              </a:lnSpc>
              <a:defRPr sz="2000">
                <a:latin typeface="Microsoft YaHei" panose="020B0503020204020204" pitchFamily="34" charset="-122"/>
                <a:ea typeface="Microsoft YaHei" panose="020B0503020204020204" pitchFamily="34"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4" name="标题 1">
            <a:extLst>
              <a:ext uri="{FF2B5EF4-FFF2-40B4-BE49-F238E27FC236}">
                <a16:creationId xmlns:a16="http://schemas.microsoft.com/office/drawing/2014/main" id="{526675AC-26DF-444C-AC39-AA9E2D4CA775}"/>
              </a:ext>
            </a:extLst>
          </p:cNvPr>
          <p:cNvSpPr>
            <a:spLocks noGrp="1"/>
          </p:cNvSpPr>
          <p:nvPr>
            <p:ph type="title"/>
          </p:nvPr>
        </p:nvSpPr>
        <p:spPr>
          <a:xfrm>
            <a:off x="6510021" y="383714"/>
            <a:ext cx="5580135" cy="598911"/>
          </a:xfrm>
          <a:prstGeom prst="rect">
            <a:avLst/>
          </a:prstGeom>
        </p:spPr>
        <p:txBody>
          <a:bodyPr/>
          <a:lstStyle>
            <a:lvl1pPr>
              <a:lnSpc>
                <a:spcPct val="100000"/>
              </a:lnSpc>
              <a:defRPr sz="3300" b="1">
                <a:solidFill>
                  <a:srgbClr val="FF0000"/>
                </a:solidFill>
                <a:latin typeface="Microsoft YaHei" panose="020B0503020204020204" pitchFamily="34" charset="-122"/>
                <a:ea typeface="Microsoft YaHei" panose="020B0503020204020204" pitchFamily="34" charset="-122"/>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283589163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526675AC-26DF-444C-AC39-AA9E2D4CA775}"/>
              </a:ext>
            </a:extLst>
          </p:cNvPr>
          <p:cNvSpPr>
            <a:spLocks noGrp="1"/>
          </p:cNvSpPr>
          <p:nvPr>
            <p:ph type="title"/>
          </p:nvPr>
        </p:nvSpPr>
        <p:spPr>
          <a:xfrm>
            <a:off x="6510021" y="209550"/>
            <a:ext cx="5580135" cy="773075"/>
          </a:xfrm>
          <a:prstGeom prst="rect">
            <a:avLst/>
          </a:prstGeom>
        </p:spPr>
        <p:txBody>
          <a:bodyPr/>
          <a:lstStyle>
            <a:lvl1pPr>
              <a:lnSpc>
                <a:spcPct val="100000"/>
              </a:lnSpc>
              <a:defRPr sz="3300" b="1">
                <a:solidFill>
                  <a:srgbClr val="FF0000"/>
                </a:solidFill>
                <a:latin typeface="Microsoft YaHei" panose="020B0503020204020204" pitchFamily="34" charset="-122"/>
                <a:ea typeface="Microsoft YaHei" panose="020B0503020204020204" pitchFamily="34" charset="-122"/>
              </a:defRPr>
            </a:lvl1pPr>
          </a:lstStyle>
          <a:p>
            <a:r>
              <a:rPr lang="zh-CN" altLang="en-US" dirty="0"/>
              <a:t>单击此处编辑母版标题样式</a:t>
            </a:r>
          </a:p>
        </p:txBody>
      </p:sp>
      <p:sp>
        <p:nvSpPr>
          <p:cNvPr id="5" name="标题 1">
            <a:extLst>
              <a:ext uri="{FF2B5EF4-FFF2-40B4-BE49-F238E27FC236}">
                <a16:creationId xmlns:a16="http://schemas.microsoft.com/office/drawing/2014/main" id="{4AE235A6-DD2A-425F-82DA-98B351DA273B}"/>
              </a:ext>
            </a:extLst>
          </p:cNvPr>
          <p:cNvSpPr txBox="1">
            <a:spLocks/>
          </p:cNvSpPr>
          <p:nvPr userDrawn="1"/>
        </p:nvSpPr>
        <p:spPr>
          <a:xfrm>
            <a:off x="963084" y="3444877"/>
            <a:ext cx="10363200" cy="1362075"/>
          </a:xfrm>
          <a:prstGeom prst="rect">
            <a:avLst/>
          </a:prstGeom>
        </p:spPr>
        <p:txBody>
          <a:bodyPr anchor="t"/>
          <a:lstStyle>
            <a:lvl1pPr algn="l" defTabSz="914400" rtl="0" eaLnBrk="1" latinLnBrk="0" hangingPunct="1">
              <a:lnSpc>
                <a:spcPct val="90000"/>
              </a:lnSpc>
              <a:spcBef>
                <a:spcPct val="0"/>
              </a:spcBef>
              <a:buNone/>
              <a:defRPr sz="8000" b="1" kern="1200" cap="all">
                <a:solidFill>
                  <a:schemeClr val="tx1"/>
                </a:solidFill>
                <a:latin typeface="+mj-lt"/>
                <a:ea typeface="+mj-ea"/>
                <a:cs typeface="+mj-cs"/>
              </a:defRPr>
            </a:lvl1pPr>
          </a:lstStyle>
          <a:p>
            <a:r>
              <a:rPr lang="zh-CN" altLang="en-US" sz="4000" dirty="0">
                <a:latin typeface="微软雅黑" panose="020B0503020204020204" pitchFamily="34" charset="-122"/>
                <a:ea typeface="微软雅黑" panose="020B0503020204020204" pitchFamily="34" charset="-122"/>
              </a:rPr>
              <a:t>单击此处编辑母版标题样式</a:t>
            </a:r>
          </a:p>
        </p:txBody>
      </p:sp>
      <p:sp>
        <p:nvSpPr>
          <p:cNvPr id="6" name="文本占位符 2">
            <a:extLst>
              <a:ext uri="{FF2B5EF4-FFF2-40B4-BE49-F238E27FC236}">
                <a16:creationId xmlns:a16="http://schemas.microsoft.com/office/drawing/2014/main" id="{BAFE2748-A315-4838-86E4-B02B5713C925}"/>
              </a:ext>
            </a:extLst>
          </p:cNvPr>
          <p:cNvSpPr>
            <a:spLocks noGrp="1"/>
          </p:cNvSpPr>
          <p:nvPr>
            <p:ph type="body" idx="1"/>
          </p:nvPr>
        </p:nvSpPr>
        <p:spPr>
          <a:xfrm>
            <a:off x="963084" y="4974099"/>
            <a:ext cx="10363200" cy="1500187"/>
          </a:xfrm>
          <a:prstGeom prst="rect">
            <a:avLst/>
          </a:prstGeom>
        </p:spPr>
        <p:txBody>
          <a:bodyPr anchor="b"/>
          <a:lstStyle>
            <a:lvl1pPr marL="0" indent="0">
              <a:buNone/>
              <a:defRPr sz="2000">
                <a:latin typeface="微软雅黑" panose="020B0503020204020204" pitchFamily="34" charset="-122"/>
                <a:ea typeface="微软雅黑" panose="020B0503020204020204" pitchFamily="34" charset="-122"/>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15741751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大標題 - 中央">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DAB74EC0-ADF8-4E82-925B-4A9209AA57D5}"/>
              </a:ext>
            </a:extLst>
          </p:cNvPr>
          <p:cNvSpPr>
            <a:spLocks noGrp="1"/>
          </p:cNvSpPr>
          <p:nvPr>
            <p:ph sz="half" idx="1"/>
          </p:nvPr>
        </p:nvSpPr>
        <p:spPr>
          <a:xfrm>
            <a:off x="347134" y="1484315"/>
            <a:ext cx="5647267" cy="511333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3" name="内容占位符 3">
            <a:extLst>
              <a:ext uri="{FF2B5EF4-FFF2-40B4-BE49-F238E27FC236}">
                <a16:creationId xmlns:a16="http://schemas.microsoft.com/office/drawing/2014/main" id="{778EF2A1-3439-429A-BD35-127698F07ED8}"/>
              </a:ext>
            </a:extLst>
          </p:cNvPr>
          <p:cNvSpPr>
            <a:spLocks noGrp="1"/>
          </p:cNvSpPr>
          <p:nvPr>
            <p:ph sz="half" idx="2"/>
          </p:nvPr>
        </p:nvSpPr>
        <p:spPr>
          <a:xfrm>
            <a:off x="6197601" y="1484315"/>
            <a:ext cx="5647267" cy="511333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3432421684"/>
      </p:ext>
    </p:extLst>
  </p:cSld>
  <p:clrMapOvr>
    <a:masterClrMapping/>
  </p:clrMapOvr>
  <p:transition spd="med"/>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2_大標題 - 中央">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DAB74EC0-ADF8-4E82-925B-4A9209AA57D5}"/>
              </a:ext>
            </a:extLst>
          </p:cNvPr>
          <p:cNvSpPr>
            <a:spLocks noGrp="1"/>
          </p:cNvSpPr>
          <p:nvPr>
            <p:ph sz="half" idx="1"/>
          </p:nvPr>
        </p:nvSpPr>
        <p:spPr>
          <a:xfrm>
            <a:off x="347134" y="1484315"/>
            <a:ext cx="5647267" cy="511333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3" name="内容占位符 3">
            <a:extLst>
              <a:ext uri="{FF2B5EF4-FFF2-40B4-BE49-F238E27FC236}">
                <a16:creationId xmlns:a16="http://schemas.microsoft.com/office/drawing/2014/main" id="{778EF2A1-3439-429A-BD35-127698F07ED8}"/>
              </a:ext>
            </a:extLst>
          </p:cNvPr>
          <p:cNvSpPr>
            <a:spLocks noGrp="1"/>
          </p:cNvSpPr>
          <p:nvPr>
            <p:ph sz="half" idx="2"/>
          </p:nvPr>
        </p:nvSpPr>
        <p:spPr>
          <a:xfrm>
            <a:off x="6197601" y="1484315"/>
            <a:ext cx="5647267" cy="511333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标题 1">
            <a:extLst>
              <a:ext uri="{FF2B5EF4-FFF2-40B4-BE49-F238E27FC236}">
                <a16:creationId xmlns:a16="http://schemas.microsoft.com/office/drawing/2014/main" id="{4BB93A36-AAF6-473F-8D4C-56EF725F2390}"/>
              </a:ext>
            </a:extLst>
          </p:cNvPr>
          <p:cNvSpPr>
            <a:spLocks noGrp="1"/>
          </p:cNvSpPr>
          <p:nvPr>
            <p:ph type="title"/>
          </p:nvPr>
        </p:nvSpPr>
        <p:spPr>
          <a:xfrm>
            <a:off x="6510021" y="383714"/>
            <a:ext cx="5580135" cy="598911"/>
          </a:xfrm>
          <a:prstGeom prst="rect">
            <a:avLst/>
          </a:prstGeom>
        </p:spPr>
        <p:txBody>
          <a:bodyPr/>
          <a:lstStyle>
            <a:lvl1pPr>
              <a:lnSpc>
                <a:spcPct val="100000"/>
              </a:lnSpc>
              <a:defRPr sz="3300" b="1">
                <a:solidFill>
                  <a:srgbClr val="FF0000"/>
                </a:solidFill>
                <a:latin typeface="Microsoft YaHei" panose="020B0503020204020204" pitchFamily="34" charset="-122"/>
                <a:ea typeface="Microsoft YaHei" panose="020B0503020204020204" pitchFamily="34" charset="-122"/>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457348867"/>
      </p:ext>
    </p:extLst>
  </p:cSld>
  <p:clrMapOvr>
    <a:masterClrMapping/>
  </p:clrMapOvr>
  <p:transition spd="med"/>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_大標題 - 中央">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4291673"/>
      </p:ext>
    </p:extLst>
  </p:cSld>
  <p:clrMapOvr>
    <a:masterClrMapping/>
  </p:clrMapOvr>
  <p:transition spd="med"/>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12192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a:defRPr/>
              </a:pPr>
              <a:endParaRPr lang="zh-CN" altLang="zh-CN" sz="2400">
                <a:latin typeface="Times New Roman" pitchFamily="18" charset="0"/>
              </a:endParaRPr>
            </a:p>
          </p:txBody>
        </p:sp>
        <p:sp>
          <p:nvSpPr>
            <p:cNvPr id="6" name="Rectangle 4"/>
            <p:cNvSpPr>
              <a:spLocks noChangeArrowheads="1"/>
            </p:cNvSpPr>
            <p:nvPr/>
          </p:nvSpPr>
          <p:spPr bwMode="hidden">
            <a:xfrm>
              <a:off x="1081" y="1065"/>
              <a:ext cx="4679" cy="1596"/>
            </a:xfrm>
            <a:prstGeom prst="rect">
              <a:avLst/>
            </a:prstGeom>
            <a:solidFill>
              <a:schemeClr val="bg2"/>
            </a:solidFill>
            <a:ln w="9525">
              <a:noFill/>
              <a:miter lim="800000"/>
              <a:headEnd/>
              <a:tailEnd/>
            </a:ln>
          </p:spPr>
          <p:txBody>
            <a:bodyPr/>
            <a:lstStyle/>
            <a:p>
              <a:pPr>
                <a:defRPr/>
              </a:pPr>
              <a:endParaRPr lang="zh-CN" altLang="zh-CN" sz="2400">
                <a:latin typeface="Times New Roman" pitchFamily="18" charset="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w="9525">
                <a:noFill/>
                <a:miter lim="800000"/>
                <a:headEnd/>
                <a:tailEnd/>
              </a:ln>
            </p:spPr>
            <p:txBody>
              <a:bodyPr/>
              <a:lstStyle/>
              <a:p>
                <a:pPr>
                  <a:defRPr/>
                </a:pPr>
                <a:endParaRPr lang="zh-CN" altLang="zh-CN" sz="2400">
                  <a:latin typeface="Times New Roman" pitchFamily="18" charset="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w="9525">
                <a:noFill/>
                <a:miter lim="800000"/>
                <a:headEnd/>
                <a:tailEnd/>
              </a:ln>
            </p:spPr>
            <p:txBody>
              <a:bodyPr/>
              <a:lstStyle/>
              <a:p>
                <a:pPr>
                  <a:defRPr/>
                </a:pPr>
                <a:endParaRPr lang="zh-CN" altLang="zh-CN" sz="2400">
                  <a:latin typeface="Times New Roman" pitchFamily="18" charset="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w="9525">
                <a:noFill/>
                <a:miter lim="800000"/>
                <a:headEnd/>
                <a:tailEnd/>
              </a:ln>
            </p:spPr>
            <p:txBody>
              <a:bodyPr/>
              <a:lstStyle/>
              <a:p>
                <a:pPr>
                  <a:defRPr/>
                </a:pPr>
                <a:endParaRPr lang="zh-CN" altLang="zh-CN" sz="2400">
                  <a:latin typeface="Times New Roman" pitchFamily="18" charset="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w="9525">
                <a:noFill/>
                <a:miter lim="800000"/>
                <a:headEnd/>
                <a:tailEnd/>
              </a:ln>
            </p:spPr>
            <p:txBody>
              <a:bodyPr/>
              <a:lstStyle/>
              <a:p>
                <a:pPr>
                  <a:defRPr/>
                </a:pPr>
                <a:endParaRPr lang="zh-CN" altLang="zh-CN" sz="2400">
                  <a:latin typeface="Times New Roman" pitchFamily="18" charset="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w="9525">
                <a:noFill/>
                <a:miter lim="800000"/>
                <a:headEnd/>
                <a:tailEnd/>
              </a:ln>
            </p:spPr>
            <p:txBody>
              <a:bodyPr/>
              <a:lstStyle/>
              <a:p>
                <a:pPr>
                  <a:defRPr/>
                </a:pPr>
                <a:endParaRPr lang="zh-CN" altLang="zh-CN" sz="2400">
                  <a:latin typeface="Times New Roman" pitchFamily="18" charset="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w="9525">
                <a:noFill/>
                <a:miter lim="800000"/>
                <a:headEnd/>
                <a:tailEnd/>
              </a:ln>
            </p:spPr>
            <p:txBody>
              <a:bodyPr/>
              <a:lstStyle/>
              <a:p>
                <a:pPr>
                  <a:defRPr/>
                </a:pPr>
                <a:endParaRPr lang="zh-CN" altLang="zh-CN" sz="2400">
                  <a:latin typeface="Times New Roman" pitchFamily="18" charset="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w="9525">
                <a:noFill/>
                <a:miter lim="800000"/>
                <a:headEnd/>
                <a:tailEnd/>
              </a:ln>
            </p:spPr>
            <p:txBody>
              <a:bodyPr/>
              <a:lstStyle/>
              <a:p>
                <a:pPr>
                  <a:defRPr/>
                </a:pPr>
                <a:endParaRPr lang="zh-CN" altLang="zh-CN" sz="2400">
                  <a:latin typeface="Times New Roman" pitchFamily="18" charset="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w="9525">
                <a:noFill/>
                <a:miter lim="800000"/>
                <a:headEnd/>
                <a:tailEnd/>
              </a:ln>
            </p:spPr>
            <p:txBody>
              <a:bodyPr/>
              <a:lstStyle/>
              <a:p>
                <a:pPr>
                  <a:defRPr/>
                </a:pPr>
                <a:endParaRPr lang="zh-CN" altLang="zh-CN" sz="2400">
                  <a:latin typeface="Times New Roman" pitchFamily="18" charset="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w="9525">
                <a:noFill/>
                <a:miter lim="800000"/>
                <a:headEnd/>
                <a:tailEnd/>
              </a:ln>
            </p:spPr>
            <p:txBody>
              <a:bodyPr/>
              <a:lstStyle/>
              <a:p>
                <a:pPr>
                  <a:defRPr/>
                </a:pPr>
                <a:endParaRPr lang="zh-CN" altLang="zh-CN" sz="2400">
                  <a:latin typeface="Times New Roman" pitchFamily="18" charset="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w="9525">
                <a:noFill/>
                <a:miter lim="800000"/>
                <a:headEnd/>
                <a:tailEnd/>
              </a:ln>
            </p:spPr>
            <p:txBody>
              <a:bodyPr/>
              <a:lstStyle/>
              <a:p>
                <a:pPr>
                  <a:defRPr/>
                </a:pPr>
                <a:endParaRPr lang="zh-CN" altLang="zh-CN" sz="2400">
                  <a:latin typeface="Times New Roman" pitchFamily="18" charset="0"/>
                </a:endParaRPr>
              </a:p>
            </p:txBody>
          </p:sp>
        </p:grpSp>
      </p:grpSp>
      <p:pic>
        <p:nvPicPr>
          <p:cNvPr id="18" name="Picture 18" descr="logo_banner"/>
          <p:cNvPicPr preferRelativeResize="0">
            <a:picLocks noChangeArrowheads="1"/>
          </p:cNvPicPr>
          <p:nvPr/>
        </p:nvPicPr>
        <p:blipFill>
          <a:blip r:embed="rId2" cstate="print"/>
          <a:srcRect/>
          <a:stretch>
            <a:fillRect/>
          </a:stretch>
        </p:blipFill>
        <p:spPr bwMode="auto">
          <a:xfrm>
            <a:off x="0" y="188914"/>
            <a:ext cx="7198784" cy="719137"/>
          </a:xfrm>
          <a:prstGeom prst="rect">
            <a:avLst/>
          </a:prstGeom>
          <a:noFill/>
          <a:ln w="9525">
            <a:noFill/>
            <a:miter lim="800000"/>
            <a:headEnd/>
            <a:tailEnd/>
          </a:ln>
        </p:spPr>
      </p:pic>
      <p:sp>
        <p:nvSpPr>
          <p:cNvPr id="5136" name="Rectangle 16"/>
          <p:cNvSpPr>
            <a:spLocks noGrp="1" noChangeArrowheads="1"/>
          </p:cNvSpPr>
          <p:nvPr>
            <p:ph type="ctrTitle"/>
          </p:nvPr>
        </p:nvSpPr>
        <p:spPr>
          <a:xfrm>
            <a:off x="3917951" y="1844675"/>
            <a:ext cx="8026400" cy="2209800"/>
          </a:xfrm>
        </p:spPr>
        <p:txBody>
          <a:bodyPr/>
          <a:lstStyle>
            <a:lvl1pPr>
              <a:defRPr sz="2900">
                <a:solidFill>
                  <a:srgbClr val="FFFFFF"/>
                </a:solidFill>
              </a:defRPr>
            </a:lvl1pPr>
          </a:lstStyle>
          <a:p>
            <a:r>
              <a:rPr lang="zh-CN" altLang="en-US"/>
              <a:t>单击此处编辑母版标题样式</a:t>
            </a:r>
          </a:p>
        </p:txBody>
      </p:sp>
      <p:sp>
        <p:nvSpPr>
          <p:cNvPr id="5137" name="Rectangle 17"/>
          <p:cNvSpPr>
            <a:spLocks noGrp="1" noChangeArrowheads="1"/>
          </p:cNvSpPr>
          <p:nvPr>
            <p:ph type="subTitle" idx="1"/>
          </p:nvPr>
        </p:nvSpPr>
        <p:spPr>
          <a:xfrm>
            <a:off x="3962400" y="4267200"/>
            <a:ext cx="8026400" cy="1752600"/>
          </a:xfrm>
        </p:spPr>
        <p:txBody>
          <a:bodyPr/>
          <a:lstStyle>
            <a:lvl1pPr marL="0" indent="0">
              <a:buFont typeface="Wingdings" pitchFamily="2" charset="2"/>
              <a:buNone/>
              <a:defRPr sz="2600"/>
            </a:lvl1pPr>
          </a:lstStyle>
          <a:p>
            <a:r>
              <a:rPr lang="zh-CN" altLang="en-US"/>
              <a:t>单击此处编辑母版副标题样式</a:t>
            </a:r>
          </a:p>
        </p:txBody>
      </p:sp>
    </p:spTree>
    <p:extLst>
      <p:ext uri="{BB962C8B-B14F-4D97-AF65-F5344CB8AC3E}">
        <p14:creationId xmlns:p14="http://schemas.microsoft.com/office/powerpoint/2010/main" val="421400787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72875851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160228879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47134" y="1341438"/>
            <a:ext cx="5647267" cy="52562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341438"/>
            <a:ext cx="5647267" cy="52562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489752250"/>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4"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4"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19592365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0689362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3527108"/>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4"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010439523"/>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8"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8"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8"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407922548"/>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402760075"/>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70434" y="457200"/>
            <a:ext cx="2874434" cy="614045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47134" y="457200"/>
            <a:ext cx="8420100" cy="614045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834565121"/>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54BD181-E557-4E44-8DBD-A6A79F8036C5}"/>
              </a:ext>
            </a:extLst>
          </p:cNvPr>
          <p:cNvSpPr>
            <a:spLocks noGrp="1"/>
          </p:cNvSpPr>
          <p:nvPr>
            <p:ph idx="1"/>
          </p:nvPr>
        </p:nvSpPr>
        <p:spPr>
          <a:xfrm>
            <a:off x="335360" y="874644"/>
            <a:ext cx="11521280" cy="5773806"/>
          </a:xfrm>
          <a:prstGeom prst="rect">
            <a:avLst/>
          </a:prstGeom>
        </p:spPr>
        <p:txBody>
          <a:bodyPr/>
          <a:lstStyle>
            <a:lvl1pPr>
              <a:lnSpc>
                <a:spcPct val="100000"/>
              </a:lnSpc>
              <a:defRPr sz="2800">
                <a:latin typeface="Microsoft YaHei" panose="020B0503020204020204" pitchFamily="34" charset="-122"/>
                <a:ea typeface="Microsoft YaHei" panose="020B0503020204020204" pitchFamily="34" charset="-122"/>
              </a:defRPr>
            </a:lvl1pPr>
            <a:lvl2pPr>
              <a:lnSpc>
                <a:spcPct val="100000"/>
              </a:lnSpc>
              <a:defRPr sz="2700">
                <a:latin typeface="Microsoft YaHei" panose="020B0503020204020204" pitchFamily="34" charset="-122"/>
                <a:ea typeface="Microsoft YaHei" panose="020B0503020204020204" pitchFamily="34" charset="-122"/>
              </a:defRPr>
            </a:lvl2pPr>
            <a:lvl3pPr>
              <a:lnSpc>
                <a:spcPct val="100000"/>
              </a:lnSpc>
              <a:defRPr sz="2200">
                <a:latin typeface="Microsoft YaHei" panose="020B0503020204020204" pitchFamily="34" charset="-122"/>
                <a:ea typeface="Microsoft YaHei" panose="020B0503020204020204" pitchFamily="34" charset="-122"/>
              </a:defRPr>
            </a:lvl3pPr>
            <a:lvl4pPr>
              <a:lnSpc>
                <a:spcPct val="100000"/>
              </a:lnSpc>
              <a:defRPr sz="2000">
                <a:latin typeface="Microsoft YaHei" panose="020B0503020204020204" pitchFamily="34" charset="-122"/>
                <a:ea typeface="Microsoft YaHei" panose="020B0503020204020204" pitchFamily="34" charset="-122"/>
              </a:defRPr>
            </a:lvl4pPr>
            <a:lvl5pPr>
              <a:lnSpc>
                <a:spcPct val="100000"/>
              </a:lnSpc>
              <a:defRPr sz="2000">
                <a:latin typeface="Microsoft YaHei" panose="020B0503020204020204" pitchFamily="34" charset="-122"/>
                <a:ea typeface="Microsoft YaHei"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标题 1">
            <a:extLst>
              <a:ext uri="{FF2B5EF4-FFF2-40B4-BE49-F238E27FC236}">
                <a16:creationId xmlns:a16="http://schemas.microsoft.com/office/drawing/2014/main" id="{526675AC-26DF-444C-AC39-AA9E2D4CA775}"/>
              </a:ext>
            </a:extLst>
          </p:cNvPr>
          <p:cNvSpPr>
            <a:spLocks noGrp="1"/>
          </p:cNvSpPr>
          <p:nvPr>
            <p:ph type="title"/>
          </p:nvPr>
        </p:nvSpPr>
        <p:spPr>
          <a:xfrm>
            <a:off x="4094922" y="84259"/>
            <a:ext cx="8097079" cy="598911"/>
          </a:xfrm>
          <a:prstGeom prst="rect">
            <a:avLst/>
          </a:prstGeom>
        </p:spPr>
        <p:txBody>
          <a:bodyPr/>
          <a:lstStyle>
            <a:lvl1pPr algn="ctr">
              <a:lnSpc>
                <a:spcPct val="100000"/>
              </a:lnSpc>
              <a:defRPr sz="3300" b="1">
                <a:solidFill>
                  <a:srgbClr val="FF0000"/>
                </a:solidFill>
                <a:latin typeface="Microsoft YaHei" panose="020B0503020204020204" pitchFamily="34" charset="-122"/>
                <a:ea typeface="Microsoft YaHei"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926935570"/>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cSld name="3_自定义版式">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BC81C3C3-29C5-4622-86A8-1FFE3747B902}"/>
              </a:ext>
            </a:extLst>
          </p:cNvPr>
          <p:cNvSpPr>
            <a:spLocks noGrp="1"/>
          </p:cNvSpPr>
          <p:nvPr>
            <p:ph type="sldNum" sz="quarter" idx="10"/>
          </p:nvPr>
        </p:nvSpPr>
        <p:spPr/>
        <p:txBody>
          <a:bodyPr/>
          <a:lstStyle/>
          <a:p>
            <a:pPr>
              <a:defRPr/>
            </a:pPr>
            <a:fld id="{2E5AAD0D-B5E7-4873-8096-F495B58AFE8E}" type="slidenum">
              <a:rPr lang="en-US" altLang="zh-CN" smtClean="0"/>
              <a:pPr>
                <a:defRPr/>
              </a:pPr>
              <a:t>‹#›</a:t>
            </a:fld>
            <a:endParaRPr lang="en-US" altLang="zh-CN"/>
          </a:p>
        </p:txBody>
      </p:sp>
      <p:sp>
        <p:nvSpPr>
          <p:cNvPr id="9" name="标题 1">
            <a:extLst>
              <a:ext uri="{FF2B5EF4-FFF2-40B4-BE49-F238E27FC236}">
                <a16:creationId xmlns:a16="http://schemas.microsoft.com/office/drawing/2014/main" id="{477B11BD-FE60-43FA-970E-003C4848B305}"/>
              </a:ext>
            </a:extLst>
          </p:cNvPr>
          <p:cNvSpPr>
            <a:spLocks noGrp="1"/>
          </p:cNvSpPr>
          <p:nvPr>
            <p:ph type="title"/>
          </p:nvPr>
        </p:nvSpPr>
        <p:spPr>
          <a:xfrm>
            <a:off x="8316739" y="178438"/>
            <a:ext cx="3831319" cy="399521"/>
          </a:xfrm>
        </p:spPr>
        <p:txBody>
          <a:bodyPr/>
          <a:lstStyle/>
          <a:p>
            <a:r>
              <a:rPr lang="zh-CN" altLang="en-US" dirty="0"/>
              <a:t>单击此处编辑母版标题样式</a:t>
            </a:r>
          </a:p>
        </p:txBody>
      </p:sp>
    </p:spTree>
    <p:extLst>
      <p:ext uri="{BB962C8B-B14F-4D97-AF65-F5344CB8AC3E}">
        <p14:creationId xmlns:p14="http://schemas.microsoft.com/office/powerpoint/2010/main" val="1661995102"/>
      </p:ext>
    </p:extLst>
  </p:cSld>
  <p:clrMapOvr>
    <a:masterClrMapping/>
  </p:clrMapOvr>
  <p:hf hdr="0" ftr="0" dt="0"/>
</p:sldLayout>
</file>

<file path=ppt/slideLayouts/slideLayout91.xml><?xml version="1.0" encoding="utf-8"?>
<p:sldLayout xmlns:a="http://schemas.openxmlformats.org/drawingml/2006/main" xmlns:r="http://schemas.openxmlformats.org/officeDocument/2006/relationships" xmlns:p="http://schemas.openxmlformats.org/presentationml/2006/main" userDrawn="1">
  <p:cSld name="2_大標題 - 中央">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DAB74EC0-ADF8-4E82-925B-4A9209AA57D5}"/>
              </a:ext>
            </a:extLst>
          </p:cNvPr>
          <p:cNvSpPr>
            <a:spLocks noGrp="1"/>
          </p:cNvSpPr>
          <p:nvPr>
            <p:ph sz="half" idx="1"/>
          </p:nvPr>
        </p:nvSpPr>
        <p:spPr>
          <a:xfrm>
            <a:off x="347134" y="828675"/>
            <a:ext cx="5647267" cy="57689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3" name="内容占位符 3">
            <a:extLst>
              <a:ext uri="{FF2B5EF4-FFF2-40B4-BE49-F238E27FC236}">
                <a16:creationId xmlns:a16="http://schemas.microsoft.com/office/drawing/2014/main" id="{778EF2A1-3439-429A-BD35-127698F07ED8}"/>
              </a:ext>
            </a:extLst>
          </p:cNvPr>
          <p:cNvSpPr>
            <a:spLocks noGrp="1"/>
          </p:cNvSpPr>
          <p:nvPr>
            <p:ph sz="half" idx="2"/>
          </p:nvPr>
        </p:nvSpPr>
        <p:spPr>
          <a:xfrm>
            <a:off x="6197601" y="828675"/>
            <a:ext cx="5647267" cy="57689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标题 1">
            <a:extLst>
              <a:ext uri="{FF2B5EF4-FFF2-40B4-BE49-F238E27FC236}">
                <a16:creationId xmlns:a16="http://schemas.microsoft.com/office/drawing/2014/main" id="{4BB93A36-AAF6-473F-8D4C-56EF725F2390}"/>
              </a:ext>
            </a:extLst>
          </p:cNvPr>
          <p:cNvSpPr>
            <a:spLocks noGrp="1"/>
          </p:cNvSpPr>
          <p:nvPr>
            <p:ph type="title"/>
          </p:nvPr>
        </p:nvSpPr>
        <p:spPr>
          <a:xfrm>
            <a:off x="4029075" y="84259"/>
            <a:ext cx="8061081" cy="598911"/>
          </a:xfrm>
          <a:prstGeom prst="rect">
            <a:avLst/>
          </a:prstGeom>
        </p:spPr>
        <p:txBody>
          <a:bodyPr/>
          <a:lstStyle>
            <a:lvl1pPr algn="ctr">
              <a:lnSpc>
                <a:spcPct val="100000"/>
              </a:lnSpc>
              <a:defRPr sz="3300" b="1">
                <a:solidFill>
                  <a:srgbClr val="FF0000"/>
                </a:solidFill>
                <a:latin typeface="Microsoft YaHei" panose="020B0503020204020204" pitchFamily="34" charset="-122"/>
                <a:ea typeface="Microsoft YaHei"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3373187953"/>
      </p:ext>
    </p:extLst>
  </p:cSld>
  <p:clrMapOvr>
    <a:masterClrMapping/>
  </p:clrMapOvr>
  <p:transition spd="med"/>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3_自定义版式">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BC81C3C3-29C5-4622-86A8-1FFE3747B902}"/>
              </a:ext>
            </a:extLst>
          </p:cNvPr>
          <p:cNvSpPr>
            <a:spLocks noGrp="1"/>
          </p:cNvSpPr>
          <p:nvPr>
            <p:ph type="sldNum" sz="quarter" idx="10"/>
          </p:nvPr>
        </p:nvSpPr>
        <p:spPr/>
        <p:txBody>
          <a:bodyPr/>
          <a:lstStyle/>
          <a:p>
            <a:fld id="{74274608-FAEA-4BA9-9E21-15CB47E6C119}" type="slidenum">
              <a:rPr lang="zh-CN" altLang="en-US" smtClean="0"/>
              <a:pPr/>
              <a:t>‹#›</a:t>
            </a:fld>
            <a:endParaRPr lang="zh-CN" altLang="en-US"/>
          </a:p>
        </p:txBody>
      </p:sp>
      <p:pic>
        <p:nvPicPr>
          <p:cNvPr id="5" name="Picture 2">
            <a:extLst>
              <a:ext uri="{FF2B5EF4-FFF2-40B4-BE49-F238E27FC236}">
                <a16:creationId xmlns:a16="http://schemas.microsoft.com/office/drawing/2014/main" id="{9583B7A3-153D-41A9-B9F8-8BF95E835ED7}"/>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32286" y="826113"/>
            <a:ext cx="12127430" cy="3385283"/>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a:extLst>
              <a:ext uri="{FF2B5EF4-FFF2-40B4-BE49-F238E27FC236}">
                <a16:creationId xmlns:a16="http://schemas.microsoft.com/office/drawing/2014/main" id="{B23B2DDD-AE86-44AE-BA02-587DBD8D2C5B}"/>
              </a:ext>
            </a:extLst>
          </p:cNvPr>
          <p:cNvSpPr/>
          <p:nvPr/>
        </p:nvSpPr>
        <p:spPr>
          <a:xfrm>
            <a:off x="43943" y="4251425"/>
            <a:ext cx="3545125" cy="51490"/>
          </a:xfrm>
          <a:prstGeom prst="rect">
            <a:avLst/>
          </a:prstGeom>
          <a:solidFill>
            <a:srgbClr val="0F46E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0" fontAlgn="base">
              <a:spcBef>
                <a:spcPct val="0"/>
              </a:spcBef>
              <a:spcAft>
                <a:spcPct val="0"/>
              </a:spcAft>
            </a:pPr>
            <a:endParaRPr lang="zh-CN" altLang="en-US" sz="1790">
              <a:solidFill>
                <a:prstClr val="white"/>
              </a:solidFill>
              <a:latin typeface="Calibri" panose="020F0502020204030204"/>
              <a:ea typeface="等线" panose="02010600030101010101" pitchFamily="2" charset="-122"/>
            </a:endParaRPr>
          </a:p>
        </p:txBody>
      </p:sp>
      <p:sp>
        <p:nvSpPr>
          <p:cNvPr id="7" name="矩形 6">
            <a:extLst>
              <a:ext uri="{FF2B5EF4-FFF2-40B4-BE49-F238E27FC236}">
                <a16:creationId xmlns:a16="http://schemas.microsoft.com/office/drawing/2014/main" id="{F1F1E890-81F0-4AC7-BC77-9512AF8CD720}"/>
              </a:ext>
            </a:extLst>
          </p:cNvPr>
          <p:cNvSpPr/>
          <p:nvPr/>
        </p:nvSpPr>
        <p:spPr>
          <a:xfrm>
            <a:off x="8602933" y="742605"/>
            <a:ext cx="3545125" cy="51490"/>
          </a:xfrm>
          <a:prstGeom prst="rect">
            <a:avLst/>
          </a:prstGeom>
          <a:solidFill>
            <a:srgbClr val="0F46E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0" fontAlgn="base">
              <a:spcBef>
                <a:spcPct val="0"/>
              </a:spcBef>
              <a:spcAft>
                <a:spcPct val="0"/>
              </a:spcAft>
            </a:pPr>
            <a:endParaRPr lang="zh-CN" altLang="en-US" sz="1790">
              <a:solidFill>
                <a:prstClr val="white"/>
              </a:solidFill>
              <a:latin typeface="Calibri" panose="020F0502020204030204"/>
              <a:ea typeface="等线" panose="02010600030101010101" pitchFamily="2" charset="-122"/>
            </a:endParaRPr>
          </a:p>
        </p:txBody>
      </p:sp>
      <p:sp>
        <p:nvSpPr>
          <p:cNvPr id="9" name="标题 1">
            <a:extLst>
              <a:ext uri="{FF2B5EF4-FFF2-40B4-BE49-F238E27FC236}">
                <a16:creationId xmlns:a16="http://schemas.microsoft.com/office/drawing/2014/main" id="{477B11BD-FE60-43FA-970E-003C4848B305}"/>
              </a:ext>
            </a:extLst>
          </p:cNvPr>
          <p:cNvSpPr>
            <a:spLocks noGrp="1"/>
          </p:cNvSpPr>
          <p:nvPr>
            <p:ph type="title"/>
          </p:nvPr>
        </p:nvSpPr>
        <p:spPr>
          <a:xfrm>
            <a:off x="8316739" y="178438"/>
            <a:ext cx="3831319" cy="399521"/>
          </a:xfrm>
        </p:spPr>
        <p:txBody>
          <a:bodyPr/>
          <a:lstStyle/>
          <a:p>
            <a:r>
              <a:rPr lang="zh-CN" altLang="en-US"/>
              <a:t>单击此处编辑母版标题样式</a:t>
            </a:r>
            <a:endParaRPr lang="zh-CN" altLang="en-US" dirty="0"/>
          </a:p>
        </p:txBody>
      </p:sp>
    </p:spTree>
    <p:extLst>
      <p:ext uri="{BB962C8B-B14F-4D97-AF65-F5344CB8AC3E}">
        <p14:creationId xmlns:p14="http://schemas.microsoft.com/office/powerpoint/2010/main" val="936497276"/>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1" y="1122362"/>
            <a:ext cx="9144000" cy="2387600"/>
          </a:xfrm>
        </p:spPr>
        <p:txBody>
          <a:bodyPr anchor="b">
            <a:normAutofit/>
          </a:bodyPr>
          <a:lstStyle>
            <a:lvl1pPr algn="ctr">
              <a:lnSpc>
                <a:spcPct val="120000"/>
              </a:lnSpc>
              <a:defRPr lang="zh-CN" altLang="en-US" sz="3980" b="1" kern="1200" dirty="0">
                <a:solidFill>
                  <a:schemeClr val="tx1">
                    <a:lumMod val="75000"/>
                    <a:lumOff val="25000"/>
                  </a:schemeClr>
                </a:solidFill>
                <a:latin typeface="微软雅黑" pitchFamily="34" charset="-122"/>
                <a:ea typeface="微软雅黑" pitchFamily="34" charset="-122"/>
                <a:cs typeface="+mj-cs"/>
              </a:defRPr>
            </a:lvl1pPr>
          </a:lstStyle>
          <a:p>
            <a:r>
              <a:rPr lang="zh-CN" altLang="en-US"/>
              <a:t>单击此处编辑母版标题样式</a:t>
            </a:r>
            <a:endParaRPr lang="zh-CN" altLang="en-US" dirty="0"/>
          </a:p>
        </p:txBody>
      </p:sp>
      <p:sp>
        <p:nvSpPr>
          <p:cNvPr id="3" name="副标题 2"/>
          <p:cNvSpPr>
            <a:spLocks noGrp="1"/>
          </p:cNvSpPr>
          <p:nvPr>
            <p:ph type="subTitle" idx="1"/>
          </p:nvPr>
        </p:nvSpPr>
        <p:spPr>
          <a:xfrm>
            <a:off x="3693094" y="4157574"/>
            <a:ext cx="4805818" cy="497488"/>
          </a:xfrm>
          <a:noFill/>
        </p:spPr>
        <p:txBody>
          <a:bodyPr wrap="none" rtlCol="0">
            <a:spAutoFit/>
          </a:bodyPr>
          <a:lstStyle>
            <a:lvl1pPr marL="0" indent="0">
              <a:buNone/>
              <a:defRPr lang="zh-CN" altLang="en-US" sz="2785" b="0" dirty="0">
                <a:solidFill>
                  <a:srgbClr val="827D83"/>
                </a:solidFill>
                <a:latin typeface="微软雅黑" panose="020B0503020204020204" pitchFamily="34" charset="-122"/>
                <a:ea typeface="微软雅黑" panose="020B0503020204020204" pitchFamily="34" charset="-122"/>
              </a:defRPr>
            </a:lvl1pPr>
          </a:lstStyle>
          <a:p>
            <a:pPr marL="0" lvl="0" algn="ctr"/>
            <a:r>
              <a:rPr lang="zh-CN" altLang="en-US"/>
              <a:t>单击此处编辑母版副标题样式</a:t>
            </a:r>
            <a:endParaRPr lang="zh-CN" altLang="en-US" dirty="0"/>
          </a:p>
        </p:txBody>
      </p:sp>
      <p:sp>
        <p:nvSpPr>
          <p:cNvPr id="4" name="日期占位符 3"/>
          <p:cNvSpPr>
            <a:spLocks noGrp="1"/>
          </p:cNvSpPr>
          <p:nvPr>
            <p:ph type="dt" sz="half" idx="10"/>
          </p:nvPr>
        </p:nvSpPr>
        <p:spPr>
          <a:xfrm>
            <a:off x="838201" y="6356352"/>
            <a:ext cx="2743200" cy="365125"/>
          </a:xfrm>
          <a:prstGeom prst="rect">
            <a:avLst/>
          </a:prstGeom>
        </p:spPr>
        <p:txBody>
          <a:bodyPr/>
          <a:lstStyle>
            <a:lvl1pPr>
              <a:defRPr sz="1459" b="0">
                <a:latin typeface="Arial" panose="020B0604020202020204" pitchFamily="34" charset="0"/>
                <a:ea typeface="微软雅黑" panose="020B0503020204020204" pitchFamily="34" charset="-122"/>
                <a:cs typeface="Arial" panose="020B0604020202020204" pitchFamily="34" charset="0"/>
              </a:defRPr>
            </a:lvl1pPr>
          </a:lstStyle>
          <a:p>
            <a:fld id="{CC4C7F8D-870C-4ED5-A834-9D35E462DDF9}" type="datetime1">
              <a:rPr lang="zh-CN" altLang="en-US" smtClean="0"/>
              <a:t>2026/3/31</a:t>
            </a:fld>
            <a:endParaRPr lang="zh-CN" altLang="en-US" dirty="0"/>
          </a:p>
        </p:txBody>
      </p:sp>
      <p:sp>
        <p:nvSpPr>
          <p:cNvPr id="6" name="灯片编号占位符 5"/>
          <p:cNvSpPr>
            <a:spLocks noGrp="1"/>
          </p:cNvSpPr>
          <p:nvPr>
            <p:ph type="sldNum" sz="quarter" idx="12"/>
          </p:nvPr>
        </p:nvSpPr>
        <p:spPr/>
        <p:txBody>
          <a:bodyPr/>
          <a:lstStyle>
            <a:lvl1pPr>
              <a:defRPr sz="1459" b="0">
                <a:latin typeface="Arial" panose="020B0604020202020204" pitchFamily="34" charset="0"/>
                <a:ea typeface="微软雅黑" panose="020B0503020204020204" pitchFamily="34" charset="-122"/>
                <a:cs typeface="Arial" panose="020B0604020202020204" pitchFamily="34" charset="0"/>
              </a:defRPr>
            </a:lvl1pPr>
          </a:lstStyle>
          <a:p>
            <a:fld id="{74274608-FAEA-4BA9-9E21-15CB47E6C119}" type="slidenum">
              <a:rPr lang="zh-CN" altLang="en-US" smtClean="0"/>
              <a:pPr/>
              <a:t>‹#›</a:t>
            </a:fld>
            <a:endParaRPr lang="zh-CN" altLang="en-US"/>
          </a:p>
        </p:txBody>
      </p:sp>
      <p:sp>
        <p:nvSpPr>
          <p:cNvPr id="7" name="矩形 6">
            <a:extLst>
              <a:ext uri="{FF2B5EF4-FFF2-40B4-BE49-F238E27FC236}">
                <a16:creationId xmlns:a16="http://schemas.microsoft.com/office/drawing/2014/main" id="{0A29F926-0F11-4B15-BAD0-23B36FB8C2F6}"/>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pic>
        <p:nvPicPr>
          <p:cNvPr id="8" name="图片 7" descr="研究院LOGO-渐变-转曲_画板 1.png">
            <a:extLst>
              <a:ext uri="{FF2B5EF4-FFF2-40B4-BE49-F238E27FC236}">
                <a16:creationId xmlns:a16="http://schemas.microsoft.com/office/drawing/2014/main" id="{7A8BEB79-CD55-4EC9-8F6A-D8318C18C3E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6054" y="-511527"/>
            <a:ext cx="7712820" cy="7956653"/>
          </a:xfrm>
          <a:prstGeom prst="rect">
            <a:avLst/>
          </a:prstGeom>
        </p:spPr>
      </p:pic>
      <p:pic>
        <p:nvPicPr>
          <p:cNvPr id="9" name="图片 8" descr="研究院LOGO-渐变-转曲2_画板 1.png">
            <a:extLst>
              <a:ext uri="{FF2B5EF4-FFF2-40B4-BE49-F238E27FC236}">
                <a16:creationId xmlns:a16="http://schemas.microsoft.com/office/drawing/2014/main" id="{7C310560-FC16-4F05-BEEF-5256F22DA350}"/>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8597931" y="5769327"/>
            <a:ext cx="3517869" cy="483356"/>
          </a:xfrm>
          <a:prstGeom prst="rect">
            <a:avLst/>
          </a:prstGeom>
        </p:spPr>
      </p:pic>
    </p:spTree>
    <p:extLst>
      <p:ext uri="{BB962C8B-B14F-4D97-AF65-F5344CB8AC3E}">
        <p14:creationId xmlns:p14="http://schemas.microsoft.com/office/powerpoint/2010/main" val="588833146"/>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14682" y="212727"/>
            <a:ext cx="4446792" cy="454627"/>
          </a:xfrm>
        </p:spPr>
        <p:txBody>
          <a:bodyPr/>
          <a:lstStyle>
            <a:lvl1pPr>
              <a:defRPr sz="2785"/>
            </a:lvl1p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灯片编号占位符 5"/>
          <p:cNvSpPr>
            <a:spLocks noGrp="1"/>
          </p:cNvSpPr>
          <p:nvPr>
            <p:ph type="sldNum" sz="quarter" idx="12"/>
          </p:nvPr>
        </p:nvSpPr>
        <p:spPr>
          <a:xfrm>
            <a:off x="8825410" y="6520261"/>
            <a:ext cx="2743200" cy="365125"/>
          </a:xfrm>
        </p:spPr>
        <p:txBody>
          <a:bodyPr/>
          <a:lstStyle>
            <a:lvl1pPr>
              <a:defRPr>
                <a:solidFill>
                  <a:schemeClr val="bg1"/>
                </a:solidFill>
              </a:defRPr>
            </a:lvl1pPr>
          </a:lstStyle>
          <a:p>
            <a:fld id="{74274608-FAEA-4BA9-9E21-15CB47E6C119}" type="slidenum">
              <a:rPr lang="zh-CN" altLang="en-US" smtClean="0"/>
              <a:pPr/>
              <a:t>‹#›</a:t>
            </a:fld>
            <a:endParaRPr lang="zh-CN" altLang="en-US"/>
          </a:p>
        </p:txBody>
      </p:sp>
    </p:spTree>
    <p:extLst>
      <p:ext uri="{BB962C8B-B14F-4D97-AF65-F5344CB8AC3E}">
        <p14:creationId xmlns:p14="http://schemas.microsoft.com/office/powerpoint/2010/main" val="1762603172"/>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a:xfrm>
            <a:off x="838201" y="6356352"/>
            <a:ext cx="2743200" cy="365125"/>
          </a:xfrm>
          <a:prstGeom prst="rect">
            <a:avLst/>
          </a:prstGeom>
        </p:spPr>
        <p:txBody>
          <a:bodyPr/>
          <a:lstStyle/>
          <a:p>
            <a:fld id="{ACE88436-B6CE-48BB-9183-05F3E41FC4B1}" type="datetime1">
              <a:rPr lang="zh-CN" altLang="en-US" smtClean="0"/>
              <a:t>2026/3/31</a:t>
            </a:fld>
            <a:endParaRPr lang="zh-CN" altLang="en-US"/>
          </a:p>
        </p:txBody>
      </p:sp>
      <p:sp>
        <p:nvSpPr>
          <p:cNvPr id="4" name="页脚占位符 3"/>
          <p:cNvSpPr>
            <a:spLocks noGrp="1"/>
          </p:cNvSpPr>
          <p:nvPr>
            <p:ph type="ftr" sz="quarter" idx="11"/>
          </p:nvPr>
        </p:nvSpPr>
        <p:spPr>
          <a:xfrm>
            <a:off x="4038600" y="6356353"/>
            <a:ext cx="4114800" cy="365125"/>
          </a:xfrm>
          <a:prstGeom prst="rect">
            <a:avLst/>
          </a:prstGeom>
        </p:spPr>
        <p:txBody>
          <a:bodyPr lIns="68579" tIns="34289" rIns="68579" bIns="34289"/>
          <a:lstStyle/>
          <a:p>
            <a:endParaRPr lang="zh-CN" altLang="en-US" dirty="0"/>
          </a:p>
        </p:txBody>
      </p:sp>
      <p:sp>
        <p:nvSpPr>
          <p:cNvPr id="5" name="灯片编号占位符 4"/>
          <p:cNvSpPr>
            <a:spLocks noGrp="1"/>
          </p:cNvSpPr>
          <p:nvPr>
            <p:ph type="sldNum" sz="quarter" idx="12"/>
          </p:nvPr>
        </p:nvSpPr>
        <p:spPr/>
        <p:txBody>
          <a:bodyPr/>
          <a:lstStyle/>
          <a:p>
            <a:fld id="{74274608-FAEA-4BA9-9E21-15CB47E6C119}" type="slidenum">
              <a:rPr lang="zh-CN" altLang="en-US" smtClean="0"/>
              <a:pPr/>
              <a:t>‹#›</a:t>
            </a:fld>
            <a:endParaRPr lang="zh-CN" altLang="en-US"/>
          </a:p>
        </p:txBody>
      </p:sp>
      <p:sp>
        <p:nvSpPr>
          <p:cNvPr id="10" name="文本占位符 9"/>
          <p:cNvSpPr>
            <a:spLocks noGrp="1"/>
          </p:cNvSpPr>
          <p:nvPr>
            <p:ph type="body" sz="quarter" idx="13"/>
          </p:nvPr>
        </p:nvSpPr>
        <p:spPr>
          <a:xfrm>
            <a:off x="614364" y="1016004"/>
            <a:ext cx="4908397" cy="497488"/>
          </a:xfrm>
        </p:spPr>
        <p:txBody>
          <a:bodyPr wrap="none" anchor="t">
            <a:spAutoFit/>
          </a:bodyPr>
          <a:lstStyle>
            <a:lvl1pPr>
              <a:buSzPct val="100000"/>
              <a:defRPr lang="zh-CN" altLang="en-US" sz="2785" b="1" dirty="0" smtClean="0">
                <a:latin typeface="Arial" panose="020B0604020202020204" pitchFamily="34" charset="0"/>
                <a:cs typeface="Arial" pitchFamily="34" charset="0"/>
              </a:defRPr>
            </a:lvl1pPr>
          </a:lstStyle>
          <a:p>
            <a:pPr marL="454778" lvl="0" indent="-454778">
              <a:spcBef>
                <a:spcPct val="0"/>
              </a:spcBef>
            </a:pPr>
            <a:r>
              <a:rPr lang="zh-CN" altLang="en-US"/>
              <a:t>单击此处编辑母版文本样式</a:t>
            </a:r>
          </a:p>
        </p:txBody>
      </p:sp>
    </p:spTree>
    <p:extLst>
      <p:ext uri="{BB962C8B-B14F-4D97-AF65-F5344CB8AC3E}">
        <p14:creationId xmlns:p14="http://schemas.microsoft.com/office/powerpoint/2010/main" val="3205866268"/>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dirty="0"/>
          </a:p>
        </p:txBody>
      </p:sp>
      <p:sp>
        <p:nvSpPr>
          <p:cNvPr id="3" name="内容占位符 2"/>
          <p:cNvSpPr>
            <a:spLocks noGrp="1"/>
          </p:cNvSpPr>
          <p:nvPr>
            <p:ph sz="half" idx="1"/>
          </p:nvPr>
        </p:nvSpPr>
        <p:spPr>
          <a:xfrm>
            <a:off x="838201" y="1825625"/>
            <a:ext cx="5181600" cy="4351339"/>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4" name="内容占位符 3"/>
          <p:cNvSpPr>
            <a:spLocks noGrp="1"/>
          </p:cNvSpPr>
          <p:nvPr>
            <p:ph sz="half" idx="2"/>
          </p:nvPr>
        </p:nvSpPr>
        <p:spPr>
          <a:xfrm>
            <a:off x="6172202" y="1825625"/>
            <a:ext cx="5181600" cy="4351339"/>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a:xfrm>
            <a:off x="838201" y="6356352"/>
            <a:ext cx="2743200" cy="365125"/>
          </a:xfrm>
          <a:prstGeom prst="rect">
            <a:avLst/>
          </a:prstGeom>
        </p:spPr>
        <p:txBody>
          <a:bodyPr/>
          <a:lstStyle/>
          <a:p>
            <a:fld id="{9AD79C28-A2AC-4EBE-9AD6-6795388C1009}" type="datetime1">
              <a:rPr lang="zh-CN" altLang="en-US" smtClean="0"/>
              <a:t>2026/3/31</a:t>
            </a:fld>
            <a:endParaRPr lang="zh-CN" altLang="en-US"/>
          </a:p>
        </p:txBody>
      </p:sp>
      <p:sp>
        <p:nvSpPr>
          <p:cNvPr id="6" name="页脚占位符 5"/>
          <p:cNvSpPr>
            <a:spLocks noGrp="1"/>
          </p:cNvSpPr>
          <p:nvPr>
            <p:ph type="ftr" sz="quarter" idx="11"/>
          </p:nvPr>
        </p:nvSpPr>
        <p:spPr>
          <a:xfrm>
            <a:off x="4038600" y="6356353"/>
            <a:ext cx="4114800" cy="365125"/>
          </a:xfrm>
          <a:prstGeom prst="rect">
            <a:avLst/>
          </a:prstGeom>
        </p:spPr>
        <p:txBody>
          <a:bodyPr lIns="68579" tIns="34289" rIns="68579" bIns="34289"/>
          <a:lstStyle/>
          <a:p>
            <a:endParaRPr lang="zh-CN" altLang="en-US" dirty="0"/>
          </a:p>
        </p:txBody>
      </p:sp>
      <p:sp>
        <p:nvSpPr>
          <p:cNvPr id="7" name="灯片编号占位符 6"/>
          <p:cNvSpPr>
            <a:spLocks noGrp="1"/>
          </p:cNvSpPr>
          <p:nvPr>
            <p:ph type="sldNum" sz="quarter" idx="12"/>
          </p:nvPr>
        </p:nvSpPr>
        <p:spPr/>
        <p:txBody>
          <a:bodyPr/>
          <a:lstStyle/>
          <a:p>
            <a:fld id="{74274608-FAEA-4BA9-9E21-15CB47E6C119}" type="slidenum">
              <a:rPr lang="zh-CN" altLang="en-US" smtClean="0"/>
              <a:t>‹#›</a:t>
            </a:fld>
            <a:endParaRPr lang="zh-CN" altLang="en-US"/>
          </a:p>
        </p:txBody>
      </p:sp>
    </p:spTree>
    <p:extLst>
      <p:ext uri="{BB962C8B-B14F-4D97-AF65-F5344CB8AC3E}">
        <p14:creationId xmlns:p14="http://schemas.microsoft.com/office/powerpoint/2010/main" val="1168707629"/>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39793" y="929324"/>
            <a:ext cx="2741612" cy="503238"/>
          </a:xfrm>
          <a:solidFill>
            <a:schemeClr val="tx1">
              <a:lumMod val="50000"/>
              <a:lumOff val="50000"/>
            </a:schemeClr>
          </a:solidFill>
        </p:spPr>
        <p:txBody>
          <a:bodyPr anchor="ctr"/>
          <a:lstStyle>
            <a:lvl1pPr marL="0" indent="0" algn="ctr">
              <a:buNone/>
              <a:defRPr sz="2387" b="1">
                <a:solidFill>
                  <a:schemeClr val="bg1"/>
                </a:solidFill>
              </a:defRPr>
            </a:lvl1pPr>
            <a:lvl2pPr marL="454778" indent="0">
              <a:buNone/>
              <a:defRPr sz="1989" b="1"/>
            </a:lvl2pPr>
            <a:lvl3pPr marL="909554" indent="0">
              <a:buNone/>
              <a:defRPr sz="1857" b="1"/>
            </a:lvl3pPr>
            <a:lvl4pPr marL="1364332" indent="0">
              <a:buNone/>
              <a:defRPr sz="1592" b="1"/>
            </a:lvl4pPr>
            <a:lvl5pPr marL="1819107" indent="0">
              <a:buNone/>
              <a:defRPr sz="1592" b="1"/>
            </a:lvl5pPr>
            <a:lvl6pPr marL="2273884" indent="0">
              <a:buNone/>
              <a:defRPr sz="1592" b="1"/>
            </a:lvl6pPr>
            <a:lvl7pPr marL="2728661" indent="0">
              <a:buNone/>
              <a:defRPr sz="1592" b="1"/>
            </a:lvl7pPr>
            <a:lvl8pPr marL="3183438" indent="0">
              <a:buNone/>
              <a:defRPr sz="1592" b="1"/>
            </a:lvl8pPr>
            <a:lvl9pPr marL="3638216" indent="0">
              <a:buNone/>
              <a:defRPr sz="1592" b="1"/>
            </a:lvl9pPr>
          </a:lstStyle>
          <a:p>
            <a:pPr lvl="0"/>
            <a:r>
              <a:rPr lang="zh-CN" altLang="en-US"/>
              <a:t>单击此处编辑母版文本样式</a:t>
            </a:r>
          </a:p>
        </p:txBody>
      </p:sp>
      <p:sp>
        <p:nvSpPr>
          <p:cNvPr id="4" name="内容占位符 3"/>
          <p:cNvSpPr>
            <a:spLocks noGrp="1"/>
          </p:cNvSpPr>
          <p:nvPr>
            <p:ph sz="half" idx="2"/>
          </p:nvPr>
        </p:nvSpPr>
        <p:spPr>
          <a:xfrm>
            <a:off x="839790" y="1489076"/>
            <a:ext cx="5157786" cy="3684588"/>
          </a:xfrm>
        </p:spPr>
        <p:txBody>
          <a:bodyPr>
            <a:normAutofit/>
          </a:bodyPr>
          <a:lstStyle>
            <a:lvl1pPr>
              <a:defRPr sz="2387"/>
            </a:lvl1pPr>
            <a:lvl2pPr>
              <a:defRPr sz="1989"/>
            </a:lvl2pPr>
            <a:lvl3pPr>
              <a:defRPr sz="1857"/>
            </a:lvl3pPr>
            <a:lvl4pPr>
              <a:defRPr sz="1857"/>
            </a:lvl4pPr>
            <a:lvl5pPr>
              <a:defRPr sz="1857"/>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6" name="内容占位符 5"/>
          <p:cNvSpPr>
            <a:spLocks noGrp="1"/>
          </p:cNvSpPr>
          <p:nvPr>
            <p:ph sz="quarter" idx="4"/>
          </p:nvPr>
        </p:nvSpPr>
        <p:spPr>
          <a:xfrm>
            <a:off x="6172204" y="1489076"/>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a:xfrm>
            <a:off x="838201" y="6356352"/>
            <a:ext cx="2743200" cy="365125"/>
          </a:xfrm>
          <a:prstGeom prst="rect">
            <a:avLst/>
          </a:prstGeom>
        </p:spPr>
        <p:txBody>
          <a:bodyPr/>
          <a:lstStyle/>
          <a:p>
            <a:fld id="{47C6AB46-820C-4EC9-B1DE-99428A74ED55}" type="datetime1">
              <a:rPr lang="zh-CN" altLang="en-US" smtClean="0"/>
              <a:t>2026/3/31</a:t>
            </a:fld>
            <a:endParaRPr lang="zh-CN" altLang="en-US" dirty="0"/>
          </a:p>
        </p:txBody>
      </p:sp>
      <p:sp>
        <p:nvSpPr>
          <p:cNvPr id="8" name="页脚占位符 7"/>
          <p:cNvSpPr>
            <a:spLocks noGrp="1"/>
          </p:cNvSpPr>
          <p:nvPr>
            <p:ph type="ftr" sz="quarter" idx="11"/>
          </p:nvPr>
        </p:nvSpPr>
        <p:spPr>
          <a:xfrm>
            <a:off x="4038600" y="6356353"/>
            <a:ext cx="4114800" cy="365125"/>
          </a:xfrm>
          <a:prstGeom prst="rect">
            <a:avLst/>
          </a:prstGeom>
        </p:spPr>
        <p:txBody>
          <a:bodyPr lIns="68579" tIns="34289" rIns="68579" bIns="34289"/>
          <a:lstStyle/>
          <a:p>
            <a:endParaRPr lang="zh-CN" altLang="en-US" dirty="0"/>
          </a:p>
        </p:txBody>
      </p:sp>
      <p:sp>
        <p:nvSpPr>
          <p:cNvPr id="9" name="灯片编号占位符 8"/>
          <p:cNvSpPr>
            <a:spLocks noGrp="1"/>
          </p:cNvSpPr>
          <p:nvPr>
            <p:ph type="sldNum" sz="quarter" idx="12"/>
          </p:nvPr>
        </p:nvSpPr>
        <p:spPr/>
        <p:txBody>
          <a:bodyPr/>
          <a:lstStyle/>
          <a:p>
            <a:fld id="{74274608-FAEA-4BA9-9E21-15CB47E6C119}" type="slidenum">
              <a:rPr lang="zh-CN" altLang="en-US" smtClean="0"/>
              <a:t>‹#›</a:t>
            </a:fld>
            <a:endParaRPr lang="zh-CN" altLang="en-US"/>
          </a:p>
        </p:txBody>
      </p:sp>
      <p:sp>
        <p:nvSpPr>
          <p:cNvPr id="10" name="标题 1"/>
          <p:cNvSpPr>
            <a:spLocks noGrp="1"/>
          </p:cNvSpPr>
          <p:nvPr>
            <p:ph type="title"/>
          </p:nvPr>
        </p:nvSpPr>
        <p:spPr>
          <a:xfrm>
            <a:off x="614682" y="212728"/>
            <a:ext cx="3831319" cy="399521"/>
          </a:xfrm>
        </p:spPr>
        <p:txBody>
          <a:bodyPr/>
          <a:lstStyle/>
          <a:p>
            <a:r>
              <a:rPr lang="zh-CN" altLang="en-US"/>
              <a:t>单击此处编辑母版标题样式</a:t>
            </a:r>
            <a:endParaRPr lang="zh-CN" altLang="en-US" dirty="0"/>
          </a:p>
        </p:txBody>
      </p:sp>
      <p:sp>
        <p:nvSpPr>
          <p:cNvPr id="12" name="文本占位符 2"/>
          <p:cNvSpPr>
            <a:spLocks noGrp="1"/>
          </p:cNvSpPr>
          <p:nvPr>
            <p:ph type="body" idx="13"/>
          </p:nvPr>
        </p:nvSpPr>
        <p:spPr>
          <a:xfrm>
            <a:off x="6172203" y="929324"/>
            <a:ext cx="2741612" cy="503238"/>
          </a:xfrm>
          <a:solidFill>
            <a:schemeClr val="tx1">
              <a:lumMod val="50000"/>
              <a:lumOff val="50000"/>
            </a:schemeClr>
          </a:solidFill>
        </p:spPr>
        <p:txBody>
          <a:bodyPr anchor="ctr"/>
          <a:lstStyle>
            <a:lvl1pPr marL="0" indent="0" algn="ctr">
              <a:buNone/>
              <a:defRPr sz="2387" b="1">
                <a:solidFill>
                  <a:schemeClr val="bg1"/>
                </a:solidFill>
              </a:defRPr>
            </a:lvl1pPr>
            <a:lvl2pPr marL="454778" indent="0">
              <a:buNone/>
              <a:defRPr sz="1989" b="1"/>
            </a:lvl2pPr>
            <a:lvl3pPr marL="909554" indent="0">
              <a:buNone/>
              <a:defRPr sz="1857" b="1"/>
            </a:lvl3pPr>
            <a:lvl4pPr marL="1364332" indent="0">
              <a:buNone/>
              <a:defRPr sz="1592" b="1"/>
            </a:lvl4pPr>
            <a:lvl5pPr marL="1819107" indent="0">
              <a:buNone/>
              <a:defRPr sz="1592" b="1"/>
            </a:lvl5pPr>
            <a:lvl6pPr marL="2273884" indent="0">
              <a:buNone/>
              <a:defRPr sz="1592" b="1"/>
            </a:lvl6pPr>
            <a:lvl7pPr marL="2728661" indent="0">
              <a:buNone/>
              <a:defRPr sz="1592" b="1"/>
            </a:lvl7pPr>
            <a:lvl8pPr marL="3183438" indent="0">
              <a:buNone/>
              <a:defRPr sz="1592" b="1"/>
            </a:lvl8pPr>
            <a:lvl9pPr marL="3638216" indent="0">
              <a:buNone/>
              <a:defRPr sz="1592" b="1"/>
            </a:lvl9pPr>
          </a:lstStyle>
          <a:p>
            <a:pPr lvl="0"/>
            <a:r>
              <a:rPr lang="zh-CN" altLang="en-US"/>
              <a:t>单击此处编辑母版文本样式</a:t>
            </a:r>
          </a:p>
        </p:txBody>
      </p:sp>
    </p:spTree>
    <p:extLst>
      <p:ext uri="{BB962C8B-B14F-4D97-AF65-F5344CB8AC3E}">
        <p14:creationId xmlns:p14="http://schemas.microsoft.com/office/powerpoint/2010/main" val="479304485"/>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a:xfrm>
            <a:off x="838201" y="6356352"/>
            <a:ext cx="2743200" cy="365125"/>
          </a:xfrm>
          <a:prstGeom prst="rect">
            <a:avLst/>
          </a:prstGeom>
        </p:spPr>
        <p:txBody>
          <a:bodyPr/>
          <a:lstStyle/>
          <a:p>
            <a:fld id="{5B3EAE16-C070-4B60-97B3-142E13C74303}" type="datetime1">
              <a:rPr lang="zh-CN" altLang="en-US" smtClean="0"/>
              <a:t>2026/3/31</a:t>
            </a:fld>
            <a:endParaRPr lang="zh-CN" altLang="en-US"/>
          </a:p>
        </p:txBody>
      </p:sp>
      <p:sp>
        <p:nvSpPr>
          <p:cNvPr id="4" name="页脚占位符 3"/>
          <p:cNvSpPr>
            <a:spLocks noGrp="1"/>
          </p:cNvSpPr>
          <p:nvPr>
            <p:ph type="ftr" sz="quarter" idx="11"/>
          </p:nvPr>
        </p:nvSpPr>
        <p:spPr>
          <a:xfrm>
            <a:off x="4038600" y="6356353"/>
            <a:ext cx="4114800" cy="365125"/>
          </a:xfrm>
          <a:prstGeom prst="rect">
            <a:avLst/>
          </a:prstGeom>
        </p:spPr>
        <p:txBody>
          <a:bodyPr lIns="68579" tIns="34289" rIns="68579" bIns="34289"/>
          <a:lstStyle/>
          <a:p>
            <a:endParaRPr lang="zh-CN" altLang="en-US" dirty="0"/>
          </a:p>
        </p:txBody>
      </p:sp>
      <p:sp>
        <p:nvSpPr>
          <p:cNvPr id="5" name="灯片编号占位符 4"/>
          <p:cNvSpPr>
            <a:spLocks noGrp="1"/>
          </p:cNvSpPr>
          <p:nvPr>
            <p:ph type="sldNum" sz="quarter" idx="12"/>
          </p:nvPr>
        </p:nvSpPr>
        <p:spPr/>
        <p:txBody>
          <a:bodyPr/>
          <a:lstStyle/>
          <a:p>
            <a:fld id="{74274608-FAEA-4BA9-9E21-15CB47E6C119}" type="slidenum">
              <a:rPr lang="zh-CN" altLang="en-US" smtClean="0"/>
              <a:t>‹#›</a:t>
            </a:fld>
            <a:endParaRPr lang="zh-CN" altLang="en-US"/>
          </a:p>
        </p:txBody>
      </p:sp>
    </p:spTree>
    <p:extLst>
      <p:ext uri="{BB962C8B-B14F-4D97-AF65-F5344CB8AC3E}">
        <p14:creationId xmlns:p14="http://schemas.microsoft.com/office/powerpoint/2010/main" val="538499163"/>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1" y="6356352"/>
            <a:ext cx="2743200" cy="365125"/>
          </a:xfrm>
          <a:prstGeom prst="rect">
            <a:avLst/>
          </a:prstGeom>
        </p:spPr>
        <p:txBody>
          <a:bodyPr/>
          <a:lstStyle/>
          <a:p>
            <a:fld id="{0E233EF3-5700-4A21-B54B-5CF409F25C11}" type="datetime1">
              <a:rPr lang="zh-CN" altLang="en-US" smtClean="0"/>
              <a:t>2026/3/31</a:t>
            </a:fld>
            <a:endParaRPr lang="zh-CN" altLang="en-US"/>
          </a:p>
        </p:txBody>
      </p:sp>
      <p:sp>
        <p:nvSpPr>
          <p:cNvPr id="3" name="页脚占位符 2"/>
          <p:cNvSpPr>
            <a:spLocks noGrp="1"/>
          </p:cNvSpPr>
          <p:nvPr>
            <p:ph type="ftr" sz="quarter" idx="11"/>
          </p:nvPr>
        </p:nvSpPr>
        <p:spPr>
          <a:xfrm>
            <a:off x="4038600" y="6356353"/>
            <a:ext cx="4114800" cy="365125"/>
          </a:xfrm>
          <a:prstGeom prst="rect">
            <a:avLst/>
          </a:prstGeom>
        </p:spPr>
        <p:txBody>
          <a:bodyPr lIns="68579" tIns="34289" rIns="68579" bIns="34289"/>
          <a:lstStyle/>
          <a:p>
            <a:endParaRPr lang="zh-CN" altLang="en-US" dirty="0"/>
          </a:p>
        </p:txBody>
      </p:sp>
      <p:sp>
        <p:nvSpPr>
          <p:cNvPr id="4" name="灯片编号占位符 3"/>
          <p:cNvSpPr>
            <a:spLocks noGrp="1"/>
          </p:cNvSpPr>
          <p:nvPr>
            <p:ph type="sldNum" sz="quarter" idx="12"/>
          </p:nvPr>
        </p:nvSpPr>
        <p:spPr/>
        <p:txBody>
          <a:bodyPr/>
          <a:lstStyle/>
          <a:p>
            <a:fld id="{74274608-FAEA-4BA9-9E21-15CB47E6C119}" type="slidenum">
              <a:rPr lang="zh-CN" altLang="en-US" smtClean="0"/>
              <a:t>‹#›</a:t>
            </a:fld>
            <a:endParaRPr lang="zh-CN" altLang="en-US"/>
          </a:p>
        </p:txBody>
      </p:sp>
      <p:sp>
        <p:nvSpPr>
          <p:cNvPr id="7" name="文本框 6"/>
          <p:cNvSpPr txBox="1"/>
          <p:nvPr/>
        </p:nvSpPr>
        <p:spPr>
          <a:xfrm>
            <a:off x="10280709" y="581099"/>
            <a:ext cx="1684880" cy="316426"/>
          </a:xfrm>
          <a:prstGeom prst="rect">
            <a:avLst/>
          </a:prstGeom>
          <a:noFill/>
        </p:spPr>
        <p:txBody>
          <a:bodyPr wrap="none" lIns="90955" tIns="45477" rIns="90955" bIns="45477" rtlCol="0">
            <a:spAutoFit/>
          </a:bodyPr>
          <a:lstStyle/>
          <a:p>
            <a:r>
              <a:rPr lang="zh-CN" altLang="en-US" sz="1459" dirty="0">
                <a:solidFill>
                  <a:schemeClr val="tx1">
                    <a:lumMod val="50000"/>
                    <a:lumOff val="50000"/>
                  </a:schemeClr>
                </a:solidFill>
                <a:latin typeface="微软雅黑" panose="020B0503020204020204" pitchFamily="34" charset="-122"/>
                <a:ea typeface="微软雅黑" panose="020B0503020204020204" pitchFamily="34" charset="-122"/>
              </a:rPr>
              <a:t>国家气候战略中心</a:t>
            </a:r>
          </a:p>
        </p:txBody>
      </p:sp>
      <p:pic>
        <p:nvPicPr>
          <p:cNvPr id="8" name="图片 7"/>
          <p:cNvPicPr>
            <a:picLocks noChangeAspect="1"/>
          </p:cNvPicPr>
          <p:nvPr/>
        </p:nvPicPr>
        <p:blipFill rotWithShape="1">
          <a:blip r:embed="rId2" cstate="print">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l="18141" t="22122" r="15546" b="33658"/>
          <a:stretch/>
        </p:blipFill>
        <p:spPr>
          <a:xfrm>
            <a:off x="10562867" y="81281"/>
            <a:ext cx="1056638" cy="510709"/>
          </a:xfrm>
          <a:prstGeom prst="rect">
            <a:avLst/>
          </a:prstGeom>
        </p:spPr>
      </p:pic>
    </p:spTree>
    <p:extLst>
      <p:ext uri="{BB962C8B-B14F-4D97-AF65-F5344CB8AC3E}">
        <p14:creationId xmlns:p14="http://schemas.microsoft.com/office/powerpoint/2010/main" val="2788060253"/>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2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CB48B2-9BED-40CF-97E7-CB829124D9C1}"/>
              </a:ext>
            </a:extLst>
          </p:cNvPr>
          <p:cNvSpPr>
            <a:spLocks noGrp="1"/>
          </p:cNvSpPr>
          <p:nvPr>
            <p:ph type="title"/>
          </p:nvPr>
        </p:nvSpPr>
        <p:spPr/>
        <p:txBody>
          <a:bodyPr/>
          <a:lstStyle/>
          <a:p>
            <a:r>
              <a:rPr lang="zh-CN" altLang="en-US"/>
              <a:t>单击此处编辑母版标题样式</a:t>
            </a:r>
          </a:p>
        </p:txBody>
      </p:sp>
      <p:sp>
        <p:nvSpPr>
          <p:cNvPr id="3" name="灯片编号占位符 2">
            <a:extLst>
              <a:ext uri="{FF2B5EF4-FFF2-40B4-BE49-F238E27FC236}">
                <a16:creationId xmlns:a16="http://schemas.microsoft.com/office/drawing/2014/main" id="{1655BE7D-4A73-4445-A340-B67B64FF851F}"/>
              </a:ext>
            </a:extLst>
          </p:cNvPr>
          <p:cNvSpPr>
            <a:spLocks noGrp="1"/>
          </p:cNvSpPr>
          <p:nvPr>
            <p:ph type="sldNum" sz="quarter" idx="10"/>
          </p:nvPr>
        </p:nvSpPr>
        <p:spPr/>
        <p:txBody>
          <a:bodyPr/>
          <a:lstStyle/>
          <a:p>
            <a:fld id="{74274608-FAEA-4BA9-9E21-15CB47E6C119}" type="slidenum">
              <a:rPr lang="zh-CN" altLang="en-US" smtClean="0"/>
              <a:pPr/>
              <a:t>‹#›</a:t>
            </a:fld>
            <a:endParaRPr lang="zh-CN" altLang="en-US"/>
          </a:p>
        </p:txBody>
      </p:sp>
    </p:spTree>
    <p:extLst>
      <p:ext uri="{BB962C8B-B14F-4D97-AF65-F5344CB8AC3E}">
        <p14:creationId xmlns:p14="http://schemas.microsoft.com/office/powerpoint/2010/main" val="3520181050"/>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secHead">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8"/>
          </a:xfrm>
        </p:spPr>
        <p:txBody>
          <a:bodyPr anchor="b">
            <a:normAutofit/>
          </a:bodyPr>
          <a:lstStyle>
            <a:lvl1pPr>
              <a:defRPr sz="3300"/>
            </a:lvl1pPr>
          </a:lstStyle>
          <a:p>
            <a:r>
              <a:rPr kumimoji="1" lang="zh-CN" altLang="en-US" dirty="0"/>
              <a:t>单击此处编辑母版标题样式</a:t>
            </a:r>
          </a:p>
        </p:txBody>
      </p:sp>
      <p:sp>
        <p:nvSpPr>
          <p:cNvPr id="3" name="文本占位符 2"/>
          <p:cNvSpPr>
            <a:spLocks noGrp="1"/>
          </p:cNvSpPr>
          <p:nvPr>
            <p:ph type="body" idx="1"/>
          </p:nvPr>
        </p:nvSpPr>
        <p:spPr>
          <a:xfrm>
            <a:off x="831850" y="4729163"/>
            <a:ext cx="10515600" cy="1360488"/>
          </a:xfrm>
        </p:spPr>
        <p:txBody>
          <a:bodyPr>
            <a:normAutofit/>
          </a:bodyPr>
          <a:lstStyle>
            <a:lvl1pPr marL="0" indent="0">
              <a:buNone/>
              <a:defRPr sz="2400">
                <a:solidFill>
                  <a:schemeClr val="tx1">
                    <a:tint val="75000"/>
                  </a:schemeClr>
                </a:solidFill>
              </a:defRPr>
            </a:lvl1pPr>
            <a:lvl2pPr marL="228600" indent="0">
              <a:buNone/>
              <a:defRPr sz="1000">
                <a:solidFill>
                  <a:schemeClr val="tx1">
                    <a:tint val="75000"/>
                  </a:schemeClr>
                </a:solidFill>
              </a:defRPr>
            </a:lvl2pPr>
            <a:lvl3pPr marL="457200" indent="0">
              <a:buNone/>
              <a:defRPr sz="900">
                <a:solidFill>
                  <a:schemeClr val="tx1">
                    <a:tint val="75000"/>
                  </a:schemeClr>
                </a:solidFill>
              </a:defRPr>
            </a:lvl3pPr>
            <a:lvl4pPr marL="685800" indent="0">
              <a:buNone/>
              <a:defRPr sz="800">
                <a:solidFill>
                  <a:schemeClr val="tx1">
                    <a:tint val="75000"/>
                  </a:schemeClr>
                </a:solidFill>
              </a:defRPr>
            </a:lvl4pPr>
            <a:lvl5pPr marL="914400" indent="0">
              <a:buNone/>
              <a:defRPr sz="800">
                <a:solidFill>
                  <a:schemeClr val="tx1">
                    <a:tint val="75000"/>
                  </a:schemeClr>
                </a:solidFill>
              </a:defRPr>
            </a:lvl5pPr>
            <a:lvl6pPr marL="1143000" indent="0">
              <a:buNone/>
              <a:defRPr sz="800">
                <a:solidFill>
                  <a:schemeClr val="tx1">
                    <a:tint val="75000"/>
                  </a:schemeClr>
                </a:solidFill>
              </a:defRPr>
            </a:lvl6pPr>
            <a:lvl7pPr marL="1371600" indent="0">
              <a:buNone/>
              <a:defRPr sz="800">
                <a:solidFill>
                  <a:schemeClr val="tx1">
                    <a:tint val="75000"/>
                  </a:schemeClr>
                </a:solidFill>
              </a:defRPr>
            </a:lvl7pPr>
            <a:lvl8pPr marL="1600200" indent="0">
              <a:buNone/>
              <a:defRPr sz="800">
                <a:solidFill>
                  <a:schemeClr val="tx1">
                    <a:tint val="75000"/>
                  </a:schemeClr>
                </a:solidFill>
              </a:defRPr>
            </a:lvl8pPr>
            <a:lvl9pPr marL="1828800" indent="0">
              <a:buNone/>
              <a:defRPr sz="800">
                <a:solidFill>
                  <a:schemeClr val="tx1">
                    <a:tint val="75000"/>
                  </a:schemeClr>
                </a:solidFill>
              </a:defRPr>
            </a:lvl9pPr>
          </a:lstStyle>
          <a:p>
            <a:pPr lvl="0"/>
            <a:r>
              <a:rPr kumimoji="1" lang="zh-CN" altLang="en-US" dirty="0"/>
              <a:t>单击此处编辑母版文本样式</a:t>
            </a:r>
          </a:p>
        </p:txBody>
      </p:sp>
    </p:spTree>
    <p:extLst>
      <p:ext uri="{BB962C8B-B14F-4D97-AF65-F5344CB8AC3E}">
        <p14:creationId xmlns:p14="http://schemas.microsoft.com/office/powerpoint/2010/main" val="3244826651"/>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54BD181-E557-4E44-8DBD-A6A79F8036C5}"/>
              </a:ext>
            </a:extLst>
          </p:cNvPr>
          <p:cNvSpPr>
            <a:spLocks noGrp="1"/>
          </p:cNvSpPr>
          <p:nvPr>
            <p:ph idx="1"/>
          </p:nvPr>
        </p:nvSpPr>
        <p:spPr>
          <a:xfrm>
            <a:off x="335360" y="874644"/>
            <a:ext cx="11521280" cy="5773806"/>
          </a:xfrm>
          <a:prstGeom prst="rect">
            <a:avLst/>
          </a:prstGeom>
        </p:spPr>
        <p:txBody>
          <a:bodyPr/>
          <a:lstStyle>
            <a:lvl1pPr>
              <a:lnSpc>
                <a:spcPct val="100000"/>
              </a:lnSpc>
              <a:defRPr sz="2800">
                <a:latin typeface="Microsoft YaHei" panose="020B0503020204020204" pitchFamily="34" charset="-122"/>
                <a:ea typeface="Microsoft YaHei" panose="020B0503020204020204" pitchFamily="34" charset="-122"/>
              </a:defRPr>
            </a:lvl1pPr>
            <a:lvl2pPr>
              <a:lnSpc>
                <a:spcPct val="100000"/>
              </a:lnSpc>
              <a:defRPr sz="2700">
                <a:latin typeface="Microsoft YaHei" panose="020B0503020204020204" pitchFamily="34" charset="-122"/>
                <a:ea typeface="Microsoft YaHei" panose="020B0503020204020204" pitchFamily="34" charset="-122"/>
              </a:defRPr>
            </a:lvl2pPr>
            <a:lvl3pPr>
              <a:lnSpc>
                <a:spcPct val="100000"/>
              </a:lnSpc>
              <a:defRPr sz="2200">
                <a:latin typeface="Microsoft YaHei" panose="020B0503020204020204" pitchFamily="34" charset="-122"/>
                <a:ea typeface="Microsoft YaHei" panose="020B0503020204020204" pitchFamily="34" charset="-122"/>
              </a:defRPr>
            </a:lvl3pPr>
            <a:lvl4pPr>
              <a:lnSpc>
                <a:spcPct val="100000"/>
              </a:lnSpc>
              <a:defRPr sz="2000">
                <a:latin typeface="Microsoft YaHei" panose="020B0503020204020204" pitchFamily="34" charset="-122"/>
                <a:ea typeface="Microsoft YaHei" panose="020B0503020204020204" pitchFamily="34" charset="-122"/>
              </a:defRPr>
            </a:lvl4pPr>
            <a:lvl5pPr>
              <a:lnSpc>
                <a:spcPct val="100000"/>
              </a:lnSpc>
              <a:defRPr sz="2000">
                <a:latin typeface="Microsoft YaHei" panose="020B0503020204020204" pitchFamily="34" charset="-122"/>
                <a:ea typeface="Microsoft YaHei"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标题 1">
            <a:extLst>
              <a:ext uri="{FF2B5EF4-FFF2-40B4-BE49-F238E27FC236}">
                <a16:creationId xmlns:a16="http://schemas.microsoft.com/office/drawing/2014/main" id="{526675AC-26DF-444C-AC39-AA9E2D4CA775}"/>
              </a:ext>
            </a:extLst>
          </p:cNvPr>
          <p:cNvSpPr>
            <a:spLocks noGrp="1"/>
          </p:cNvSpPr>
          <p:nvPr>
            <p:ph type="title"/>
          </p:nvPr>
        </p:nvSpPr>
        <p:spPr>
          <a:xfrm>
            <a:off x="4094922" y="84259"/>
            <a:ext cx="8097079" cy="598911"/>
          </a:xfrm>
          <a:prstGeom prst="rect">
            <a:avLst/>
          </a:prstGeom>
        </p:spPr>
        <p:txBody>
          <a:bodyPr/>
          <a:lstStyle>
            <a:lvl1pPr algn="ctr">
              <a:lnSpc>
                <a:spcPct val="100000"/>
              </a:lnSpc>
              <a:defRPr sz="3300" b="1">
                <a:solidFill>
                  <a:srgbClr val="FF0000"/>
                </a:solidFill>
                <a:latin typeface="Microsoft YaHei" panose="020B0503020204020204" pitchFamily="34" charset="-122"/>
                <a:ea typeface="Microsoft YaHei"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3634325872"/>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userDrawn="1">
  <p:cSld name="2_大標題 - 中央">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DAB74EC0-ADF8-4E82-925B-4A9209AA57D5}"/>
              </a:ext>
            </a:extLst>
          </p:cNvPr>
          <p:cNvSpPr>
            <a:spLocks noGrp="1"/>
          </p:cNvSpPr>
          <p:nvPr>
            <p:ph sz="half" idx="1"/>
          </p:nvPr>
        </p:nvSpPr>
        <p:spPr>
          <a:xfrm>
            <a:off x="347134" y="828675"/>
            <a:ext cx="5647267" cy="57689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3" name="内容占位符 3">
            <a:extLst>
              <a:ext uri="{FF2B5EF4-FFF2-40B4-BE49-F238E27FC236}">
                <a16:creationId xmlns:a16="http://schemas.microsoft.com/office/drawing/2014/main" id="{778EF2A1-3439-429A-BD35-127698F07ED8}"/>
              </a:ext>
            </a:extLst>
          </p:cNvPr>
          <p:cNvSpPr>
            <a:spLocks noGrp="1"/>
          </p:cNvSpPr>
          <p:nvPr>
            <p:ph sz="half" idx="2"/>
          </p:nvPr>
        </p:nvSpPr>
        <p:spPr>
          <a:xfrm>
            <a:off x="6197601" y="828675"/>
            <a:ext cx="5647267" cy="57689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标题 1">
            <a:extLst>
              <a:ext uri="{FF2B5EF4-FFF2-40B4-BE49-F238E27FC236}">
                <a16:creationId xmlns:a16="http://schemas.microsoft.com/office/drawing/2014/main" id="{4BB93A36-AAF6-473F-8D4C-56EF725F2390}"/>
              </a:ext>
            </a:extLst>
          </p:cNvPr>
          <p:cNvSpPr>
            <a:spLocks noGrp="1"/>
          </p:cNvSpPr>
          <p:nvPr>
            <p:ph type="title"/>
          </p:nvPr>
        </p:nvSpPr>
        <p:spPr>
          <a:xfrm>
            <a:off x="4029075" y="84259"/>
            <a:ext cx="8061081" cy="598911"/>
          </a:xfrm>
          <a:prstGeom prst="rect">
            <a:avLst/>
          </a:prstGeom>
        </p:spPr>
        <p:txBody>
          <a:bodyPr/>
          <a:lstStyle>
            <a:lvl1pPr algn="ctr">
              <a:lnSpc>
                <a:spcPct val="100000"/>
              </a:lnSpc>
              <a:defRPr sz="3300" b="1">
                <a:solidFill>
                  <a:srgbClr val="FF0000"/>
                </a:solidFill>
                <a:latin typeface="Microsoft YaHei" panose="020B0503020204020204" pitchFamily="34" charset="-122"/>
                <a:ea typeface="Microsoft YaHei"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3566808420"/>
      </p:ext>
    </p:extLst>
  </p:cSld>
  <p:clrMapOvr>
    <a:masterClrMapping/>
  </p:clrMapOvr>
  <p:transition spd="med"/>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3_自定义版式">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BC81C3C3-29C5-4622-86A8-1FFE3747B902}"/>
              </a:ext>
            </a:extLst>
          </p:cNvPr>
          <p:cNvSpPr>
            <a:spLocks noGrp="1"/>
          </p:cNvSpPr>
          <p:nvPr>
            <p:ph type="sldNum" sz="quarter" idx="10"/>
          </p:nvPr>
        </p:nvSpPr>
        <p:spPr/>
        <p:txBody>
          <a:bodyPr/>
          <a:lstStyle/>
          <a:p>
            <a:fld id="{74274608-FAEA-4BA9-9E21-15CB47E6C119}" type="slidenum">
              <a:rPr lang="zh-CN" altLang="en-US" smtClean="0"/>
              <a:pPr/>
              <a:t>‹#›</a:t>
            </a:fld>
            <a:endParaRPr lang="zh-CN" altLang="en-US"/>
          </a:p>
        </p:txBody>
      </p:sp>
      <p:pic>
        <p:nvPicPr>
          <p:cNvPr id="5" name="Picture 2">
            <a:extLst>
              <a:ext uri="{FF2B5EF4-FFF2-40B4-BE49-F238E27FC236}">
                <a16:creationId xmlns:a16="http://schemas.microsoft.com/office/drawing/2014/main" id="{9583B7A3-153D-41A9-B9F8-8BF95E835ED7}"/>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32286" y="826113"/>
            <a:ext cx="12127431" cy="3385283"/>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a:extLst>
              <a:ext uri="{FF2B5EF4-FFF2-40B4-BE49-F238E27FC236}">
                <a16:creationId xmlns:a16="http://schemas.microsoft.com/office/drawing/2014/main" id="{B23B2DDD-AE86-44AE-BA02-587DBD8D2C5B}"/>
              </a:ext>
            </a:extLst>
          </p:cNvPr>
          <p:cNvSpPr/>
          <p:nvPr/>
        </p:nvSpPr>
        <p:spPr>
          <a:xfrm>
            <a:off x="43943" y="4251425"/>
            <a:ext cx="3545125" cy="51491"/>
          </a:xfrm>
          <a:prstGeom prst="rect">
            <a:avLst/>
          </a:prstGeom>
          <a:solidFill>
            <a:srgbClr val="0F46E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0" fontAlgn="base">
              <a:spcBef>
                <a:spcPct val="0"/>
              </a:spcBef>
              <a:spcAft>
                <a:spcPct val="0"/>
              </a:spcAft>
            </a:pPr>
            <a:endParaRPr lang="zh-CN" altLang="en-US" sz="1789">
              <a:solidFill>
                <a:prstClr val="white"/>
              </a:solidFill>
              <a:latin typeface="Calibri" panose="020F0502020204030204"/>
              <a:ea typeface="等线" panose="02010600030101010101" pitchFamily="2" charset="-122"/>
            </a:endParaRPr>
          </a:p>
        </p:txBody>
      </p:sp>
      <p:sp>
        <p:nvSpPr>
          <p:cNvPr id="7" name="矩形 6">
            <a:extLst>
              <a:ext uri="{FF2B5EF4-FFF2-40B4-BE49-F238E27FC236}">
                <a16:creationId xmlns:a16="http://schemas.microsoft.com/office/drawing/2014/main" id="{F1F1E890-81F0-4AC7-BC77-9512AF8CD720}"/>
              </a:ext>
            </a:extLst>
          </p:cNvPr>
          <p:cNvSpPr/>
          <p:nvPr/>
        </p:nvSpPr>
        <p:spPr>
          <a:xfrm>
            <a:off x="8602934" y="742605"/>
            <a:ext cx="3545125" cy="51491"/>
          </a:xfrm>
          <a:prstGeom prst="rect">
            <a:avLst/>
          </a:prstGeom>
          <a:solidFill>
            <a:srgbClr val="0F46E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0" fontAlgn="base">
              <a:spcBef>
                <a:spcPct val="0"/>
              </a:spcBef>
              <a:spcAft>
                <a:spcPct val="0"/>
              </a:spcAft>
            </a:pPr>
            <a:endParaRPr lang="zh-CN" altLang="en-US" sz="1789">
              <a:solidFill>
                <a:prstClr val="white"/>
              </a:solidFill>
              <a:latin typeface="Calibri" panose="020F0502020204030204"/>
              <a:ea typeface="等线" panose="02010600030101010101" pitchFamily="2" charset="-122"/>
            </a:endParaRPr>
          </a:p>
        </p:txBody>
      </p:sp>
      <p:pic>
        <p:nvPicPr>
          <p:cNvPr id="8" name="图片 7">
            <a:extLst>
              <a:ext uri="{FF2B5EF4-FFF2-40B4-BE49-F238E27FC236}">
                <a16:creationId xmlns:a16="http://schemas.microsoft.com/office/drawing/2014/main" id="{D2963238-3FCB-4D5C-B11F-5A33EBDDDD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2285" y="17717"/>
            <a:ext cx="4064584" cy="720963"/>
          </a:xfrm>
          <a:prstGeom prst="rect">
            <a:avLst/>
          </a:prstGeom>
        </p:spPr>
      </p:pic>
      <p:sp>
        <p:nvSpPr>
          <p:cNvPr id="9" name="标题 1">
            <a:extLst>
              <a:ext uri="{FF2B5EF4-FFF2-40B4-BE49-F238E27FC236}">
                <a16:creationId xmlns:a16="http://schemas.microsoft.com/office/drawing/2014/main" id="{477B11BD-FE60-43FA-970E-003C4848B305}"/>
              </a:ext>
            </a:extLst>
          </p:cNvPr>
          <p:cNvSpPr>
            <a:spLocks noGrp="1"/>
          </p:cNvSpPr>
          <p:nvPr>
            <p:ph type="title"/>
          </p:nvPr>
        </p:nvSpPr>
        <p:spPr>
          <a:xfrm>
            <a:off x="8316739" y="178437"/>
            <a:ext cx="3812582" cy="399853"/>
          </a:xfrm>
        </p:spPr>
        <p:txBody>
          <a:bodyPr/>
          <a:lstStyle/>
          <a:p>
            <a:r>
              <a:rPr lang="zh-CN" altLang="en-US"/>
              <a:t>单击此处编辑母版标题样式</a:t>
            </a:r>
            <a:endParaRPr lang="zh-CN" altLang="en-US" dirty="0"/>
          </a:p>
        </p:txBody>
      </p:sp>
    </p:spTree>
    <p:extLst>
      <p:ext uri="{BB962C8B-B14F-4D97-AF65-F5344CB8AC3E}">
        <p14:creationId xmlns:p14="http://schemas.microsoft.com/office/powerpoint/2010/main" val="1663109942"/>
      </p:ext>
    </p:extLst>
  </p:cSld>
  <p:clrMapOvr>
    <a:masterClrMapping/>
  </p:clrMapOvr>
  <p:hf hdr="0" ftr="0" dt="0"/>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524001" y="1122363"/>
            <a:ext cx="9144000" cy="2387600"/>
          </a:xfrm>
        </p:spPr>
        <p:txBody>
          <a:bodyPr anchor="b">
            <a:normAutofit/>
          </a:bodyPr>
          <a:lstStyle>
            <a:lvl1pPr algn="ctr">
              <a:lnSpc>
                <a:spcPct val="120000"/>
              </a:lnSpc>
              <a:defRPr lang="zh-CN" altLang="en-US" sz="3980" b="1" kern="1200" dirty="0">
                <a:solidFill>
                  <a:schemeClr val="tx1">
                    <a:lumMod val="75000"/>
                    <a:lumOff val="25000"/>
                  </a:schemeClr>
                </a:solidFill>
                <a:latin typeface="微软雅黑" pitchFamily="34" charset="-122"/>
                <a:ea typeface="微软雅黑" pitchFamily="34" charset="-122"/>
                <a:cs typeface="+mj-cs"/>
              </a:defRPr>
            </a:lvl1pPr>
          </a:lstStyle>
          <a:p>
            <a:r>
              <a:rPr lang="zh-CN" altLang="en-US"/>
              <a:t>单击此处编辑母版标题样式</a:t>
            </a:r>
            <a:endParaRPr lang="zh-CN" altLang="en-US" dirty="0"/>
          </a:p>
        </p:txBody>
      </p:sp>
      <p:sp>
        <p:nvSpPr>
          <p:cNvPr id="3" name="副标题 2"/>
          <p:cNvSpPr>
            <a:spLocks noGrp="1"/>
          </p:cNvSpPr>
          <p:nvPr>
            <p:ph type="subTitle" idx="1"/>
          </p:nvPr>
        </p:nvSpPr>
        <p:spPr>
          <a:xfrm>
            <a:off x="3703202" y="4157575"/>
            <a:ext cx="4785604" cy="497700"/>
          </a:xfrm>
          <a:noFill/>
        </p:spPr>
        <p:txBody>
          <a:bodyPr wrap="none" rtlCol="0">
            <a:spAutoFit/>
          </a:bodyPr>
          <a:lstStyle>
            <a:lvl1pPr marL="0" indent="0">
              <a:buNone/>
              <a:defRPr lang="zh-CN" altLang="en-US" sz="2784" b="0" dirty="0">
                <a:solidFill>
                  <a:srgbClr val="827D83"/>
                </a:solidFill>
                <a:latin typeface="微软雅黑" panose="020B0503020204020204" pitchFamily="34" charset="-122"/>
                <a:ea typeface="微软雅黑" panose="020B0503020204020204" pitchFamily="34" charset="-122"/>
              </a:defRPr>
            </a:lvl1pPr>
          </a:lstStyle>
          <a:p>
            <a:pPr marL="0" lvl="0" algn="ctr"/>
            <a:r>
              <a:rPr lang="zh-CN" altLang="en-US"/>
              <a:t>单击此处编辑母版副标题样式</a:t>
            </a:r>
            <a:endParaRPr lang="zh-CN" altLang="en-US" dirty="0"/>
          </a:p>
        </p:txBody>
      </p:sp>
      <p:sp>
        <p:nvSpPr>
          <p:cNvPr id="4" name="日期占位符 3"/>
          <p:cNvSpPr>
            <a:spLocks noGrp="1"/>
          </p:cNvSpPr>
          <p:nvPr>
            <p:ph type="dt" sz="half" idx="10"/>
          </p:nvPr>
        </p:nvSpPr>
        <p:spPr>
          <a:xfrm>
            <a:off x="838201" y="6356352"/>
            <a:ext cx="2743200" cy="365125"/>
          </a:xfrm>
          <a:prstGeom prst="rect">
            <a:avLst/>
          </a:prstGeom>
        </p:spPr>
        <p:txBody>
          <a:bodyPr/>
          <a:lstStyle>
            <a:lvl1pPr>
              <a:defRPr sz="1459" b="0">
                <a:latin typeface="Arial" panose="020B0604020202020204" pitchFamily="34" charset="0"/>
                <a:ea typeface="微软雅黑" panose="020B0503020204020204" pitchFamily="34" charset="-122"/>
                <a:cs typeface="Arial" panose="020B0604020202020204" pitchFamily="34" charset="0"/>
              </a:defRPr>
            </a:lvl1pPr>
          </a:lstStyle>
          <a:p>
            <a:fld id="{CC4C7F8D-870C-4ED5-A834-9D35E462DDF9}" type="datetime1">
              <a:rPr lang="zh-CN" altLang="en-US" smtClean="0"/>
              <a:t>2026/3/31</a:t>
            </a:fld>
            <a:endParaRPr lang="zh-CN" altLang="en-US" dirty="0"/>
          </a:p>
        </p:txBody>
      </p:sp>
      <p:sp>
        <p:nvSpPr>
          <p:cNvPr id="6" name="灯片编号占位符 5"/>
          <p:cNvSpPr>
            <a:spLocks noGrp="1"/>
          </p:cNvSpPr>
          <p:nvPr>
            <p:ph type="sldNum" sz="quarter" idx="12"/>
          </p:nvPr>
        </p:nvSpPr>
        <p:spPr/>
        <p:txBody>
          <a:bodyPr/>
          <a:lstStyle>
            <a:lvl1pPr>
              <a:defRPr sz="1459" b="0">
                <a:latin typeface="Arial" panose="020B0604020202020204" pitchFamily="34" charset="0"/>
                <a:ea typeface="微软雅黑" panose="020B0503020204020204" pitchFamily="34" charset="-122"/>
                <a:cs typeface="Arial" panose="020B0604020202020204" pitchFamily="34" charset="0"/>
              </a:defRPr>
            </a:lvl1pPr>
          </a:lstStyle>
          <a:p>
            <a:fld id="{74274608-FAEA-4BA9-9E21-15CB47E6C119}" type="slidenum">
              <a:rPr lang="zh-CN" altLang="en-US" smtClean="0"/>
              <a:pPr/>
              <a:t>‹#›</a:t>
            </a:fld>
            <a:endParaRPr lang="zh-CN" altLang="en-US"/>
          </a:p>
        </p:txBody>
      </p:sp>
    </p:spTree>
    <p:extLst>
      <p:ext uri="{BB962C8B-B14F-4D97-AF65-F5344CB8AC3E}">
        <p14:creationId xmlns:p14="http://schemas.microsoft.com/office/powerpoint/2010/main" val="461743327"/>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14684" y="212727"/>
            <a:ext cx="4428135" cy="454868"/>
          </a:xfrm>
        </p:spPr>
        <p:txBody>
          <a:bodyPr/>
          <a:lstStyle>
            <a:lvl1pPr>
              <a:defRPr sz="2784"/>
            </a:lvl1p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灯片编号占位符 5"/>
          <p:cNvSpPr>
            <a:spLocks noGrp="1"/>
          </p:cNvSpPr>
          <p:nvPr>
            <p:ph type="sldNum" sz="quarter" idx="12"/>
          </p:nvPr>
        </p:nvSpPr>
        <p:spPr>
          <a:xfrm>
            <a:off x="8825409" y="6520260"/>
            <a:ext cx="2743200" cy="365125"/>
          </a:xfrm>
        </p:spPr>
        <p:txBody>
          <a:bodyPr/>
          <a:lstStyle>
            <a:lvl1pPr>
              <a:defRPr>
                <a:solidFill>
                  <a:schemeClr val="bg1"/>
                </a:solidFill>
              </a:defRPr>
            </a:lvl1pPr>
          </a:lstStyle>
          <a:p>
            <a:fld id="{74274608-FAEA-4BA9-9E21-15CB47E6C119}" type="slidenum">
              <a:rPr lang="zh-CN" altLang="en-US" smtClean="0"/>
              <a:pPr/>
              <a:t>‹#›</a:t>
            </a:fld>
            <a:endParaRPr lang="zh-CN" altLang="en-US"/>
          </a:p>
        </p:txBody>
      </p:sp>
    </p:spTree>
    <p:extLst>
      <p:ext uri="{BB962C8B-B14F-4D97-AF65-F5344CB8AC3E}">
        <p14:creationId xmlns:p14="http://schemas.microsoft.com/office/powerpoint/2010/main" val="1196049706"/>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a:xfrm>
            <a:off x="838201" y="6356352"/>
            <a:ext cx="2743200" cy="365125"/>
          </a:xfrm>
          <a:prstGeom prst="rect">
            <a:avLst/>
          </a:prstGeom>
        </p:spPr>
        <p:txBody>
          <a:bodyPr/>
          <a:lstStyle/>
          <a:p>
            <a:fld id="{ACE88436-B6CE-48BB-9183-05F3E41FC4B1}" type="datetime1">
              <a:rPr lang="zh-CN" altLang="en-US" smtClean="0"/>
              <a:t>2026/3/31</a:t>
            </a:fld>
            <a:endParaRPr lang="zh-CN" altLang="en-US"/>
          </a:p>
        </p:txBody>
      </p:sp>
      <p:sp>
        <p:nvSpPr>
          <p:cNvPr id="4" name="页脚占位符 3"/>
          <p:cNvSpPr>
            <a:spLocks noGrp="1"/>
          </p:cNvSpPr>
          <p:nvPr>
            <p:ph type="ftr" sz="quarter" idx="11"/>
          </p:nvPr>
        </p:nvSpPr>
        <p:spPr>
          <a:xfrm>
            <a:off x="4038600" y="6356352"/>
            <a:ext cx="4114800" cy="365125"/>
          </a:xfrm>
          <a:prstGeom prst="rect">
            <a:avLst/>
          </a:prstGeom>
        </p:spPr>
        <p:txBody>
          <a:bodyPr lIns="68579" tIns="34289" rIns="68579" bIns="34289"/>
          <a:lstStyle/>
          <a:p>
            <a:endParaRPr lang="zh-CN" altLang="en-US" dirty="0"/>
          </a:p>
        </p:txBody>
      </p:sp>
      <p:sp>
        <p:nvSpPr>
          <p:cNvPr id="5" name="灯片编号占位符 4"/>
          <p:cNvSpPr>
            <a:spLocks noGrp="1"/>
          </p:cNvSpPr>
          <p:nvPr>
            <p:ph type="sldNum" sz="quarter" idx="12"/>
          </p:nvPr>
        </p:nvSpPr>
        <p:spPr/>
        <p:txBody>
          <a:bodyPr/>
          <a:lstStyle/>
          <a:p>
            <a:fld id="{74274608-FAEA-4BA9-9E21-15CB47E6C119}" type="slidenum">
              <a:rPr lang="zh-CN" altLang="en-US" smtClean="0"/>
              <a:pPr/>
              <a:t>‹#›</a:t>
            </a:fld>
            <a:endParaRPr lang="zh-CN" altLang="en-US"/>
          </a:p>
        </p:txBody>
      </p:sp>
      <p:sp>
        <p:nvSpPr>
          <p:cNvPr id="10" name="文本占位符 9"/>
          <p:cNvSpPr>
            <a:spLocks noGrp="1"/>
          </p:cNvSpPr>
          <p:nvPr>
            <p:ph type="body" sz="quarter" idx="13"/>
          </p:nvPr>
        </p:nvSpPr>
        <p:spPr>
          <a:xfrm>
            <a:off x="614365" y="1016004"/>
            <a:ext cx="4887235" cy="497700"/>
          </a:xfrm>
        </p:spPr>
        <p:txBody>
          <a:bodyPr wrap="none" anchor="t">
            <a:spAutoFit/>
          </a:bodyPr>
          <a:lstStyle>
            <a:lvl1pPr>
              <a:buSzPct val="100000"/>
              <a:defRPr lang="zh-CN" altLang="en-US" sz="2784" b="1" dirty="0" smtClean="0">
                <a:latin typeface="Arial" panose="020B0604020202020204" pitchFamily="34" charset="0"/>
                <a:cs typeface="Arial" pitchFamily="34" charset="0"/>
              </a:defRPr>
            </a:lvl1pPr>
          </a:lstStyle>
          <a:p>
            <a:pPr marL="454751" lvl="0" indent="-454751">
              <a:spcBef>
                <a:spcPct val="0"/>
              </a:spcBef>
            </a:pPr>
            <a:r>
              <a:rPr lang="zh-CN" altLang="en-US"/>
              <a:t>单击此处编辑母版文本样式</a:t>
            </a:r>
          </a:p>
        </p:txBody>
      </p:sp>
    </p:spTree>
    <p:extLst>
      <p:ext uri="{BB962C8B-B14F-4D97-AF65-F5344CB8AC3E}">
        <p14:creationId xmlns:p14="http://schemas.microsoft.com/office/powerpoint/2010/main" val="3062595777"/>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dirty="0"/>
          </a:p>
        </p:txBody>
      </p:sp>
      <p:sp>
        <p:nvSpPr>
          <p:cNvPr id="3" name="内容占位符 2"/>
          <p:cNvSpPr>
            <a:spLocks noGrp="1"/>
          </p:cNvSpPr>
          <p:nvPr>
            <p:ph sz="half" idx="1"/>
          </p:nvPr>
        </p:nvSpPr>
        <p:spPr>
          <a:xfrm>
            <a:off x="838201" y="1825625"/>
            <a:ext cx="5181600" cy="4351339"/>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4" name="内容占位符 3"/>
          <p:cNvSpPr>
            <a:spLocks noGrp="1"/>
          </p:cNvSpPr>
          <p:nvPr>
            <p:ph sz="half" idx="2"/>
          </p:nvPr>
        </p:nvSpPr>
        <p:spPr>
          <a:xfrm>
            <a:off x="6172201" y="1825625"/>
            <a:ext cx="5181600" cy="4351339"/>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a:xfrm>
            <a:off x="838201" y="6356352"/>
            <a:ext cx="2743200" cy="365125"/>
          </a:xfrm>
          <a:prstGeom prst="rect">
            <a:avLst/>
          </a:prstGeom>
        </p:spPr>
        <p:txBody>
          <a:bodyPr/>
          <a:lstStyle/>
          <a:p>
            <a:fld id="{9AD79C28-A2AC-4EBE-9AD6-6795388C1009}" type="datetime1">
              <a:rPr lang="zh-CN" altLang="en-US" smtClean="0"/>
              <a:t>2026/3/31</a:t>
            </a:fld>
            <a:endParaRPr lang="zh-CN" altLang="en-US"/>
          </a:p>
        </p:txBody>
      </p:sp>
      <p:sp>
        <p:nvSpPr>
          <p:cNvPr id="6" name="页脚占位符 5"/>
          <p:cNvSpPr>
            <a:spLocks noGrp="1"/>
          </p:cNvSpPr>
          <p:nvPr>
            <p:ph type="ftr" sz="quarter" idx="11"/>
          </p:nvPr>
        </p:nvSpPr>
        <p:spPr>
          <a:xfrm>
            <a:off x="4038600" y="6356352"/>
            <a:ext cx="4114800" cy="365125"/>
          </a:xfrm>
          <a:prstGeom prst="rect">
            <a:avLst/>
          </a:prstGeom>
        </p:spPr>
        <p:txBody>
          <a:bodyPr lIns="68579" tIns="34289" rIns="68579" bIns="34289"/>
          <a:lstStyle/>
          <a:p>
            <a:endParaRPr lang="zh-CN" altLang="en-US" dirty="0"/>
          </a:p>
        </p:txBody>
      </p:sp>
      <p:sp>
        <p:nvSpPr>
          <p:cNvPr id="7" name="灯片编号占位符 6"/>
          <p:cNvSpPr>
            <a:spLocks noGrp="1"/>
          </p:cNvSpPr>
          <p:nvPr>
            <p:ph type="sldNum" sz="quarter" idx="12"/>
          </p:nvPr>
        </p:nvSpPr>
        <p:spPr/>
        <p:txBody>
          <a:bodyPr/>
          <a:lstStyle/>
          <a:p>
            <a:fld id="{74274608-FAEA-4BA9-9E21-15CB47E6C119}" type="slidenum">
              <a:rPr lang="zh-CN" altLang="en-US" smtClean="0"/>
              <a:t>‹#›</a:t>
            </a:fld>
            <a:endParaRPr lang="zh-CN" altLang="en-US"/>
          </a:p>
        </p:txBody>
      </p:sp>
    </p:spTree>
    <p:extLst>
      <p:ext uri="{BB962C8B-B14F-4D97-AF65-F5344CB8AC3E}">
        <p14:creationId xmlns:p14="http://schemas.microsoft.com/office/powerpoint/2010/main" val="203436087"/>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39794" y="929325"/>
            <a:ext cx="2741612" cy="503239"/>
          </a:xfrm>
          <a:solidFill>
            <a:schemeClr val="tx1">
              <a:lumMod val="50000"/>
              <a:lumOff val="50000"/>
            </a:schemeClr>
          </a:solidFill>
        </p:spPr>
        <p:txBody>
          <a:bodyPr anchor="ctr"/>
          <a:lstStyle>
            <a:lvl1pPr marL="0" indent="0" algn="ctr">
              <a:buNone/>
              <a:defRPr sz="2387" b="1">
                <a:solidFill>
                  <a:schemeClr val="bg1"/>
                </a:solidFill>
              </a:defRPr>
            </a:lvl1pPr>
            <a:lvl2pPr marL="454751" indent="0">
              <a:buNone/>
              <a:defRPr sz="1989" b="1"/>
            </a:lvl2pPr>
            <a:lvl3pPr marL="909501" indent="0">
              <a:buNone/>
              <a:defRPr sz="1857" b="1"/>
            </a:lvl3pPr>
            <a:lvl4pPr marL="1364253" indent="0">
              <a:buNone/>
              <a:defRPr sz="1592" b="1"/>
            </a:lvl4pPr>
            <a:lvl5pPr marL="1819001" indent="0">
              <a:buNone/>
              <a:defRPr sz="1592" b="1"/>
            </a:lvl5pPr>
            <a:lvl6pPr marL="2273751" indent="0">
              <a:buNone/>
              <a:defRPr sz="1592" b="1"/>
            </a:lvl6pPr>
            <a:lvl7pPr marL="2728502" indent="0">
              <a:buNone/>
              <a:defRPr sz="1592" b="1"/>
            </a:lvl7pPr>
            <a:lvl8pPr marL="3183252" indent="0">
              <a:buNone/>
              <a:defRPr sz="1592" b="1"/>
            </a:lvl8pPr>
            <a:lvl9pPr marL="3638004" indent="0">
              <a:buNone/>
              <a:defRPr sz="1592" b="1"/>
            </a:lvl9pPr>
          </a:lstStyle>
          <a:p>
            <a:pPr lvl="0"/>
            <a:r>
              <a:rPr lang="zh-CN" altLang="en-US"/>
              <a:t>单击此处编辑母版文本样式</a:t>
            </a:r>
          </a:p>
        </p:txBody>
      </p:sp>
      <p:sp>
        <p:nvSpPr>
          <p:cNvPr id="4" name="内容占位符 3"/>
          <p:cNvSpPr>
            <a:spLocks noGrp="1"/>
          </p:cNvSpPr>
          <p:nvPr>
            <p:ph sz="half" idx="2"/>
          </p:nvPr>
        </p:nvSpPr>
        <p:spPr>
          <a:xfrm>
            <a:off x="839789" y="1489077"/>
            <a:ext cx="5157787" cy="3684588"/>
          </a:xfrm>
        </p:spPr>
        <p:txBody>
          <a:bodyPr>
            <a:normAutofit/>
          </a:bodyPr>
          <a:lstStyle>
            <a:lvl1pPr>
              <a:defRPr sz="2387"/>
            </a:lvl1pPr>
            <a:lvl2pPr>
              <a:defRPr sz="1989"/>
            </a:lvl2pPr>
            <a:lvl3pPr>
              <a:defRPr sz="1857"/>
            </a:lvl3pPr>
            <a:lvl4pPr>
              <a:defRPr sz="1857"/>
            </a:lvl4pPr>
            <a:lvl5pPr>
              <a:defRPr sz="1857"/>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6" name="内容占位符 5"/>
          <p:cNvSpPr>
            <a:spLocks noGrp="1"/>
          </p:cNvSpPr>
          <p:nvPr>
            <p:ph sz="quarter" idx="4"/>
          </p:nvPr>
        </p:nvSpPr>
        <p:spPr>
          <a:xfrm>
            <a:off x="6172205" y="1489077"/>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a:xfrm>
            <a:off x="838201" y="6356352"/>
            <a:ext cx="2743200" cy="365125"/>
          </a:xfrm>
          <a:prstGeom prst="rect">
            <a:avLst/>
          </a:prstGeom>
        </p:spPr>
        <p:txBody>
          <a:bodyPr/>
          <a:lstStyle/>
          <a:p>
            <a:fld id="{47C6AB46-820C-4EC9-B1DE-99428A74ED55}" type="datetime1">
              <a:rPr lang="zh-CN" altLang="en-US" smtClean="0"/>
              <a:t>2026/3/31</a:t>
            </a:fld>
            <a:endParaRPr lang="zh-CN" altLang="en-US" dirty="0"/>
          </a:p>
        </p:txBody>
      </p:sp>
      <p:sp>
        <p:nvSpPr>
          <p:cNvPr id="8" name="页脚占位符 7"/>
          <p:cNvSpPr>
            <a:spLocks noGrp="1"/>
          </p:cNvSpPr>
          <p:nvPr>
            <p:ph type="ftr" sz="quarter" idx="11"/>
          </p:nvPr>
        </p:nvSpPr>
        <p:spPr>
          <a:xfrm>
            <a:off x="4038600" y="6356352"/>
            <a:ext cx="4114800" cy="365125"/>
          </a:xfrm>
          <a:prstGeom prst="rect">
            <a:avLst/>
          </a:prstGeom>
        </p:spPr>
        <p:txBody>
          <a:bodyPr lIns="68579" tIns="34289" rIns="68579" bIns="34289"/>
          <a:lstStyle/>
          <a:p>
            <a:endParaRPr lang="zh-CN" altLang="en-US" dirty="0"/>
          </a:p>
        </p:txBody>
      </p:sp>
      <p:sp>
        <p:nvSpPr>
          <p:cNvPr id="9" name="灯片编号占位符 8"/>
          <p:cNvSpPr>
            <a:spLocks noGrp="1"/>
          </p:cNvSpPr>
          <p:nvPr>
            <p:ph type="sldNum" sz="quarter" idx="12"/>
          </p:nvPr>
        </p:nvSpPr>
        <p:spPr/>
        <p:txBody>
          <a:bodyPr/>
          <a:lstStyle/>
          <a:p>
            <a:fld id="{74274608-FAEA-4BA9-9E21-15CB47E6C119}" type="slidenum">
              <a:rPr lang="zh-CN" altLang="en-US" smtClean="0"/>
              <a:t>‹#›</a:t>
            </a:fld>
            <a:endParaRPr lang="zh-CN" altLang="en-US"/>
          </a:p>
        </p:txBody>
      </p:sp>
      <p:sp>
        <p:nvSpPr>
          <p:cNvPr id="10" name="标题 1"/>
          <p:cNvSpPr>
            <a:spLocks noGrp="1"/>
          </p:cNvSpPr>
          <p:nvPr>
            <p:ph type="title"/>
          </p:nvPr>
        </p:nvSpPr>
        <p:spPr>
          <a:xfrm>
            <a:off x="614683" y="212728"/>
            <a:ext cx="3812582" cy="399853"/>
          </a:xfrm>
        </p:spPr>
        <p:txBody>
          <a:bodyPr/>
          <a:lstStyle/>
          <a:p>
            <a:r>
              <a:rPr lang="zh-CN" altLang="en-US"/>
              <a:t>单击此处编辑母版标题样式</a:t>
            </a:r>
            <a:endParaRPr lang="zh-CN" altLang="en-US" dirty="0"/>
          </a:p>
        </p:txBody>
      </p:sp>
      <p:sp>
        <p:nvSpPr>
          <p:cNvPr id="12" name="文本占位符 2"/>
          <p:cNvSpPr>
            <a:spLocks noGrp="1"/>
          </p:cNvSpPr>
          <p:nvPr>
            <p:ph type="body" idx="13"/>
          </p:nvPr>
        </p:nvSpPr>
        <p:spPr>
          <a:xfrm>
            <a:off x="6172203" y="929325"/>
            <a:ext cx="2741612" cy="503239"/>
          </a:xfrm>
          <a:solidFill>
            <a:schemeClr val="tx1">
              <a:lumMod val="50000"/>
              <a:lumOff val="50000"/>
            </a:schemeClr>
          </a:solidFill>
        </p:spPr>
        <p:txBody>
          <a:bodyPr anchor="ctr"/>
          <a:lstStyle>
            <a:lvl1pPr marL="0" indent="0" algn="ctr">
              <a:buNone/>
              <a:defRPr sz="2387" b="1">
                <a:solidFill>
                  <a:schemeClr val="bg1"/>
                </a:solidFill>
              </a:defRPr>
            </a:lvl1pPr>
            <a:lvl2pPr marL="454751" indent="0">
              <a:buNone/>
              <a:defRPr sz="1989" b="1"/>
            </a:lvl2pPr>
            <a:lvl3pPr marL="909501" indent="0">
              <a:buNone/>
              <a:defRPr sz="1857" b="1"/>
            </a:lvl3pPr>
            <a:lvl4pPr marL="1364253" indent="0">
              <a:buNone/>
              <a:defRPr sz="1592" b="1"/>
            </a:lvl4pPr>
            <a:lvl5pPr marL="1819001" indent="0">
              <a:buNone/>
              <a:defRPr sz="1592" b="1"/>
            </a:lvl5pPr>
            <a:lvl6pPr marL="2273751" indent="0">
              <a:buNone/>
              <a:defRPr sz="1592" b="1"/>
            </a:lvl6pPr>
            <a:lvl7pPr marL="2728502" indent="0">
              <a:buNone/>
              <a:defRPr sz="1592" b="1"/>
            </a:lvl7pPr>
            <a:lvl8pPr marL="3183252" indent="0">
              <a:buNone/>
              <a:defRPr sz="1592" b="1"/>
            </a:lvl8pPr>
            <a:lvl9pPr marL="3638004" indent="0">
              <a:buNone/>
              <a:defRPr sz="1592" b="1"/>
            </a:lvl9pPr>
          </a:lstStyle>
          <a:p>
            <a:pPr lvl="0"/>
            <a:r>
              <a:rPr lang="zh-CN" altLang="en-US"/>
              <a:t>单击此处编辑母版文本样式</a:t>
            </a:r>
          </a:p>
        </p:txBody>
      </p:sp>
    </p:spTree>
    <p:extLst>
      <p:ext uri="{BB962C8B-B14F-4D97-AF65-F5344CB8AC3E}">
        <p14:creationId xmlns:p14="http://schemas.microsoft.com/office/powerpoint/2010/main" val="3265122741"/>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a:xfrm>
            <a:off x="838201" y="6356352"/>
            <a:ext cx="2743200" cy="365125"/>
          </a:xfrm>
          <a:prstGeom prst="rect">
            <a:avLst/>
          </a:prstGeom>
        </p:spPr>
        <p:txBody>
          <a:bodyPr/>
          <a:lstStyle/>
          <a:p>
            <a:fld id="{5B3EAE16-C070-4B60-97B3-142E13C74303}" type="datetime1">
              <a:rPr lang="zh-CN" altLang="en-US" smtClean="0"/>
              <a:t>2026/3/31</a:t>
            </a:fld>
            <a:endParaRPr lang="zh-CN" altLang="en-US"/>
          </a:p>
        </p:txBody>
      </p:sp>
      <p:sp>
        <p:nvSpPr>
          <p:cNvPr id="4" name="页脚占位符 3"/>
          <p:cNvSpPr>
            <a:spLocks noGrp="1"/>
          </p:cNvSpPr>
          <p:nvPr>
            <p:ph type="ftr" sz="quarter" idx="11"/>
          </p:nvPr>
        </p:nvSpPr>
        <p:spPr>
          <a:xfrm>
            <a:off x="4038600" y="6356352"/>
            <a:ext cx="4114800" cy="365125"/>
          </a:xfrm>
          <a:prstGeom prst="rect">
            <a:avLst/>
          </a:prstGeom>
        </p:spPr>
        <p:txBody>
          <a:bodyPr lIns="68579" tIns="34289" rIns="68579" bIns="34289"/>
          <a:lstStyle/>
          <a:p>
            <a:endParaRPr lang="zh-CN" altLang="en-US" dirty="0"/>
          </a:p>
        </p:txBody>
      </p:sp>
      <p:sp>
        <p:nvSpPr>
          <p:cNvPr id="5" name="灯片编号占位符 4"/>
          <p:cNvSpPr>
            <a:spLocks noGrp="1"/>
          </p:cNvSpPr>
          <p:nvPr>
            <p:ph type="sldNum" sz="quarter" idx="12"/>
          </p:nvPr>
        </p:nvSpPr>
        <p:spPr/>
        <p:txBody>
          <a:bodyPr/>
          <a:lstStyle/>
          <a:p>
            <a:fld id="{74274608-FAEA-4BA9-9E21-15CB47E6C119}" type="slidenum">
              <a:rPr lang="zh-CN" altLang="en-US" smtClean="0"/>
              <a:t>‹#›</a:t>
            </a:fld>
            <a:endParaRPr lang="zh-CN" altLang="en-US"/>
          </a:p>
        </p:txBody>
      </p:sp>
    </p:spTree>
    <p:extLst>
      <p:ext uri="{BB962C8B-B14F-4D97-AF65-F5344CB8AC3E}">
        <p14:creationId xmlns:p14="http://schemas.microsoft.com/office/powerpoint/2010/main" val="981550781"/>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1" y="6356352"/>
            <a:ext cx="2743200" cy="365125"/>
          </a:xfrm>
          <a:prstGeom prst="rect">
            <a:avLst/>
          </a:prstGeom>
        </p:spPr>
        <p:txBody>
          <a:bodyPr/>
          <a:lstStyle/>
          <a:p>
            <a:fld id="{0E233EF3-5700-4A21-B54B-5CF409F25C11}" type="datetime1">
              <a:rPr lang="zh-CN" altLang="en-US" smtClean="0"/>
              <a:t>2026/3/31</a:t>
            </a:fld>
            <a:endParaRPr lang="zh-CN" altLang="en-US"/>
          </a:p>
        </p:txBody>
      </p:sp>
      <p:sp>
        <p:nvSpPr>
          <p:cNvPr id="3" name="页脚占位符 2"/>
          <p:cNvSpPr>
            <a:spLocks noGrp="1"/>
          </p:cNvSpPr>
          <p:nvPr>
            <p:ph type="ftr" sz="quarter" idx="11"/>
          </p:nvPr>
        </p:nvSpPr>
        <p:spPr>
          <a:xfrm>
            <a:off x="4038600" y="6356352"/>
            <a:ext cx="4114800" cy="365125"/>
          </a:xfrm>
          <a:prstGeom prst="rect">
            <a:avLst/>
          </a:prstGeom>
        </p:spPr>
        <p:txBody>
          <a:bodyPr lIns="68579" tIns="34289" rIns="68579" bIns="34289"/>
          <a:lstStyle/>
          <a:p>
            <a:endParaRPr lang="zh-CN" altLang="en-US" dirty="0"/>
          </a:p>
        </p:txBody>
      </p:sp>
      <p:sp>
        <p:nvSpPr>
          <p:cNvPr id="4" name="灯片编号占位符 3"/>
          <p:cNvSpPr>
            <a:spLocks noGrp="1"/>
          </p:cNvSpPr>
          <p:nvPr>
            <p:ph type="sldNum" sz="quarter" idx="12"/>
          </p:nvPr>
        </p:nvSpPr>
        <p:spPr/>
        <p:txBody>
          <a:bodyPr/>
          <a:lstStyle/>
          <a:p>
            <a:fld id="{74274608-FAEA-4BA9-9E21-15CB47E6C119}" type="slidenum">
              <a:rPr lang="zh-CN" altLang="en-US" smtClean="0"/>
              <a:t>‹#›</a:t>
            </a:fld>
            <a:endParaRPr lang="zh-CN" altLang="en-US"/>
          </a:p>
        </p:txBody>
      </p:sp>
      <p:sp>
        <p:nvSpPr>
          <p:cNvPr id="7" name="文本框 6"/>
          <p:cNvSpPr txBox="1"/>
          <p:nvPr/>
        </p:nvSpPr>
        <p:spPr>
          <a:xfrm>
            <a:off x="10280710" y="581100"/>
            <a:ext cx="1684097" cy="316391"/>
          </a:xfrm>
          <a:prstGeom prst="rect">
            <a:avLst/>
          </a:prstGeom>
          <a:noFill/>
        </p:spPr>
        <p:txBody>
          <a:bodyPr wrap="none" lIns="90955" tIns="45477" rIns="90955" bIns="45477" rtlCol="0">
            <a:spAutoFit/>
          </a:bodyPr>
          <a:lstStyle/>
          <a:p>
            <a:r>
              <a:rPr lang="zh-CN" altLang="en-US" sz="1459" dirty="0">
                <a:solidFill>
                  <a:schemeClr val="tx1">
                    <a:lumMod val="50000"/>
                    <a:lumOff val="50000"/>
                  </a:schemeClr>
                </a:solidFill>
                <a:latin typeface="微软雅黑" panose="020B0503020204020204" pitchFamily="34" charset="-122"/>
                <a:ea typeface="微软雅黑" panose="020B0503020204020204" pitchFamily="34" charset="-122"/>
              </a:rPr>
              <a:t>国家气候战略中心</a:t>
            </a:r>
          </a:p>
        </p:txBody>
      </p:sp>
      <p:pic>
        <p:nvPicPr>
          <p:cNvPr id="8" name="图片 7"/>
          <p:cNvPicPr>
            <a:picLocks noChangeAspect="1"/>
          </p:cNvPicPr>
          <p:nvPr/>
        </p:nvPicPr>
        <p:blipFill rotWithShape="1">
          <a:blip r:embed="rId2" cstate="print">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l="18141" t="22122" r="15546" b="33658"/>
          <a:stretch/>
        </p:blipFill>
        <p:spPr>
          <a:xfrm>
            <a:off x="10562867" y="81280"/>
            <a:ext cx="1056639" cy="510709"/>
          </a:xfrm>
          <a:prstGeom prst="rect">
            <a:avLst/>
          </a:prstGeom>
        </p:spPr>
      </p:pic>
      <p:sp>
        <p:nvSpPr>
          <p:cNvPr id="9" name="文本框 8">
            <a:extLst>
              <a:ext uri="{FF2B5EF4-FFF2-40B4-BE49-F238E27FC236}">
                <a16:creationId xmlns:a16="http://schemas.microsoft.com/office/drawing/2014/main" id="{238E720E-18F1-4B13-89AD-F6918EB07EAA}"/>
              </a:ext>
            </a:extLst>
          </p:cNvPr>
          <p:cNvSpPr txBox="1"/>
          <p:nvPr userDrawn="1"/>
        </p:nvSpPr>
        <p:spPr>
          <a:xfrm>
            <a:off x="10280708" y="581098"/>
            <a:ext cx="1685075" cy="318098"/>
          </a:xfrm>
          <a:prstGeom prst="rect">
            <a:avLst/>
          </a:prstGeom>
          <a:noFill/>
        </p:spPr>
        <p:txBody>
          <a:bodyPr wrap="none" lIns="91439" tIns="45719" rIns="91439" bIns="45719" rtlCol="0">
            <a:spAutoFit/>
          </a:bodyPr>
          <a:lstStyle/>
          <a:p>
            <a:r>
              <a:rPr lang="zh-CN" altLang="en-US" sz="1467" dirty="0">
                <a:solidFill>
                  <a:schemeClr val="tx1">
                    <a:lumMod val="50000"/>
                    <a:lumOff val="50000"/>
                  </a:schemeClr>
                </a:solidFill>
                <a:latin typeface="微软雅黑" panose="020B0503020204020204" pitchFamily="34" charset="-122"/>
                <a:ea typeface="微软雅黑" panose="020B0503020204020204" pitchFamily="34" charset="-122"/>
              </a:rPr>
              <a:t>国家气候战略中心</a:t>
            </a:r>
          </a:p>
        </p:txBody>
      </p:sp>
      <p:pic>
        <p:nvPicPr>
          <p:cNvPr id="10" name="图片 9">
            <a:extLst>
              <a:ext uri="{FF2B5EF4-FFF2-40B4-BE49-F238E27FC236}">
                <a16:creationId xmlns:a16="http://schemas.microsoft.com/office/drawing/2014/main" id="{01327233-3E77-4D6F-804A-0E3FAF092B2A}"/>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l="18141" t="22122" r="15546" b="33658"/>
          <a:stretch/>
        </p:blipFill>
        <p:spPr>
          <a:xfrm>
            <a:off x="10562867" y="81280"/>
            <a:ext cx="1056639" cy="510709"/>
          </a:xfrm>
          <a:prstGeom prst="rect">
            <a:avLst/>
          </a:prstGeom>
        </p:spPr>
      </p:pic>
    </p:spTree>
    <p:extLst>
      <p:ext uri="{BB962C8B-B14F-4D97-AF65-F5344CB8AC3E}">
        <p14:creationId xmlns:p14="http://schemas.microsoft.com/office/powerpoint/2010/main" val="2204420612"/>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2472157"/>
      </p:ext>
    </p:extLst>
  </p:cSld>
  <p:clrMapOvr>
    <a:masterClrMapping/>
  </p:clrMapOvr>
  <p:hf hdr="0" ftr="0" dt="0"/>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2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CB48B2-9BED-40CF-97E7-CB829124D9C1}"/>
              </a:ext>
            </a:extLst>
          </p:cNvPr>
          <p:cNvSpPr>
            <a:spLocks noGrp="1"/>
          </p:cNvSpPr>
          <p:nvPr>
            <p:ph type="title"/>
          </p:nvPr>
        </p:nvSpPr>
        <p:spPr/>
        <p:txBody>
          <a:bodyPr/>
          <a:lstStyle/>
          <a:p>
            <a:r>
              <a:rPr lang="zh-CN" altLang="en-US"/>
              <a:t>单击此处编辑母版标题样式</a:t>
            </a:r>
          </a:p>
        </p:txBody>
      </p:sp>
      <p:sp>
        <p:nvSpPr>
          <p:cNvPr id="3" name="灯片编号占位符 2">
            <a:extLst>
              <a:ext uri="{FF2B5EF4-FFF2-40B4-BE49-F238E27FC236}">
                <a16:creationId xmlns:a16="http://schemas.microsoft.com/office/drawing/2014/main" id="{1655BE7D-4A73-4445-A340-B67B64FF851F}"/>
              </a:ext>
            </a:extLst>
          </p:cNvPr>
          <p:cNvSpPr>
            <a:spLocks noGrp="1"/>
          </p:cNvSpPr>
          <p:nvPr>
            <p:ph type="sldNum" sz="quarter" idx="10"/>
          </p:nvPr>
        </p:nvSpPr>
        <p:spPr/>
        <p:txBody>
          <a:bodyPr/>
          <a:lstStyle/>
          <a:p>
            <a:fld id="{74274608-FAEA-4BA9-9E21-15CB47E6C119}" type="slidenum">
              <a:rPr lang="zh-CN" altLang="en-US" smtClean="0"/>
              <a:pPr/>
              <a:t>‹#›</a:t>
            </a:fld>
            <a:endParaRPr lang="zh-CN" altLang="en-US"/>
          </a:p>
        </p:txBody>
      </p:sp>
    </p:spTree>
    <p:extLst>
      <p:ext uri="{BB962C8B-B14F-4D97-AF65-F5344CB8AC3E}">
        <p14:creationId xmlns:p14="http://schemas.microsoft.com/office/powerpoint/2010/main" val="1532304587"/>
      </p:ext>
    </p:extLst>
  </p:cSld>
  <p:clrMapOvr>
    <a:masterClrMapping/>
  </p:clrMapOvr>
  <p:hf hdr="0" ftr="0" dt="0"/>
</p:sldLayout>
</file>

<file path=ppt/slideLayouts/slideLayout114.xml><?xml version="1.0" encoding="utf-8"?>
<p:sldLayout xmlns:a="http://schemas.openxmlformats.org/drawingml/2006/main" xmlns:r="http://schemas.openxmlformats.org/officeDocument/2006/relationships" xmlns:p="http://schemas.openxmlformats.org/presentationml/2006/main" userDrawn="1">
  <p:cSld name="大標題 - 中央">
    <p:spTree>
      <p:nvGrpSpPr>
        <p:cNvPr id="1" name=""/>
        <p:cNvGrpSpPr/>
        <p:nvPr/>
      </p:nvGrpSpPr>
      <p:grpSpPr>
        <a:xfrm>
          <a:off x="0" y="0"/>
          <a:ext cx="0" cy="0"/>
          <a:chOff x="0" y="0"/>
          <a:chExt cx="0" cy="0"/>
        </a:xfrm>
      </p:grpSpPr>
      <p:sp>
        <p:nvSpPr>
          <p:cNvPr id="2" name="幻燈片編號"/>
          <p:cNvSpPr txBox="1">
            <a:spLocks noGrp="1"/>
          </p:cNvSpPr>
          <p:nvPr>
            <p:ph type="sldNum" sz="quarter" idx="4"/>
          </p:nvPr>
        </p:nvSpPr>
        <p:spPr>
          <a:xfrm>
            <a:off x="11534272" y="6400800"/>
            <a:ext cx="657728" cy="457200"/>
          </a:xfrm>
          <a:prstGeom prst="rect">
            <a:avLst/>
          </a:prstGeom>
        </p:spPr>
        <p:txBody>
          <a:bodyPr/>
          <a:lstStyle>
            <a:lvl1pPr>
              <a:defRPr sz="2000" b="1" cap="none" spc="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defRPr>
            </a:lvl1pPr>
          </a:lstStyle>
          <a:p>
            <a:fld id="{86CB4B4D-7CA3-9044-876B-883B54F8677D}" type="slidenum">
              <a:rPr lang="en-US" altLang="zh-CN" smtClean="0"/>
              <a:pPr/>
              <a:t>‹#›</a:t>
            </a:fld>
            <a:endParaRPr lang="zh-CN" altLang="en-US" dirty="0"/>
          </a:p>
        </p:txBody>
      </p:sp>
    </p:spTree>
    <p:extLst>
      <p:ext uri="{BB962C8B-B14F-4D97-AF65-F5344CB8AC3E}">
        <p14:creationId xmlns:p14="http://schemas.microsoft.com/office/powerpoint/2010/main" val="2637702141"/>
      </p:ext>
    </p:extLst>
  </p:cSld>
  <p:clrMapOvr>
    <a:masterClrMapping/>
  </p:clrMapOvr>
  <p:transition spd="med"/>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12192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a:defRPr/>
              </a:pPr>
              <a:endParaRPr lang="zh-CN" altLang="zh-CN" sz="2400">
                <a:latin typeface="Times New Roman" pitchFamily="18" charset="0"/>
              </a:endParaRPr>
            </a:p>
          </p:txBody>
        </p:sp>
        <p:sp>
          <p:nvSpPr>
            <p:cNvPr id="6" name="Rectangle 4"/>
            <p:cNvSpPr>
              <a:spLocks noChangeArrowheads="1"/>
            </p:cNvSpPr>
            <p:nvPr/>
          </p:nvSpPr>
          <p:spPr bwMode="hidden">
            <a:xfrm>
              <a:off x="1081" y="1065"/>
              <a:ext cx="4679" cy="1596"/>
            </a:xfrm>
            <a:prstGeom prst="rect">
              <a:avLst/>
            </a:prstGeom>
            <a:solidFill>
              <a:schemeClr val="bg2"/>
            </a:solidFill>
            <a:ln w="9525">
              <a:noFill/>
              <a:miter lim="800000"/>
              <a:headEnd/>
              <a:tailEnd/>
            </a:ln>
          </p:spPr>
          <p:txBody>
            <a:bodyPr/>
            <a:lstStyle/>
            <a:p>
              <a:pPr>
                <a:defRPr/>
              </a:pPr>
              <a:endParaRPr lang="zh-CN" altLang="zh-CN" sz="2400">
                <a:latin typeface="Times New Roman" pitchFamily="18" charset="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w="9525">
                <a:noFill/>
                <a:miter lim="800000"/>
                <a:headEnd/>
                <a:tailEnd/>
              </a:ln>
            </p:spPr>
            <p:txBody>
              <a:bodyPr/>
              <a:lstStyle/>
              <a:p>
                <a:pPr>
                  <a:defRPr/>
                </a:pPr>
                <a:endParaRPr lang="zh-CN" altLang="zh-CN" sz="2400">
                  <a:latin typeface="Times New Roman" pitchFamily="18" charset="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w="9525">
                <a:noFill/>
                <a:miter lim="800000"/>
                <a:headEnd/>
                <a:tailEnd/>
              </a:ln>
            </p:spPr>
            <p:txBody>
              <a:bodyPr/>
              <a:lstStyle/>
              <a:p>
                <a:pPr>
                  <a:defRPr/>
                </a:pPr>
                <a:endParaRPr lang="zh-CN" altLang="zh-CN" sz="2400">
                  <a:latin typeface="Times New Roman" pitchFamily="18" charset="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w="9525">
                <a:noFill/>
                <a:miter lim="800000"/>
                <a:headEnd/>
                <a:tailEnd/>
              </a:ln>
            </p:spPr>
            <p:txBody>
              <a:bodyPr/>
              <a:lstStyle/>
              <a:p>
                <a:pPr>
                  <a:defRPr/>
                </a:pPr>
                <a:endParaRPr lang="zh-CN" altLang="zh-CN" sz="2400">
                  <a:latin typeface="Times New Roman" pitchFamily="18" charset="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w="9525">
                <a:noFill/>
                <a:miter lim="800000"/>
                <a:headEnd/>
                <a:tailEnd/>
              </a:ln>
            </p:spPr>
            <p:txBody>
              <a:bodyPr/>
              <a:lstStyle/>
              <a:p>
                <a:pPr>
                  <a:defRPr/>
                </a:pPr>
                <a:endParaRPr lang="zh-CN" altLang="zh-CN" sz="2400">
                  <a:latin typeface="Times New Roman" pitchFamily="18" charset="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w="9525">
                <a:noFill/>
                <a:miter lim="800000"/>
                <a:headEnd/>
                <a:tailEnd/>
              </a:ln>
            </p:spPr>
            <p:txBody>
              <a:bodyPr/>
              <a:lstStyle/>
              <a:p>
                <a:pPr>
                  <a:defRPr/>
                </a:pPr>
                <a:endParaRPr lang="zh-CN" altLang="zh-CN" sz="2400">
                  <a:latin typeface="Times New Roman" pitchFamily="18" charset="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w="9525">
                <a:noFill/>
                <a:miter lim="800000"/>
                <a:headEnd/>
                <a:tailEnd/>
              </a:ln>
            </p:spPr>
            <p:txBody>
              <a:bodyPr/>
              <a:lstStyle/>
              <a:p>
                <a:pPr>
                  <a:defRPr/>
                </a:pPr>
                <a:endParaRPr lang="zh-CN" altLang="zh-CN" sz="2400">
                  <a:latin typeface="Times New Roman" pitchFamily="18" charset="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w="9525">
                <a:noFill/>
                <a:miter lim="800000"/>
                <a:headEnd/>
                <a:tailEnd/>
              </a:ln>
            </p:spPr>
            <p:txBody>
              <a:bodyPr/>
              <a:lstStyle/>
              <a:p>
                <a:pPr>
                  <a:defRPr/>
                </a:pPr>
                <a:endParaRPr lang="zh-CN" altLang="zh-CN" sz="2400">
                  <a:latin typeface="Times New Roman" pitchFamily="18" charset="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w="9525">
                <a:noFill/>
                <a:miter lim="800000"/>
                <a:headEnd/>
                <a:tailEnd/>
              </a:ln>
            </p:spPr>
            <p:txBody>
              <a:bodyPr/>
              <a:lstStyle/>
              <a:p>
                <a:pPr>
                  <a:defRPr/>
                </a:pPr>
                <a:endParaRPr lang="zh-CN" altLang="zh-CN" sz="2400">
                  <a:latin typeface="Times New Roman" pitchFamily="18" charset="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w="9525">
                <a:noFill/>
                <a:miter lim="800000"/>
                <a:headEnd/>
                <a:tailEnd/>
              </a:ln>
            </p:spPr>
            <p:txBody>
              <a:bodyPr/>
              <a:lstStyle/>
              <a:p>
                <a:pPr>
                  <a:defRPr/>
                </a:pPr>
                <a:endParaRPr lang="zh-CN" altLang="zh-CN" sz="2400">
                  <a:latin typeface="Times New Roman" pitchFamily="18" charset="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w="9525">
                <a:noFill/>
                <a:miter lim="800000"/>
                <a:headEnd/>
                <a:tailEnd/>
              </a:ln>
            </p:spPr>
            <p:txBody>
              <a:bodyPr/>
              <a:lstStyle/>
              <a:p>
                <a:pPr>
                  <a:defRPr/>
                </a:pPr>
                <a:endParaRPr lang="zh-CN" altLang="zh-CN" sz="2400">
                  <a:latin typeface="Times New Roman" pitchFamily="18" charset="0"/>
                </a:endParaRPr>
              </a:p>
            </p:txBody>
          </p:sp>
        </p:grpSp>
      </p:grpSp>
      <p:pic>
        <p:nvPicPr>
          <p:cNvPr id="18" name="Picture 18" descr="logo_banner"/>
          <p:cNvPicPr preferRelativeResize="0">
            <a:picLocks noChangeArrowheads="1"/>
          </p:cNvPicPr>
          <p:nvPr/>
        </p:nvPicPr>
        <p:blipFill>
          <a:blip r:embed="rId2" cstate="print"/>
          <a:srcRect/>
          <a:stretch>
            <a:fillRect/>
          </a:stretch>
        </p:blipFill>
        <p:spPr bwMode="auto">
          <a:xfrm>
            <a:off x="0" y="188915"/>
            <a:ext cx="7198784" cy="719137"/>
          </a:xfrm>
          <a:prstGeom prst="rect">
            <a:avLst/>
          </a:prstGeom>
          <a:noFill/>
          <a:ln w="9525">
            <a:noFill/>
            <a:miter lim="800000"/>
            <a:headEnd/>
            <a:tailEnd/>
          </a:ln>
        </p:spPr>
      </p:pic>
      <p:sp>
        <p:nvSpPr>
          <p:cNvPr id="5136" name="Rectangle 16"/>
          <p:cNvSpPr>
            <a:spLocks noGrp="1" noChangeArrowheads="1"/>
          </p:cNvSpPr>
          <p:nvPr>
            <p:ph type="ctrTitle"/>
          </p:nvPr>
        </p:nvSpPr>
        <p:spPr>
          <a:xfrm>
            <a:off x="3917951" y="1844675"/>
            <a:ext cx="8026400" cy="2209800"/>
          </a:xfrm>
        </p:spPr>
        <p:txBody>
          <a:bodyPr/>
          <a:lstStyle>
            <a:lvl1pPr>
              <a:defRPr sz="2900">
                <a:solidFill>
                  <a:srgbClr val="FFFFFF"/>
                </a:solidFill>
              </a:defRPr>
            </a:lvl1pPr>
          </a:lstStyle>
          <a:p>
            <a:r>
              <a:rPr lang="zh-CN" altLang="en-US"/>
              <a:t>单击此处编辑母版标题样式</a:t>
            </a:r>
          </a:p>
        </p:txBody>
      </p:sp>
      <p:sp>
        <p:nvSpPr>
          <p:cNvPr id="5137" name="Rectangle 17"/>
          <p:cNvSpPr>
            <a:spLocks noGrp="1" noChangeArrowheads="1"/>
          </p:cNvSpPr>
          <p:nvPr>
            <p:ph type="subTitle" idx="1"/>
          </p:nvPr>
        </p:nvSpPr>
        <p:spPr>
          <a:xfrm>
            <a:off x="3962400" y="4267200"/>
            <a:ext cx="8026400" cy="1752600"/>
          </a:xfrm>
        </p:spPr>
        <p:txBody>
          <a:bodyPr/>
          <a:lstStyle>
            <a:lvl1pPr marL="0" indent="0">
              <a:buFont typeface="Wingdings" pitchFamily="2" charset="2"/>
              <a:buNone/>
              <a:defRPr sz="2600"/>
            </a:lvl1pPr>
          </a:lstStyle>
          <a:p>
            <a:r>
              <a:rPr lang="zh-CN" altLang="en-US"/>
              <a:t>单击此处编辑母版副标题样式</a:t>
            </a:r>
          </a:p>
        </p:txBody>
      </p:sp>
    </p:spTree>
    <p:extLst>
      <p:ext uri="{BB962C8B-B14F-4D97-AF65-F5344CB8AC3E}">
        <p14:creationId xmlns:p14="http://schemas.microsoft.com/office/powerpoint/2010/main" val="2620073505"/>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29327577"/>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2"/>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377584711"/>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47134" y="1341438"/>
            <a:ext cx="5647267" cy="52562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1" y="1341438"/>
            <a:ext cx="5647267" cy="52562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65377605"/>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1"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1"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659631246"/>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868850087"/>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1058061"/>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4" y="273052"/>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2"/>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23432327"/>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052701289"/>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236617749"/>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70435" y="457200"/>
            <a:ext cx="2874433" cy="614045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47134" y="457200"/>
            <a:ext cx="8420100" cy="614045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645162410"/>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userDrawn="1">
  <p:cSld name="Blank">
    <p:bg>
      <p:bgPr>
        <a:solidFill>
          <a:schemeClr val="bg1"/>
        </a:solidFill>
        <a:effectLst/>
      </p:bgPr>
    </p:bg>
    <p:spTree>
      <p:nvGrpSpPr>
        <p:cNvPr id="1" name=""/>
        <p:cNvGrpSpPr/>
        <p:nvPr/>
      </p:nvGrpSpPr>
      <p:grpSpPr>
        <a:xfrm>
          <a:off x="0" y="0"/>
          <a:ext cx="0" cy="0"/>
          <a:chOff x="0" y="0"/>
          <a:chExt cx="0" cy="0"/>
        </a:xfrm>
      </p:grpSpPr>
      <p:sp>
        <p:nvSpPr>
          <p:cNvPr id="18" name="bg object 18"/>
          <p:cNvSpPr/>
          <p:nvPr/>
        </p:nvSpPr>
        <p:spPr>
          <a:xfrm>
            <a:off x="7121652" y="2563369"/>
            <a:ext cx="3901438" cy="4023359"/>
          </a:xfrm>
          <a:prstGeom prst="rect">
            <a:avLst/>
          </a:prstGeom>
          <a:blipFill>
            <a:blip r:embed="rId2" cstate="print"/>
            <a:stretch>
              <a:fillRect/>
            </a:stretch>
          </a:blipFill>
        </p:spPr>
        <p:txBody>
          <a:bodyPr wrap="square" lIns="0" tIns="0" rIns="0" bIns="0" rtlCol="0"/>
          <a:lstStyle/>
          <a:p>
            <a:endParaRPr sz="1400" dirty="0"/>
          </a:p>
        </p:txBody>
      </p:sp>
      <p:sp>
        <p:nvSpPr>
          <p:cNvPr id="8" name="bg object 17">
            <a:extLst>
              <a:ext uri="{FF2B5EF4-FFF2-40B4-BE49-F238E27FC236}">
                <a16:creationId xmlns:a16="http://schemas.microsoft.com/office/drawing/2014/main" id="{BC7479D7-E52F-4B8B-B3D1-2321CD435951}"/>
              </a:ext>
            </a:extLst>
          </p:cNvPr>
          <p:cNvSpPr/>
          <p:nvPr userDrawn="1"/>
        </p:nvSpPr>
        <p:spPr>
          <a:xfrm>
            <a:off x="8097013" y="6097"/>
            <a:ext cx="4085843" cy="696467"/>
          </a:xfrm>
          <a:prstGeom prst="rect">
            <a:avLst/>
          </a:prstGeom>
          <a:blipFill>
            <a:blip r:embed="rId3" cstate="print"/>
            <a:stretch>
              <a:fillRect/>
            </a:stretch>
          </a:blipFill>
        </p:spPr>
        <p:txBody>
          <a:bodyPr wrap="square" lIns="0" tIns="0" rIns="0" bIns="0" rtlCol="0"/>
          <a:lstStyle/>
          <a:p>
            <a:endParaRPr sz="1400" dirty="0"/>
          </a:p>
        </p:txBody>
      </p:sp>
      <p:sp>
        <p:nvSpPr>
          <p:cNvPr id="9" name="bg object 19">
            <a:extLst>
              <a:ext uri="{FF2B5EF4-FFF2-40B4-BE49-F238E27FC236}">
                <a16:creationId xmlns:a16="http://schemas.microsoft.com/office/drawing/2014/main" id="{A7F47312-0BE8-4532-9A93-48DB4021D9FB}"/>
              </a:ext>
            </a:extLst>
          </p:cNvPr>
          <p:cNvSpPr/>
          <p:nvPr userDrawn="1"/>
        </p:nvSpPr>
        <p:spPr>
          <a:xfrm>
            <a:off x="0" y="702578"/>
            <a:ext cx="12192000" cy="71755"/>
          </a:xfrm>
          <a:custGeom>
            <a:avLst/>
            <a:gdLst/>
            <a:ahLst/>
            <a:cxnLst/>
            <a:rect l="l" t="t" r="r" b="b"/>
            <a:pathLst>
              <a:path w="12192000" h="71754">
                <a:moveTo>
                  <a:pt x="12192000" y="0"/>
                </a:moveTo>
                <a:lnTo>
                  <a:pt x="0" y="0"/>
                </a:lnTo>
                <a:lnTo>
                  <a:pt x="0" y="71615"/>
                </a:lnTo>
                <a:lnTo>
                  <a:pt x="12192000" y="71615"/>
                </a:lnTo>
                <a:lnTo>
                  <a:pt x="12192000" y="0"/>
                </a:lnTo>
                <a:close/>
              </a:path>
            </a:pathLst>
          </a:custGeom>
          <a:solidFill>
            <a:srgbClr val="2E75B6"/>
          </a:solidFill>
        </p:spPr>
        <p:txBody>
          <a:bodyPr wrap="square" lIns="0" tIns="0" rIns="0" bIns="0" rtlCol="0"/>
          <a:lstStyle/>
          <a:p>
            <a:endParaRPr sz="1400" dirty="0"/>
          </a:p>
        </p:txBody>
      </p:sp>
      <p:sp>
        <p:nvSpPr>
          <p:cNvPr id="10" name="bg object 16">
            <a:extLst>
              <a:ext uri="{FF2B5EF4-FFF2-40B4-BE49-F238E27FC236}">
                <a16:creationId xmlns:a16="http://schemas.microsoft.com/office/drawing/2014/main" id="{D419FD50-21C1-45BC-9750-E7CC13DA767D}"/>
              </a:ext>
            </a:extLst>
          </p:cNvPr>
          <p:cNvSpPr/>
          <p:nvPr userDrawn="1"/>
        </p:nvSpPr>
        <p:spPr>
          <a:xfrm rot="10800000">
            <a:off x="-1" y="-1527"/>
            <a:ext cx="8106155" cy="696469"/>
          </a:xfrm>
          <a:prstGeom prst="rect">
            <a:avLst/>
          </a:prstGeom>
          <a:blipFill>
            <a:blip r:embed="rId4" cstate="print"/>
            <a:stretch>
              <a:fillRect/>
            </a:stretch>
          </a:blipFill>
        </p:spPr>
        <p:txBody>
          <a:bodyPr wrap="square" lIns="0" tIns="0" rIns="0" bIns="0" rtlCol="0"/>
          <a:lstStyle/>
          <a:p>
            <a:endParaRPr sz="1400" dirty="0"/>
          </a:p>
        </p:txBody>
      </p:sp>
      <p:sp>
        <p:nvSpPr>
          <p:cNvPr id="11" name="Title 8">
            <a:extLst>
              <a:ext uri="{FF2B5EF4-FFF2-40B4-BE49-F238E27FC236}">
                <a16:creationId xmlns:a16="http://schemas.microsoft.com/office/drawing/2014/main" id="{EB875CB1-6A58-4D4D-80EB-DD6B102AE687}"/>
              </a:ext>
            </a:extLst>
          </p:cNvPr>
          <p:cNvSpPr>
            <a:spLocks noGrp="1"/>
          </p:cNvSpPr>
          <p:nvPr>
            <p:ph type="title" hasCustomPrompt="1"/>
          </p:nvPr>
        </p:nvSpPr>
        <p:spPr>
          <a:xfrm>
            <a:off x="156001" y="-15034"/>
            <a:ext cx="7845000" cy="755489"/>
          </a:xfrm>
          <a:prstGeom prst="rect">
            <a:avLst/>
          </a:prstGeom>
        </p:spPr>
        <p:txBody>
          <a:bodyPr vert="horz" lIns="0" tIns="0" rIns="0" bIns="0" rtlCol="0" anchor="ctr">
            <a:noAutofit/>
          </a:bodyPr>
          <a:lstStyle>
            <a:lvl1pPr>
              <a:defRPr lang="en-US" sz="2799" b="1" kern="1200" spc="0" baseline="0" dirty="0">
                <a:solidFill>
                  <a:schemeClr val="accent1">
                    <a:lumMod val="75000"/>
                  </a:schemeClr>
                </a:solidFill>
                <a:latin typeface="Arial" panose="020B0604020202020204" pitchFamily="34" charset="0"/>
                <a:ea typeface="黑体" panose="02010609060101010101" pitchFamily="49" charset="-122"/>
                <a:cs typeface="Arial" panose="020B0604020202020204" pitchFamily="34" charset="0"/>
              </a:defRPr>
            </a:lvl1pPr>
          </a:lstStyle>
          <a:p>
            <a:pPr marL="0" lvl="0" indent="0" algn="l" defTabSz="914126" rtl="0" eaLnBrk="1" latinLnBrk="0" hangingPunct="1">
              <a:spcBef>
                <a:spcPts val="600"/>
              </a:spcBef>
              <a:spcAft>
                <a:spcPts val="400"/>
              </a:spcAft>
              <a:buClrTx/>
              <a:buSzPct val="90000"/>
              <a:buFont typeface="Arial" pitchFamily="34" charset="0"/>
              <a:buNone/>
            </a:pPr>
            <a:r>
              <a:rPr lang="en-US" dirty="0"/>
              <a:t>Click to edit Master title style</a:t>
            </a:r>
          </a:p>
        </p:txBody>
      </p:sp>
      <p:cxnSp>
        <p:nvCxnSpPr>
          <p:cNvPr id="12" name="Straight Connector 21">
            <a:extLst>
              <a:ext uri="{FF2B5EF4-FFF2-40B4-BE49-F238E27FC236}">
                <a16:creationId xmlns:a16="http://schemas.microsoft.com/office/drawing/2014/main" id="{97F9D291-32D6-457A-AD1A-313176C46A74}"/>
              </a:ext>
            </a:extLst>
          </p:cNvPr>
          <p:cNvCxnSpPr>
            <a:cxnSpLocks/>
          </p:cNvCxnSpPr>
          <p:nvPr userDrawn="1"/>
        </p:nvCxnSpPr>
        <p:spPr>
          <a:xfrm>
            <a:off x="228600" y="6460260"/>
            <a:ext cx="11734800" cy="0"/>
          </a:xfrm>
          <a:prstGeom prst="line">
            <a:avLst/>
          </a:prstGeom>
          <a:ln>
            <a:solidFill>
              <a:srgbClr val="58595B"/>
            </a:solidFill>
          </a:ln>
        </p:spPr>
        <p:style>
          <a:lnRef idx="1">
            <a:schemeClr val="accent1"/>
          </a:lnRef>
          <a:fillRef idx="0">
            <a:schemeClr val="accent1"/>
          </a:fillRef>
          <a:effectRef idx="0">
            <a:schemeClr val="accent1"/>
          </a:effectRef>
          <a:fontRef idx="minor">
            <a:schemeClr val="tx1"/>
          </a:fontRef>
        </p:style>
      </p:cxnSp>
      <p:sp>
        <p:nvSpPr>
          <p:cNvPr id="13" name="Holder 4">
            <a:extLst>
              <a:ext uri="{FF2B5EF4-FFF2-40B4-BE49-F238E27FC236}">
                <a16:creationId xmlns:a16="http://schemas.microsoft.com/office/drawing/2014/main" id="{19C42766-0F6E-4BB1-AE4E-F940FA12DD90}"/>
              </a:ext>
            </a:extLst>
          </p:cNvPr>
          <p:cNvSpPr>
            <a:spLocks noGrp="1"/>
          </p:cNvSpPr>
          <p:nvPr>
            <p:ph type="ftr" sz="quarter" idx="5"/>
          </p:nvPr>
        </p:nvSpPr>
        <p:spPr>
          <a:xfrm>
            <a:off x="4145280" y="6522720"/>
            <a:ext cx="3901440" cy="184666"/>
          </a:xfrm>
        </p:spPr>
        <p:txBody>
          <a:bodyPr lIns="0" tIns="0" rIns="0" bIns="0"/>
          <a:lstStyle>
            <a:lvl1pPr algn="ctr">
              <a:defRPr>
                <a:solidFill>
                  <a:schemeClr val="tx1">
                    <a:tint val="75000"/>
                  </a:schemeClr>
                </a:solidFill>
              </a:defRPr>
            </a:lvl1pPr>
          </a:lstStyle>
          <a:p>
            <a:endParaRPr dirty="0"/>
          </a:p>
        </p:txBody>
      </p:sp>
      <p:sp>
        <p:nvSpPr>
          <p:cNvPr id="14" name="Holder 5">
            <a:extLst>
              <a:ext uri="{FF2B5EF4-FFF2-40B4-BE49-F238E27FC236}">
                <a16:creationId xmlns:a16="http://schemas.microsoft.com/office/drawing/2014/main" id="{360CB01A-9DD4-4160-BB1F-20BB658BDDF9}"/>
              </a:ext>
            </a:extLst>
          </p:cNvPr>
          <p:cNvSpPr>
            <a:spLocks noGrp="1"/>
          </p:cNvSpPr>
          <p:nvPr>
            <p:ph type="dt" sz="half" idx="6"/>
          </p:nvPr>
        </p:nvSpPr>
        <p:spPr>
          <a:xfrm>
            <a:off x="609600" y="6522720"/>
            <a:ext cx="2804160" cy="184666"/>
          </a:xfrm>
        </p:spPr>
        <p:txBody>
          <a:bodyPr lIns="0" tIns="0" rIns="0" bIns="0"/>
          <a:lstStyle>
            <a:lvl1pPr algn="l">
              <a:defRPr>
                <a:solidFill>
                  <a:schemeClr val="tx1">
                    <a:tint val="75000"/>
                  </a:schemeClr>
                </a:solidFill>
              </a:defRPr>
            </a:lvl1pPr>
          </a:lstStyle>
          <a:p>
            <a:fld id="{1D8BD707-D9CF-40AE-B4C6-C98DA3205C09}" type="datetimeFigureOut">
              <a:rPr lang="en-US"/>
              <a:t>3/25/26</a:t>
            </a:fld>
            <a:endParaRPr lang="en-US" dirty="0"/>
          </a:p>
        </p:txBody>
      </p:sp>
      <p:sp>
        <p:nvSpPr>
          <p:cNvPr id="15" name="Holder 6">
            <a:extLst>
              <a:ext uri="{FF2B5EF4-FFF2-40B4-BE49-F238E27FC236}">
                <a16:creationId xmlns:a16="http://schemas.microsoft.com/office/drawing/2014/main" id="{71DEF5C0-8E8D-45CD-AABC-120A60B037A0}"/>
              </a:ext>
            </a:extLst>
          </p:cNvPr>
          <p:cNvSpPr>
            <a:spLocks noGrp="1"/>
          </p:cNvSpPr>
          <p:nvPr>
            <p:ph type="sldNum" sz="quarter" idx="7"/>
          </p:nvPr>
        </p:nvSpPr>
        <p:spPr>
          <a:xfrm>
            <a:off x="8778240" y="6522720"/>
            <a:ext cx="2804160" cy="184666"/>
          </a:xfrm>
        </p:spPr>
        <p:txBody>
          <a:bodyPr lIns="0" tIns="0" rIns="0" bIns="0"/>
          <a:lstStyle>
            <a:lvl1pPr algn="r">
              <a:defRPr>
                <a:solidFill>
                  <a:schemeClr val="tx1">
                    <a:tint val="75000"/>
                  </a:schemeClr>
                </a:solidFill>
              </a:defRPr>
            </a:lvl1pPr>
          </a:lstStyle>
          <a:p>
            <a:fld id="{B6F15528-21DE-4FAA-801E-634DDDAF4B2B}" type="slidenum">
              <a:t>‹#›</a:t>
            </a:fld>
            <a:endParaRPr dirty="0"/>
          </a:p>
        </p:txBody>
      </p:sp>
      <p:sp>
        <p:nvSpPr>
          <p:cNvPr id="19" name="Text Placeholder 33">
            <a:extLst>
              <a:ext uri="{FF2B5EF4-FFF2-40B4-BE49-F238E27FC236}">
                <a16:creationId xmlns:a16="http://schemas.microsoft.com/office/drawing/2014/main" id="{4203621A-5679-4A2A-8C98-375173F42AB8}"/>
              </a:ext>
            </a:extLst>
          </p:cNvPr>
          <p:cNvSpPr>
            <a:spLocks noGrp="1"/>
          </p:cNvSpPr>
          <p:nvPr>
            <p:ph type="body" sz="quarter" idx="14" hasCustomPrompt="1"/>
          </p:nvPr>
        </p:nvSpPr>
        <p:spPr>
          <a:xfrm>
            <a:off x="156000" y="857104"/>
            <a:ext cx="5760000" cy="5472000"/>
          </a:xfrm>
          <a:prstGeom prst="rect">
            <a:avLst/>
          </a:prstGeom>
        </p:spPr>
        <p:txBody>
          <a:bodyPr vert="horz" lIns="72000" tIns="36000" rIns="72000" bIns="36000" rtlCol="0">
            <a:noAutofit/>
          </a:bodyPr>
          <a:lstStyle>
            <a:lvl1pPr>
              <a:defRPr lang="en-US" sz="2799" b="0" kern="1200" baseline="0" dirty="0" smtClean="0">
                <a:solidFill>
                  <a:schemeClr val="tx1"/>
                </a:solidFill>
                <a:latin typeface="Arial" panose="020B0604020202020204" pitchFamily="34" charset="0"/>
                <a:ea typeface="黑体" panose="02010609060101010101" pitchFamily="49" charset="-122"/>
                <a:cs typeface="Arial" panose="020B0604020202020204" pitchFamily="34" charset="0"/>
              </a:defRPr>
            </a:lvl1pPr>
            <a:lvl2pPr>
              <a:defRPr lang="en-US" sz="2399" kern="1200" baseline="0" dirty="0" smtClean="0">
                <a:solidFill>
                  <a:schemeClr val="tx1"/>
                </a:solidFill>
                <a:latin typeface="Arial" panose="020B0604020202020204" pitchFamily="34" charset="0"/>
                <a:ea typeface="黑体" panose="02010609060101010101" pitchFamily="49" charset="-122"/>
                <a:cs typeface="Arial" panose="020B0604020202020204" pitchFamily="34" charset="0"/>
              </a:defRPr>
            </a:lvl2pPr>
            <a:lvl3pPr>
              <a:defRPr lang="en-US" sz="2399" kern="1200" baseline="0" dirty="0" smtClean="0">
                <a:solidFill>
                  <a:schemeClr val="tx1"/>
                </a:solidFill>
                <a:latin typeface="Arial" panose="020B0604020202020204" pitchFamily="34" charset="0"/>
                <a:ea typeface="黑体" panose="02010609060101010101" pitchFamily="49" charset="-122"/>
                <a:cs typeface="Arial" panose="020B0604020202020204" pitchFamily="34" charset="0"/>
              </a:defRPr>
            </a:lvl3pPr>
            <a:lvl4pPr>
              <a:defRPr lang="en-US" sz="2399" kern="1200" baseline="0" dirty="0" smtClean="0">
                <a:solidFill>
                  <a:schemeClr val="tx1"/>
                </a:solidFill>
                <a:latin typeface="Arial" panose="020B0604020202020204" pitchFamily="34" charset="0"/>
                <a:ea typeface="黑体" panose="02010609060101010101" pitchFamily="49" charset="-122"/>
                <a:cs typeface="Arial" panose="020B0604020202020204" pitchFamily="34" charset="0"/>
              </a:defRPr>
            </a:lvl4pPr>
            <a:lvl5pPr>
              <a:defRPr lang="en-US" sz="2399"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5pPr>
          </a:lstStyle>
          <a:p>
            <a:pPr marL="287914" lvl="0" indent="-287914" algn="l" defTabSz="914126" rtl="0" eaLnBrk="1" latinLnBrk="0" hangingPunct="1">
              <a:spcBef>
                <a:spcPts val="600"/>
              </a:spcBef>
              <a:spcAft>
                <a:spcPts val="400"/>
              </a:spcAft>
              <a:buClrTx/>
              <a:buSzPct val="90000"/>
              <a:buFont typeface="Arial" pitchFamily="34" charset="0"/>
              <a:buChar char="•"/>
            </a:pPr>
            <a:r>
              <a:rPr lang="en-US" dirty="0"/>
              <a:t>Edit Master text styles</a:t>
            </a:r>
          </a:p>
          <a:p>
            <a:pPr marL="575827" lvl="1" indent="-287914" algn="l" defTabSz="914126" rtl="0" eaLnBrk="1" latinLnBrk="0" hangingPunct="1">
              <a:spcBef>
                <a:spcPts val="0"/>
              </a:spcBef>
              <a:spcAft>
                <a:spcPts val="600"/>
              </a:spcAft>
              <a:buClrTx/>
              <a:buSzPct val="90000"/>
              <a:buFont typeface="Arial" pitchFamily="34" charset="0"/>
              <a:buChar char="•"/>
            </a:pPr>
            <a:r>
              <a:rPr lang="en-US" dirty="0"/>
              <a:t>Second level</a:t>
            </a:r>
          </a:p>
          <a:p>
            <a:pPr marL="863741" lvl="2" indent="-287914" algn="l" defTabSz="914126" rtl="0" eaLnBrk="1" latinLnBrk="0" hangingPunct="1">
              <a:spcBef>
                <a:spcPts val="0"/>
              </a:spcBef>
              <a:spcAft>
                <a:spcPts val="600"/>
              </a:spcAft>
              <a:buClrTx/>
              <a:buSzPct val="90000"/>
              <a:buFont typeface="Arial" pitchFamily="34" charset="0"/>
              <a:buChar char="•"/>
            </a:pPr>
            <a:r>
              <a:rPr lang="en-US" dirty="0"/>
              <a:t>Third level</a:t>
            </a:r>
          </a:p>
          <a:p>
            <a:pPr marL="1151654" lvl="3" indent="-287914" algn="l" defTabSz="914126" rtl="0" eaLnBrk="1" latinLnBrk="0" hangingPunct="1">
              <a:spcBef>
                <a:spcPts val="0"/>
              </a:spcBef>
              <a:spcAft>
                <a:spcPts val="600"/>
              </a:spcAft>
              <a:buClrTx/>
              <a:buSzPct val="90000"/>
              <a:buFont typeface="Arial" pitchFamily="34" charset="0"/>
              <a:buChar char="•"/>
            </a:pPr>
            <a:r>
              <a:rPr lang="en-US" dirty="0"/>
              <a:t>Fourth level</a:t>
            </a:r>
          </a:p>
          <a:p>
            <a:pPr marL="1439568" lvl="4" indent="-287914" algn="l" defTabSz="914126" rtl="0" eaLnBrk="1" latinLnBrk="0" hangingPunct="1">
              <a:spcBef>
                <a:spcPts val="0"/>
              </a:spcBef>
              <a:spcAft>
                <a:spcPts val="600"/>
              </a:spcAft>
              <a:buClrTx/>
              <a:buSzPct val="90000"/>
              <a:buFont typeface="Arial" pitchFamily="34" charset="0"/>
              <a:buChar char="•"/>
            </a:pPr>
            <a:r>
              <a:rPr lang="en-US" dirty="0"/>
              <a:t>Fifth level</a:t>
            </a:r>
          </a:p>
        </p:txBody>
      </p:sp>
      <p:sp>
        <p:nvSpPr>
          <p:cNvPr id="20" name="Text Placeholder 33">
            <a:extLst>
              <a:ext uri="{FF2B5EF4-FFF2-40B4-BE49-F238E27FC236}">
                <a16:creationId xmlns:a16="http://schemas.microsoft.com/office/drawing/2014/main" id="{F7A65749-E80A-47A2-B98A-E41F6F1B3DE5}"/>
              </a:ext>
            </a:extLst>
          </p:cNvPr>
          <p:cNvSpPr>
            <a:spLocks noGrp="1"/>
          </p:cNvSpPr>
          <p:nvPr>
            <p:ph type="body" sz="quarter" idx="15" hasCustomPrompt="1"/>
          </p:nvPr>
        </p:nvSpPr>
        <p:spPr>
          <a:xfrm>
            <a:off x="6269456" y="857104"/>
            <a:ext cx="5760000" cy="5472000"/>
          </a:xfrm>
          <a:prstGeom prst="rect">
            <a:avLst/>
          </a:prstGeom>
        </p:spPr>
        <p:txBody>
          <a:bodyPr vert="horz" lIns="72000" tIns="36000" rIns="72000" bIns="36000" rtlCol="0">
            <a:noAutofit/>
          </a:bodyPr>
          <a:lstStyle>
            <a:lvl1pPr>
              <a:defRPr lang="en-US" sz="2799" b="0" kern="1200" baseline="0" dirty="0" smtClean="0">
                <a:solidFill>
                  <a:schemeClr val="tx1"/>
                </a:solidFill>
                <a:latin typeface="Arial" panose="020B0604020202020204" pitchFamily="34" charset="0"/>
                <a:ea typeface="黑体" panose="02010609060101010101" pitchFamily="49" charset="-122"/>
                <a:cs typeface="Arial" panose="020B0604020202020204" pitchFamily="34" charset="0"/>
              </a:defRPr>
            </a:lvl1pPr>
            <a:lvl2pPr>
              <a:defRPr lang="en-US" sz="2399" kern="1200" baseline="0" dirty="0" smtClean="0">
                <a:solidFill>
                  <a:schemeClr val="tx1"/>
                </a:solidFill>
                <a:latin typeface="Arial" panose="020B0604020202020204" pitchFamily="34" charset="0"/>
                <a:ea typeface="黑体" panose="02010609060101010101" pitchFamily="49" charset="-122"/>
                <a:cs typeface="Arial" panose="020B0604020202020204" pitchFamily="34" charset="0"/>
              </a:defRPr>
            </a:lvl2pPr>
            <a:lvl3pPr>
              <a:defRPr lang="en-US" sz="2399" kern="1200" baseline="0" dirty="0" smtClean="0">
                <a:solidFill>
                  <a:schemeClr val="tx1"/>
                </a:solidFill>
                <a:latin typeface="Arial" panose="020B0604020202020204" pitchFamily="34" charset="0"/>
                <a:ea typeface="黑体" panose="02010609060101010101" pitchFamily="49" charset="-122"/>
                <a:cs typeface="Arial" panose="020B0604020202020204" pitchFamily="34" charset="0"/>
              </a:defRPr>
            </a:lvl3pPr>
            <a:lvl4pPr>
              <a:defRPr lang="en-US" sz="2399" kern="1200" baseline="0" dirty="0" smtClean="0">
                <a:solidFill>
                  <a:schemeClr val="tx1"/>
                </a:solidFill>
                <a:latin typeface="Arial" panose="020B0604020202020204" pitchFamily="34" charset="0"/>
                <a:ea typeface="黑体" panose="02010609060101010101" pitchFamily="49" charset="-122"/>
                <a:cs typeface="Arial" panose="020B0604020202020204" pitchFamily="34" charset="0"/>
              </a:defRPr>
            </a:lvl4pPr>
            <a:lvl5pPr>
              <a:defRPr lang="en-US" sz="2399"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5pPr>
          </a:lstStyle>
          <a:p>
            <a:pPr marL="287914" lvl="0" indent="-287914" algn="l" defTabSz="914126" rtl="0" eaLnBrk="1" latinLnBrk="0" hangingPunct="1">
              <a:spcBef>
                <a:spcPts val="600"/>
              </a:spcBef>
              <a:spcAft>
                <a:spcPts val="400"/>
              </a:spcAft>
              <a:buClrTx/>
              <a:buSzPct val="90000"/>
              <a:buFont typeface="Arial" pitchFamily="34" charset="0"/>
              <a:buChar char="•"/>
            </a:pPr>
            <a:r>
              <a:rPr lang="en-US" dirty="0"/>
              <a:t>Edit Master text styles</a:t>
            </a:r>
          </a:p>
          <a:p>
            <a:pPr marL="575827" lvl="1" indent="-287914" algn="l" defTabSz="914126" rtl="0" eaLnBrk="1" latinLnBrk="0" hangingPunct="1">
              <a:spcBef>
                <a:spcPts val="0"/>
              </a:spcBef>
              <a:spcAft>
                <a:spcPts val="600"/>
              </a:spcAft>
              <a:buClrTx/>
              <a:buSzPct val="90000"/>
              <a:buFont typeface="Arial" pitchFamily="34" charset="0"/>
              <a:buChar char="•"/>
            </a:pPr>
            <a:r>
              <a:rPr lang="en-US" dirty="0"/>
              <a:t>Second level</a:t>
            </a:r>
          </a:p>
          <a:p>
            <a:pPr marL="863741" lvl="2" indent="-287914" algn="l" defTabSz="914126" rtl="0" eaLnBrk="1" latinLnBrk="0" hangingPunct="1">
              <a:spcBef>
                <a:spcPts val="0"/>
              </a:spcBef>
              <a:spcAft>
                <a:spcPts val="600"/>
              </a:spcAft>
              <a:buClrTx/>
              <a:buSzPct val="90000"/>
              <a:buFont typeface="Arial" pitchFamily="34" charset="0"/>
              <a:buChar char="•"/>
            </a:pPr>
            <a:r>
              <a:rPr lang="en-US" dirty="0"/>
              <a:t>Third level</a:t>
            </a:r>
          </a:p>
          <a:p>
            <a:pPr marL="1151654" lvl="3" indent="-287914" algn="l" defTabSz="914126" rtl="0" eaLnBrk="1" latinLnBrk="0" hangingPunct="1">
              <a:spcBef>
                <a:spcPts val="0"/>
              </a:spcBef>
              <a:spcAft>
                <a:spcPts val="600"/>
              </a:spcAft>
              <a:buClrTx/>
              <a:buSzPct val="90000"/>
              <a:buFont typeface="Arial" pitchFamily="34" charset="0"/>
              <a:buChar char="•"/>
            </a:pPr>
            <a:r>
              <a:rPr lang="en-US" dirty="0"/>
              <a:t>Fourth level</a:t>
            </a:r>
          </a:p>
          <a:p>
            <a:pPr marL="1439568" lvl="4" indent="-287914" algn="l" defTabSz="914126" rtl="0" eaLnBrk="1" latinLnBrk="0" hangingPunct="1">
              <a:spcBef>
                <a:spcPts val="0"/>
              </a:spcBef>
              <a:spcAft>
                <a:spcPts val="600"/>
              </a:spcAft>
              <a:buClrTx/>
              <a:buSzPct val="90000"/>
              <a:buFont typeface="Arial" pitchFamily="34" charset="0"/>
              <a:buChar char="•"/>
            </a:pPr>
            <a:r>
              <a:rPr lang="en-US" dirty="0"/>
              <a:t>Fifth level</a:t>
            </a:r>
          </a:p>
        </p:txBody>
      </p:sp>
    </p:spTree>
    <p:extLst>
      <p:ext uri="{BB962C8B-B14F-4D97-AF65-F5344CB8AC3E}">
        <p14:creationId xmlns:p14="http://schemas.microsoft.com/office/powerpoint/2010/main" val="3063723223"/>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userDrawn="1">
  <p:cSld name="2_Title Only">
    <p:bg>
      <p:bgPr>
        <a:solidFill>
          <a:schemeClr val="bg1"/>
        </a:solidFill>
        <a:effectLst/>
      </p:bgPr>
    </p:bg>
    <p:spTree>
      <p:nvGrpSpPr>
        <p:cNvPr id="1" name=""/>
        <p:cNvGrpSpPr/>
        <p:nvPr/>
      </p:nvGrpSpPr>
      <p:grpSpPr>
        <a:xfrm>
          <a:off x="0" y="0"/>
          <a:ext cx="0" cy="0"/>
          <a:chOff x="0" y="0"/>
          <a:chExt cx="0" cy="0"/>
        </a:xfrm>
      </p:grpSpPr>
      <p:sp>
        <p:nvSpPr>
          <p:cNvPr id="16" name="object 2">
            <a:extLst>
              <a:ext uri="{FF2B5EF4-FFF2-40B4-BE49-F238E27FC236}">
                <a16:creationId xmlns:a16="http://schemas.microsoft.com/office/drawing/2014/main" id="{3B80480E-176E-49D8-9E64-93D43AD3D8F2}"/>
              </a:ext>
            </a:extLst>
          </p:cNvPr>
          <p:cNvSpPr/>
          <p:nvPr userDrawn="1"/>
        </p:nvSpPr>
        <p:spPr>
          <a:xfrm>
            <a:off x="0" y="812291"/>
            <a:ext cx="12191998" cy="3403091"/>
          </a:xfrm>
          <a:prstGeom prst="rect">
            <a:avLst/>
          </a:prstGeom>
          <a:blipFill>
            <a:blip r:embed="rId2" cstate="print"/>
            <a:stretch>
              <a:fillRect/>
            </a:stretch>
          </a:blipFill>
        </p:spPr>
        <p:txBody>
          <a:bodyPr wrap="square" lIns="0" tIns="0" rIns="0" bIns="0" rtlCol="0"/>
          <a:lstStyle/>
          <a:p>
            <a:endParaRPr dirty="0"/>
          </a:p>
        </p:txBody>
      </p:sp>
      <p:sp>
        <p:nvSpPr>
          <p:cNvPr id="17" name="bg object 17"/>
          <p:cNvSpPr/>
          <p:nvPr/>
        </p:nvSpPr>
        <p:spPr>
          <a:xfrm>
            <a:off x="8097012" y="6095"/>
            <a:ext cx="4085843" cy="696467"/>
          </a:xfrm>
          <a:prstGeom prst="rect">
            <a:avLst/>
          </a:prstGeom>
          <a:blipFill>
            <a:blip r:embed="rId3" cstate="print"/>
            <a:stretch>
              <a:fillRect/>
            </a:stretch>
          </a:blipFill>
        </p:spPr>
        <p:txBody>
          <a:bodyPr wrap="square" lIns="0" tIns="0" rIns="0" bIns="0" rtlCol="0"/>
          <a:lstStyle/>
          <a:p>
            <a:endParaRPr dirty="0"/>
          </a:p>
        </p:txBody>
      </p:sp>
      <p:sp>
        <p:nvSpPr>
          <p:cNvPr id="18" name="bg object 18"/>
          <p:cNvSpPr/>
          <p:nvPr/>
        </p:nvSpPr>
        <p:spPr>
          <a:xfrm>
            <a:off x="7121652" y="2563367"/>
            <a:ext cx="3901438" cy="4023359"/>
          </a:xfrm>
          <a:prstGeom prst="rect">
            <a:avLst/>
          </a:prstGeom>
          <a:blipFill>
            <a:blip r:embed="rId4" cstate="print"/>
            <a:stretch>
              <a:fillRect/>
            </a:stretch>
          </a:blipFill>
        </p:spPr>
        <p:txBody>
          <a:bodyPr wrap="square" lIns="0" tIns="0" rIns="0" bIns="0" rtlCol="0"/>
          <a:lstStyle/>
          <a:p>
            <a:endParaRPr dirty="0"/>
          </a:p>
        </p:txBody>
      </p:sp>
      <p:sp>
        <p:nvSpPr>
          <p:cNvPr id="19" name="bg object 19"/>
          <p:cNvSpPr/>
          <p:nvPr/>
        </p:nvSpPr>
        <p:spPr>
          <a:xfrm>
            <a:off x="0" y="702576"/>
            <a:ext cx="12192000" cy="71755"/>
          </a:xfrm>
          <a:custGeom>
            <a:avLst/>
            <a:gdLst/>
            <a:ahLst/>
            <a:cxnLst/>
            <a:rect l="l" t="t" r="r" b="b"/>
            <a:pathLst>
              <a:path w="12192000" h="71754">
                <a:moveTo>
                  <a:pt x="12192000" y="0"/>
                </a:moveTo>
                <a:lnTo>
                  <a:pt x="0" y="0"/>
                </a:lnTo>
                <a:lnTo>
                  <a:pt x="0" y="71615"/>
                </a:lnTo>
                <a:lnTo>
                  <a:pt x="12192000" y="71615"/>
                </a:lnTo>
                <a:lnTo>
                  <a:pt x="12192000" y="0"/>
                </a:lnTo>
                <a:close/>
              </a:path>
            </a:pathLst>
          </a:custGeom>
          <a:solidFill>
            <a:srgbClr val="2E75B6"/>
          </a:solidFill>
        </p:spPr>
        <p:txBody>
          <a:bodyPr wrap="square" lIns="0" tIns="0" rIns="0" bIns="0" rtlCol="0"/>
          <a:lstStyle/>
          <a:p>
            <a:endParaRPr dirty="0"/>
          </a:p>
        </p:txBody>
      </p:sp>
      <p:sp>
        <p:nvSpPr>
          <p:cNvPr id="11" name="bg object 16">
            <a:extLst>
              <a:ext uri="{FF2B5EF4-FFF2-40B4-BE49-F238E27FC236}">
                <a16:creationId xmlns:a16="http://schemas.microsoft.com/office/drawing/2014/main" id="{95A8F8BB-853E-4412-9039-81FA5694B3C9}"/>
              </a:ext>
            </a:extLst>
          </p:cNvPr>
          <p:cNvSpPr/>
          <p:nvPr userDrawn="1"/>
        </p:nvSpPr>
        <p:spPr>
          <a:xfrm rot="10800000">
            <a:off x="-1" y="-1527"/>
            <a:ext cx="8106155" cy="696469"/>
          </a:xfrm>
          <a:prstGeom prst="rect">
            <a:avLst/>
          </a:prstGeom>
          <a:blipFill>
            <a:blip r:embed="rId5" cstate="print"/>
            <a:stretch>
              <a:fillRect/>
            </a:stretch>
          </a:blipFill>
        </p:spPr>
        <p:txBody>
          <a:bodyPr wrap="square" lIns="0" tIns="0" rIns="0" bIns="0" rtlCol="0"/>
          <a:lstStyle/>
          <a:p>
            <a:endParaRPr dirty="0"/>
          </a:p>
        </p:txBody>
      </p:sp>
      <p:sp>
        <p:nvSpPr>
          <p:cNvPr id="20" name="Text Placeholder 33">
            <a:extLst>
              <a:ext uri="{FF2B5EF4-FFF2-40B4-BE49-F238E27FC236}">
                <a16:creationId xmlns:a16="http://schemas.microsoft.com/office/drawing/2014/main" id="{C3655063-941C-43C8-AAF0-4F38949C105D}"/>
              </a:ext>
            </a:extLst>
          </p:cNvPr>
          <p:cNvSpPr>
            <a:spLocks noGrp="1"/>
          </p:cNvSpPr>
          <p:nvPr>
            <p:ph type="body" sz="quarter" idx="17"/>
          </p:nvPr>
        </p:nvSpPr>
        <p:spPr>
          <a:xfrm>
            <a:off x="152400" y="54373"/>
            <a:ext cx="4572000" cy="555227"/>
          </a:xfrm>
          <a:prstGeom prst="rect">
            <a:avLst/>
          </a:prstGeom>
        </p:spPr>
        <p:txBody>
          <a:bodyPr vert="horz" lIns="0" tIns="0" rIns="0" bIns="0" rtlCol="0" anchor="ctr">
            <a:noAutofit/>
          </a:bodyPr>
          <a:lstStyle>
            <a:lvl1pPr marL="0" indent="0" algn="l" defTabSz="914400" rtl="0" eaLnBrk="1" latinLnBrk="0" hangingPunct="1">
              <a:spcBef>
                <a:spcPts val="600"/>
              </a:spcBef>
              <a:spcAft>
                <a:spcPts val="400"/>
              </a:spcAft>
              <a:buClrTx/>
              <a:buSzPct val="90000"/>
              <a:buFont typeface="Arial" pitchFamily="34" charset="0"/>
              <a:buNone/>
              <a:defRPr lang="en-US" sz="2800" b="1" kern="1200" spc="0" baseline="0" dirty="0">
                <a:solidFill>
                  <a:schemeClr val="accent1">
                    <a:lumMod val="75000"/>
                  </a:schemeClr>
                </a:solidFill>
                <a:latin typeface="Arial" panose="020B0604020202020204" pitchFamily="34" charset="0"/>
                <a:ea typeface="黑体" panose="02010609060101010101" pitchFamily="49" charset="-122"/>
                <a:cs typeface="Arial" panose="020B0604020202020204" pitchFamily="34" charset="0"/>
              </a:defRPr>
            </a:lvl1pPr>
            <a:lvl2pPr marL="355600" indent="-177800"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533400"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727075"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906463"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
        <p:nvSpPr>
          <p:cNvPr id="22" name="Text Placeholder 33">
            <a:extLst>
              <a:ext uri="{FF2B5EF4-FFF2-40B4-BE49-F238E27FC236}">
                <a16:creationId xmlns:a16="http://schemas.microsoft.com/office/drawing/2014/main" id="{593AFCAE-1DE7-4429-8138-3E51782F7811}"/>
              </a:ext>
            </a:extLst>
          </p:cNvPr>
          <p:cNvSpPr>
            <a:spLocks noGrp="1"/>
          </p:cNvSpPr>
          <p:nvPr>
            <p:ph type="body" sz="quarter" idx="14"/>
          </p:nvPr>
        </p:nvSpPr>
        <p:spPr>
          <a:xfrm>
            <a:off x="228600" y="1835678"/>
            <a:ext cx="11734800" cy="713860"/>
          </a:xfrm>
          <a:prstGeom prst="rect">
            <a:avLst/>
          </a:prstGeom>
        </p:spPr>
        <p:txBody>
          <a:bodyPr vert="horz" lIns="0" tIns="0" rIns="0" bIns="0" rtlCol="0" anchor="ctr">
            <a:noAutofit/>
          </a:bodyPr>
          <a:lstStyle>
            <a:lvl1pPr marL="0" indent="0" algn="ctr" defTabSz="914400" rtl="0" eaLnBrk="1" latinLnBrk="0" hangingPunct="1">
              <a:spcBef>
                <a:spcPts val="600"/>
              </a:spcBef>
              <a:spcAft>
                <a:spcPts val="400"/>
              </a:spcAft>
              <a:buClrTx/>
              <a:buSzPct val="90000"/>
              <a:buFont typeface="Arial" pitchFamily="34" charset="0"/>
              <a:buNone/>
              <a:defRPr lang="en-US" sz="4800" b="1" kern="1200" spc="0" baseline="0" dirty="0">
                <a:solidFill>
                  <a:schemeClr val="bg1"/>
                </a:solidFill>
                <a:latin typeface="Arial" panose="020B0604020202020204" pitchFamily="34" charset="0"/>
                <a:ea typeface="黑体" panose="02010609060101010101" pitchFamily="49" charset="-122"/>
                <a:cs typeface="Arial" panose="020B0604020202020204" pitchFamily="34" charset="0"/>
              </a:defRPr>
            </a:lvl1pPr>
            <a:lvl2pPr marL="355600" indent="-177800"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533400"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727075"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906463"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
        <p:nvSpPr>
          <p:cNvPr id="23" name="Holder 5">
            <a:extLst>
              <a:ext uri="{FF2B5EF4-FFF2-40B4-BE49-F238E27FC236}">
                <a16:creationId xmlns:a16="http://schemas.microsoft.com/office/drawing/2014/main" id="{7711E4E7-94C3-4114-9D86-E535471DB2EE}"/>
              </a:ext>
            </a:extLst>
          </p:cNvPr>
          <p:cNvSpPr>
            <a:spLocks noGrp="1"/>
          </p:cNvSpPr>
          <p:nvPr>
            <p:ph type="dt" sz="half" idx="6"/>
          </p:nvPr>
        </p:nvSpPr>
        <p:spPr>
          <a:xfrm>
            <a:off x="8534400" y="5263749"/>
            <a:ext cx="2804160" cy="276999"/>
          </a:xfrm>
        </p:spPr>
        <p:txBody>
          <a:bodyPr lIns="0" tIns="0" rIns="0" bIns="0"/>
          <a:lstStyle>
            <a:lvl1pPr algn="ctr">
              <a:defRPr sz="1800">
                <a:solidFill>
                  <a:schemeClr val="accent1">
                    <a:lumMod val="75000"/>
                  </a:schemeClr>
                </a:solidFill>
                <a:latin typeface="Arial" panose="020B0604020202020204" pitchFamily="34" charset="0"/>
                <a:cs typeface="Arial" panose="020B0604020202020204" pitchFamily="34" charset="0"/>
              </a:defRPr>
            </a:lvl1pPr>
          </a:lstStyle>
          <a:p>
            <a:fld id="{CA8C6704-06C0-467E-AB0A-1E5CE2A60392}" type="datetime1">
              <a:rPr lang="en-US" altLang="zh-CN" smtClean="0"/>
              <a:t>3/25/26</a:t>
            </a:fld>
            <a:endParaRPr lang="en-US" dirty="0"/>
          </a:p>
        </p:txBody>
      </p:sp>
      <p:sp>
        <p:nvSpPr>
          <p:cNvPr id="24" name="Text Placeholder 33">
            <a:extLst>
              <a:ext uri="{FF2B5EF4-FFF2-40B4-BE49-F238E27FC236}">
                <a16:creationId xmlns:a16="http://schemas.microsoft.com/office/drawing/2014/main" id="{6AEDF7C6-FA00-43C6-B661-ABFBE7E93D0E}"/>
              </a:ext>
            </a:extLst>
          </p:cNvPr>
          <p:cNvSpPr>
            <a:spLocks noGrp="1"/>
          </p:cNvSpPr>
          <p:nvPr>
            <p:ph type="body" sz="quarter" idx="15"/>
          </p:nvPr>
        </p:nvSpPr>
        <p:spPr>
          <a:xfrm>
            <a:off x="228600" y="2514600"/>
            <a:ext cx="11734800" cy="713860"/>
          </a:xfrm>
          <a:prstGeom prst="rect">
            <a:avLst/>
          </a:prstGeom>
        </p:spPr>
        <p:txBody>
          <a:bodyPr vert="horz" lIns="0" tIns="0" rIns="0" bIns="0" rtlCol="0" anchor="ctr">
            <a:noAutofit/>
          </a:bodyPr>
          <a:lstStyle>
            <a:lvl1pPr marL="0" indent="0" algn="ctr" defTabSz="914400" rtl="0" eaLnBrk="1" latinLnBrk="0" hangingPunct="1">
              <a:spcBef>
                <a:spcPts val="600"/>
              </a:spcBef>
              <a:spcAft>
                <a:spcPts val="400"/>
              </a:spcAft>
              <a:buClrTx/>
              <a:buSzPct val="90000"/>
              <a:buFont typeface="Arial" pitchFamily="34" charset="0"/>
              <a:buNone/>
              <a:defRPr lang="en-US" sz="3600" b="1" kern="1200" spc="0" baseline="0" dirty="0">
                <a:solidFill>
                  <a:schemeClr val="bg1"/>
                </a:solidFill>
                <a:latin typeface="Arial" panose="020B0604020202020204" pitchFamily="34" charset="0"/>
                <a:ea typeface="黑体" panose="02010609060101010101" pitchFamily="49" charset="-122"/>
                <a:cs typeface="Arial" panose="020B0604020202020204" pitchFamily="34" charset="0"/>
              </a:defRPr>
            </a:lvl1pPr>
            <a:lvl2pPr marL="355600" indent="-177800"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533400"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727075"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906463"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
        <p:nvSpPr>
          <p:cNvPr id="25" name="Text Placeholder 33">
            <a:extLst>
              <a:ext uri="{FF2B5EF4-FFF2-40B4-BE49-F238E27FC236}">
                <a16:creationId xmlns:a16="http://schemas.microsoft.com/office/drawing/2014/main" id="{9E96DA51-90A3-4042-9798-778086FEE763}"/>
              </a:ext>
            </a:extLst>
          </p:cNvPr>
          <p:cNvSpPr>
            <a:spLocks noGrp="1"/>
          </p:cNvSpPr>
          <p:nvPr>
            <p:ph type="body" sz="quarter" idx="16"/>
          </p:nvPr>
        </p:nvSpPr>
        <p:spPr>
          <a:xfrm>
            <a:off x="7391400" y="4487430"/>
            <a:ext cx="4572000" cy="713860"/>
          </a:xfrm>
          <a:prstGeom prst="rect">
            <a:avLst/>
          </a:prstGeom>
        </p:spPr>
        <p:txBody>
          <a:bodyPr vert="horz" lIns="0" tIns="0" rIns="0" bIns="0" rtlCol="0" anchor="ctr">
            <a:noAutofit/>
          </a:bodyPr>
          <a:lstStyle>
            <a:lvl1pPr marL="0" indent="0" algn="ctr" defTabSz="914400" rtl="0" eaLnBrk="1" latinLnBrk="0" hangingPunct="1">
              <a:spcBef>
                <a:spcPts val="600"/>
              </a:spcBef>
              <a:spcAft>
                <a:spcPts val="400"/>
              </a:spcAft>
              <a:buClrTx/>
              <a:buSzPct val="90000"/>
              <a:buFont typeface="Arial" pitchFamily="34" charset="0"/>
              <a:buNone/>
              <a:defRPr lang="en-US" sz="2400" b="1" kern="1200" spc="0" baseline="0" dirty="0">
                <a:solidFill>
                  <a:schemeClr val="accent1">
                    <a:lumMod val="75000"/>
                  </a:schemeClr>
                </a:solidFill>
                <a:latin typeface="Arial" panose="020B0604020202020204" pitchFamily="34" charset="0"/>
                <a:ea typeface="黑体" panose="02010609060101010101" pitchFamily="49" charset="-122"/>
                <a:cs typeface="Arial" panose="020B0604020202020204" pitchFamily="34" charset="0"/>
              </a:defRPr>
            </a:lvl1pPr>
            <a:lvl2pPr marL="355600" indent="-177800"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533400"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727075"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906463" indent="-179388" algn="l" defTabSz="914400" rtl="0" eaLnBrk="1" latinLnBrk="0" hangingPunct="1">
              <a:spcBef>
                <a:spcPts val="0"/>
              </a:spcBef>
              <a:spcAft>
                <a:spcPts val="600"/>
              </a:spcAft>
              <a:buClrTx/>
              <a:buSzPct val="90000"/>
              <a:buFont typeface="Arial" pitchFamily="34" charset="0"/>
              <a:buChar char="•"/>
              <a:defRPr sz="1800" kern="1200" baseline="0">
                <a:solidFill>
                  <a:schemeClr val="tx1"/>
                </a:solidFill>
                <a:latin typeface="Arial" panose="020B0604020202020204" pitchFamily="34" charset="0"/>
                <a:ea typeface="黑体" panose="02010609060101010101" pitchFamily="49" charset="-122"/>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3838554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6.xml"/><Relationship Id="rId7"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image" Target="../media/image1.png"/><Relationship Id="rId5" Type="http://schemas.openxmlformats.org/officeDocument/2006/relationships/slideLayout" Target="../slideLayouts/slideLayout24.xml"/><Relationship Id="rId10" Type="http://schemas.openxmlformats.org/officeDocument/2006/relationships/theme" Target="../theme/theme3.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image" Target="../media/image8.png"/><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theme" Target="../theme/theme4.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image" Target="../media/image9.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slideLayout" Target="../slideLayouts/slideLayout52.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0.xml"/><Relationship Id="rId13" Type="http://schemas.openxmlformats.org/officeDocument/2006/relationships/slideLayout" Target="../slideLayouts/slideLayout65.xml"/><Relationship Id="rId18" Type="http://schemas.openxmlformats.org/officeDocument/2006/relationships/slideLayout" Target="../slideLayouts/slideLayout70.xml"/><Relationship Id="rId3" Type="http://schemas.openxmlformats.org/officeDocument/2006/relationships/slideLayout" Target="../slideLayouts/slideLayout55.xml"/><Relationship Id="rId21" Type="http://schemas.openxmlformats.org/officeDocument/2006/relationships/image" Target="../media/image1.png"/><Relationship Id="rId7" Type="http://schemas.openxmlformats.org/officeDocument/2006/relationships/slideLayout" Target="../slideLayouts/slideLayout59.xml"/><Relationship Id="rId12" Type="http://schemas.openxmlformats.org/officeDocument/2006/relationships/slideLayout" Target="../slideLayouts/slideLayout64.xml"/><Relationship Id="rId17" Type="http://schemas.openxmlformats.org/officeDocument/2006/relationships/slideLayout" Target="../slideLayouts/slideLayout69.xml"/><Relationship Id="rId2" Type="http://schemas.openxmlformats.org/officeDocument/2006/relationships/slideLayout" Target="../slideLayouts/slideLayout54.xml"/><Relationship Id="rId16" Type="http://schemas.openxmlformats.org/officeDocument/2006/relationships/slideLayout" Target="../slideLayouts/slideLayout68.xml"/><Relationship Id="rId20" Type="http://schemas.openxmlformats.org/officeDocument/2006/relationships/theme" Target="../theme/theme6.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5" Type="http://schemas.openxmlformats.org/officeDocument/2006/relationships/slideLayout" Target="../slideLayouts/slideLayout57.xml"/><Relationship Id="rId15" Type="http://schemas.openxmlformats.org/officeDocument/2006/relationships/slideLayout" Target="../slideLayouts/slideLayout67.xml"/><Relationship Id="rId10" Type="http://schemas.openxmlformats.org/officeDocument/2006/relationships/slideLayout" Target="../slideLayouts/slideLayout62.xml"/><Relationship Id="rId19" Type="http://schemas.openxmlformats.org/officeDocument/2006/relationships/slideLayout" Target="../slideLayouts/slideLayout71.xml"/><Relationship Id="rId4" Type="http://schemas.openxmlformats.org/officeDocument/2006/relationships/slideLayout" Target="../slideLayouts/slideLayout56.xml"/><Relationship Id="rId9" Type="http://schemas.openxmlformats.org/officeDocument/2006/relationships/slideLayout" Target="../slideLayouts/slideLayout61.xml"/><Relationship Id="rId14" Type="http://schemas.openxmlformats.org/officeDocument/2006/relationships/slideLayout" Target="../slideLayouts/slideLayout66.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74.xml"/><Relationship Id="rId7" Type="http://schemas.openxmlformats.org/officeDocument/2006/relationships/theme" Target="../theme/theme7.xml"/><Relationship Id="rId2" Type="http://schemas.openxmlformats.org/officeDocument/2006/relationships/slideLayout" Target="../slideLayouts/slideLayout73.xml"/><Relationship Id="rId1" Type="http://schemas.openxmlformats.org/officeDocument/2006/relationships/slideLayout" Target="../slideLayouts/slideLayout72.xml"/><Relationship Id="rId6" Type="http://schemas.openxmlformats.org/officeDocument/2006/relationships/slideLayout" Target="../slideLayouts/slideLayout77.xml"/><Relationship Id="rId5" Type="http://schemas.openxmlformats.org/officeDocument/2006/relationships/slideLayout" Target="../slideLayouts/slideLayout76.xml"/><Relationship Id="rId4"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slideLayout" Target="../slideLayouts/slideLayout90.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17" Type="http://schemas.openxmlformats.org/officeDocument/2006/relationships/image" Target="../media/image13.png"/><Relationship Id="rId2" Type="http://schemas.openxmlformats.org/officeDocument/2006/relationships/slideLayout" Target="../slideLayouts/slideLayout79.xml"/><Relationship Id="rId16" Type="http://schemas.openxmlformats.org/officeDocument/2006/relationships/image" Target="../media/image12.png"/><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theme" Target="../theme/theme8.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slideLayout" Target="../slideLayouts/slideLayout91.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9.xml"/><Relationship Id="rId13" Type="http://schemas.openxmlformats.org/officeDocument/2006/relationships/theme" Target="../theme/theme9.xml"/><Relationship Id="rId3" Type="http://schemas.openxmlformats.org/officeDocument/2006/relationships/slideLayout" Target="../slideLayouts/slideLayout94.xml"/><Relationship Id="rId7" Type="http://schemas.openxmlformats.org/officeDocument/2006/relationships/slideLayout" Target="../slideLayouts/slideLayout98.xml"/><Relationship Id="rId12" Type="http://schemas.openxmlformats.org/officeDocument/2006/relationships/slideLayout" Target="../slideLayouts/slideLayout103.xml"/><Relationship Id="rId2" Type="http://schemas.openxmlformats.org/officeDocument/2006/relationships/slideLayout" Target="../slideLayouts/slideLayout93.xml"/><Relationship Id="rId16" Type="http://schemas.openxmlformats.org/officeDocument/2006/relationships/image" Target="../media/image1.png"/><Relationship Id="rId1" Type="http://schemas.openxmlformats.org/officeDocument/2006/relationships/slideLayout" Target="../slideLayouts/slideLayout92.xml"/><Relationship Id="rId6" Type="http://schemas.openxmlformats.org/officeDocument/2006/relationships/slideLayout" Target="../slideLayouts/slideLayout97.xml"/><Relationship Id="rId11" Type="http://schemas.openxmlformats.org/officeDocument/2006/relationships/slideLayout" Target="../slideLayouts/slideLayout102.xml"/><Relationship Id="rId5" Type="http://schemas.openxmlformats.org/officeDocument/2006/relationships/slideLayout" Target="../slideLayouts/slideLayout96.xml"/><Relationship Id="rId15" Type="http://schemas.openxmlformats.org/officeDocument/2006/relationships/image" Target="../media/image9.png"/><Relationship Id="rId10" Type="http://schemas.openxmlformats.org/officeDocument/2006/relationships/slideLayout" Target="../slideLayouts/slideLayout101.xml"/><Relationship Id="rId4" Type="http://schemas.openxmlformats.org/officeDocument/2006/relationships/slideLayout" Target="../slideLayouts/slideLayout95.xml"/><Relationship Id="rId9" Type="http://schemas.openxmlformats.org/officeDocument/2006/relationships/slideLayout" Target="../slideLayouts/slideLayout100.xml"/><Relationship Id="rId14" Type="http://schemas.openxmlformats.org/officeDocument/2006/relationships/image" Target="../media/image8.png"/></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11.xml"/><Relationship Id="rId13" Type="http://schemas.openxmlformats.org/officeDocument/2006/relationships/image" Target="../media/image8.png"/><Relationship Id="rId3" Type="http://schemas.openxmlformats.org/officeDocument/2006/relationships/slideLayout" Target="../slideLayouts/slideLayout106.xml"/><Relationship Id="rId7" Type="http://schemas.openxmlformats.org/officeDocument/2006/relationships/slideLayout" Target="../slideLayouts/slideLayout110.xml"/><Relationship Id="rId12" Type="http://schemas.openxmlformats.org/officeDocument/2006/relationships/theme" Target="../theme/theme10.xml"/><Relationship Id="rId2" Type="http://schemas.openxmlformats.org/officeDocument/2006/relationships/slideLayout" Target="../slideLayouts/slideLayout105.xml"/><Relationship Id="rId1" Type="http://schemas.openxmlformats.org/officeDocument/2006/relationships/slideLayout" Target="../slideLayouts/slideLayout104.xml"/><Relationship Id="rId6" Type="http://schemas.openxmlformats.org/officeDocument/2006/relationships/slideLayout" Target="../slideLayouts/slideLayout109.xml"/><Relationship Id="rId11" Type="http://schemas.openxmlformats.org/officeDocument/2006/relationships/slideLayout" Target="../slideLayouts/slideLayout114.xml"/><Relationship Id="rId5" Type="http://schemas.openxmlformats.org/officeDocument/2006/relationships/slideLayout" Target="../slideLayouts/slideLayout108.xml"/><Relationship Id="rId10" Type="http://schemas.openxmlformats.org/officeDocument/2006/relationships/slideLayout" Target="../slideLayouts/slideLayout113.xml"/><Relationship Id="rId4" Type="http://schemas.openxmlformats.org/officeDocument/2006/relationships/slideLayout" Target="../slideLayouts/slideLayout107.xml"/><Relationship Id="rId9" Type="http://schemas.openxmlformats.org/officeDocument/2006/relationships/slideLayout" Target="../slideLayouts/slideLayout112.xml"/><Relationship Id="rId14" Type="http://schemas.openxmlformats.org/officeDocument/2006/relationships/image" Target="../media/image9.png"/></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22.xml"/><Relationship Id="rId13" Type="http://schemas.openxmlformats.org/officeDocument/2006/relationships/slideLayout" Target="../slideLayouts/slideLayout127.xml"/><Relationship Id="rId3" Type="http://schemas.openxmlformats.org/officeDocument/2006/relationships/slideLayout" Target="../slideLayouts/slideLayout117.xml"/><Relationship Id="rId7" Type="http://schemas.openxmlformats.org/officeDocument/2006/relationships/slideLayout" Target="../slideLayouts/slideLayout121.xml"/><Relationship Id="rId12" Type="http://schemas.openxmlformats.org/officeDocument/2006/relationships/slideLayout" Target="../slideLayouts/slideLayout126.xml"/><Relationship Id="rId2" Type="http://schemas.openxmlformats.org/officeDocument/2006/relationships/slideLayout" Target="../slideLayouts/slideLayout116.xml"/><Relationship Id="rId16" Type="http://schemas.openxmlformats.org/officeDocument/2006/relationships/image" Target="../media/image13.png"/><Relationship Id="rId1" Type="http://schemas.openxmlformats.org/officeDocument/2006/relationships/slideLayout" Target="../slideLayouts/slideLayout115.xml"/><Relationship Id="rId6" Type="http://schemas.openxmlformats.org/officeDocument/2006/relationships/slideLayout" Target="../slideLayouts/slideLayout120.xml"/><Relationship Id="rId11" Type="http://schemas.openxmlformats.org/officeDocument/2006/relationships/slideLayout" Target="../slideLayouts/slideLayout125.xml"/><Relationship Id="rId5" Type="http://schemas.openxmlformats.org/officeDocument/2006/relationships/slideLayout" Target="../slideLayouts/slideLayout119.xml"/><Relationship Id="rId15" Type="http://schemas.openxmlformats.org/officeDocument/2006/relationships/image" Target="../media/image12.png"/><Relationship Id="rId10" Type="http://schemas.openxmlformats.org/officeDocument/2006/relationships/slideLayout" Target="../slideLayouts/slideLayout124.xml"/><Relationship Id="rId4" Type="http://schemas.openxmlformats.org/officeDocument/2006/relationships/slideLayout" Target="../slideLayouts/slideLayout118.xml"/><Relationship Id="rId9" Type="http://schemas.openxmlformats.org/officeDocument/2006/relationships/slideLayout" Target="../slideLayouts/slideLayout123.xml"/><Relationship Id="rId14" Type="http://schemas.openxmlformats.org/officeDocument/2006/relationships/theme" Target="../theme/theme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矩形 3"/>
          <p:cNvSpPr/>
          <p:nvPr userDrawn="1"/>
        </p:nvSpPr>
        <p:spPr>
          <a:xfrm>
            <a:off x="4086225" y="0"/>
            <a:ext cx="8105775" cy="724706"/>
          </a:xfrm>
          <a:prstGeom prst="rect">
            <a:avLst/>
          </a:prstGeom>
          <a:gradFill flip="none" rotWithShape="1">
            <a:gsLst>
              <a:gs pos="12000">
                <a:schemeClr val="accent1">
                  <a:lumMod val="0"/>
                  <a:lumOff val="100000"/>
                  <a:alpha val="20000"/>
                </a:schemeClr>
              </a:gs>
              <a:gs pos="80000">
                <a:schemeClr val="accent1">
                  <a:lumMod val="45000"/>
                  <a:lumOff val="55000"/>
                </a:schemeClr>
              </a:gs>
              <a:gs pos="65000">
                <a:schemeClr val="accent1">
                  <a:lumMod val="45000"/>
                  <a:lumOff val="55000"/>
                </a:schemeClr>
              </a:gs>
              <a:gs pos="100000">
                <a:schemeClr val="accent1">
                  <a:lumMod val="30000"/>
                  <a:lumOff val="7000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2" name="标题占位符 1"/>
          <p:cNvSpPr>
            <a:spLocks noGrp="1"/>
          </p:cNvSpPr>
          <p:nvPr>
            <p:ph type="title"/>
          </p:nvPr>
        </p:nvSpPr>
        <p:spPr>
          <a:xfrm>
            <a:off x="838200" y="810477"/>
            <a:ext cx="10515600" cy="555075"/>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p:cNvSpPr>
            <a:spLocks noGrp="1"/>
          </p:cNvSpPr>
          <p:nvPr>
            <p:ph type="body" idx="1"/>
          </p:nvPr>
        </p:nvSpPr>
        <p:spPr>
          <a:xfrm>
            <a:off x="838200" y="1451322"/>
            <a:ext cx="10515600" cy="5235229"/>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pic>
        <p:nvPicPr>
          <p:cNvPr id="8" name="图片 7" descr="研究院LOGO-渐变-转曲_画板 1.png"/>
          <p:cNvPicPr>
            <a:picLocks noChangeAspect="1"/>
          </p:cNvPicPr>
          <p:nvPr userDrawn="1"/>
        </p:nvPicPr>
        <p:blipFill>
          <a:blip r:embed="rId15">
            <a:alphaModFix amt="5000"/>
            <a:extLst>
              <a:ext uri="{28A0092B-C50C-407E-A947-70E740481C1C}">
                <a14:useLocalDpi xmlns:a14="http://schemas.microsoft.com/office/drawing/2010/main" val="0"/>
              </a:ext>
            </a:extLst>
          </a:blip>
          <a:stretch>
            <a:fillRect/>
          </a:stretch>
        </p:blipFill>
        <p:spPr>
          <a:xfrm>
            <a:off x="7122319" y="2562740"/>
            <a:ext cx="3900488" cy="4023798"/>
          </a:xfrm>
          <a:prstGeom prst="rect">
            <a:avLst/>
          </a:prstGeom>
        </p:spPr>
      </p:pic>
      <p:sp>
        <p:nvSpPr>
          <p:cNvPr id="11" name="矩形 10"/>
          <p:cNvSpPr/>
          <p:nvPr userDrawn="1"/>
        </p:nvSpPr>
        <p:spPr>
          <a:xfrm>
            <a:off x="0" y="702305"/>
            <a:ext cx="12192000" cy="72407"/>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Tree>
    <p:extLst>
      <p:ext uri="{BB962C8B-B14F-4D97-AF65-F5344CB8AC3E}">
        <p14:creationId xmlns:p14="http://schemas.microsoft.com/office/powerpoint/2010/main" val="272479395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737" r:id="rId12"/>
    <p:sldLayoutId id="2147483803" r:id="rId13"/>
  </p:sldLayoutIdLst>
  <p:txStyles>
    <p:titleStyle>
      <a:lvl1pPr algn="l" defTabSz="457200" rtl="0" eaLnBrk="1" latinLnBrk="0" hangingPunct="1">
        <a:lnSpc>
          <a:spcPct val="90000"/>
        </a:lnSpc>
        <a:spcBef>
          <a:spcPct val="0"/>
        </a:spcBef>
        <a:buNone/>
        <a:defRPr sz="3000" b="1" kern="1200">
          <a:solidFill>
            <a:schemeClr val="tx1"/>
          </a:solidFill>
          <a:latin typeface="SimSun" charset="-122"/>
          <a:ea typeface="SimSun" charset="-122"/>
          <a:cs typeface="SimSun" charset="-122"/>
        </a:defRPr>
      </a:lvl1pPr>
    </p:titleStyle>
    <p:bodyStyle>
      <a:lvl1pPr marL="535782" indent="-535782" algn="l" defTabSz="457200" rtl="0" eaLnBrk="1" latinLnBrk="0" hangingPunct="1">
        <a:lnSpc>
          <a:spcPct val="100000"/>
        </a:lnSpc>
        <a:spcBef>
          <a:spcPts val="500"/>
        </a:spcBef>
        <a:buFont typeface="Wingdings" charset="2"/>
        <a:buChar char="n"/>
        <a:tabLst/>
        <a:defRPr sz="2700" kern="1200">
          <a:solidFill>
            <a:schemeClr val="tx1"/>
          </a:solidFill>
          <a:latin typeface="SimSun" charset="-122"/>
          <a:ea typeface="SimSun" charset="-122"/>
          <a:cs typeface="SimSun" charset="-122"/>
        </a:defRPr>
      </a:lvl1pPr>
      <a:lvl2pPr marL="577850" indent="565150" algn="l" defTabSz="457200" rtl="0" eaLnBrk="1" latinLnBrk="0" hangingPunct="1">
        <a:lnSpc>
          <a:spcPct val="100000"/>
        </a:lnSpc>
        <a:spcBef>
          <a:spcPts val="250"/>
        </a:spcBef>
        <a:buFont typeface="Wingdings" charset="2"/>
        <a:buChar char="p"/>
        <a:tabLst/>
        <a:defRPr sz="2700" kern="1200">
          <a:solidFill>
            <a:schemeClr val="tx1"/>
          </a:solidFill>
          <a:latin typeface="SimSun" charset="-122"/>
          <a:ea typeface="SimSun" charset="-122"/>
          <a:cs typeface="SimSun" charset="-122"/>
        </a:defRPr>
      </a:lvl2pPr>
      <a:lvl3pPr marL="1100138" indent="508000" algn="l" defTabSz="457200" rtl="0" eaLnBrk="1" latinLnBrk="0" hangingPunct="1">
        <a:lnSpc>
          <a:spcPct val="100000"/>
        </a:lnSpc>
        <a:spcBef>
          <a:spcPts val="250"/>
        </a:spcBef>
        <a:buFont typeface="Wingdings" charset="2"/>
        <a:buChar char="n"/>
        <a:tabLst/>
        <a:defRPr sz="2700" kern="1200">
          <a:solidFill>
            <a:schemeClr val="tx1"/>
          </a:solidFill>
          <a:latin typeface="SimSun" charset="-122"/>
          <a:ea typeface="SimSun" charset="-122"/>
          <a:cs typeface="SimSun" charset="-122"/>
        </a:defRPr>
      </a:lvl3pPr>
      <a:lvl4pPr marL="1608138" indent="465932" algn="l" defTabSz="457200" rtl="0" eaLnBrk="1" latinLnBrk="0" hangingPunct="1">
        <a:lnSpc>
          <a:spcPct val="100000"/>
        </a:lnSpc>
        <a:spcBef>
          <a:spcPts val="250"/>
        </a:spcBef>
        <a:buFont typeface="Wingdings" charset="2"/>
        <a:buChar char="p"/>
        <a:tabLst/>
        <a:defRPr sz="2400" kern="1200">
          <a:solidFill>
            <a:schemeClr val="tx1"/>
          </a:solidFill>
          <a:latin typeface="SimSun" charset="-122"/>
          <a:ea typeface="SimSun" charset="-122"/>
          <a:cs typeface="SimSun" charset="-122"/>
        </a:defRPr>
      </a:lvl4pPr>
      <a:lvl5pPr marL="2045494" indent="381000" algn="l" defTabSz="457200" rtl="0" eaLnBrk="1" latinLnBrk="0" hangingPunct="1">
        <a:lnSpc>
          <a:spcPct val="100000"/>
        </a:lnSpc>
        <a:spcBef>
          <a:spcPts val="250"/>
        </a:spcBef>
        <a:buFont typeface="Wingdings" charset="2"/>
        <a:buChar char="n"/>
        <a:tabLst/>
        <a:defRPr sz="2200" kern="1200">
          <a:solidFill>
            <a:schemeClr val="tx1"/>
          </a:solidFill>
          <a:latin typeface="SimSun" charset="-122"/>
          <a:ea typeface="SimSun" charset="-122"/>
          <a:cs typeface="SimSun" charset="-122"/>
        </a:defRPr>
      </a:lvl5pPr>
      <a:lvl6pPr marL="1257300" indent="-114300" algn="l" defTabSz="457200" rtl="0" eaLnBrk="1" latinLnBrk="0" hangingPunct="1">
        <a:lnSpc>
          <a:spcPct val="90000"/>
        </a:lnSpc>
        <a:spcBef>
          <a:spcPts val="250"/>
        </a:spcBef>
        <a:buFont typeface="Arial"/>
        <a:buChar char="•"/>
        <a:defRPr sz="900" kern="1200">
          <a:solidFill>
            <a:schemeClr val="tx1"/>
          </a:solidFill>
          <a:latin typeface="+mn-lt"/>
          <a:ea typeface="+mn-ea"/>
          <a:cs typeface="+mn-cs"/>
        </a:defRPr>
      </a:lvl6pPr>
      <a:lvl7pPr marL="1485900" indent="-114300" algn="l" defTabSz="457200" rtl="0" eaLnBrk="1" latinLnBrk="0" hangingPunct="1">
        <a:lnSpc>
          <a:spcPct val="90000"/>
        </a:lnSpc>
        <a:spcBef>
          <a:spcPts val="250"/>
        </a:spcBef>
        <a:buFont typeface="Arial"/>
        <a:buChar char="•"/>
        <a:defRPr sz="900" kern="1200">
          <a:solidFill>
            <a:schemeClr val="tx1"/>
          </a:solidFill>
          <a:latin typeface="+mn-lt"/>
          <a:ea typeface="+mn-ea"/>
          <a:cs typeface="+mn-cs"/>
        </a:defRPr>
      </a:lvl7pPr>
      <a:lvl8pPr marL="1714500" indent="-114300" algn="l" defTabSz="457200" rtl="0" eaLnBrk="1" latinLnBrk="0" hangingPunct="1">
        <a:lnSpc>
          <a:spcPct val="90000"/>
        </a:lnSpc>
        <a:spcBef>
          <a:spcPts val="250"/>
        </a:spcBef>
        <a:buFont typeface="Arial"/>
        <a:buChar char="•"/>
        <a:defRPr sz="900" kern="1200">
          <a:solidFill>
            <a:schemeClr val="tx1"/>
          </a:solidFill>
          <a:latin typeface="+mn-lt"/>
          <a:ea typeface="+mn-ea"/>
          <a:cs typeface="+mn-cs"/>
        </a:defRPr>
      </a:lvl8pPr>
      <a:lvl9pPr marL="1943100" indent="-114300" algn="l" defTabSz="457200" rtl="0" eaLnBrk="1" latinLnBrk="0" hangingPunct="1">
        <a:lnSpc>
          <a:spcPct val="90000"/>
        </a:lnSpc>
        <a:spcBef>
          <a:spcPts val="250"/>
        </a:spcBef>
        <a:buFont typeface="Arial"/>
        <a:buChar char="•"/>
        <a:defRPr sz="900" kern="1200">
          <a:solidFill>
            <a:schemeClr val="tx1"/>
          </a:solidFill>
          <a:latin typeface="+mn-lt"/>
          <a:ea typeface="+mn-ea"/>
          <a:cs typeface="+mn-cs"/>
        </a:defRPr>
      </a:lvl9pPr>
    </p:bodyStyle>
    <p:otherStyle>
      <a:defPPr>
        <a:defRPr lang="zh-CN"/>
      </a:defPPr>
      <a:lvl1pPr marL="0" algn="l" defTabSz="457200" rtl="0" eaLnBrk="1" latinLnBrk="0" hangingPunct="1">
        <a:defRPr sz="900" kern="1200">
          <a:solidFill>
            <a:schemeClr val="tx1"/>
          </a:solidFill>
          <a:latin typeface="+mn-lt"/>
          <a:ea typeface="+mn-ea"/>
          <a:cs typeface="+mn-cs"/>
        </a:defRPr>
      </a:lvl1pPr>
      <a:lvl2pPr marL="228600" algn="l" defTabSz="457200" rtl="0" eaLnBrk="1" latinLnBrk="0" hangingPunct="1">
        <a:defRPr sz="900" kern="1200">
          <a:solidFill>
            <a:schemeClr val="tx1"/>
          </a:solidFill>
          <a:latin typeface="+mn-lt"/>
          <a:ea typeface="+mn-ea"/>
          <a:cs typeface="+mn-cs"/>
        </a:defRPr>
      </a:lvl2pPr>
      <a:lvl3pPr marL="457200" algn="l" defTabSz="457200" rtl="0" eaLnBrk="1" latinLnBrk="0" hangingPunct="1">
        <a:defRPr sz="900" kern="1200">
          <a:solidFill>
            <a:schemeClr val="tx1"/>
          </a:solidFill>
          <a:latin typeface="+mn-lt"/>
          <a:ea typeface="+mn-ea"/>
          <a:cs typeface="+mn-cs"/>
        </a:defRPr>
      </a:lvl3pPr>
      <a:lvl4pPr marL="685800" algn="l" defTabSz="457200" rtl="0" eaLnBrk="1" latinLnBrk="0" hangingPunct="1">
        <a:defRPr sz="900" kern="1200">
          <a:solidFill>
            <a:schemeClr val="tx1"/>
          </a:solidFill>
          <a:latin typeface="+mn-lt"/>
          <a:ea typeface="+mn-ea"/>
          <a:cs typeface="+mn-cs"/>
        </a:defRPr>
      </a:lvl4pPr>
      <a:lvl5pPr marL="914400" algn="l" defTabSz="457200" rtl="0" eaLnBrk="1" latinLnBrk="0" hangingPunct="1">
        <a:defRPr sz="900" kern="1200">
          <a:solidFill>
            <a:schemeClr val="tx1"/>
          </a:solidFill>
          <a:latin typeface="+mn-lt"/>
          <a:ea typeface="+mn-ea"/>
          <a:cs typeface="+mn-cs"/>
        </a:defRPr>
      </a:lvl5pPr>
      <a:lvl6pPr marL="1143000" algn="l" defTabSz="457200" rtl="0" eaLnBrk="1" latinLnBrk="0" hangingPunct="1">
        <a:defRPr sz="900" kern="1200">
          <a:solidFill>
            <a:schemeClr val="tx1"/>
          </a:solidFill>
          <a:latin typeface="+mn-lt"/>
          <a:ea typeface="+mn-ea"/>
          <a:cs typeface="+mn-cs"/>
        </a:defRPr>
      </a:lvl6pPr>
      <a:lvl7pPr marL="1371600" algn="l" defTabSz="457200" rtl="0" eaLnBrk="1" latinLnBrk="0" hangingPunct="1">
        <a:defRPr sz="900" kern="1200">
          <a:solidFill>
            <a:schemeClr val="tx1"/>
          </a:solidFill>
          <a:latin typeface="+mn-lt"/>
          <a:ea typeface="+mn-ea"/>
          <a:cs typeface="+mn-cs"/>
        </a:defRPr>
      </a:lvl7pPr>
      <a:lvl8pPr marL="1600200" algn="l" defTabSz="457200" rtl="0" eaLnBrk="1" latinLnBrk="0" hangingPunct="1">
        <a:defRPr sz="900" kern="1200">
          <a:solidFill>
            <a:schemeClr val="tx1"/>
          </a:solidFill>
          <a:latin typeface="+mn-lt"/>
          <a:ea typeface="+mn-ea"/>
          <a:cs typeface="+mn-cs"/>
        </a:defRPr>
      </a:lvl8pPr>
      <a:lvl9pPr marL="1828800" algn="l" defTabSz="457200" rtl="0" eaLnBrk="1" latinLnBrk="0" hangingPunct="1">
        <a:defRPr sz="9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p:cNvSpPr>
            <a:spLocks noGrp="1"/>
          </p:cNvSpPr>
          <p:nvPr>
            <p:ph type="body" idx="1"/>
          </p:nvPr>
        </p:nvSpPr>
        <p:spPr>
          <a:xfrm>
            <a:off x="609600" y="1600206"/>
            <a:ext cx="10972800" cy="4525963"/>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p:cNvSpPr>
            <a:spLocks noGrp="1"/>
          </p:cNvSpPr>
          <p:nvPr>
            <p:ph type="dt" sz="half" idx="2"/>
          </p:nvPr>
        </p:nvSpPr>
        <p:spPr>
          <a:xfrm>
            <a:off x="609600" y="6356360"/>
            <a:ext cx="2844800" cy="365125"/>
          </a:xfrm>
          <a:prstGeom prst="rect">
            <a:avLst/>
          </a:prstGeom>
        </p:spPr>
        <p:txBody>
          <a:bodyPr vert="horz" lIns="91440" tIns="45720" rIns="91440" bIns="45720" rtlCol="0" anchor="ctr"/>
          <a:lstStyle>
            <a:lvl1pPr algn="l">
              <a:defRPr sz="1200">
                <a:solidFill>
                  <a:srgbClr val="4CB2FF"/>
                </a:solidFill>
              </a:defRPr>
            </a:lvl1pPr>
          </a:lstStyle>
          <a:p>
            <a:fld id="{9D1B81D1-339F-824C-BF8B-C1100CBE37FC}" type="datetimeFigureOut">
              <a:rPr lang="en-US" smtClean="0"/>
              <a:pPr/>
              <a:t>3/25/26</a:t>
            </a:fld>
            <a:endParaRPr lang="en-US" dirty="0"/>
          </a:p>
        </p:txBody>
      </p:sp>
      <p:sp>
        <p:nvSpPr>
          <p:cNvPr id="5" name="Footer Placeholder 4"/>
          <p:cNvSpPr>
            <a:spLocks noGrp="1"/>
          </p:cNvSpPr>
          <p:nvPr>
            <p:ph type="ftr" sz="quarter" idx="3"/>
          </p:nvPr>
        </p:nvSpPr>
        <p:spPr>
          <a:xfrm>
            <a:off x="4165600" y="6356360"/>
            <a:ext cx="3860800" cy="365125"/>
          </a:xfrm>
          <a:prstGeom prst="rect">
            <a:avLst/>
          </a:prstGeom>
        </p:spPr>
        <p:txBody>
          <a:bodyPr vert="horz" lIns="91440" tIns="45720" rIns="91440" bIns="45720" rtlCol="0" anchor="ctr"/>
          <a:lstStyle>
            <a:lvl1pPr algn="ctr">
              <a:defRPr sz="1200">
                <a:solidFill>
                  <a:srgbClr val="4CB2FF"/>
                </a:solidFill>
              </a:defRPr>
            </a:lvl1pPr>
          </a:lstStyle>
          <a:p>
            <a:endParaRPr lang="en-US" dirty="0"/>
          </a:p>
        </p:txBody>
      </p:sp>
      <p:sp>
        <p:nvSpPr>
          <p:cNvPr id="6" name="Slide Number Placeholder 5"/>
          <p:cNvSpPr>
            <a:spLocks noGrp="1"/>
          </p:cNvSpPr>
          <p:nvPr>
            <p:ph type="sldNum" sz="quarter" idx="4"/>
          </p:nvPr>
        </p:nvSpPr>
        <p:spPr>
          <a:xfrm>
            <a:off x="8737600" y="6356360"/>
            <a:ext cx="2844800" cy="365125"/>
          </a:xfrm>
          <a:prstGeom prst="rect">
            <a:avLst/>
          </a:prstGeom>
        </p:spPr>
        <p:txBody>
          <a:bodyPr vert="horz" lIns="91440" tIns="45720" rIns="91440" bIns="45720" rtlCol="0" anchor="ctr"/>
          <a:lstStyle>
            <a:lvl1pPr algn="r">
              <a:defRPr sz="1200">
                <a:solidFill>
                  <a:srgbClr val="4CB2FF"/>
                </a:solidFill>
              </a:defRPr>
            </a:lvl1pPr>
          </a:lstStyle>
          <a:p>
            <a:fld id="{15A9F3D0-B985-0345-B86B-74512F59448E}" type="slidenum">
              <a:rPr lang="en-US" smtClean="0"/>
              <a:pPr/>
              <a:t>‹#›</a:t>
            </a:fld>
            <a:endParaRPr lang="en-US" dirty="0"/>
          </a:p>
        </p:txBody>
      </p:sp>
    </p:spTree>
    <p:extLst>
      <p:ext uri="{BB962C8B-B14F-4D97-AF65-F5344CB8AC3E}">
        <p14:creationId xmlns:p14="http://schemas.microsoft.com/office/powerpoint/2010/main" val="3878283641"/>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Lst>
  <p:txStyles>
    <p:titleStyle>
      <a:lvl1pPr algn="ctr" defTabSz="457200" rtl="0" eaLnBrk="1" latinLnBrk="0" hangingPunct="1">
        <a:spcBef>
          <a:spcPct val="0"/>
        </a:spcBef>
        <a:buNone/>
        <a:defRPr sz="4400" kern="1200">
          <a:solidFill>
            <a:srgbClr val="4C9BDB"/>
          </a:solidFill>
          <a:latin typeface=""/>
          <a:ea typeface="+mj-ea"/>
          <a:cs typeface=""/>
        </a:defRPr>
      </a:lvl1pPr>
    </p:titleStyle>
    <p:bodyStyle>
      <a:lvl1pPr marL="342900" indent="-342900" algn="l" defTabSz="457200" rtl="0" eaLnBrk="1" latinLnBrk="0" hangingPunct="1">
        <a:spcBef>
          <a:spcPct val="20000"/>
        </a:spcBef>
        <a:buFont typeface="Arial"/>
        <a:buChar char="•"/>
        <a:defRPr sz="3200" kern="1200">
          <a:solidFill>
            <a:srgbClr val="4C9BDB"/>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rgbClr val="4C9BDB"/>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rgbClr val="4C9BDB"/>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rgbClr val="4C9BDB"/>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rgbClr val="4C9BDB"/>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810477"/>
            <a:ext cx="10515600" cy="555075"/>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p:cNvSpPr>
            <a:spLocks noGrp="1"/>
          </p:cNvSpPr>
          <p:nvPr>
            <p:ph type="body" idx="1"/>
          </p:nvPr>
        </p:nvSpPr>
        <p:spPr>
          <a:xfrm>
            <a:off x="838200" y="1451322"/>
            <a:ext cx="10515600" cy="5235229"/>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pic>
        <p:nvPicPr>
          <p:cNvPr id="8" name="图片 7" descr="研究院LOGO-渐变-转曲_画板 1.png"/>
          <p:cNvPicPr>
            <a:picLocks noChangeAspect="1"/>
          </p:cNvPicPr>
          <p:nvPr userDrawn="1"/>
        </p:nvPicPr>
        <p:blipFill>
          <a:blip r:embed="rId11">
            <a:alphaModFix amt="5000"/>
            <a:extLst>
              <a:ext uri="{28A0092B-C50C-407E-A947-70E740481C1C}">
                <a14:useLocalDpi xmlns:a14="http://schemas.microsoft.com/office/drawing/2010/main" val="0"/>
              </a:ext>
            </a:extLst>
          </a:blip>
          <a:stretch>
            <a:fillRect/>
          </a:stretch>
        </p:blipFill>
        <p:spPr>
          <a:xfrm>
            <a:off x="7122319" y="2562740"/>
            <a:ext cx="3900488" cy="4023798"/>
          </a:xfrm>
          <a:prstGeom prst="rect">
            <a:avLst/>
          </a:prstGeom>
        </p:spPr>
      </p:pic>
      <p:sp>
        <p:nvSpPr>
          <p:cNvPr id="9" name="标题占位符 1"/>
          <p:cNvSpPr txBox="1">
            <a:spLocks/>
          </p:cNvSpPr>
          <p:nvPr userDrawn="1"/>
        </p:nvSpPr>
        <p:spPr>
          <a:xfrm>
            <a:off x="298939" y="111465"/>
            <a:ext cx="5539154" cy="555075"/>
          </a:xfrm>
          <a:prstGeom prst="rect">
            <a:avLst/>
          </a:prstGeom>
        </p:spPr>
        <p:txBody>
          <a:bodyPr vert="horz" lIns="45720" tIns="22860" rIns="45720" bIns="22860" rtlCol="0" anchor="ctr">
            <a:normAutofit/>
          </a:bodyPr>
          <a:lstStyle>
            <a:lvl1pPr algn="l" defTabSz="914400" rtl="0" eaLnBrk="1" latinLnBrk="0" hangingPunct="1">
              <a:lnSpc>
                <a:spcPct val="90000"/>
              </a:lnSpc>
              <a:spcBef>
                <a:spcPct val="0"/>
              </a:spcBef>
              <a:buNone/>
              <a:defRPr sz="6000" b="1" kern="1200">
                <a:solidFill>
                  <a:schemeClr val="tx1"/>
                </a:solidFill>
                <a:latin typeface="SimSun" charset="-122"/>
                <a:ea typeface="SimSun" charset="-122"/>
                <a:cs typeface="SimSun" charset="-122"/>
              </a:defRPr>
            </a:lvl1pPr>
          </a:lstStyle>
          <a:p>
            <a:endParaRPr kumimoji="1" lang="zh-CN" altLang="en-US" sz="3000" dirty="0"/>
          </a:p>
        </p:txBody>
      </p:sp>
    </p:spTree>
    <p:extLst>
      <p:ext uri="{BB962C8B-B14F-4D97-AF65-F5344CB8AC3E}">
        <p14:creationId xmlns:p14="http://schemas.microsoft.com/office/powerpoint/2010/main" val="2566957491"/>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830" r:id="rId8"/>
    <p:sldLayoutId id="2147483831" r:id="rId9"/>
  </p:sldLayoutIdLst>
  <p:txStyles>
    <p:titleStyle>
      <a:lvl1pPr algn="l" defTabSz="457200" rtl="0" eaLnBrk="1" latinLnBrk="0" hangingPunct="1">
        <a:lnSpc>
          <a:spcPct val="90000"/>
        </a:lnSpc>
        <a:spcBef>
          <a:spcPct val="0"/>
        </a:spcBef>
        <a:buNone/>
        <a:defRPr sz="3000" b="1" kern="1200">
          <a:solidFill>
            <a:schemeClr val="tx1"/>
          </a:solidFill>
          <a:latin typeface="SimSun" charset="-122"/>
          <a:ea typeface="SimSun" charset="-122"/>
          <a:cs typeface="SimSun" charset="-122"/>
        </a:defRPr>
      </a:lvl1pPr>
    </p:titleStyle>
    <p:bodyStyle>
      <a:lvl1pPr marL="535782" indent="-535782" algn="l" defTabSz="457200" rtl="0" eaLnBrk="1" latinLnBrk="0" hangingPunct="1">
        <a:lnSpc>
          <a:spcPct val="100000"/>
        </a:lnSpc>
        <a:spcBef>
          <a:spcPts val="500"/>
        </a:spcBef>
        <a:buFont typeface="Wingdings" charset="2"/>
        <a:buChar char="n"/>
        <a:tabLst/>
        <a:defRPr sz="2700" kern="1200">
          <a:solidFill>
            <a:schemeClr val="tx1"/>
          </a:solidFill>
          <a:latin typeface="SimSun" charset="-122"/>
          <a:ea typeface="SimSun" charset="-122"/>
          <a:cs typeface="SimSun" charset="-122"/>
        </a:defRPr>
      </a:lvl1pPr>
      <a:lvl2pPr marL="577850" indent="565150" algn="l" defTabSz="457200" rtl="0" eaLnBrk="1" latinLnBrk="0" hangingPunct="1">
        <a:lnSpc>
          <a:spcPct val="100000"/>
        </a:lnSpc>
        <a:spcBef>
          <a:spcPts val="250"/>
        </a:spcBef>
        <a:buFont typeface="Wingdings" charset="2"/>
        <a:buChar char="p"/>
        <a:tabLst/>
        <a:defRPr sz="2700" kern="1200">
          <a:solidFill>
            <a:schemeClr val="tx1"/>
          </a:solidFill>
          <a:latin typeface="SimSun" charset="-122"/>
          <a:ea typeface="SimSun" charset="-122"/>
          <a:cs typeface="SimSun" charset="-122"/>
        </a:defRPr>
      </a:lvl2pPr>
      <a:lvl3pPr marL="1100138" indent="508000" algn="l" defTabSz="457200" rtl="0" eaLnBrk="1" latinLnBrk="0" hangingPunct="1">
        <a:lnSpc>
          <a:spcPct val="100000"/>
        </a:lnSpc>
        <a:spcBef>
          <a:spcPts val="250"/>
        </a:spcBef>
        <a:buFont typeface="Wingdings" charset="2"/>
        <a:buChar char="n"/>
        <a:tabLst/>
        <a:defRPr sz="2700" kern="1200">
          <a:solidFill>
            <a:schemeClr val="tx1"/>
          </a:solidFill>
          <a:latin typeface="SimSun" charset="-122"/>
          <a:ea typeface="SimSun" charset="-122"/>
          <a:cs typeface="SimSun" charset="-122"/>
        </a:defRPr>
      </a:lvl3pPr>
      <a:lvl4pPr marL="1608138" indent="465932" algn="l" defTabSz="457200" rtl="0" eaLnBrk="1" latinLnBrk="0" hangingPunct="1">
        <a:lnSpc>
          <a:spcPct val="100000"/>
        </a:lnSpc>
        <a:spcBef>
          <a:spcPts val="250"/>
        </a:spcBef>
        <a:buFont typeface="Wingdings" charset="2"/>
        <a:buChar char="p"/>
        <a:tabLst/>
        <a:defRPr sz="2400" kern="1200">
          <a:solidFill>
            <a:schemeClr val="tx1"/>
          </a:solidFill>
          <a:latin typeface="SimSun" charset="-122"/>
          <a:ea typeface="SimSun" charset="-122"/>
          <a:cs typeface="SimSun" charset="-122"/>
        </a:defRPr>
      </a:lvl4pPr>
      <a:lvl5pPr marL="2045494" indent="381000" algn="l" defTabSz="457200" rtl="0" eaLnBrk="1" latinLnBrk="0" hangingPunct="1">
        <a:lnSpc>
          <a:spcPct val="100000"/>
        </a:lnSpc>
        <a:spcBef>
          <a:spcPts val="250"/>
        </a:spcBef>
        <a:buFont typeface="Wingdings" charset="2"/>
        <a:buChar char="n"/>
        <a:tabLst/>
        <a:defRPr sz="2200" kern="1200">
          <a:solidFill>
            <a:schemeClr val="tx1"/>
          </a:solidFill>
          <a:latin typeface="SimSun" charset="-122"/>
          <a:ea typeface="SimSun" charset="-122"/>
          <a:cs typeface="SimSun" charset="-122"/>
        </a:defRPr>
      </a:lvl5pPr>
      <a:lvl6pPr marL="1257300" indent="-114300" algn="l" defTabSz="457200" rtl="0" eaLnBrk="1" latinLnBrk="0" hangingPunct="1">
        <a:lnSpc>
          <a:spcPct val="90000"/>
        </a:lnSpc>
        <a:spcBef>
          <a:spcPts val="250"/>
        </a:spcBef>
        <a:buFont typeface="Arial"/>
        <a:buChar char="•"/>
        <a:defRPr sz="900" kern="1200">
          <a:solidFill>
            <a:schemeClr val="tx1"/>
          </a:solidFill>
          <a:latin typeface="+mn-lt"/>
          <a:ea typeface="+mn-ea"/>
          <a:cs typeface="+mn-cs"/>
        </a:defRPr>
      </a:lvl6pPr>
      <a:lvl7pPr marL="1485900" indent="-114300" algn="l" defTabSz="457200" rtl="0" eaLnBrk="1" latinLnBrk="0" hangingPunct="1">
        <a:lnSpc>
          <a:spcPct val="90000"/>
        </a:lnSpc>
        <a:spcBef>
          <a:spcPts val="250"/>
        </a:spcBef>
        <a:buFont typeface="Arial"/>
        <a:buChar char="•"/>
        <a:defRPr sz="900" kern="1200">
          <a:solidFill>
            <a:schemeClr val="tx1"/>
          </a:solidFill>
          <a:latin typeface="+mn-lt"/>
          <a:ea typeface="+mn-ea"/>
          <a:cs typeface="+mn-cs"/>
        </a:defRPr>
      </a:lvl7pPr>
      <a:lvl8pPr marL="1714500" indent="-114300" algn="l" defTabSz="457200" rtl="0" eaLnBrk="1" latinLnBrk="0" hangingPunct="1">
        <a:lnSpc>
          <a:spcPct val="90000"/>
        </a:lnSpc>
        <a:spcBef>
          <a:spcPts val="250"/>
        </a:spcBef>
        <a:buFont typeface="Arial"/>
        <a:buChar char="•"/>
        <a:defRPr sz="900" kern="1200">
          <a:solidFill>
            <a:schemeClr val="tx1"/>
          </a:solidFill>
          <a:latin typeface="+mn-lt"/>
          <a:ea typeface="+mn-ea"/>
          <a:cs typeface="+mn-cs"/>
        </a:defRPr>
      </a:lvl8pPr>
      <a:lvl9pPr marL="1943100" indent="-114300" algn="l" defTabSz="457200" rtl="0" eaLnBrk="1" latinLnBrk="0" hangingPunct="1">
        <a:lnSpc>
          <a:spcPct val="90000"/>
        </a:lnSpc>
        <a:spcBef>
          <a:spcPts val="250"/>
        </a:spcBef>
        <a:buFont typeface="Arial"/>
        <a:buChar char="•"/>
        <a:defRPr sz="900" kern="1200">
          <a:solidFill>
            <a:schemeClr val="tx1"/>
          </a:solidFill>
          <a:latin typeface="+mn-lt"/>
          <a:ea typeface="+mn-ea"/>
          <a:cs typeface="+mn-cs"/>
        </a:defRPr>
      </a:lvl9pPr>
    </p:bodyStyle>
    <p:otherStyle>
      <a:defPPr>
        <a:defRPr lang="zh-CN"/>
      </a:defPPr>
      <a:lvl1pPr marL="0" algn="l" defTabSz="457200" rtl="0" eaLnBrk="1" latinLnBrk="0" hangingPunct="1">
        <a:defRPr sz="900" kern="1200">
          <a:solidFill>
            <a:schemeClr val="tx1"/>
          </a:solidFill>
          <a:latin typeface="+mn-lt"/>
          <a:ea typeface="+mn-ea"/>
          <a:cs typeface="+mn-cs"/>
        </a:defRPr>
      </a:lvl1pPr>
      <a:lvl2pPr marL="228600" algn="l" defTabSz="457200" rtl="0" eaLnBrk="1" latinLnBrk="0" hangingPunct="1">
        <a:defRPr sz="900" kern="1200">
          <a:solidFill>
            <a:schemeClr val="tx1"/>
          </a:solidFill>
          <a:latin typeface="+mn-lt"/>
          <a:ea typeface="+mn-ea"/>
          <a:cs typeface="+mn-cs"/>
        </a:defRPr>
      </a:lvl2pPr>
      <a:lvl3pPr marL="457200" algn="l" defTabSz="457200" rtl="0" eaLnBrk="1" latinLnBrk="0" hangingPunct="1">
        <a:defRPr sz="900" kern="1200">
          <a:solidFill>
            <a:schemeClr val="tx1"/>
          </a:solidFill>
          <a:latin typeface="+mn-lt"/>
          <a:ea typeface="+mn-ea"/>
          <a:cs typeface="+mn-cs"/>
        </a:defRPr>
      </a:lvl3pPr>
      <a:lvl4pPr marL="685800" algn="l" defTabSz="457200" rtl="0" eaLnBrk="1" latinLnBrk="0" hangingPunct="1">
        <a:defRPr sz="900" kern="1200">
          <a:solidFill>
            <a:schemeClr val="tx1"/>
          </a:solidFill>
          <a:latin typeface="+mn-lt"/>
          <a:ea typeface="+mn-ea"/>
          <a:cs typeface="+mn-cs"/>
        </a:defRPr>
      </a:lvl4pPr>
      <a:lvl5pPr marL="914400" algn="l" defTabSz="457200" rtl="0" eaLnBrk="1" latinLnBrk="0" hangingPunct="1">
        <a:defRPr sz="900" kern="1200">
          <a:solidFill>
            <a:schemeClr val="tx1"/>
          </a:solidFill>
          <a:latin typeface="+mn-lt"/>
          <a:ea typeface="+mn-ea"/>
          <a:cs typeface="+mn-cs"/>
        </a:defRPr>
      </a:lvl5pPr>
      <a:lvl6pPr marL="1143000" algn="l" defTabSz="457200" rtl="0" eaLnBrk="1" latinLnBrk="0" hangingPunct="1">
        <a:defRPr sz="900" kern="1200">
          <a:solidFill>
            <a:schemeClr val="tx1"/>
          </a:solidFill>
          <a:latin typeface="+mn-lt"/>
          <a:ea typeface="+mn-ea"/>
          <a:cs typeface="+mn-cs"/>
        </a:defRPr>
      </a:lvl6pPr>
      <a:lvl7pPr marL="1371600" algn="l" defTabSz="457200" rtl="0" eaLnBrk="1" latinLnBrk="0" hangingPunct="1">
        <a:defRPr sz="900" kern="1200">
          <a:solidFill>
            <a:schemeClr val="tx1"/>
          </a:solidFill>
          <a:latin typeface="+mn-lt"/>
          <a:ea typeface="+mn-ea"/>
          <a:cs typeface="+mn-cs"/>
        </a:defRPr>
      </a:lvl7pPr>
      <a:lvl8pPr marL="1600200" algn="l" defTabSz="457200" rtl="0" eaLnBrk="1" latinLnBrk="0" hangingPunct="1">
        <a:defRPr sz="900" kern="1200">
          <a:solidFill>
            <a:schemeClr val="tx1"/>
          </a:solidFill>
          <a:latin typeface="+mn-lt"/>
          <a:ea typeface="+mn-ea"/>
          <a:cs typeface="+mn-cs"/>
        </a:defRPr>
      </a:lvl8pPr>
      <a:lvl9pPr marL="1828800" algn="l" defTabSz="457200" rtl="0" eaLnBrk="1" latinLnBrk="0" hangingPunct="1">
        <a:defRPr sz="9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4" name="图片 13"/>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54512" y="6086819"/>
            <a:ext cx="12600000" cy="1248139"/>
          </a:xfrm>
          <a:prstGeom prst="rect">
            <a:avLst/>
          </a:prstGeom>
        </p:spPr>
      </p:pic>
      <p:pic>
        <p:nvPicPr>
          <p:cNvPr id="15" name="图片 14"/>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159698" y="6567642"/>
            <a:ext cx="2030639" cy="294095"/>
          </a:xfrm>
          <a:prstGeom prst="rect">
            <a:avLst/>
          </a:prstGeom>
        </p:spPr>
      </p:pic>
      <p:sp>
        <p:nvSpPr>
          <p:cNvPr id="3" name="文本占位符 2"/>
          <p:cNvSpPr>
            <a:spLocks noGrp="1"/>
          </p:cNvSpPr>
          <p:nvPr>
            <p:ph type="body" idx="1"/>
          </p:nvPr>
        </p:nvSpPr>
        <p:spPr>
          <a:xfrm>
            <a:off x="621324" y="836712"/>
            <a:ext cx="10732478" cy="5340251"/>
          </a:xfrm>
          <a:prstGeom prst="rect">
            <a:avLst/>
          </a:prstGeom>
        </p:spPr>
        <p:txBody>
          <a:bodyPr vert="horz" lIns="68580" tIns="34290" rIns="68580" bIns="3429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
        <p:nvSpPr>
          <p:cNvPr id="6" name="灯片编号占位符 5"/>
          <p:cNvSpPr>
            <a:spLocks noGrp="1"/>
          </p:cNvSpPr>
          <p:nvPr>
            <p:ph type="sldNum" sz="quarter" idx="4"/>
          </p:nvPr>
        </p:nvSpPr>
        <p:spPr>
          <a:xfrm>
            <a:off x="8825408" y="6538046"/>
            <a:ext cx="2743200" cy="365126"/>
          </a:xfrm>
          <a:prstGeom prst="rect">
            <a:avLst/>
          </a:prstGeom>
        </p:spPr>
        <p:txBody>
          <a:bodyPr vert="horz" lIns="68580" tIns="34290" rIns="68580" bIns="34290" rtlCol="0" anchor="ctr"/>
          <a:lstStyle>
            <a:lvl1pPr algn="r">
              <a:defRPr sz="1467" b="0">
                <a:solidFill>
                  <a:schemeClr val="bg1"/>
                </a:solidFill>
                <a:latin typeface="Arial" panose="020B0604020202020204" pitchFamily="34" charset="0"/>
                <a:ea typeface="微软雅黑" panose="020B0503020204020204" pitchFamily="34" charset="-122"/>
                <a:cs typeface="Arial" panose="020B0604020202020204" pitchFamily="34" charset="0"/>
              </a:defRPr>
            </a:lvl1pPr>
          </a:lstStyle>
          <a:p>
            <a:fld id="{74274608-FAEA-4BA9-9E21-15CB47E6C119}" type="slidenum">
              <a:rPr lang="zh-CN" altLang="en-US" smtClean="0"/>
              <a:pPr/>
              <a:t>‹#›</a:t>
            </a:fld>
            <a:endParaRPr lang="zh-CN" altLang="en-US"/>
          </a:p>
        </p:txBody>
      </p:sp>
    </p:spTree>
    <p:extLst>
      <p:ext uri="{BB962C8B-B14F-4D97-AF65-F5344CB8AC3E}">
        <p14:creationId xmlns:p14="http://schemas.microsoft.com/office/powerpoint/2010/main" val="1477135817"/>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833" r:id="rId8"/>
    <p:sldLayoutId id="2147483834" r:id="rId9"/>
    <p:sldLayoutId id="2147483835" r:id="rId10"/>
    <p:sldLayoutId id="2147483839" r:id="rId11"/>
  </p:sldLayoutIdLst>
  <p:hf hdr="0" ftr="0" dt="0"/>
  <p:txStyles>
    <p:titleStyle>
      <a:lvl1pPr algn="l" defTabSz="914412" rtl="0" eaLnBrk="1" latinLnBrk="0" hangingPunct="1">
        <a:lnSpc>
          <a:spcPct val="90000"/>
        </a:lnSpc>
        <a:spcBef>
          <a:spcPct val="0"/>
        </a:spcBef>
        <a:buNone/>
        <a:defRPr lang="zh-CN" altLang="en-US" sz="2400" b="1" kern="1200" smtClean="0">
          <a:solidFill>
            <a:schemeClr val="tx1">
              <a:lumMod val="75000"/>
              <a:lumOff val="25000"/>
            </a:schemeClr>
          </a:solidFill>
          <a:latin typeface="Arial" panose="020B0604020202020204" pitchFamily="34" charset="0"/>
          <a:ea typeface="微软雅黑" panose="020B0503020204020204" pitchFamily="34" charset="-122"/>
          <a:cs typeface="Arial" pitchFamily="34" charset="0"/>
        </a:defRPr>
      </a:lvl1pPr>
    </p:titleStyle>
    <p:bodyStyle>
      <a:lvl1pPr marL="228603" indent="-228603" algn="l" defTabSz="914412" rtl="0" eaLnBrk="1" latinLnBrk="0" hangingPunct="1">
        <a:lnSpc>
          <a:spcPct val="100000"/>
        </a:lnSpc>
        <a:spcBef>
          <a:spcPts val="1000"/>
        </a:spcBef>
        <a:buClr>
          <a:schemeClr val="accent3">
            <a:lumMod val="75000"/>
          </a:schemeClr>
        </a:buClr>
        <a:buSzPct val="80000"/>
        <a:buFont typeface="Wingdings" panose="05000000000000000000" pitchFamily="2" charset="2"/>
        <a:buChar char="l"/>
        <a:defRPr sz="24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685809" indent="-228603" algn="l" defTabSz="914412" rtl="0" eaLnBrk="1" latinLnBrk="0" hangingPunct="1">
        <a:lnSpc>
          <a:spcPct val="100000"/>
        </a:lnSpc>
        <a:spcBef>
          <a:spcPts val="500"/>
        </a:spcBef>
        <a:buClr>
          <a:schemeClr val="accent6">
            <a:lumMod val="60000"/>
            <a:lumOff val="40000"/>
          </a:schemeClr>
        </a:buClr>
        <a:buSzPct val="100000"/>
        <a:buFont typeface="微软雅黑" panose="020B0503020204020204" pitchFamily="34" charset="-122"/>
        <a:buChar char="-"/>
        <a:defRPr sz="2000" kern="1200">
          <a:solidFill>
            <a:schemeClr val="tx1">
              <a:lumMod val="65000"/>
              <a:lumOff val="35000"/>
            </a:schemeClr>
          </a:solidFill>
          <a:latin typeface="微软雅黑" panose="020B0503020204020204" pitchFamily="34" charset="-122"/>
          <a:ea typeface="微软雅黑" panose="020B0503020204020204" pitchFamily="34" charset="-122"/>
          <a:cs typeface="+mn-cs"/>
        </a:defRPr>
      </a:lvl2pPr>
      <a:lvl3pPr marL="1143015" indent="-228603" algn="l" defTabSz="914412" rtl="0" eaLnBrk="1" latinLnBrk="0" hangingPunct="1">
        <a:lnSpc>
          <a:spcPct val="100000"/>
        </a:lnSpc>
        <a:spcBef>
          <a:spcPts val="500"/>
        </a:spcBef>
        <a:buClr>
          <a:schemeClr val="accent6">
            <a:lumMod val="60000"/>
            <a:lumOff val="40000"/>
          </a:schemeClr>
        </a:buClr>
        <a:buSzPct val="100000"/>
        <a:buFont typeface="Arial" panose="020B0604020202020204" pitchFamily="34" charset="0"/>
        <a:buChar char="•"/>
        <a:defRPr sz="1867" kern="1200">
          <a:solidFill>
            <a:schemeClr val="tx1">
              <a:lumMod val="65000"/>
              <a:lumOff val="35000"/>
            </a:schemeClr>
          </a:solidFill>
          <a:latin typeface="微软雅黑" panose="020B0503020204020204" pitchFamily="34" charset="-122"/>
          <a:ea typeface="微软雅黑" panose="020B0503020204020204" pitchFamily="34" charset="-122"/>
          <a:cs typeface="+mn-cs"/>
        </a:defRPr>
      </a:lvl3pPr>
      <a:lvl4pPr marL="1600220" indent="-228603" algn="l" defTabSz="914412" rtl="0" eaLnBrk="1" latinLnBrk="0" hangingPunct="1">
        <a:lnSpc>
          <a:spcPct val="100000"/>
        </a:lnSpc>
        <a:spcBef>
          <a:spcPts val="500"/>
        </a:spcBef>
        <a:buClr>
          <a:schemeClr val="accent6">
            <a:lumMod val="60000"/>
            <a:lumOff val="40000"/>
          </a:schemeClr>
        </a:buClr>
        <a:buSzPct val="100000"/>
        <a:buFont typeface="Arial" panose="020B0604020202020204" pitchFamily="34" charset="0"/>
        <a:buChar char="•"/>
        <a:defRPr sz="1867" kern="1200">
          <a:solidFill>
            <a:schemeClr val="tx1">
              <a:lumMod val="65000"/>
              <a:lumOff val="35000"/>
            </a:schemeClr>
          </a:solidFill>
          <a:latin typeface="微软雅黑" panose="020B0503020204020204" pitchFamily="34" charset="-122"/>
          <a:ea typeface="微软雅黑" panose="020B0503020204020204" pitchFamily="34" charset="-122"/>
          <a:cs typeface="+mn-cs"/>
        </a:defRPr>
      </a:lvl4pPr>
      <a:lvl5pPr marL="1828823" indent="0" algn="l" defTabSz="914412" rtl="0" eaLnBrk="1" latinLnBrk="0" hangingPunct="1">
        <a:lnSpc>
          <a:spcPct val="100000"/>
        </a:lnSpc>
        <a:spcBef>
          <a:spcPts val="500"/>
        </a:spcBef>
        <a:buClr>
          <a:schemeClr val="accent6">
            <a:lumMod val="60000"/>
            <a:lumOff val="40000"/>
          </a:schemeClr>
        </a:buClr>
        <a:buSzPct val="130000"/>
        <a:buFont typeface="Wingdings" panose="05000000000000000000" pitchFamily="2" charset="2"/>
        <a:buNone/>
        <a:defRPr sz="1867" kern="1200">
          <a:solidFill>
            <a:schemeClr val="tx1">
              <a:lumMod val="65000"/>
              <a:lumOff val="35000"/>
            </a:schemeClr>
          </a:solidFill>
          <a:latin typeface="微软雅黑" panose="020B0503020204020204" pitchFamily="34" charset="-122"/>
          <a:ea typeface="微软雅黑" panose="020B0503020204020204" pitchFamily="34" charset="-122"/>
          <a:cs typeface="+mn-cs"/>
        </a:defRPr>
      </a:lvl5pPr>
      <a:lvl6pPr marL="2514632" indent="-228603" algn="l" defTabSz="914412"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6pPr>
      <a:lvl7pPr marL="2971837" indent="-228603" algn="l" defTabSz="914412"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7pPr>
      <a:lvl8pPr marL="3429043" indent="-228603" algn="l" defTabSz="914412"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8pPr>
      <a:lvl9pPr marL="3886249" indent="-228603" algn="l" defTabSz="914412"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9pPr>
    </p:bodyStyle>
    <p:otherStyle>
      <a:defPPr>
        <a:defRPr lang="zh-CN"/>
      </a:defPPr>
      <a:lvl1pPr marL="0" algn="l" defTabSz="914412" rtl="0" eaLnBrk="1" latinLnBrk="0" hangingPunct="1">
        <a:defRPr sz="1867" kern="1200">
          <a:solidFill>
            <a:schemeClr val="tx1"/>
          </a:solidFill>
          <a:latin typeface="+mn-lt"/>
          <a:ea typeface="+mn-ea"/>
          <a:cs typeface="+mn-cs"/>
        </a:defRPr>
      </a:lvl1pPr>
      <a:lvl2pPr marL="457206" algn="l" defTabSz="914412" rtl="0" eaLnBrk="1" latinLnBrk="0" hangingPunct="1">
        <a:defRPr sz="1867" kern="1200">
          <a:solidFill>
            <a:schemeClr val="tx1"/>
          </a:solidFill>
          <a:latin typeface="+mn-lt"/>
          <a:ea typeface="+mn-ea"/>
          <a:cs typeface="+mn-cs"/>
        </a:defRPr>
      </a:lvl2pPr>
      <a:lvl3pPr marL="914412" algn="l" defTabSz="914412" rtl="0" eaLnBrk="1" latinLnBrk="0" hangingPunct="1">
        <a:defRPr sz="1867" kern="1200">
          <a:solidFill>
            <a:schemeClr val="tx1"/>
          </a:solidFill>
          <a:latin typeface="+mn-lt"/>
          <a:ea typeface="+mn-ea"/>
          <a:cs typeface="+mn-cs"/>
        </a:defRPr>
      </a:lvl3pPr>
      <a:lvl4pPr marL="1371617" algn="l" defTabSz="914412" rtl="0" eaLnBrk="1" latinLnBrk="0" hangingPunct="1">
        <a:defRPr sz="1867" kern="1200">
          <a:solidFill>
            <a:schemeClr val="tx1"/>
          </a:solidFill>
          <a:latin typeface="+mn-lt"/>
          <a:ea typeface="+mn-ea"/>
          <a:cs typeface="+mn-cs"/>
        </a:defRPr>
      </a:lvl4pPr>
      <a:lvl5pPr marL="1828823" algn="l" defTabSz="914412" rtl="0" eaLnBrk="1" latinLnBrk="0" hangingPunct="1">
        <a:defRPr sz="1867" kern="1200">
          <a:solidFill>
            <a:schemeClr val="tx1"/>
          </a:solidFill>
          <a:latin typeface="+mn-lt"/>
          <a:ea typeface="+mn-ea"/>
          <a:cs typeface="+mn-cs"/>
        </a:defRPr>
      </a:lvl5pPr>
      <a:lvl6pPr marL="2286029" algn="l" defTabSz="914412" rtl="0" eaLnBrk="1" latinLnBrk="0" hangingPunct="1">
        <a:defRPr sz="1867" kern="1200">
          <a:solidFill>
            <a:schemeClr val="tx1"/>
          </a:solidFill>
          <a:latin typeface="+mn-lt"/>
          <a:ea typeface="+mn-ea"/>
          <a:cs typeface="+mn-cs"/>
        </a:defRPr>
      </a:lvl6pPr>
      <a:lvl7pPr marL="2743235" algn="l" defTabSz="914412" rtl="0" eaLnBrk="1" latinLnBrk="0" hangingPunct="1">
        <a:defRPr sz="1867" kern="1200">
          <a:solidFill>
            <a:schemeClr val="tx1"/>
          </a:solidFill>
          <a:latin typeface="+mn-lt"/>
          <a:ea typeface="+mn-ea"/>
          <a:cs typeface="+mn-cs"/>
        </a:defRPr>
      </a:lvl7pPr>
      <a:lvl8pPr marL="3200440" algn="l" defTabSz="914412" rtl="0" eaLnBrk="1" latinLnBrk="0" hangingPunct="1">
        <a:defRPr sz="1867" kern="1200">
          <a:solidFill>
            <a:schemeClr val="tx1"/>
          </a:solidFill>
          <a:latin typeface="+mn-lt"/>
          <a:ea typeface="+mn-ea"/>
          <a:cs typeface="+mn-cs"/>
        </a:defRPr>
      </a:lvl8pPr>
      <a:lvl9pPr marL="3657646" algn="l" defTabSz="914412" rtl="0" eaLnBrk="1" latinLnBrk="0" hangingPunct="1">
        <a:defRPr sz="1867"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ltLang="zh-CN"/>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ltLang="zh-CN"/>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CB4B4D-7CA3-9044-876B-883B54F8677D}" type="slidenum">
              <a:rPr lang="en-US" altLang="zh-CN" smtClean="0"/>
              <a:t>‹#›</a:t>
            </a:fld>
            <a:endParaRPr lang="en-US" altLang="zh-CN"/>
          </a:p>
        </p:txBody>
      </p:sp>
    </p:spTree>
    <p:extLst>
      <p:ext uri="{BB962C8B-B14F-4D97-AF65-F5344CB8AC3E}">
        <p14:creationId xmlns:p14="http://schemas.microsoft.com/office/powerpoint/2010/main" val="4182737394"/>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736" r:id="rId12"/>
    <p:sldLayoutId id="2147483829"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810477"/>
            <a:ext cx="10515600" cy="555075"/>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p:cNvSpPr>
            <a:spLocks noGrp="1"/>
          </p:cNvSpPr>
          <p:nvPr>
            <p:ph type="body" idx="1"/>
          </p:nvPr>
        </p:nvSpPr>
        <p:spPr>
          <a:xfrm>
            <a:off x="838200" y="1451322"/>
            <a:ext cx="10515600" cy="5235229"/>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pic>
        <p:nvPicPr>
          <p:cNvPr id="8" name="图片 7" descr="研究院LOGO-渐变-转曲_画板 1.png"/>
          <p:cNvPicPr>
            <a:picLocks noChangeAspect="1"/>
          </p:cNvPicPr>
          <p:nvPr userDrawn="1"/>
        </p:nvPicPr>
        <p:blipFill>
          <a:blip r:embed="rId21">
            <a:alphaModFix amt="5000"/>
            <a:extLst>
              <a:ext uri="{28A0092B-C50C-407E-A947-70E740481C1C}">
                <a14:useLocalDpi xmlns:a14="http://schemas.microsoft.com/office/drawing/2010/main" val="0"/>
              </a:ext>
            </a:extLst>
          </a:blip>
          <a:stretch>
            <a:fillRect/>
          </a:stretch>
        </p:blipFill>
        <p:spPr>
          <a:xfrm>
            <a:off x="7122319" y="2562740"/>
            <a:ext cx="3900488" cy="4023798"/>
          </a:xfrm>
          <a:prstGeom prst="rect">
            <a:avLst/>
          </a:prstGeom>
        </p:spPr>
      </p:pic>
    </p:spTree>
    <p:extLst>
      <p:ext uri="{BB962C8B-B14F-4D97-AF65-F5344CB8AC3E}">
        <p14:creationId xmlns:p14="http://schemas.microsoft.com/office/powerpoint/2010/main" val="1568411904"/>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4" r:id="rId12"/>
    <p:sldLayoutId id="2147483765" r:id="rId13"/>
    <p:sldLayoutId id="2147483766" r:id="rId14"/>
    <p:sldLayoutId id="2147483767" r:id="rId15"/>
    <p:sldLayoutId id="2147483768" r:id="rId16"/>
    <p:sldLayoutId id="2147483769" r:id="rId17"/>
    <p:sldLayoutId id="2147483770" r:id="rId18"/>
    <p:sldLayoutId id="2147483771" r:id="rId19"/>
  </p:sldLayoutIdLst>
  <p:txStyles>
    <p:titleStyle>
      <a:lvl1pPr algn="l" defTabSz="457200" rtl="0" eaLnBrk="1" latinLnBrk="0" hangingPunct="1">
        <a:lnSpc>
          <a:spcPct val="90000"/>
        </a:lnSpc>
        <a:spcBef>
          <a:spcPct val="0"/>
        </a:spcBef>
        <a:buNone/>
        <a:defRPr sz="3000" b="1" kern="1200">
          <a:solidFill>
            <a:schemeClr val="tx1"/>
          </a:solidFill>
          <a:latin typeface="SimSun" charset="-122"/>
          <a:ea typeface="SimSun" charset="-122"/>
          <a:cs typeface="SimSun" charset="-122"/>
        </a:defRPr>
      </a:lvl1pPr>
    </p:titleStyle>
    <p:bodyStyle>
      <a:lvl1pPr marL="535782" indent="-535782" algn="l" defTabSz="457200" rtl="0" eaLnBrk="1" latinLnBrk="0" hangingPunct="1">
        <a:lnSpc>
          <a:spcPct val="100000"/>
        </a:lnSpc>
        <a:spcBef>
          <a:spcPts val="500"/>
        </a:spcBef>
        <a:buFont typeface="Wingdings" charset="2"/>
        <a:buChar char="n"/>
        <a:tabLst/>
        <a:defRPr sz="2700" kern="1200">
          <a:solidFill>
            <a:schemeClr val="tx1"/>
          </a:solidFill>
          <a:latin typeface="SimSun" charset="-122"/>
          <a:ea typeface="SimSun" charset="-122"/>
          <a:cs typeface="SimSun" charset="-122"/>
        </a:defRPr>
      </a:lvl1pPr>
      <a:lvl2pPr marL="577850" indent="565150" algn="l" defTabSz="457200" rtl="0" eaLnBrk="1" latinLnBrk="0" hangingPunct="1">
        <a:lnSpc>
          <a:spcPct val="100000"/>
        </a:lnSpc>
        <a:spcBef>
          <a:spcPts val="250"/>
        </a:spcBef>
        <a:buFont typeface="Wingdings" charset="2"/>
        <a:buChar char="p"/>
        <a:tabLst/>
        <a:defRPr sz="2700" kern="1200">
          <a:solidFill>
            <a:schemeClr val="tx1"/>
          </a:solidFill>
          <a:latin typeface="SimSun" charset="-122"/>
          <a:ea typeface="SimSun" charset="-122"/>
          <a:cs typeface="SimSun" charset="-122"/>
        </a:defRPr>
      </a:lvl2pPr>
      <a:lvl3pPr marL="1100138" indent="508000" algn="l" defTabSz="457200" rtl="0" eaLnBrk="1" latinLnBrk="0" hangingPunct="1">
        <a:lnSpc>
          <a:spcPct val="100000"/>
        </a:lnSpc>
        <a:spcBef>
          <a:spcPts val="250"/>
        </a:spcBef>
        <a:buFont typeface="Wingdings" charset="2"/>
        <a:buChar char="n"/>
        <a:tabLst/>
        <a:defRPr sz="2700" kern="1200">
          <a:solidFill>
            <a:schemeClr val="tx1"/>
          </a:solidFill>
          <a:latin typeface="SimSun" charset="-122"/>
          <a:ea typeface="SimSun" charset="-122"/>
          <a:cs typeface="SimSun" charset="-122"/>
        </a:defRPr>
      </a:lvl3pPr>
      <a:lvl4pPr marL="1608138" indent="465932" algn="l" defTabSz="457200" rtl="0" eaLnBrk="1" latinLnBrk="0" hangingPunct="1">
        <a:lnSpc>
          <a:spcPct val="100000"/>
        </a:lnSpc>
        <a:spcBef>
          <a:spcPts val="250"/>
        </a:spcBef>
        <a:buFont typeface="Wingdings" charset="2"/>
        <a:buChar char="p"/>
        <a:tabLst/>
        <a:defRPr sz="2400" kern="1200">
          <a:solidFill>
            <a:schemeClr val="tx1"/>
          </a:solidFill>
          <a:latin typeface="SimSun" charset="-122"/>
          <a:ea typeface="SimSun" charset="-122"/>
          <a:cs typeface="SimSun" charset="-122"/>
        </a:defRPr>
      </a:lvl4pPr>
      <a:lvl5pPr marL="2045494" indent="381000" algn="l" defTabSz="457200" rtl="0" eaLnBrk="1" latinLnBrk="0" hangingPunct="1">
        <a:lnSpc>
          <a:spcPct val="100000"/>
        </a:lnSpc>
        <a:spcBef>
          <a:spcPts val="250"/>
        </a:spcBef>
        <a:buFont typeface="Wingdings" charset="2"/>
        <a:buChar char="n"/>
        <a:tabLst/>
        <a:defRPr sz="2200" kern="1200">
          <a:solidFill>
            <a:schemeClr val="tx1"/>
          </a:solidFill>
          <a:latin typeface="SimSun" charset="-122"/>
          <a:ea typeface="SimSun" charset="-122"/>
          <a:cs typeface="SimSun" charset="-122"/>
        </a:defRPr>
      </a:lvl5pPr>
      <a:lvl6pPr marL="1257300" indent="-114300" algn="l" defTabSz="457200" rtl="0" eaLnBrk="1" latinLnBrk="0" hangingPunct="1">
        <a:lnSpc>
          <a:spcPct val="90000"/>
        </a:lnSpc>
        <a:spcBef>
          <a:spcPts val="250"/>
        </a:spcBef>
        <a:buFont typeface="Arial"/>
        <a:buChar char="•"/>
        <a:defRPr sz="900" kern="1200">
          <a:solidFill>
            <a:schemeClr val="tx1"/>
          </a:solidFill>
          <a:latin typeface="+mn-lt"/>
          <a:ea typeface="+mn-ea"/>
          <a:cs typeface="+mn-cs"/>
        </a:defRPr>
      </a:lvl6pPr>
      <a:lvl7pPr marL="1485900" indent="-114300" algn="l" defTabSz="457200" rtl="0" eaLnBrk="1" latinLnBrk="0" hangingPunct="1">
        <a:lnSpc>
          <a:spcPct val="90000"/>
        </a:lnSpc>
        <a:spcBef>
          <a:spcPts val="250"/>
        </a:spcBef>
        <a:buFont typeface="Arial"/>
        <a:buChar char="•"/>
        <a:defRPr sz="900" kern="1200">
          <a:solidFill>
            <a:schemeClr val="tx1"/>
          </a:solidFill>
          <a:latin typeface="+mn-lt"/>
          <a:ea typeface="+mn-ea"/>
          <a:cs typeface="+mn-cs"/>
        </a:defRPr>
      </a:lvl7pPr>
      <a:lvl8pPr marL="1714500" indent="-114300" algn="l" defTabSz="457200" rtl="0" eaLnBrk="1" latinLnBrk="0" hangingPunct="1">
        <a:lnSpc>
          <a:spcPct val="90000"/>
        </a:lnSpc>
        <a:spcBef>
          <a:spcPts val="250"/>
        </a:spcBef>
        <a:buFont typeface="Arial"/>
        <a:buChar char="•"/>
        <a:defRPr sz="900" kern="1200">
          <a:solidFill>
            <a:schemeClr val="tx1"/>
          </a:solidFill>
          <a:latin typeface="+mn-lt"/>
          <a:ea typeface="+mn-ea"/>
          <a:cs typeface="+mn-cs"/>
        </a:defRPr>
      </a:lvl8pPr>
      <a:lvl9pPr marL="1943100" indent="-114300" algn="l" defTabSz="457200" rtl="0" eaLnBrk="1" latinLnBrk="0" hangingPunct="1">
        <a:lnSpc>
          <a:spcPct val="90000"/>
        </a:lnSpc>
        <a:spcBef>
          <a:spcPts val="250"/>
        </a:spcBef>
        <a:buFont typeface="Arial"/>
        <a:buChar char="•"/>
        <a:defRPr sz="900" kern="1200">
          <a:solidFill>
            <a:schemeClr val="tx1"/>
          </a:solidFill>
          <a:latin typeface="+mn-lt"/>
          <a:ea typeface="+mn-ea"/>
          <a:cs typeface="+mn-cs"/>
        </a:defRPr>
      </a:lvl9pPr>
    </p:bodyStyle>
    <p:otherStyle>
      <a:defPPr>
        <a:defRPr lang="zh-CN"/>
      </a:defPPr>
      <a:lvl1pPr marL="0" algn="l" defTabSz="457200" rtl="0" eaLnBrk="1" latinLnBrk="0" hangingPunct="1">
        <a:defRPr sz="900" kern="1200">
          <a:solidFill>
            <a:schemeClr val="tx1"/>
          </a:solidFill>
          <a:latin typeface="+mn-lt"/>
          <a:ea typeface="+mn-ea"/>
          <a:cs typeface="+mn-cs"/>
        </a:defRPr>
      </a:lvl1pPr>
      <a:lvl2pPr marL="228600" algn="l" defTabSz="457200" rtl="0" eaLnBrk="1" latinLnBrk="0" hangingPunct="1">
        <a:defRPr sz="900" kern="1200">
          <a:solidFill>
            <a:schemeClr val="tx1"/>
          </a:solidFill>
          <a:latin typeface="+mn-lt"/>
          <a:ea typeface="+mn-ea"/>
          <a:cs typeface="+mn-cs"/>
        </a:defRPr>
      </a:lvl2pPr>
      <a:lvl3pPr marL="457200" algn="l" defTabSz="457200" rtl="0" eaLnBrk="1" latinLnBrk="0" hangingPunct="1">
        <a:defRPr sz="900" kern="1200">
          <a:solidFill>
            <a:schemeClr val="tx1"/>
          </a:solidFill>
          <a:latin typeface="+mn-lt"/>
          <a:ea typeface="+mn-ea"/>
          <a:cs typeface="+mn-cs"/>
        </a:defRPr>
      </a:lvl3pPr>
      <a:lvl4pPr marL="685800" algn="l" defTabSz="457200" rtl="0" eaLnBrk="1" latinLnBrk="0" hangingPunct="1">
        <a:defRPr sz="900" kern="1200">
          <a:solidFill>
            <a:schemeClr val="tx1"/>
          </a:solidFill>
          <a:latin typeface="+mn-lt"/>
          <a:ea typeface="+mn-ea"/>
          <a:cs typeface="+mn-cs"/>
        </a:defRPr>
      </a:lvl4pPr>
      <a:lvl5pPr marL="914400" algn="l" defTabSz="457200" rtl="0" eaLnBrk="1" latinLnBrk="0" hangingPunct="1">
        <a:defRPr sz="900" kern="1200">
          <a:solidFill>
            <a:schemeClr val="tx1"/>
          </a:solidFill>
          <a:latin typeface="+mn-lt"/>
          <a:ea typeface="+mn-ea"/>
          <a:cs typeface="+mn-cs"/>
        </a:defRPr>
      </a:lvl5pPr>
      <a:lvl6pPr marL="1143000" algn="l" defTabSz="457200" rtl="0" eaLnBrk="1" latinLnBrk="0" hangingPunct="1">
        <a:defRPr sz="900" kern="1200">
          <a:solidFill>
            <a:schemeClr val="tx1"/>
          </a:solidFill>
          <a:latin typeface="+mn-lt"/>
          <a:ea typeface="+mn-ea"/>
          <a:cs typeface="+mn-cs"/>
        </a:defRPr>
      </a:lvl6pPr>
      <a:lvl7pPr marL="1371600" algn="l" defTabSz="457200" rtl="0" eaLnBrk="1" latinLnBrk="0" hangingPunct="1">
        <a:defRPr sz="900" kern="1200">
          <a:solidFill>
            <a:schemeClr val="tx1"/>
          </a:solidFill>
          <a:latin typeface="+mn-lt"/>
          <a:ea typeface="+mn-ea"/>
          <a:cs typeface="+mn-cs"/>
        </a:defRPr>
      </a:lvl7pPr>
      <a:lvl8pPr marL="1600200" algn="l" defTabSz="457200" rtl="0" eaLnBrk="1" latinLnBrk="0" hangingPunct="1">
        <a:defRPr sz="900" kern="1200">
          <a:solidFill>
            <a:schemeClr val="tx1"/>
          </a:solidFill>
          <a:latin typeface="+mn-lt"/>
          <a:ea typeface="+mn-ea"/>
          <a:cs typeface="+mn-cs"/>
        </a:defRPr>
      </a:lvl8pPr>
      <a:lvl9pPr marL="1828800" algn="l" defTabSz="457200" rtl="0" eaLnBrk="1" latinLnBrk="0" hangingPunct="1">
        <a:defRPr sz="9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5980972"/>
      </p:ext>
    </p:extLst>
  </p:cSld>
  <p:clrMap bg1="lt1" tx1="dk1" bg2="lt2" tx2="dk2" accent1="accent1" accent2="accent2" accent3="accent3" accent4="accent4" accent5="accent5" accent6="accent6" hlink="hlink" folHlink="folHlink"/>
  <p:sldLayoutIdLst>
    <p:sldLayoutId id="2147483785" r:id="rId1"/>
    <p:sldLayoutId id="2147483786" r:id="rId2"/>
    <p:sldLayoutId id="2147483787" r:id="rId3"/>
    <p:sldLayoutId id="2147483788" r:id="rId4"/>
    <p:sldLayoutId id="2147483789" r:id="rId5"/>
    <p:sldLayoutId id="2147483790" r:id="rId6"/>
  </p:sldLayoutIdLst>
  <p:txStyles>
    <p:titleStyle>
      <a:lvl1pPr algn="l" defTabSz="457200" rtl="0" eaLnBrk="1" latinLnBrk="0" hangingPunct="1">
        <a:lnSpc>
          <a:spcPct val="90000"/>
        </a:lnSpc>
        <a:spcBef>
          <a:spcPct val="0"/>
        </a:spcBef>
        <a:buNone/>
        <a:defRPr sz="2200" kern="1200">
          <a:solidFill>
            <a:schemeClr val="tx1"/>
          </a:solidFill>
          <a:latin typeface="+mj-lt"/>
          <a:ea typeface="+mj-ea"/>
          <a:cs typeface="+mj-cs"/>
        </a:defRPr>
      </a:lvl1pPr>
    </p:titleStyle>
    <p:bodyStyle>
      <a:lvl1pPr marL="114300" indent="-114300" algn="l" defTabSz="4572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1pPr>
      <a:lvl2pPr marL="342900" indent="-114300" algn="l" defTabSz="457200" rtl="0" eaLnBrk="1" latinLnBrk="0" hangingPunct="1">
        <a:lnSpc>
          <a:spcPct val="90000"/>
        </a:lnSpc>
        <a:spcBef>
          <a:spcPts val="250"/>
        </a:spcBef>
        <a:buFont typeface="Arial" panose="020B0604020202020204" pitchFamily="34" charset="0"/>
        <a:buChar char="•"/>
        <a:defRPr sz="1200" kern="1200">
          <a:solidFill>
            <a:schemeClr val="tx1"/>
          </a:solidFill>
          <a:latin typeface="+mn-lt"/>
          <a:ea typeface="+mn-ea"/>
          <a:cs typeface="+mn-cs"/>
        </a:defRPr>
      </a:lvl2pPr>
      <a:lvl3pPr marL="571500" indent="-114300" algn="l" defTabSz="457200" rtl="0" eaLnBrk="1" latinLnBrk="0" hangingPunct="1">
        <a:lnSpc>
          <a:spcPct val="90000"/>
        </a:lnSpc>
        <a:spcBef>
          <a:spcPts val="250"/>
        </a:spcBef>
        <a:buFont typeface="Arial" panose="020B0604020202020204" pitchFamily="34" charset="0"/>
        <a:buChar char="•"/>
        <a:defRPr sz="1000" kern="1200">
          <a:solidFill>
            <a:schemeClr val="tx1"/>
          </a:solidFill>
          <a:latin typeface="+mn-lt"/>
          <a:ea typeface="+mn-ea"/>
          <a:cs typeface="+mn-cs"/>
        </a:defRPr>
      </a:lvl3pPr>
      <a:lvl4pPr marL="8001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4pPr>
      <a:lvl5pPr marL="10287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5pPr>
      <a:lvl6pPr marL="12573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6pPr>
      <a:lvl7pPr marL="14859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7pPr>
      <a:lvl8pPr marL="17145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31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900" kern="1200">
          <a:solidFill>
            <a:schemeClr val="tx1"/>
          </a:solidFill>
          <a:latin typeface="+mn-lt"/>
          <a:ea typeface="+mn-ea"/>
          <a:cs typeface="+mn-cs"/>
        </a:defRPr>
      </a:lvl1pPr>
      <a:lvl2pPr marL="228600" algn="l" defTabSz="457200" rtl="0" eaLnBrk="1" latinLnBrk="0" hangingPunct="1">
        <a:defRPr sz="900" kern="1200">
          <a:solidFill>
            <a:schemeClr val="tx1"/>
          </a:solidFill>
          <a:latin typeface="+mn-lt"/>
          <a:ea typeface="+mn-ea"/>
          <a:cs typeface="+mn-cs"/>
        </a:defRPr>
      </a:lvl2pPr>
      <a:lvl3pPr marL="457200" algn="l" defTabSz="457200" rtl="0" eaLnBrk="1" latinLnBrk="0" hangingPunct="1">
        <a:defRPr sz="900" kern="1200">
          <a:solidFill>
            <a:schemeClr val="tx1"/>
          </a:solidFill>
          <a:latin typeface="+mn-lt"/>
          <a:ea typeface="+mn-ea"/>
          <a:cs typeface="+mn-cs"/>
        </a:defRPr>
      </a:lvl3pPr>
      <a:lvl4pPr marL="685800" algn="l" defTabSz="457200" rtl="0" eaLnBrk="1" latinLnBrk="0" hangingPunct="1">
        <a:defRPr sz="900" kern="1200">
          <a:solidFill>
            <a:schemeClr val="tx1"/>
          </a:solidFill>
          <a:latin typeface="+mn-lt"/>
          <a:ea typeface="+mn-ea"/>
          <a:cs typeface="+mn-cs"/>
        </a:defRPr>
      </a:lvl4pPr>
      <a:lvl5pPr marL="914400" algn="l" defTabSz="457200" rtl="0" eaLnBrk="1" latinLnBrk="0" hangingPunct="1">
        <a:defRPr sz="900" kern="1200">
          <a:solidFill>
            <a:schemeClr val="tx1"/>
          </a:solidFill>
          <a:latin typeface="+mn-lt"/>
          <a:ea typeface="+mn-ea"/>
          <a:cs typeface="+mn-cs"/>
        </a:defRPr>
      </a:lvl5pPr>
      <a:lvl6pPr marL="1143000" algn="l" defTabSz="457200" rtl="0" eaLnBrk="1" latinLnBrk="0" hangingPunct="1">
        <a:defRPr sz="900" kern="1200">
          <a:solidFill>
            <a:schemeClr val="tx1"/>
          </a:solidFill>
          <a:latin typeface="+mn-lt"/>
          <a:ea typeface="+mn-ea"/>
          <a:cs typeface="+mn-cs"/>
        </a:defRPr>
      </a:lvl6pPr>
      <a:lvl7pPr marL="1371600" algn="l" defTabSz="457200" rtl="0" eaLnBrk="1" latinLnBrk="0" hangingPunct="1">
        <a:defRPr sz="900" kern="1200">
          <a:solidFill>
            <a:schemeClr val="tx1"/>
          </a:solidFill>
          <a:latin typeface="+mn-lt"/>
          <a:ea typeface="+mn-ea"/>
          <a:cs typeface="+mn-cs"/>
        </a:defRPr>
      </a:lvl7pPr>
      <a:lvl8pPr marL="1600200" algn="l" defTabSz="457200" rtl="0" eaLnBrk="1" latinLnBrk="0" hangingPunct="1">
        <a:defRPr sz="900" kern="1200">
          <a:solidFill>
            <a:schemeClr val="tx1"/>
          </a:solidFill>
          <a:latin typeface="+mn-lt"/>
          <a:ea typeface="+mn-ea"/>
          <a:cs typeface="+mn-cs"/>
        </a:defRPr>
      </a:lvl8pPr>
      <a:lvl9pPr marL="1828800" algn="l" defTabSz="457200" rtl="0" eaLnBrk="1" latinLnBrk="0" hangingPunct="1">
        <a:defRPr sz="9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16" cstate="print"/>
          <a:srcRect/>
          <a:stretch>
            <a:fillRect/>
          </a:stretch>
        </p:blipFill>
        <p:spPr bwMode="auto">
          <a:xfrm>
            <a:off x="0" y="0"/>
            <a:ext cx="12192000" cy="6858000"/>
          </a:xfrm>
          <a:prstGeom prst="rect">
            <a:avLst/>
          </a:prstGeom>
          <a:noFill/>
          <a:ln w="9525">
            <a:noFill/>
            <a:miter lim="800000"/>
            <a:headEnd/>
            <a:tailEnd/>
          </a:ln>
        </p:spPr>
      </p:pic>
      <p:sp>
        <p:nvSpPr>
          <p:cNvPr id="1027" name="Rectangle 3"/>
          <p:cNvSpPr>
            <a:spLocks noGrp="1" noChangeArrowheads="1"/>
          </p:cNvSpPr>
          <p:nvPr>
            <p:ph type="title"/>
          </p:nvPr>
        </p:nvSpPr>
        <p:spPr bwMode="auto">
          <a:xfrm>
            <a:off x="347134" y="457201"/>
            <a:ext cx="11497734" cy="7397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8" name="Rectangle 4"/>
          <p:cNvSpPr>
            <a:spLocks noGrp="1" noChangeArrowheads="1"/>
          </p:cNvSpPr>
          <p:nvPr>
            <p:ph type="body" idx="1"/>
          </p:nvPr>
        </p:nvSpPr>
        <p:spPr bwMode="auto">
          <a:xfrm>
            <a:off x="347134" y="1341438"/>
            <a:ext cx="11497734" cy="52562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101" name="Rectangle 5"/>
          <p:cNvSpPr>
            <a:spLocks noChangeArrowheads="1"/>
          </p:cNvSpPr>
          <p:nvPr/>
        </p:nvSpPr>
        <p:spPr bwMode="auto">
          <a:xfrm>
            <a:off x="3134784" y="26988"/>
            <a:ext cx="9057216" cy="431800"/>
          </a:xfrm>
          <a:prstGeom prst="rect">
            <a:avLst/>
          </a:prstGeom>
          <a:gradFill rotWithShape="1">
            <a:gsLst>
              <a:gs pos="0">
                <a:srgbClr val="BAC4D8"/>
              </a:gs>
              <a:gs pos="100000">
                <a:srgbClr val="BAC4D8">
                  <a:gamma/>
                  <a:tint val="0"/>
                  <a:invGamma/>
                </a:srgbClr>
              </a:gs>
            </a:gsLst>
            <a:lin ang="0" scaled="1"/>
          </a:gradFill>
          <a:ln w="9525">
            <a:noFill/>
            <a:miter lim="800000"/>
            <a:headEnd/>
            <a:tailEnd/>
          </a:ln>
          <a:effectLst/>
        </p:spPr>
        <p:txBody>
          <a:bodyPr wrap="none" anchor="ctr"/>
          <a:lstStyle/>
          <a:p>
            <a:pPr>
              <a:defRPr/>
            </a:pPr>
            <a:endParaRPr lang="zh-CN" altLang="en-US" sz="3000"/>
          </a:p>
        </p:txBody>
      </p:sp>
      <p:pic>
        <p:nvPicPr>
          <p:cNvPr id="1030" name="Picture 6"/>
          <p:cNvPicPr preferRelativeResize="0">
            <a:picLocks noChangeArrowheads="1"/>
          </p:cNvPicPr>
          <p:nvPr/>
        </p:nvPicPr>
        <p:blipFill>
          <a:blip r:embed="rId17" cstate="print"/>
          <a:srcRect/>
          <a:stretch>
            <a:fillRect/>
          </a:stretch>
        </p:blipFill>
        <p:spPr bwMode="auto">
          <a:xfrm>
            <a:off x="0" y="26988"/>
            <a:ext cx="3166534" cy="431800"/>
          </a:xfrm>
          <a:prstGeom prst="rect">
            <a:avLst/>
          </a:prstGeom>
          <a:noFill/>
          <a:ln w="9525">
            <a:noFill/>
            <a:miter lim="800000"/>
            <a:headEnd/>
            <a:tailEnd/>
          </a:ln>
        </p:spPr>
      </p:pic>
    </p:spTree>
    <p:extLst>
      <p:ext uri="{BB962C8B-B14F-4D97-AF65-F5344CB8AC3E}">
        <p14:creationId xmlns:p14="http://schemas.microsoft.com/office/powerpoint/2010/main" val="2949488442"/>
      </p:ext>
    </p:extLst>
  </p:cSld>
  <p:clrMap bg1="lt1" tx1="dk1" bg2="lt2" tx2="dk2" accent1="accent1" accent2="accent2" accent3="accent3" accent4="accent4" accent5="accent5" accent6="accent6" hlink="hlink" folHlink="folHlink"/>
  <p:sldLayoutIdLst>
    <p:sldLayoutId id="2147483792"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02" r:id="rId11"/>
    <p:sldLayoutId id="2147483832" r:id="rId12"/>
    <p:sldLayoutId id="2147483855" r:id="rId13"/>
    <p:sldLayoutId id="2147483856" r:id="rId14"/>
  </p:sldLayoutIdLst>
  <p:txStyles>
    <p:titleStyle>
      <a:lvl1pPr algn="l" rtl="0" eaLnBrk="0" fontAlgn="base" hangingPunct="0">
        <a:spcBef>
          <a:spcPct val="0"/>
        </a:spcBef>
        <a:spcAft>
          <a:spcPct val="0"/>
        </a:spcAft>
        <a:defRPr sz="2400" b="1">
          <a:solidFill>
            <a:schemeClr val="tx1"/>
          </a:solidFill>
          <a:latin typeface="+mj-lt"/>
          <a:ea typeface="+mj-ea"/>
          <a:cs typeface="+mj-cs"/>
        </a:defRPr>
      </a:lvl1pPr>
      <a:lvl2pPr algn="l" rtl="0" eaLnBrk="0" fontAlgn="base" hangingPunct="0">
        <a:spcBef>
          <a:spcPct val="0"/>
        </a:spcBef>
        <a:spcAft>
          <a:spcPct val="0"/>
        </a:spcAft>
        <a:defRPr sz="2400" b="1">
          <a:solidFill>
            <a:schemeClr val="tx1"/>
          </a:solidFill>
          <a:latin typeface="Arial" pitchFamily="34" charset="0"/>
          <a:ea typeface="宋体" pitchFamily="2" charset="-122"/>
        </a:defRPr>
      </a:lvl2pPr>
      <a:lvl3pPr algn="l" rtl="0" eaLnBrk="0" fontAlgn="base" hangingPunct="0">
        <a:spcBef>
          <a:spcPct val="0"/>
        </a:spcBef>
        <a:spcAft>
          <a:spcPct val="0"/>
        </a:spcAft>
        <a:defRPr sz="2400" b="1">
          <a:solidFill>
            <a:schemeClr val="tx1"/>
          </a:solidFill>
          <a:latin typeface="Arial" pitchFamily="34" charset="0"/>
          <a:ea typeface="宋体" pitchFamily="2" charset="-122"/>
        </a:defRPr>
      </a:lvl3pPr>
      <a:lvl4pPr algn="l" rtl="0" eaLnBrk="0" fontAlgn="base" hangingPunct="0">
        <a:spcBef>
          <a:spcPct val="0"/>
        </a:spcBef>
        <a:spcAft>
          <a:spcPct val="0"/>
        </a:spcAft>
        <a:defRPr sz="2400" b="1">
          <a:solidFill>
            <a:schemeClr val="tx1"/>
          </a:solidFill>
          <a:latin typeface="Arial" pitchFamily="34" charset="0"/>
          <a:ea typeface="宋体" pitchFamily="2" charset="-122"/>
        </a:defRPr>
      </a:lvl4pPr>
      <a:lvl5pPr algn="l" rtl="0" eaLnBrk="0" fontAlgn="base" hangingPunct="0">
        <a:spcBef>
          <a:spcPct val="0"/>
        </a:spcBef>
        <a:spcAft>
          <a:spcPct val="0"/>
        </a:spcAft>
        <a:defRPr sz="2400" b="1">
          <a:solidFill>
            <a:schemeClr val="tx1"/>
          </a:solidFill>
          <a:latin typeface="Arial" pitchFamily="34" charset="0"/>
          <a:ea typeface="宋体" pitchFamily="2" charset="-122"/>
        </a:defRPr>
      </a:lvl5pPr>
      <a:lvl6pPr marL="457200" algn="l" rtl="0" fontAlgn="base">
        <a:spcBef>
          <a:spcPct val="0"/>
        </a:spcBef>
        <a:spcAft>
          <a:spcPct val="0"/>
        </a:spcAft>
        <a:defRPr sz="2400" b="1">
          <a:solidFill>
            <a:schemeClr val="tx1"/>
          </a:solidFill>
          <a:latin typeface="Arial" pitchFamily="34" charset="0"/>
          <a:ea typeface="宋体" pitchFamily="2" charset="-122"/>
        </a:defRPr>
      </a:lvl6pPr>
      <a:lvl7pPr marL="914400" algn="l" rtl="0" fontAlgn="base">
        <a:spcBef>
          <a:spcPct val="0"/>
        </a:spcBef>
        <a:spcAft>
          <a:spcPct val="0"/>
        </a:spcAft>
        <a:defRPr sz="2400" b="1">
          <a:solidFill>
            <a:schemeClr val="tx1"/>
          </a:solidFill>
          <a:latin typeface="Arial" pitchFamily="34" charset="0"/>
          <a:ea typeface="宋体" pitchFamily="2" charset="-122"/>
        </a:defRPr>
      </a:lvl7pPr>
      <a:lvl8pPr marL="1371600" algn="l" rtl="0" fontAlgn="base">
        <a:spcBef>
          <a:spcPct val="0"/>
        </a:spcBef>
        <a:spcAft>
          <a:spcPct val="0"/>
        </a:spcAft>
        <a:defRPr sz="2400" b="1">
          <a:solidFill>
            <a:schemeClr val="tx1"/>
          </a:solidFill>
          <a:latin typeface="Arial" pitchFamily="34" charset="0"/>
          <a:ea typeface="宋体" pitchFamily="2" charset="-122"/>
        </a:defRPr>
      </a:lvl8pPr>
      <a:lvl9pPr marL="1828800" algn="l" rtl="0" fontAlgn="base">
        <a:spcBef>
          <a:spcPct val="0"/>
        </a:spcBef>
        <a:spcAft>
          <a:spcPct val="0"/>
        </a:spcAft>
        <a:defRPr sz="2400" b="1">
          <a:solidFill>
            <a:schemeClr val="tx1"/>
          </a:solidFill>
          <a:latin typeface="Arial" pitchFamily="34" charset="0"/>
          <a:ea typeface="宋体"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itchFamily="2" charset="2"/>
        <a:buChar char="n"/>
        <a:defRPr sz="24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400" b="1">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2000" b="1">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itchFamily="2" charset="2"/>
        <a:buChar char="§"/>
        <a:defRPr sz="2000" b="1">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b="1">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b="1">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b="1">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4" name="图片 13"/>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154511" y="6086820"/>
            <a:ext cx="12600000" cy="1248139"/>
          </a:xfrm>
          <a:prstGeom prst="rect">
            <a:avLst/>
          </a:prstGeom>
        </p:spPr>
      </p:pic>
      <p:pic>
        <p:nvPicPr>
          <p:cNvPr id="15" name="图片 14"/>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59699" y="6567642"/>
            <a:ext cx="2030639" cy="294094"/>
          </a:xfrm>
          <a:prstGeom prst="rect">
            <a:avLst/>
          </a:prstGeom>
        </p:spPr>
      </p:pic>
      <p:sp>
        <p:nvSpPr>
          <p:cNvPr id="2" name="标题占位符 1"/>
          <p:cNvSpPr>
            <a:spLocks noGrp="1"/>
          </p:cNvSpPr>
          <p:nvPr>
            <p:ph type="title"/>
          </p:nvPr>
        </p:nvSpPr>
        <p:spPr>
          <a:xfrm>
            <a:off x="614680" y="212726"/>
            <a:ext cx="3831319" cy="399521"/>
          </a:xfrm>
          <a:prstGeom prst="rect">
            <a:avLst/>
          </a:prstGeom>
        </p:spPr>
        <p:txBody>
          <a:bodyPr wrap="none" lIns="68580" tIns="34290" rIns="68580" bIns="34290">
            <a:spAutoFit/>
          </a:bodyPr>
          <a:lstStyle/>
          <a:p>
            <a:pPr marL="0" lvl="0" defTabSz="1212740"/>
            <a:r>
              <a:rPr lang="zh-CN" altLang="en-US" dirty="0"/>
              <a:t>单击此处编辑母版标题样式</a:t>
            </a:r>
          </a:p>
        </p:txBody>
      </p:sp>
      <p:sp>
        <p:nvSpPr>
          <p:cNvPr id="3" name="文本占位符 2"/>
          <p:cNvSpPr>
            <a:spLocks noGrp="1"/>
          </p:cNvSpPr>
          <p:nvPr>
            <p:ph type="body" idx="1"/>
          </p:nvPr>
        </p:nvSpPr>
        <p:spPr>
          <a:xfrm>
            <a:off x="621326" y="836714"/>
            <a:ext cx="10732477" cy="5340251"/>
          </a:xfrm>
          <a:prstGeom prst="rect">
            <a:avLst/>
          </a:prstGeom>
        </p:spPr>
        <p:txBody>
          <a:bodyPr vert="horz" lIns="68580" tIns="34290" rIns="68580" bIns="3429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
        <p:nvSpPr>
          <p:cNvPr id="6" name="灯片编号占位符 5"/>
          <p:cNvSpPr>
            <a:spLocks noGrp="1"/>
          </p:cNvSpPr>
          <p:nvPr>
            <p:ph type="sldNum" sz="quarter" idx="4"/>
          </p:nvPr>
        </p:nvSpPr>
        <p:spPr>
          <a:xfrm>
            <a:off x="8825410" y="6538047"/>
            <a:ext cx="2743200" cy="365125"/>
          </a:xfrm>
          <a:prstGeom prst="rect">
            <a:avLst/>
          </a:prstGeom>
        </p:spPr>
        <p:txBody>
          <a:bodyPr vert="horz" lIns="68580" tIns="34290" rIns="68580" bIns="34290" rtlCol="0" anchor="ctr"/>
          <a:lstStyle>
            <a:lvl1pPr algn="r">
              <a:defRPr sz="1459" b="0">
                <a:solidFill>
                  <a:schemeClr val="bg1"/>
                </a:solidFill>
                <a:latin typeface="Arial" panose="020B0604020202020204" pitchFamily="34" charset="0"/>
                <a:ea typeface="微软雅黑" panose="020B0503020204020204" pitchFamily="34" charset="-122"/>
                <a:cs typeface="Arial" panose="020B0604020202020204" pitchFamily="34" charset="0"/>
              </a:defRPr>
            </a:lvl1pPr>
          </a:lstStyle>
          <a:p>
            <a:pPr>
              <a:defRPr/>
            </a:pPr>
            <a:fld id="{2E5AAD0D-B5E7-4873-8096-F495B58AFE8E}" type="slidenum">
              <a:rPr lang="en-US" altLang="zh-CN" smtClean="0"/>
              <a:pPr>
                <a:defRPr/>
              </a:pPr>
              <a:t>‹#›</a:t>
            </a:fld>
            <a:endParaRPr lang="en-US" altLang="zh-CN"/>
          </a:p>
        </p:txBody>
      </p:sp>
      <p:pic>
        <p:nvPicPr>
          <p:cNvPr id="9" name="图片 8" descr="研究院LOGO-渐变-转曲_画板 1.png">
            <a:extLst>
              <a:ext uri="{FF2B5EF4-FFF2-40B4-BE49-F238E27FC236}">
                <a16:creationId xmlns:a16="http://schemas.microsoft.com/office/drawing/2014/main" id="{10246569-875E-4A80-AC59-0324E1993728}"/>
              </a:ext>
            </a:extLst>
          </p:cNvPr>
          <p:cNvPicPr>
            <a:picLocks noChangeAspect="1"/>
          </p:cNvPicPr>
          <p:nvPr userDrawn="1"/>
        </p:nvPicPr>
        <p:blipFill>
          <a:blip r:embed="rId16">
            <a:alphaModFix amt="5000"/>
            <a:extLst>
              <a:ext uri="{28A0092B-C50C-407E-A947-70E740481C1C}">
                <a14:useLocalDpi xmlns:a14="http://schemas.microsoft.com/office/drawing/2010/main" val="0"/>
              </a:ext>
            </a:extLst>
          </a:blip>
          <a:stretch>
            <a:fillRect/>
          </a:stretch>
        </p:blipFill>
        <p:spPr>
          <a:xfrm>
            <a:off x="7122319" y="2562740"/>
            <a:ext cx="3900488" cy="4023798"/>
          </a:xfrm>
          <a:prstGeom prst="rect">
            <a:avLst/>
          </a:prstGeom>
        </p:spPr>
      </p:pic>
    </p:spTree>
    <p:extLst>
      <p:ext uri="{BB962C8B-B14F-4D97-AF65-F5344CB8AC3E}">
        <p14:creationId xmlns:p14="http://schemas.microsoft.com/office/powerpoint/2010/main" val="776251922"/>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4" r:id="rId9"/>
    <p:sldLayoutId id="2147483815" r:id="rId10"/>
    <p:sldLayoutId id="2147483816" r:id="rId11"/>
    <p:sldLayoutId id="2147483817" r:id="rId12"/>
  </p:sldLayoutIdLst>
  <p:hf hdr="0" ftr="0" dt="0"/>
  <p:txStyles>
    <p:titleStyle>
      <a:lvl1pPr algn="l" defTabSz="909576" rtl="0" eaLnBrk="1" latinLnBrk="0" hangingPunct="1">
        <a:lnSpc>
          <a:spcPct val="90000"/>
        </a:lnSpc>
        <a:spcBef>
          <a:spcPct val="0"/>
        </a:spcBef>
        <a:buNone/>
        <a:defRPr lang="zh-CN" altLang="en-US" sz="2387" b="1" kern="1200" smtClean="0">
          <a:solidFill>
            <a:schemeClr val="tx1">
              <a:lumMod val="75000"/>
              <a:lumOff val="25000"/>
            </a:schemeClr>
          </a:solidFill>
          <a:latin typeface="Arial" panose="020B0604020202020204" pitchFamily="34" charset="0"/>
          <a:ea typeface="微软雅黑" panose="020B0503020204020204" pitchFamily="34" charset="-122"/>
          <a:cs typeface="Arial" pitchFamily="34" charset="0"/>
        </a:defRPr>
      </a:lvl1pPr>
    </p:titleStyle>
    <p:bodyStyle>
      <a:lvl1pPr marL="227394" indent="-227394" algn="l" defTabSz="909576" rtl="0" eaLnBrk="1" latinLnBrk="0" hangingPunct="1">
        <a:lnSpc>
          <a:spcPct val="100000"/>
        </a:lnSpc>
        <a:spcBef>
          <a:spcPts val="995"/>
        </a:spcBef>
        <a:buClr>
          <a:schemeClr val="accent3">
            <a:lumMod val="75000"/>
          </a:schemeClr>
        </a:buClr>
        <a:buSzPct val="80000"/>
        <a:buFont typeface="Wingdings" panose="05000000000000000000" pitchFamily="2" charset="2"/>
        <a:buChar char="l"/>
        <a:defRPr sz="2387"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682183" indent="-227394" algn="l" defTabSz="909576" rtl="0" eaLnBrk="1" latinLnBrk="0" hangingPunct="1">
        <a:lnSpc>
          <a:spcPct val="100000"/>
        </a:lnSpc>
        <a:spcBef>
          <a:spcPts val="497"/>
        </a:spcBef>
        <a:buClr>
          <a:schemeClr val="accent6">
            <a:lumMod val="60000"/>
            <a:lumOff val="40000"/>
          </a:schemeClr>
        </a:buClr>
        <a:buSzPct val="100000"/>
        <a:buFont typeface="微软雅黑" panose="020B0503020204020204" pitchFamily="34" charset="-122"/>
        <a:buChar char="-"/>
        <a:defRPr sz="1989" kern="1200">
          <a:solidFill>
            <a:schemeClr val="tx1">
              <a:lumMod val="65000"/>
              <a:lumOff val="35000"/>
            </a:schemeClr>
          </a:solidFill>
          <a:latin typeface="微软雅黑" panose="020B0503020204020204" pitchFamily="34" charset="-122"/>
          <a:ea typeface="微软雅黑" panose="020B0503020204020204" pitchFamily="34" charset="-122"/>
          <a:cs typeface="+mn-cs"/>
        </a:defRPr>
      </a:lvl2pPr>
      <a:lvl3pPr marL="1136970" indent="-227394" algn="l" defTabSz="909576" rtl="0" eaLnBrk="1" latinLnBrk="0" hangingPunct="1">
        <a:lnSpc>
          <a:spcPct val="100000"/>
        </a:lnSpc>
        <a:spcBef>
          <a:spcPts val="497"/>
        </a:spcBef>
        <a:buClr>
          <a:schemeClr val="accent6">
            <a:lumMod val="60000"/>
            <a:lumOff val="40000"/>
          </a:schemeClr>
        </a:buClr>
        <a:buSzPct val="100000"/>
        <a:buFont typeface="Arial" panose="020B0604020202020204" pitchFamily="34" charset="0"/>
        <a:buChar char="•"/>
        <a:defRPr sz="1857" kern="1200">
          <a:solidFill>
            <a:schemeClr val="tx1">
              <a:lumMod val="65000"/>
              <a:lumOff val="35000"/>
            </a:schemeClr>
          </a:solidFill>
          <a:latin typeface="微软雅黑" panose="020B0503020204020204" pitchFamily="34" charset="-122"/>
          <a:ea typeface="微软雅黑" panose="020B0503020204020204" pitchFamily="34" charset="-122"/>
          <a:cs typeface="+mn-cs"/>
        </a:defRPr>
      </a:lvl3pPr>
      <a:lvl4pPr marL="1591759" indent="-227394" algn="l" defTabSz="909576" rtl="0" eaLnBrk="1" latinLnBrk="0" hangingPunct="1">
        <a:lnSpc>
          <a:spcPct val="100000"/>
        </a:lnSpc>
        <a:spcBef>
          <a:spcPts val="497"/>
        </a:spcBef>
        <a:buClr>
          <a:schemeClr val="accent6">
            <a:lumMod val="60000"/>
            <a:lumOff val="40000"/>
          </a:schemeClr>
        </a:buClr>
        <a:buSzPct val="100000"/>
        <a:buFont typeface="Arial" panose="020B0604020202020204" pitchFamily="34" charset="0"/>
        <a:buChar char="•"/>
        <a:defRPr sz="1857" kern="1200">
          <a:solidFill>
            <a:schemeClr val="tx1">
              <a:lumMod val="65000"/>
              <a:lumOff val="35000"/>
            </a:schemeClr>
          </a:solidFill>
          <a:latin typeface="微软雅黑" panose="020B0503020204020204" pitchFamily="34" charset="-122"/>
          <a:ea typeface="微软雅黑" panose="020B0503020204020204" pitchFamily="34" charset="-122"/>
          <a:cs typeface="+mn-cs"/>
        </a:defRPr>
      </a:lvl4pPr>
      <a:lvl5pPr marL="1819153" indent="0" algn="l" defTabSz="909576" rtl="0" eaLnBrk="1" latinLnBrk="0" hangingPunct="1">
        <a:lnSpc>
          <a:spcPct val="100000"/>
        </a:lnSpc>
        <a:spcBef>
          <a:spcPts val="497"/>
        </a:spcBef>
        <a:buClr>
          <a:schemeClr val="accent6">
            <a:lumMod val="60000"/>
            <a:lumOff val="40000"/>
          </a:schemeClr>
        </a:buClr>
        <a:buSzPct val="130000"/>
        <a:buFont typeface="Wingdings" panose="05000000000000000000" pitchFamily="2" charset="2"/>
        <a:buNone/>
        <a:defRPr sz="1857" kern="1200">
          <a:solidFill>
            <a:schemeClr val="tx1">
              <a:lumMod val="65000"/>
              <a:lumOff val="35000"/>
            </a:schemeClr>
          </a:solidFill>
          <a:latin typeface="微软雅黑" panose="020B0503020204020204" pitchFamily="34" charset="-122"/>
          <a:ea typeface="微软雅黑" panose="020B0503020204020204" pitchFamily="34" charset="-122"/>
          <a:cs typeface="+mn-cs"/>
        </a:defRPr>
      </a:lvl5pPr>
      <a:lvl6pPr marL="2501335" indent="-227394" algn="l" defTabSz="909576" rtl="0" eaLnBrk="1" latinLnBrk="0" hangingPunct="1">
        <a:lnSpc>
          <a:spcPct val="90000"/>
        </a:lnSpc>
        <a:spcBef>
          <a:spcPts val="497"/>
        </a:spcBef>
        <a:buFont typeface="Arial" panose="020B0604020202020204" pitchFamily="34" charset="0"/>
        <a:buChar char="•"/>
        <a:defRPr sz="1857" kern="1200">
          <a:solidFill>
            <a:schemeClr val="tx1"/>
          </a:solidFill>
          <a:latin typeface="+mn-lt"/>
          <a:ea typeface="+mn-ea"/>
          <a:cs typeface="+mn-cs"/>
        </a:defRPr>
      </a:lvl6pPr>
      <a:lvl7pPr marL="2956122" indent="-227394" algn="l" defTabSz="909576" rtl="0" eaLnBrk="1" latinLnBrk="0" hangingPunct="1">
        <a:lnSpc>
          <a:spcPct val="90000"/>
        </a:lnSpc>
        <a:spcBef>
          <a:spcPts val="497"/>
        </a:spcBef>
        <a:buFont typeface="Arial" panose="020B0604020202020204" pitchFamily="34" charset="0"/>
        <a:buChar char="•"/>
        <a:defRPr sz="1857" kern="1200">
          <a:solidFill>
            <a:schemeClr val="tx1"/>
          </a:solidFill>
          <a:latin typeface="+mn-lt"/>
          <a:ea typeface="+mn-ea"/>
          <a:cs typeface="+mn-cs"/>
        </a:defRPr>
      </a:lvl7pPr>
      <a:lvl8pPr marL="3410912" indent="-227394" algn="l" defTabSz="909576" rtl="0" eaLnBrk="1" latinLnBrk="0" hangingPunct="1">
        <a:lnSpc>
          <a:spcPct val="90000"/>
        </a:lnSpc>
        <a:spcBef>
          <a:spcPts val="497"/>
        </a:spcBef>
        <a:buFont typeface="Arial" panose="020B0604020202020204" pitchFamily="34" charset="0"/>
        <a:buChar char="•"/>
        <a:defRPr sz="1857" kern="1200">
          <a:solidFill>
            <a:schemeClr val="tx1"/>
          </a:solidFill>
          <a:latin typeface="+mn-lt"/>
          <a:ea typeface="+mn-ea"/>
          <a:cs typeface="+mn-cs"/>
        </a:defRPr>
      </a:lvl8pPr>
      <a:lvl9pPr marL="3865700" indent="-227394" algn="l" defTabSz="909576" rtl="0" eaLnBrk="1" latinLnBrk="0" hangingPunct="1">
        <a:lnSpc>
          <a:spcPct val="90000"/>
        </a:lnSpc>
        <a:spcBef>
          <a:spcPts val="497"/>
        </a:spcBef>
        <a:buFont typeface="Arial" panose="020B0604020202020204" pitchFamily="34" charset="0"/>
        <a:buChar char="•"/>
        <a:defRPr sz="1857" kern="1200">
          <a:solidFill>
            <a:schemeClr val="tx1"/>
          </a:solidFill>
          <a:latin typeface="+mn-lt"/>
          <a:ea typeface="+mn-ea"/>
          <a:cs typeface="+mn-cs"/>
        </a:defRPr>
      </a:lvl9pPr>
    </p:bodyStyle>
    <p:otherStyle>
      <a:defPPr>
        <a:defRPr lang="zh-CN"/>
      </a:defPPr>
      <a:lvl1pPr marL="0" algn="l" defTabSz="909576" rtl="0" eaLnBrk="1" latinLnBrk="0" hangingPunct="1">
        <a:defRPr sz="1857" kern="1200">
          <a:solidFill>
            <a:schemeClr val="tx1"/>
          </a:solidFill>
          <a:latin typeface="+mn-lt"/>
          <a:ea typeface="+mn-ea"/>
          <a:cs typeface="+mn-cs"/>
        </a:defRPr>
      </a:lvl1pPr>
      <a:lvl2pPr marL="454789" algn="l" defTabSz="909576" rtl="0" eaLnBrk="1" latinLnBrk="0" hangingPunct="1">
        <a:defRPr sz="1857" kern="1200">
          <a:solidFill>
            <a:schemeClr val="tx1"/>
          </a:solidFill>
          <a:latin typeface="+mn-lt"/>
          <a:ea typeface="+mn-ea"/>
          <a:cs typeface="+mn-cs"/>
        </a:defRPr>
      </a:lvl2pPr>
      <a:lvl3pPr marL="909576" algn="l" defTabSz="909576" rtl="0" eaLnBrk="1" latinLnBrk="0" hangingPunct="1">
        <a:defRPr sz="1857" kern="1200">
          <a:solidFill>
            <a:schemeClr val="tx1"/>
          </a:solidFill>
          <a:latin typeface="+mn-lt"/>
          <a:ea typeface="+mn-ea"/>
          <a:cs typeface="+mn-cs"/>
        </a:defRPr>
      </a:lvl3pPr>
      <a:lvl4pPr marL="1364365" algn="l" defTabSz="909576" rtl="0" eaLnBrk="1" latinLnBrk="0" hangingPunct="1">
        <a:defRPr sz="1857" kern="1200">
          <a:solidFill>
            <a:schemeClr val="tx1"/>
          </a:solidFill>
          <a:latin typeface="+mn-lt"/>
          <a:ea typeface="+mn-ea"/>
          <a:cs typeface="+mn-cs"/>
        </a:defRPr>
      </a:lvl4pPr>
      <a:lvl5pPr marL="1819153" algn="l" defTabSz="909576" rtl="0" eaLnBrk="1" latinLnBrk="0" hangingPunct="1">
        <a:defRPr sz="1857" kern="1200">
          <a:solidFill>
            <a:schemeClr val="tx1"/>
          </a:solidFill>
          <a:latin typeface="+mn-lt"/>
          <a:ea typeface="+mn-ea"/>
          <a:cs typeface="+mn-cs"/>
        </a:defRPr>
      </a:lvl5pPr>
      <a:lvl6pPr marL="2273942" algn="l" defTabSz="909576" rtl="0" eaLnBrk="1" latinLnBrk="0" hangingPunct="1">
        <a:defRPr sz="1857" kern="1200">
          <a:solidFill>
            <a:schemeClr val="tx1"/>
          </a:solidFill>
          <a:latin typeface="+mn-lt"/>
          <a:ea typeface="+mn-ea"/>
          <a:cs typeface="+mn-cs"/>
        </a:defRPr>
      </a:lvl6pPr>
      <a:lvl7pPr marL="2728729" algn="l" defTabSz="909576" rtl="0" eaLnBrk="1" latinLnBrk="0" hangingPunct="1">
        <a:defRPr sz="1857" kern="1200">
          <a:solidFill>
            <a:schemeClr val="tx1"/>
          </a:solidFill>
          <a:latin typeface="+mn-lt"/>
          <a:ea typeface="+mn-ea"/>
          <a:cs typeface="+mn-cs"/>
        </a:defRPr>
      </a:lvl7pPr>
      <a:lvl8pPr marL="3183518" algn="l" defTabSz="909576" rtl="0" eaLnBrk="1" latinLnBrk="0" hangingPunct="1">
        <a:defRPr sz="1857" kern="1200">
          <a:solidFill>
            <a:schemeClr val="tx1"/>
          </a:solidFill>
          <a:latin typeface="+mn-lt"/>
          <a:ea typeface="+mn-ea"/>
          <a:cs typeface="+mn-cs"/>
        </a:defRPr>
      </a:lvl8pPr>
      <a:lvl9pPr marL="3638305" algn="l" defTabSz="909576" rtl="0" eaLnBrk="1" latinLnBrk="0" hangingPunct="1">
        <a:defRPr sz="1857"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4" name="图片 13"/>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54512" y="6086820"/>
            <a:ext cx="12600000" cy="1248139"/>
          </a:xfrm>
          <a:prstGeom prst="rect">
            <a:avLst/>
          </a:prstGeom>
        </p:spPr>
      </p:pic>
      <p:pic>
        <p:nvPicPr>
          <p:cNvPr id="15" name="图片 14"/>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159701" y="6567642"/>
            <a:ext cx="2030639" cy="294095"/>
          </a:xfrm>
          <a:prstGeom prst="rect">
            <a:avLst/>
          </a:prstGeom>
        </p:spPr>
      </p:pic>
      <p:sp>
        <p:nvSpPr>
          <p:cNvPr id="2" name="标题占位符 1"/>
          <p:cNvSpPr>
            <a:spLocks noGrp="1"/>
          </p:cNvSpPr>
          <p:nvPr>
            <p:ph type="title"/>
          </p:nvPr>
        </p:nvSpPr>
        <p:spPr>
          <a:xfrm>
            <a:off x="614680" y="212726"/>
            <a:ext cx="3812582" cy="399853"/>
          </a:xfrm>
          <a:prstGeom prst="rect">
            <a:avLst/>
          </a:prstGeom>
        </p:spPr>
        <p:txBody>
          <a:bodyPr wrap="none" lIns="68580" tIns="34290" rIns="68580" bIns="34290">
            <a:spAutoFit/>
          </a:bodyPr>
          <a:lstStyle/>
          <a:p>
            <a:pPr marL="0" lvl="0" defTabSz="1212668"/>
            <a:r>
              <a:rPr lang="zh-CN" altLang="en-US" dirty="0"/>
              <a:t>单击此处编辑母版标题样式</a:t>
            </a:r>
          </a:p>
        </p:txBody>
      </p:sp>
      <p:sp>
        <p:nvSpPr>
          <p:cNvPr id="3" name="文本占位符 2"/>
          <p:cNvSpPr>
            <a:spLocks noGrp="1"/>
          </p:cNvSpPr>
          <p:nvPr>
            <p:ph type="body" idx="1"/>
          </p:nvPr>
        </p:nvSpPr>
        <p:spPr>
          <a:xfrm>
            <a:off x="621326" y="836713"/>
            <a:ext cx="10732477" cy="5340251"/>
          </a:xfrm>
          <a:prstGeom prst="rect">
            <a:avLst/>
          </a:prstGeom>
        </p:spPr>
        <p:txBody>
          <a:bodyPr vert="horz" lIns="68580" tIns="34290" rIns="68580" bIns="3429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
        <p:nvSpPr>
          <p:cNvPr id="6" name="灯片编号占位符 5"/>
          <p:cNvSpPr>
            <a:spLocks noGrp="1"/>
          </p:cNvSpPr>
          <p:nvPr>
            <p:ph type="sldNum" sz="quarter" idx="4"/>
          </p:nvPr>
        </p:nvSpPr>
        <p:spPr>
          <a:xfrm>
            <a:off x="8825409" y="6538047"/>
            <a:ext cx="2743200" cy="365125"/>
          </a:xfrm>
          <a:prstGeom prst="rect">
            <a:avLst/>
          </a:prstGeom>
        </p:spPr>
        <p:txBody>
          <a:bodyPr vert="horz" lIns="68580" tIns="34290" rIns="68580" bIns="34290" rtlCol="0" anchor="ctr"/>
          <a:lstStyle>
            <a:lvl1pPr algn="r">
              <a:defRPr sz="1459" b="0">
                <a:solidFill>
                  <a:schemeClr val="bg1"/>
                </a:solidFill>
                <a:latin typeface="Arial" panose="020B0604020202020204" pitchFamily="34" charset="0"/>
                <a:ea typeface="微软雅黑" panose="020B0503020204020204" pitchFamily="34" charset="-122"/>
                <a:cs typeface="Arial" panose="020B0604020202020204" pitchFamily="34" charset="0"/>
              </a:defRPr>
            </a:lvl1pPr>
          </a:lstStyle>
          <a:p>
            <a:fld id="{74274608-FAEA-4BA9-9E21-15CB47E6C119}" type="slidenum">
              <a:rPr lang="zh-CN" altLang="en-US" smtClean="0"/>
              <a:pPr/>
              <a:t>‹#›</a:t>
            </a:fld>
            <a:endParaRPr lang="zh-CN" altLang="en-US"/>
          </a:p>
        </p:txBody>
      </p:sp>
    </p:spTree>
    <p:extLst>
      <p:ext uri="{BB962C8B-B14F-4D97-AF65-F5344CB8AC3E}">
        <p14:creationId xmlns:p14="http://schemas.microsoft.com/office/powerpoint/2010/main" val="187404499"/>
      </p:ext>
    </p:extLst>
  </p:cSld>
  <p:clrMap bg1="lt1" tx1="dk1" bg2="lt2" tx2="dk2" accent1="accent1" accent2="accent2" accent3="accent3" accent4="accent4" accent5="accent5" accent6="accent6" hlink="hlink" folHlink="folHlink"/>
  <p:sldLayoutIdLst>
    <p:sldLayoutId id="2147483864" r:id="rId1"/>
    <p:sldLayoutId id="2147483865" r:id="rId2"/>
    <p:sldLayoutId id="2147483866" r:id="rId3"/>
    <p:sldLayoutId id="2147483867" r:id="rId4"/>
    <p:sldLayoutId id="2147483868" r:id="rId5"/>
    <p:sldLayoutId id="2147483869" r:id="rId6"/>
    <p:sldLayoutId id="2147483870" r:id="rId7"/>
    <p:sldLayoutId id="2147483871" r:id="rId8"/>
    <p:sldLayoutId id="2147483872" r:id="rId9"/>
    <p:sldLayoutId id="2147483873" r:id="rId10"/>
    <p:sldLayoutId id="2147483874" r:id="rId11"/>
  </p:sldLayoutIdLst>
  <p:hf hdr="0" ftr="0" dt="0"/>
  <p:txStyles>
    <p:titleStyle>
      <a:lvl1pPr algn="l" defTabSz="909523" rtl="0" eaLnBrk="1" latinLnBrk="0" hangingPunct="1">
        <a:lnSpc>
          <a:spcPct val="90000"/>
        </a:lnSpc>
        <a:spcBef>
          <a:spcPct val="0"/>
        </a:spcBef>
        <a:buNone/>
        <a:defRPr lang="zh-CN" altLang="en-US" sz="2387" b="1" kern="1200" smtClean="0">
          <a:solidFill>
            <a:schemeClr val="tx1">
              <a:lumMod val="75000"/>
              <a:lumOff val="25000"/>
            </a:schemeClr>
          </a:solidFill>
          <a:latin typeface="Arial" panose="020B0604020202020204" pitchFamily="34" charset="0"/>
          <a:ea typeface="微软雅黑" panose="020B0503020204020204" pitchFamily="34" charset="-122"/>
          <a:cs typeface="Arial" pitchFamily="34" charset="0"/>
        </a:defRPr>
      </a:lvl1pPr>
    </p:titleStyle>
    <p:bodyStyle>
      <a:lvl1pPr marL="227381" indent="-227381" algn="l" defTabSz="909523" rtl="0" eaLnBrk="1" latinLnBrk="0" hangingPunct="1">
        <a:lnSpc>
          <a:spcPct val="100000"/>
        </a:lnSpc>
        <a:spcBef>
          <a:spcPts val="995"/>
        </a:spcBef>
        <a:buClr>
          <a:schemeClr val="accent3">
            <a:lumMod val="75000"/>
          </a:schemeClr>
        </a:buClr>
        <a:buSzPct val="80000"/>
        <a:buFont typeface="Wingdings" panose="05000000000000000000" pitchFamily="2" charset="2"/>
        <a:buChar char="l"/>
        <a:defRPr sz="2387"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682143" indent="-227381" algn="l" defTabSz="909523" rtl="0" eaLnBrk="1" latinLnBrk="0" hangingPunct="1">
        <a:lnSpc>
          <a:spcPct val="100000"/>
        </a:lnSpc>
        <a:spcBef>
          <a:spcPts val="497"/>
        </a:spcBef>
        <a:buClr>
          <a:schemeClr val="accent6">
            <a:lumMod val="60000"/>
            <a:lumOff val="40000"/>
          </a:schemeClr>
        </a:buClr>
        <a:buSzPct val="100000"/>
        <a:buFont typeface="微软雅黑" panose="020B0503020204020204" pitchFamily="34" charset="-122"/>
        <a:buChar char="-"/>
        <a:defRPr sz="1989" kern="1200">
          <a:solidFill>
            <a:schemeClr val="tx1">
              <a:lumMod val="65000"/>
              <a:lumOff val="35000"/>
            </a:schemeClr>
          </a:solidFill>
          <a:latin typeface="微软雅黑" panose="020B0503020204020204" pitchFamily="34" charset="-122"/>
          <a:ea typeface="微软雅黑" panose="020B0503020204020204" pitchFamily="34" charset="-122"/>
          <a:cs typeface="+mn-cs"/>
        </a:defRPr>
      </a:lvl2pPr>
      <a:lvl3pPr marL="1136904" indent="-227381" algn="l" defTabSz="909523" rtl="0" eaLnBrk="1" latinLnBrk="0" hangingPunct="1">
        <a:lnSpc>
          <a:spcPct val="100000"/>
        </a:lnSpc>
        <a:spcBef>
          <a:spcPts val="497"/>
        </a:spcBef>
        <a:buClr>
          <a:schemeClr val="accent6">
            <a:lumMod val="60000"/>
            <a:lumOff val="40000"/>
          </a:schemeClr>
        </a:buClr>
        <a:buSzPct val="100000"/>
        <a:buFont typeface="Arial" panose="020B0604020202020204" pitchFamily="34" charset="0"/>
        <a:buChar char="•"/>
        <a:defRPr sz="1857" kern="1200">
          <a:solidFill>
            <a:schemeClr val="tx1">
              <a:lumMod val="65000"/>
              <a:lumOff val="35000"/>
            </a:schemeClr>
          </a:solidFill>
          <a:latin typeface="微软雅黑" panose="020B0503020204020204" pitchFamily="34" charset="-122"/>
          <a:ea typeface="微软雅黑" panose="020B0503020204020204" pitchFamily="34" charset="-122"/>
          <a:cs typeface="+mn-cs"/>
        </a:defRPr>
      </a:lvl3pPr>
      <a:lvl4pPr marL="1591666" indent="-227381" algn="l" defTabSz="909523" rtl="0" eaLnBrk="1" latinLnBrk="0" hangingPunct="1">
        <a:lnSpc>
          <a:spcPct val="100000"/>
        </a:lnSpc>
        <a:spcBef>
          <a:spcPts val="497"/>
        </a:spcBef>
        <a:buClr>
          <a:schemeClr val="accent6">
            <a:lumMod val="60000"/>
            <a:lumOff val="40000"/>
          </a:schemeClr>
        </a:buClr>
        <a:buSzPct val="100000"/>
        <a:buFont typeface="Arial" panose="020B0604020202020204" pitchFamily="34" charset="0"/>
        <a:buChar char="•"/>
        <a:defRPr sz="1857" kern="1200">
          <a:solidFill>
            <a:schemeClr val="tx1">
              <a:lumMod val="65000"/>
              <a:lumOff val="35000"/>
            </a:schemeClr>
          </a:solidFill>
          <a:latin typeface="微软雅黑" panose="020B0503020204020204" pitchFamily="34" charset="-122"/>
          <a:ea typeface="微软雅黑" panose="020B0503020204020204" pitchFamily="34" charset="-122"/>
          <a:cs typeface="+mn-cs"/>
        </a:defRPr>
      </a:lvl4pPr>
      <a:lvl5pPr marL="1819047" indent="0" algn="l" defTabSz="909523" rtl="0" eaLnBrk="1" latinLnBrk="0" hangingPunct="1">
        <a:lnSpc>
          <a:spcPct val="100000"/>
        </a:lnSpc>
        <a:spcBef>
          <a:spcPts val="497"/>
        </a:spcBef>
        <a:buClr>
          <a:schemeClr val="accent6">
            <a:lumMod val="60000"/>
            <a:lumOff val="40000"/>
          </a:schemeClr>
        </a:buClr>
        <a:buSzPct val="130000"/>
        <a:buFont typeface="Wingdings" panose="05000000000000000000" pitchFamily="2" charset="2"/>
        <a:buNone/>
        <a:defRPr sz="1857" kern="1200">
          <a:solidFill>
            <a:schemeClr val="tx1">
              <a:lumMod val="65000"/>
              <a:lumOff val="35000"/>
            </a:schemeClr>
          </a:solidFill>
          <a:latin typeface="微软雅黑" panose="020B0503020204020204" pitchFamily="34" charset="-122"/>
          <a:ea typeface="微软雅黑" panose="020B0503020204020204" pitchFamily="34" charset="-122"/>
          <a:cs typeface="+mn-cs"/>
        </a:defRPr>
      </a:lvl5pPr>
      <a:lvl6pPr marL="2501189" indent="-227381" algn="l" defTabSz="909523" rtl="0" eaLnBrk="1" latinLnBrk="0" hangingPunct="1">
        <a:lnSpc>
          <a:spcPct val="90000"/>
        </a:lnSpc>
        <a:spcBef>
          <a:spcPts val="497"/>
        </a:spcBef>
        <a:buFont typeface="Arial" panose="020B0604020202020204" pitchFamily="34" charset="0"/>
        <a:buChar char="•"/>
        <a:defRPr sz="1857" kern="1200">
          <a:solidFill>
            <a:schemeClr val="tx1"/>
          </a:solidFill>
          <a:latin typeface="+mn-lt"/>
          <a:ea typeface="+mn-ea"/>
          <a:cs typeface="+mn-cs"/>
        </a:defRPr>
      </a:lvl6pPr>
      <a:lvl7pPr marL="2955950" indent="-227381" algn="l" defTabSz="909523" rtl="0" eaLnBrk="1" latinLnBrk="0" hangingPunct="1">
        <a:lnSpc>
          <a:spcPct val="90000"/>
        </a:lnSpc>
        <a:spcBef>
          <a:spcPts val="497"/>
        </a:spcBef>
        <a:buFont typeface="Arial" panose="020B0604020202020204" pitchFamily="34" charset="0"/>
        <a:buChar char="•"/>
        <a:defRPr sz="1857" kern="1200">
          <a:solidFill>
            <a:schemeClr val="tx1"/>
          </a:solidFill>
          <a:latin typeface="+mn-lt"/>
          <a:ea typeface="+mn-ea"/>
          <a:cs typeface="+mn-cs"/>
        </a:defRPr>
      </a:lvl7pPr>
      <a:lvl8pPr marL="3410713" indent="-227381" algn="l" defTabSz="909523" rtl="0" eaLnBrk="1" latinLnBrk="0" hangingPunct="1">
        <a:lnSpc>
          <a:spcPct val="90000"/>
        </a:lnSpc>
        <a:spcBef>
          <a:spcPts val="497"/>
        </a:spcBef>
        <a:buFont typeface="Arial" panose="020B0604020202020204" pitchFamily="34" charset="0"/>
        <a:buChar char="•"/>
        <a:defRPr sz="1857" kern="1200">
          <a:solidFill>
            <a:schemeClr val="tx1"/>
          </a:solidFill>
          <a:latin typeface="+mn-lt"/>
          <a:ea typeface="+mn-ea"/>
          <a:cs typeface="+mn-cs"/>
        </a:defRPr>
      </a:lvl8pPr>
      <a:lvl9pPr marL="3865475" indent="-227381" algn="l" defTabSz="909523" rtl="0" eaLnBrk="1" latinLnBrk="0" hangingPunct="1">
        <a:lnSpc>
          <a:spcPct val="90000"/>
        </a:lnSpc>
        <a:spcBef>
          <a:spcPts val="497"/>
        </a:spcBef>
        <a:buFont typeface="Arial" panose="020B0604020202020204" pitchFamily="34" charset="0"/>
        <a:buChar char="•"/>
        <a:defRPr sz="1857" kern="1200">
          <a:solidFill>
            <a:schemeClr val="tx1"/>
          </a:solidFill>
          <a:latin typeface="+mn-lt"/>
          <a:ea typeface="+mn-ea"/>
          <a:cs typeface="+mn-cs"/>
        </a:defRPr>
      </a:lvl9pPr>
    </p:bodyStyle>
    <p:otherStyle>
      <a:defPPr>
        <a:defRPr lang="zh-CN"/>
      </a:defPPr>
      <a:lvl1pPr marL="0" algn="l" defTabSz="909523" rtl="0" eaLnBrk="1" latinLnBrk="0" hangingPunct="1">
        <a:defRPr sz="1857" kern="1200">
          <a:solidFill>
            <a:schemeClr val="tx1"/>
          </a:solidFill>
          <a:latin typeface="+mn-lt"/>
          <a:ea typeface="+mn-ea"/>
          <a:cs typeface="+mn-cs"/>
        </a:defRPr>
      </a:lvl1pPr>
      <a:lvl2pPr marL="454762" algn="l" defTabSz="909523" rtl="0" eaLnBrk="1" latinLnBrk="0" hangingPunct="1">
        <a:defRPr sz="1857" kern="1200">
          <a:solidFill>
            <a:schemeClr val="tx1"/>
          </a:solidFill>
          <a:latin typeface="+mn-lt"/>
          <a:ea typeface="+mn-ea"/>
          <a:cs typeface="+mn-cs"/>
        </a:defRPr>
      </a:lvl2pPr>
      <a:lvl3pPr marL="909523" algn="l" defTabSz="909523" rtl="0" eaLnBrk="1" latinLnBrk="0" hangingPunct="1">
        <a:defRPr sz="1857" kern="1200">
          <a:solidFill>
            <a:schemeClr val="tx1"/>
          </a:solidFill>
          <a:latin typeface="+mn-lt"/>
          <a:ea typeface="+mn-ea"/>
          <a:cs typeface="+mn-cs"/>
        </a:defRPr>
      </a:lvl3pPr>
      <a:lvl4pPr marL="1364285" algn="l" defTabSz="909523" rtl="0" eaLnBrk="1" latinLnBrk="0" hangingPunct="1">
        <a:defRPr sz="1857" kern="1200">
          <a:solidFill>
            <a:schemeClr val="tx1"/>
          </a:solidFill>
          <a:latin typeface="+mn-lt"/>
          <a:ea typeface="+mn-ea"/>
          <a:cs typeface="+mn-cs"/>
        </a:defRPr>
      </a:lvl4pPr>
      <a:lvl5pPr marL="1819047" algn="l" defTabSz="909523" rtl="0" eaLnBrk="1" latinLnBrk="0" hangingPunct="1">
        <a:defRPr sz="1857" kern="1200">
          <a:solidFill>
            <a:schemeClr val="tx1"/>
          </a:solidFill>
          <a:latin typeface="+mn-lt"/>
          <a:ea typeface="+mn-ea"/>
          <a:cs typeface="+mn-cs"/>
        </a:defRPr>
      </a:lvl5pPr>
      <a:lvl6pPr marL="2273808" algn="l" defTabSz="909523" rtl="0" eaLnBrk="1" latinLnBrk="0" hangingPunct="1">
        <a:defRPr sz="1857" kern="1200">
          <a:solidFill>
            <a:schemeClr val="tx1"/>
          </a:solidFill>
          <a:latin typeface="+mn-lt"/>
          <a:ea typeface="+mn-ea"/>
          <a:cs typeface="+mn-cs"/>
        </a:defRPr>
      </a:lvl6pPr>
      <a:lvl7pPr marL="2728570" algn="l" defTabSz="909523" rtl="0" eaLnBrk="1" latinLnBrk="0" hangingPunct="1">
        <a:defRPr sz="1857" kern="1200">
          <a:solidFill>
            <a:schemeClr val="tx1"/>
          </a:solidFill>
          <a:latin typeface="+mn-lt"/>
          <a:ea typeface="+mn-ea"/>
          <a:cs typeface="+mn-cs"/>
        </a:defRPr>
      </a:lvl7pPr>
      <a:lvl8pPr marL="3183332" algn="l" defTabSz="909523" rtl="0" eaLnBrk="1" latinLnBrk="0" hangingPunct="1">
        <a:defRPr sz="1857" kern="1200">
          <a:solidFill>
            <a:schemeClr val="tx1"/>
          </a:solidFill>
          <a:latin typeface="+mn-lt"/>
          <a:ea typeface="+mn-ea"/>
          <a:cs typeface="+mn-cs"/>
        </a:defRPr>
      </a:lvl8pPr>
      <a:lvl9pPr marL="3638093" algn="l" defTabSz="909523" rtl="0" eaLnBrk="1" latinLnBrk="0" hangingPunct="1">
        <a:defRPr sz="1857"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15" cstate="print"/>
          <a:srcRect/>
          <a:stretch>
            <a:fillRect/>
          </a:stretch>
        </p:blipFill>
        <p:spPr bwMode="auto">
          <a:xfrm>
            <a:off x="0" y="0"/>
            <a:ext cx="12192000" cy="6858000"/>
          </a:xfrm>
          <a:prstGeom prst="rect">
            <a:avLst/>
          </a:prstGeom>
          <a:noFill/>
          <a:ln w="9525">
            <a:noFill/>
            <a:miter lim="800000"/>
            <a:headEnd/>
            <a:tailEnd/>
          </a:ln>
        </p:spPr>
      </p:pic>
      <p:sp>
        <p:nvSpPr>
          <p:cNvPr id="1027" name="Rectangle 3"/>
          <p:cNvSpPr>
            <a:spLocks noGrp="1" noChangeArrowheads="1"/>
          </p:cNvSpPr>
          <p:nvPr>
            <p:ph type="title"/>
          </p:nvPr>
        </p:nvSpPr>
        <p:spPr bwMode="auto">
          <a:xfrm>
            <a:off x="347134" y="457202"/>
            <a:ext cx="11497733" cy="7397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8" name="Rectangle 4"/>
          <p:cNvSpPr>
            <a:spLocks noGrp="1" noChangeArrowheads="1"/>
          </p:cNvSpPr>
          <p:nvPr>
            <p:ph type="body" idx="1"/>
          </p:nvPr>
        </p:nvSpPr>
        <p:spPr bwMode="auto">
          <a:xfrm>
            <a:off x="347134" y="1341438"/>
            <a:ext cx="11497733" cy="52562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101" name="Rectangle 5"/>
          <p:cNvSpPr>
            <a:spLocks noChangeArrowheads="1"/>
          </p:cNvSpPr>
          <p:nvPr/>
        </p:nvSpPr>
        <p:spPr bwMode="auto">
          <a:xfrm>
            <a:off x="3134784" y="26988"/>
            <a:ext cx="9057216" cy="431800"/>
          </a:xfrm>
          <a:prstGeom prst="rect">
            <a:avLst/>
          </a:prstGeom>
          <a:gradFill rotWithShape="1">
            <a:gsLst>
              <a:gs pos="0">
                <a:srgbClr val="BAC4D8"/>
              </a:gs>
              <a:gs pos="100000">
                <a:srgbClr val="BAC4D8">
                  <a:gamma/>
                  <a:tint val="0"/>
                  <a:invGamma/>
                </a:srgbClr>
              </a:gs>
            </a:gsLst>
            <a:lin ang="0" scaled="1"/>
          </a:gradFill>
          <a:ln w="9525">
            <a:noFill/>
            <a:miter lim="800000"/>
            <a:headEnd/>
            <a:tailEnd/>
          </a:ln>
          <a:effectLst/>
        </p:spPr>
        <p:txBody>
          <a:bodyPr wrap="none" anchor="ctr"/>
          <a:lstStyle/>
          <a:p>
            <a:pPr>
              <a:defRPr/>
            </a:pPr>
            <a:endParaRPr lang="zh-CN" altLang="en-US" sz="1800"/>
          </a:p>
        </p:txBody>
      </p:sp>
      <p:pic>
        <p:nvPicPr>
          <p:cNvPr id="1030" name="Picture 6"/>
          <p:cNvPicPr preferRelativeResize="0">
            <a:picLocks noChangeArrowheads="1"/>
          </p:cNvPicPr>
          <p:nvPr/>
        </p:nvPicPr>
        <p:blipFill>
          <a:blip r:embed="rId16" cstate="print"/>
          <a:srcRect/>
          <a:stretch>
            <a:fillRect/>
          </a:stretch>
        </p:blipFill>
        <p:spPr bwMode="auto">
          <a:xfrm>
            <a:off x="1" y="26988"/>
            <a:ext cx="3166533" cy="431800"/>
          </a:xfrm>
          <a:prstGeom prst="rect">
            <a:avLst/>
          </a:prstGeom>
          <a:noFill/>
          <a:ln w="9525">
            <a:noFill/>
            <a:miter lim="800000"/>
            <a:headEnd/>
            <a:tailEnd/>
          </a:ln>
        </p:spPr>
      </p:pic>
    </p:spTree>
    <p:extLst>
      <p:ext uri="{BB962C8B-B14F-4D97-AF65-F5344CB8AC3E}">
        <p14:creationId xmlns:p14="http://schemas.microsoft.com/office/powerpoint/2010/main" val="111458687"/>
      </p:ext>
    </p:extLst>
  </p:cSld>
  <p:clrMap bg1="lt1" tx1="dk1" bg2="lt2" tx2="dk2" accent1="accent1" accent2="accent2" accent3="accent3" accent4="accent4" accent5="accent5" accent6="accent6" hlink="hlink" folHlink="folHlink"/>
  <p:sldLayoutIdLst>
    <p:sldLayoutId id="2147483890" r:id="rId1"/>
    <p:sldLayoutId id="2147483891" r:id="rId2"/>
    <p:sldLayoutId id="2147483892" r:id="rId3"/>
    <p:sldLayoutId id="2147483893" r:id="rId4"/>
    <p:sldLayoutId id="2147483894" r:id="rId5"/>
    <p:sldLayoutId id="2147483895" r:id="rId6"/>
    <p:sldLayoutId id="2147483896" r:id="rId7"/>
    <p:sldLayoutId id="2147483897" r:id="rId8"/>
    <p:sldLayoutId id="2147483898" r:id="rId9"/>
    <p:sldLayoutId id="2147483899" r:id="rId10"/>
    <p:sldLayoutId id="2147483900" r:id="rId11"/>
    <p:sldLayoutId id="2147483901" r:id="rId12"/>
    <p:sldLayoutId id="2147483902" r:id="rId13"/>
  </p:sldLayoutIdLst>
  <p:txStyles>
    <p:titleStyle>
      <a:lvl1pPr algn="l" rtl="0" eaLnBrk="0" fontAlgn="base" hangingPunct="0">
        <a:spcBef>
          <a:spcPct val="0"/>
        </a:spcBef>
        <a:spcAft>
          <a:spcPct val="0"/>
        </a:spcAft>
        <a:defRPr sz="2400" b="1">
          <a:solidFill>
            <a:schemeClr val="tx1"/>
          </a:solidFill>
          <a:latin typeface="+mj-lt"/>
          <a:ea typeface="+mj-ea"/>
          <a:cs typeface="+mj-cs"/>
        </a:defRPr>
      </a:lvl1pPr>
      <a:lvl2pPr algn="l" rtl="0" eaLnBrk="0" fontAlgn="base" hangingPunct="0">
        <a:spcBef>
          <a:spcPct val="0"/>
        </a:spcBef>
        <a:spcAft>
          <a:spcPct val="0"/>
        </a:spcAft>
        <a:defRPr sz="2400" b="1">
          <a:solidFill>
            <a:schemeClr val="tx1"/>
          </a:solidFill>
          <a:latin typeface="Arial" pitchFamily="34" charset="0"/>
          <a:ea typeface="宋体" pitchFamily="2" charset="-122"/>
        </a:defRPr>
      </a:lvl2pPr>
      <a:lvl3pPr algn="l" rtl="0" eaLnBrk="0" fontAlgn="base" hangingPunct="0">
        <a:spcBef>
          <a:spcPct val="0"/>
        </a:spcBef>
        <a:spcAft>
          <a:spcPct val="0"/>
        </a:spcAft>
        <a:defRPr sz="2400" b="1">
          <a:solidFill>
            <a:schemeClr val="tx1"/>
          </a:solidFill>
          <a:latin typeface="Arial" pitchFamily="34" charset="0"/>
          <a:ea typeface="宋体" pitchFamily="2" charset="-122"/>
        </a:defRPr>
      </a:lvl3pPr>
      <a:lvl4pPr algn="l" rtl="0" eaLnBrk="0" fontAlgn="base" hangingPunct="0">
        <a:spcBef>
          <a:spcPct val="0"/>
        </a:spcBef>
        <a:spcAft>
          <a:spcPct val="0"/>
        </a:spcAft>
        <a:defRPr sz="2400" b="1">
          <a:solidFill>
            <a:schemeClr val="tx1"/>
          </a:solidFill>
          <a:latin typeface="Arial" pitchFamily="34" charset="0"/>
          <a:ea typeface="宋体" pitchFamily="2" charset="-122"/>
        </a:defRPr>
      </a:lvl4pPr>
      <a:lvl5pPr algn="l" rtl="0" eaLnBrk="0" fontAlgn="base" hangingPunct="0">
        <a:spcBef>
          <a:spcPct val="0"/>
        </a:spcBef>
        <a:spcAft>
          <a:spcPct val="0"/>
        </a:spcAft>
        <a:defRPr sz="2400" b="1">
          <a:solidFill>
            <a:schemeClr val="tx1"/>
          </a:solidFill>
          <a:latin typeface="Arial" pitchFamily="34" charset="0"/>
          <a:ea typeface="宋体" pitchFamily="2" charset="-122"/>
        </a:defRPr>
      </a:lvl5pPr>
      <a:lvl6pPr marL="457200" algn="l" rtl="0" fontAlgn="base">
        <a:spcBef>
          <a:spcPct val="0"/>
        </a:spcBef>
        <a:spcAft>
          <a:spcPct val="0"/>
        </a:spcAft>
        <a:defRPr sz="2400" b="1">
          <a:solidFill>
            <a:schemeClr val="tx1"/>
          </a:solidFill>
          <a:latin typeface="Arial" pitchFamily="34" charset="0"/>
          <a:ea typeface="宋体" pitchFamily="2" charset="-122"/>
        </a:defRPr>
      </a:lvl6pPr>
      <a:lvl7pPr marL="914400" algn="l" rtl="0" fontAlgn="base">
        <a:spcBef>
          <a:spcPct val="0"/>
        </a:spcBef>
        <a:spcAft>
          <a:spcPct val="0"/>
        </a:spcAft>
        <a:defRPr sz="2400" b="1">
          <a:solidFill>
            <a:schemeClr val="tx1"/>
          </a:solidFill>
          <a:latin typeface="Arial" pitchFamily="34" charset="0"/>
          <a:ea typeface="宋体" pitchFamily="2" charset="-122"/>
        </a:defRPr>
      </a:lvl7pPr>
      <a:lvl8pPr marL="1371600" algn="l" rtl="0" fontAlgn="base">
        <a:spcBef>
          <a:spcPct val="0"/>
        </a:spcBef>
        <a:spcAft>
          <a:spcPct val="0"/>
        </a:spcAft>
        <a:defRPr sz="2400" b="1">
          <a:solidFill>
            <a:schemeClr val="tx1"/>
          </a:solidFill>
          <a:latin typeface="Arial" pitchFamily="34" charset="0"/>
          <a:ea typeface="宋体" pitchFamily="2" charset="-122"/>
        </a:defRPr>
      </a:lvl8pPr>
      <a:lvl9pPr marL="1828800" algn="l" rtl="0" fontAlgn="base">
        <a:spcBef>
          <a:spcPct val="0"/>
        </a:spcBef>
        <a:spcAft>
          <a:spcPct val="0"/>
        </a:spcAft>
        <a:defRPr sz="2400" b="1">
          <a:solidFill>
            <a:schemeClr val="tx1"/>
          </a:solidFill>
          <a:latin typeface="Arial" pitchFamily="34" charset="0"/>
          <a:ea typeface="宋体"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itchFamily="2" charset="2"/>
        <a:buChar char="n"/>
        <a:defRPr sz="24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400" b="1">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2000" b="1">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itchFamily="2" charset="2"/>
        <a:buChar char="§"/>
        <a:defRPr sz="2000" b="1">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b="1">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b="1">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b="1">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3" Type="http://schemas.openxmlformats.org/officeDocument/2006/relationships/tags" Target="../tags/tag3.xml"/><Relationship Id="rId7" Type="http://schemas.openxmlformats.org/officeDocument/2006/relationships/slideLayout" Target="../slideLayouts/slideLayout12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23.emf"/><Relationship Id="rId5" Type="http://schemas.openxmlformats.org/officeDocument/2006/relationships/tags" Target="../tags/tag5.xml"/><Relationship Id="rId10" Type="http://schemas.openxmlformats.org/officeDocument/2006/relationships/image" Target="../media/image22.jpeg"/><Relationship Id="rId4" Type="http://schemas.openxmlformats.org/officeDocument/2006/relationships/tags" Target="../tags/tag4.xml"/><Relationship Id="rId9" Type="http://schemas.openxmlformats.org/officeDocument/2006/relationships/image" Target="../media/image21.png"/></Relationships>
</file>

<file path=ppt/slides/_rels/slide2.xml.rels><?xml version="1.0" encoding="UTF-8" standalone="yes"?>
<Relationships xmlns="http://schemas.openxmlformats.org/package/2006/relationships"><Relationship Id="rId3" Type="http://schemas.openxmlformats.org/officeDocument/2006/relationships/tags" Target="../tags/tag9.xml"/><Relationship Id="rId7" Type="http://schemas.openxmlformats.org/officeDocument/2006/relationships/image" Target="../media/image23.emf"/><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notesSlide" Target="../notesSlides/notesSlide2.xml"/><Relationship Id="rId5" Type="http://schemas.openxmlformats.org/officeDocument/2006/relationships/slideLayout" Target="../slideLayouts/slideLayout126.xml"/><Relationship Id="rId4" Type="http://schemas.openxmlformats.org/officeDocument/2006/relationships/tags" Target="../tags/tag10.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26.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24.jpeg"/><Relationship Id="rId5" Type="http://schemas.openxmlformats.org/officeDocument/2006/relationships/image" Target="../media/image23.emf"/><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tags" Target="../tags/tag15.xml"/><Relationship Id="rId7" Type="http://schemas.openxmlformats.org/officeDocument/2006/relationships/image" Target="../media/image25.png"/><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23.emf"/><Relationship Id="rId5" Type="http://schemas.openxmlformats.org/officeDocument/2006/relationships/notesSlide" Target="../notesSlides/notesSlide4.xml"/><Relationship Id="rId4" Type="http://schemas.openxmlformats.org/officeDocument/2006/relationships/slideLayout" Target="../slideLayouts/slideLayout126.xml"/></Relationships>
</file>

<file path=ppt/slides/_rels/slide5.xml.rels><?xml version="1.0" encoding="UTF-8" standalone="yes"?>
<Relationships xmlns="http://schemas.openxmlformats.org/package/2006/relationships"><Relationship Id="rId3" Type="http://schemas.openxmlformats.org/officeDocument/2006/relationships/tags" Target="../tags/tag18.xml"/><Relationship Id="rId7" Type="http://schemas.openxmlformats.org/officeDocument/2006/relationships/image" Target="../media/image26.jpe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23.emf"/><Relationship Id="rId5" Type="http://schemas.openxmlformats.org/officeDocument/2006/relationships/notesSlide" Target="../notesSlides/notesSlide5.xml"/><Relationship Id="rId4" Type="http://schemas.openxmlformats.org/officeDocument/2006/relationships/slideLayout" Target="../slideLayouts/slideLayout126.xml"/></Relationships>
</file>

<file path=ppt/slides/_rels/slide6.xml.rels><?xml version="1.0" encoding="UTF-8" standalone="yes"?>
<Relationships xmlns="http://schemas.openxmlformats.org/package/2006/relationships"><Relationship Id="rId8" Type="http://schemas.openxmlformats.org/officeDocument/2006/relationships/image" Target="../media/image23.emf"/><Relationship Id="rId3" Type="http://schemas.openxmlformats.org/officeDocument/2006/relationships/tags" Target="../tags/tag21.xml"/><Relationship Id="rId7" Type="http://schemas.openxmlformats.org/officeDocument/2006/relationships/notesSlide" Target="../notesSlides/notesSlide6.xml"/><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slideLayout" Target="../slideLayouts/slideLayout126.xml"/><Relationship Id="rId5" Type="http://schemas.openxmlformats.org/officeDocument/2006/relationships/tags" Target="../tags/tag23.xml"/><Relationship Id="rId4" Type="http://schemas.openxmlformats.org/officeDocument/2006/relationships/tags" Target="../tags/tag22.xml"/><Relationship Id="rId9" Type="http://schemas.openxmlformats.org/officeDocument/2006/relationships/image" Target="../media/image27.jpeg"/></Relationships>
</file>

<file path=ppt/slides/_rels/slide7.xml.rels><?xml version="1.0" encoding="UTF-8" standalone="yes"?>
<Relationships xmlns="http://schemas.openxmlformats.org/package/2006/relationships"><Relationship Id="rId8" Type="http://schemas.openxmlformats.org/officeDocument/2006/relationships/image" Target="../media/image29.jpeg"/><Relationship Id="rId3" Type="http://schemas.openxmlformats.org/officeDocument/2006/relationships/tags" Target="../tags/tag26.xml"/><Relationship Id="rId7" Type="http://schemas.openxmlformats.org/officeDocument/2006/relationships/image" Target="../media/image28.jpeg"/><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image" Target="../media/image23.emf"/><Relationship Id="rId5" Type="http://schemas.openxmlformats.org/officeDocument/2006/relationships/notesSlide" Target="../notesSlides/notesSlide7.xml"/><Relationship Id="rId4" Type="http://schemas.openxmlformats.org/officeDocument/2006/relationships/slideLayout" Target="../slideLayouts/slideLayout126.xml"/></Relationships>
</file>

<file path=ppt/slides/_rels/slide8.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slideLayout" Target="../slideLayouts/slideLayout126.xml"/><Relationship Id="rId7" Type="http://schemas.openxmlformats.org/officeDocument/2006/relationships/image" Target="../media/image31.png"/><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image" Target="../media/image30.png"/><Relationship Id="rId5" Type="http://schemas.openxmlformats.org/officeDocument/2006/relationships/image" Target="../media/image23.emf"/><Relationship Id="rId4" Type="http://schemas.openxmlformats.org/officeDocument/2006/relationships/notesSlide" Target="../notesSlides/notesSlide8.xml"/><Relationship Id="rId9" Type="http://schemas.openxmlformats.org/officeDocument/2006/relationships/image" Target="../media/image33.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26.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34.jpeg"/><Relationship Id="rId5" Type="http://schemas.openxmlformats.org/officeDocument/2006/relationships/image" Target="../media/image23.emf"/><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10.xml"/><Relationship Id="rId3" Type="http://schemas.openxmlformats.org/officeDocument/2006/relationships/tags" Target="../tags/tag33.xml"/><Relationship Id="rId7" Type="http://schemas.openxmlformats.org/officeDocument/2006/relationships/slideLayout" Target="../slideLayouts/slideLayout126.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D37CB2B1-4824-46B1-AEDE-8C4AA47B3BAA}"/>
              </a:ext>
            </a:extLst>
          </p:cNvPr>
          <p:cNvSpPr>
            <a:spLocks noGrp="1"/>
          </p:cNvSpPr>
          <p:nvPr>
            <p:ph type="body" sz="quarter" idx="15"/>
            <p:custDataLst>
              <p:tags r:id="rId1"/>
            </p:custDataLst>
          </p:nvPr>
        </p:nvSpPr>
        <p:spPr>
          <a:xfrm>
            <a:off x="228600" y="1877288"/>
            <a:ext cx="11734800" cy="713860"/>
          </a:xfrm>
        </p:spPr>
        <p:txBody>
          <a:bodyPr/>
          <a:lstStyle/>
          <a:p>
            <a:r>
              <a:rPr lang="en-US" altLang="zh-CN" dirty="0">
                <a:ea typeface="微软雅黑" panose="020B0503020204020204" pitchFamily="34" charset="-122"/>
              </a:rPr>
              <a:t>Assessment of Low-Carbon Development Technologies in the Iron and Steel Industry</a:t>
            </a:r>
            <a:endParaRPr lang="zh-CN" altLang="en-US" dirty="0">
              <a:ea typeface="微软雅黑" panose="020B0503020204020204" pitchFamily="34" charset="-122"/>
            </a:endParaRPr>
          </a:p>
        </p:txBody>
      </p:sp>
      <p:sp>
        <p:nvSpPr>
          <p:cNvPr id="3" name="文本占位符 2">
            <a:extLst>
              <a:ext uri="{FF2B5EF4-FFF2-40B4-BE49-F238E27FC236}">
                <a16:creationId xmlns:a16="http://schemas.microsoft.com/office/drawing/2014/main" id="{F314D586-61FB-423D-8A3B-C5D3F8A50713}"/>
              </a:ext>
            </a:extLst>
          </p:cNvPr>
          <p:cNvSpPr>
            <a:spLocks noGrp="1"/>
          </p:cNvSpPr>
          <p:nvPr>
            <p:ph type="body" sz="quarter" idx="16"/>
            <p:custDataLst>
              <p:tags r:id="rId2"/>
            </p:custDataLst>
          </p:nvPr>
        </p:nvSpPr>
        <p:spPr>
          <a:xfrm>
            <a:off x="878477" y="4983896"/>
            <a:ext cx="10435046" cy="1934317"/>
          </a:xfrm>
        </p:spPr>
        <p:txBody>
          <a:bodyPr/>
          <a:lstStyle/>
          <a:p>
            <a:pPr algn="ctr" eaLnBrk="1" hangingPunct="1">
              <a:defRPr/>
            </a:pPr>
            <a:r>
              <a:rPr lang="en-US" altLang="zh-CN" sz="1800" b="0" dirty="0">
                <a:solidFill>
                  <a:schemeClr val="tx1"/>
                </a:solidFill>
                <a:ea typeface="微软雅黑" panose="020B0503020204020204" pitchFamily="34" charset="-122"/>
              </a:rPr>
              <a:t>Presenter:</a:t>
            </a:r>
            <a:r>
              <a:rPr lang="zh-CN" altLang="en-US" sz="1800" b="0" dirty="0">
                <a:solidFill>
                  <a:schemeClr val="tx1"/>
                </a:solidFill>
                <a:ea typeface="微软雅黑" panose="020B0503020204020204" pitchFamily="34" charset="-122"/>
              </a:rPr>
              <a:t> </a:t>
            </a:r>
            <a:r>
              <a:rPr lang="en-US" altLang="zh-CN" sz="1800" b="0" dirty="0">
                <a:solidFill>
                  <a:schemeClr val="tx1"/>
                </a:solidFill>
                <a:ea typeface="微软雅黑" panose="020B0503020204020204" pitchFamily="34" charset="-122"/>
              </a:rPr>
              <a:t>Yuezhang He,</a:t>
            </a:r>
            <a:r>
              <a:rPr lang="zh-CN" altLang="en-US" sz="1800" b="0" dirty="0">
                <a:solidFill>
                  <a:schemeClr val="tx1"/>
                </a:solidFill>
                <a:ea typeface="微软雅黑" panose="020B0503020204020204" pitchFamily="34" charset="-122"/>
              </a:rPr>
              <a:t> </a:t>
            </a:r>
            <a:r>
              <a:rPr lang="en-US" altLang="zh-CN" sz="1800" b="0" dirty="0">
                <a:solidFill>
                  <a:schemeClr val="tx1"/>
                </a:solidFill>
                <a:ea typeface="微软雅黑" panose="020B0503020204020204" pitchFamily="34" charset="-122"/>
              </a:rPr>
              <a:t>PhD</a:t>
            </a:r>
            <a:r>
              <a:rPr lang="zh-CN" altLang="en-US" sz="1800" b="0" dirty="0">
                <a:solidFill>
                  <a:schemeClr val="tx1"/>
                </a:solidFill>
                <a:ea typeface="微软雅黑" panose="020B0503020204020204" pitchFamily="34" charset="-122"/>
              </a:rPr>
              <a:t> </a:t>
            </a:r>
            <a:r>
              <a:rPr lang="en-US" altLang="zh-CN" sz="1800" b="0" dirty="0">
                <a:solidFill>
                  <a:schemeClr val="tx1"/>
                </a:solidFill>
                <a:ea typeface="微软雅黑" panose="020B0503020204020204" pitchFamily="34" charset="-122"/>
              </a:rPr>
              <a:t>candidate</a:t>
            </a:r>
          </a:p>
          <a:p>
            <a:pPr algn="ctr" eaLnBrk="1" hangingPunct="1">
              <a:defRPr/>
            </a:pPr>
            <a:r>
              <a:rPr lang="en-US" altLang="zh-CN" sz="1800" b="0" dirty="0">
                <a:solidFill>
                  <a:schemeClr val="tx1"/>
                </a:solidFill>
                <a:ea typeface="微软雅黑" panose="020B0503020204020204" pitchFamily="34" charset="-122"/>
              </a:rPr>
              <a:t>Nov 27, 2024</a:t>
            </a:r>
          </a:p>
        </p:txBody>
      </p:sp>
      <p:sp>
        <p:nvSpPr>
          <p:cNvPr id="5" name="文本框 4">
            <a:extLst>
              <a:ext uri="{FF2B5EF4-FFF2-40B4-BE49-F238E27FC236}">
                <a16:creationId xmlns:a16="http://schemas.microsoft.com/office/drawing/2014/main" id="{E9B82E6C-74BC-D703-587F-F126814E9864}"/>
              </a:ext>
            </a:extLst>
          </p:cNvPr>
          <p:cNvSpPr txBox="1"/>
          <p:nvPr>
            <p:custDataLst>
              <p:tags r:id="rId3"/>
            </p:custDataLst>
          </p:nvPr>
        </p:nvSpPr>
        <p:spPr>
          <a:xfrm>
            <a:off x="3048000" y="3648369"/>
            <a:ext cx="6096000" cy="461665"/>
          </a:xfrm>
          <a:prstGeom prst="rect">
            <a:avLst/>
          </a:prstGeom>
          <a:noFill/>
        </p:spPr>
        <p:txBody>
          <a:bodyPr wrap="square">
            <a:spAutoFit/>
          </a:bodyPr>
          <a:lstStyle/>
          <a:p>
            <a:pPr algn="ctr"/>
            <a:r>
              <a:rPr lang="en-US" altLang="zh-CN" sz="2400" dirty="0">
                <a:solidFill>
                  <a:schemeClr val="bg1"/>
                </a:solidFill>
                <a:effectLst/>
                <a:latin typeface="Arial" panose="020B0604020202020204" pitchFamily="34" charset="0"/>
                <a:ea typeface="宋体" panose="02010600030101010101" pitchFamily="2" charset="-122"/>
                <a:cs typeface="Arial" panose="020B0604020202020204" pitchFamily="34" charset="0"/>
              </a:rPr>
              <a:t>SAUDI ARAMCO &amp; Tsinghua University</a:t>
            </a:r>
            <a:r>
              <a:rPr lang="zh-CN" altLang="zh-CN" sz="2400" dirty="0">
                <a:solidFill>
                  <a:schemeClr val="bg1"/>
                </a:solidFill>
                <a:effectLst/>
                <a:latin typeface="Arial" panose="020B0604020202020204" pitchFamily="34" charset="0"/>
                <a:cs typeface="Arial" panose="020B0604020202020204" pitchFamily="34" charset="0"/>
              </a:rPr>
              <a:t> </a:t>
            </a:r>
            <a:endParaRPr lang="zh-CN" altLang="en-US" sz="2400" dirty="0">
              <a:solidFill>
                <a:schemeClr val="bg1"/>
              </a:solidFill>
              <a:latin typeface="Arial" panose="020B0604020202020204" pitchFamily="34" charset="0"/>
              <a:cs typeface="Arial" panose="020B0604020202020204" pitchFamily="34" charset="0"/>
            </a:endParaRPr>
          </a:p>
        </p:txBody>
      </p:sp>
      <p:pic>
        <p:nvPicPr>
          <p:cNvPr id="7" name="图片 6">
            <a:extLst>
              <a:ext uri="{FF2B5EF4-FFF2-40B4-BE49-F238E27FC236}">
                <a16:creationId xmlns:a16="http://schemas.microsoft.com/office/drawing/2014/main" id="{0B338C82-182A-3A74-101E-BDD5503E8496}"/>
              </a:ext>
            </a:extLst>
          </p:cNvPr>
          <p:cNvPicPr>
            <a:picLocks noChangeAspect="1"/>
          </p:cNvPicPr>
          <p:nvPr>
            <p:custDataLst>
              <p:tags r:id="rId4"/>
            </p:custDataLst>
          </p:nvPr>
        </p:nvPicPr>
        <p:blipFill>
          <a:blip r:embed="rId9">
            <a:extLst>
              <a:ext uri="{28A0092B-C50C-407E-A947-70E740481C1C}">
                <a14:useLocalDpi xmlns:a14="http://schemas.microsoft.com/office/drawing/2010/main" val="0"/>
              </a:ext>
            </a:extLst>
          </a:blip>
          <a:stretch>
            <a:fillRect/>
          </a:stretch>
        </p:blipFill>
        <p:spPr>
          <a:xfrm>
            <a:off x="2823833" y="4331000"/>
            <a:ext cx="2400300" cy="774700"/>
          </a:xfrm>
          <a:prstGeom prst="rect">
            <a:avLst/>
          </a:prstGeom>
        </p:spPr>
      </p:pic>
      <p:pic>
        <p:nvPicPr>
          <p:cNvPr id="1026" name="Picture 2" descr="Untitled">
            <a:extLst>
              <a:ext uri="{FF2B5EF4-FFF2-40B4-BE49-F238E27FC236}">
                <a16:creationId xmlns:a16="http://schemas.microsoft.com/office/drawing/2014/main" id="{2C576BD2-0341-2E3F-7589-81EB44859234}"/>
              </a:ext>
            </a:extLst>
          </p:cNvPr>
          <p:cNvPicPr>
            <a:picLocks noChangeAspect="1" noChangeArrowheads="1"/>
          </p:cNvPicPr>
          <p:nvPr>
            <p:custDataLst>
              <p:tags r:id="rId5"/>
            </p:custDataLst>
          </p:nvPr>
        </p:nvPicPr>
        <p:blipFill>
          <a:blip r:embed="rId10">
            <a:extLst>
              <a:ext uri="{28A0092B-C50C-407E-A947-70E740481C1C}">
                <a14:useLocalDpi xmlns:a14="http://schemas.microsoft.com/office/drawing/2010/main" val="0"/>
              </a:ext>
            </a:extLst>
          </a:blip>
          <a:srcRect/>
          <a:stretch>
            <a:fillRect/>
          </a:stretch>
        </p:blipFill>
        <p:spPr bwMode="auto">
          <a:xfrm>
            <a:off x="5531147" y="4326299"/>
            <a:ext cx="3990882" cy="774700"/>
          </a:xfrm>
          <a:prstGeom prst="rect">
            <a:avLst/>
          </a:prstGeom>
          <a:noFill/>
          <a:extLst>
            <a:ext uri="{909E8E84-426E-40DD-AFC4-6F175D3DCCD1}">
              <a14:hiddenFill xmlns:a14="http://schemas.microsoft.com/office/drawing/2010/main">
                <a:solidFill>
                  <a:srgbClr val="FFFFFF"/>
                </a:solidFill>
              </a14:hiddenFill>
            </a:ext>
          </a:extLst>
        </p:spPr>
      </p:pic>
      <p:pic>
        <p:nvPicPr>
          <p:cNvPr id="6" name="图片 5">
            <a:extLst>
              <a:ext uri="{FF2B5EF4-FFF2-40B4-BE49-F238E27FC236}">
                <a16:creationId xmlns:a16="http://schemas.microsoft.com/office/drawing/2014/main" id="{8AF554DF-8422-CC22-752D-929665BFA15F}"/>
              </a:ext>
            </a:extLst>
          </p:cNvPr>
          <p:cNvPicPr>
            <a:picLocks noChangeAspect="1"/>
          </p:cNvPicPr>
          <p:nvPr>
            <p:custDataLst>
              <p:tags r:id="rId6"/>
            </p:custDataLst>
          </p:nvPr>
        </p:nvPicPr>
        <p:blipFill>
          <a:blip r:embed="rId11">
            <a:extLst>
              <a:ext uri="{28A0092B-C50C-407E-A947-70E740481C1C}">
                <a14:useLocalDpi xmlns:a14="http://schemas.microsoft.com/office/drawing/2010/main" val="0"/>
              </a:ext>
            </a:extLst>
          </a:blip>
          <a:stretch>
            <a:fillRect/>
          </a:stretch>
        </p:blipFill>
        <p:spPr>
          <a:xfrm>
            <a:off x="1270000" y="1270000"/>
            <a:ext cx="63500" cy="76200"/>
          </a:xfrm>
          <a:prstGeom prst="rect">
            <a:avLst/>
          </a:prstGeom>
        </p:spPr>
      </p:pic>
    </p:spTree>
    <p:extLst>
      <p:ext uri="{BB962C8B-B14F-4D97-AF65-F5344CB8AC3E}">
        <p14:creationId xmlns:p14="http://schemas.microsoft.com/office/powerpoint/2010/main" val="3674204521"/>
      </p:ext>
    </p:extLst>
  </p:cSld>
  <p:clrMapOvr>
    <a:masterClrMapping/>
  </p:clrMapOvr>
  <p:transition advTm="7211"/>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6F3D130B-99BA-4BB2-80B5-9C601D751EA8}"/>
              </a:ext>
            </a:extLst>
          </p:cNvPr>
          <p:cNvSpPr>
            <a:spLocks noGrp="1"/>
          </p:cNvSpPr>
          <p:nvPr>
            <p:ph type="title"/>
            <p:custDataLst>
              <p:tags r:id="rId1"/>
            </p:custDataLst>
          </p:nvPr>
        </p:nvSpPr>
        <p:spPr/>
        <p:txBody>
          <a:bodyPr/>
          <a:lstStyle/>
          <a:p>
            <a:r>
              <a:rPr lang="en-US" altLang="zh-CN" dirty="0">
                <a:solidFill>
                  <a:srgbClr val="376092"/>
                </a:solidFill>
                <a:latin typeface="微软雅黑" panose="020B0503020204020204" pitchFamily="34" charset="-122"/>
                <a:ea typeface="微软雅黑" panose="020B0503020204020204" pitchFamily="34" charset="-122"/>
              </a:rPr>
              <a:t>Project</a:t>
            </a:r>
            <a:r>
              <a:rPr lang="zh-CN" altLang="en-US" dirty="0">
                <a:solidFill>
                  <a:srgbClr val="376092"/>
                </a:solidFill>
                <a:latin typeface="微软雅黑" panose="020B0503020204020204" pitchFamily="34" charset="-122"/>
                <a:ea typeface="微软雅黑" panose="020B0503020204020204" pitchFamily="34" charset="-122"/>
              </a:rPr>
              <a:t> </a:t>
            </a:r>
            <a:r>
              <a:rPr lang="en-US" altLang="zh-CN" dirty="0">
                <a:solidFill>
                  <a:srgbClr val="376092"/>
                </a:solidFill>
                <a:latin typeface="微软雅黑" panose="020B0503020204020204" pitchFamily="34" charset="-122"/>
                <a:ea typeface="微软雅黑" panose="020B0503020204020204" pitchFamily="34" charset="-122"/>
              </a:rPr>
              <a:t>Timeline</a:t>
            </a:r>
          </a:p>
        </p:txBody>
      </p:sp>
      <p:graphicFrame>
        <p:nvGraphicFramePr>
          <p:cNvPr id="4" name="表格 3">
            <a:extLst>
              <a:ext uri="{FF2B5EF4-FFF2-40B4-BE49-F238E27FC236}">
                <a16:creationId xmlns:a16="http://schemas.microsoft.com/office/drawing/2014/main" id="{4736B415-566E-A180-F0F6-4B689AE7EC35}"/>
              </a:ext>
            </a:extLst>
          </p:cNvPr>
          <p:cNvGraphicFramePr>
            <a:graphicFrameLocks noGrp="1"/>
          </p:cNvGraphicFramePr>
          <p:nvPr>
            <p:custDataLst>
              <p:tags r:id="rId2"/>
            </p:custDataLst>
            <p:extLst>
              <p:ext uri="{D42A27DB-BD31-4B8C-83A1-F6EECF244321}">
                <p14:modId xmlns:p14="http://schemas.microsoft.com/office/powerpoint/2010/main" val="3384829730"/>
              </p:ext>
            </p:extLst>
          </p:nvPr>
        </p:nvGraphicFramePr>
        <p:xfrm>
          <a:off x="415315" y="1017094"/>
          <a:ext cx="11361371" cy="4104981"/>
        </p:xfrm>
        <a:graphic>
          <a:graphicData uri="http://schemas.openxmlformats.org/drawingml/2006/table">
            <a:tbl>
              <a:tblPr firstRow="1">
                <a:tableStyleId>{E8B1032C-EA38-4F05-BA0D-38AFFFC7BED3}</a:tableStyleId>
              </a:tblPr>
              <a:tblGrid>
                <a:gridCol w="3571331">
                  <a:extLst>
                    <a:ext uri="{9D8B030D-6E8A-4147-A177-3AD203B41FA5}">
                      <a16:colId xmlns:a16="http://schemas.microsoft.com/office/drawing/2014/main" val="1116820988"/>
                    </a:ext>
                  </a:extLst>
                </a:gridCol>
                <a:gridCol w="432780">
                  <a:extLst>
                    <a:ext uri="{9D8B030D-6E8A-4147-A177-3AD203B41FA5}">
                      <a16:colId xmlns:a16="http://schemas.microsoft.com/office/drawing/2014/main" val="3736814609"/>
                    </a:ext>
                  </a:extLst>
                </a:gridCol>
                <a:gridCol w="432780">
                  <a:extLst>
                    <a:ext uri="{9D8B030D-6E8A-4147-A177-3AD203B41FA5}">
                      <a16:colId xmlns:a16="http://schemas.microsoft.com/office/drawing/2014/main" val="1629236288"/>
                    </a:ext>
                  </a:extLst>
                </a:gridCol>
                <a:gridCol w="432780">
                  <a:extLst>
                    <a:ext uri="{9D8B030D-6E8A-4147-A177-3AD203B41FA5}">
                      <a16:colId xmlns:a16="http://schemas.microsoft.com/office/drawing/2014/main" val="4165924298"/>
                    </a:ext>
                  </a:extLst>
                </a:gridCol>
                <a:gridCol w="432780">
                  <a:extLst>
                    <a:ext uri="{9D8B030D-6E8A-4147-A177-3AD203B41FA5}">
                      <a16:colId xmlns:a16="http://schemas.microsoft.com/office/drawing/2014/main" val="3863011262"/>
                    </a:ext>
                  </a:extLst>
                </a:gridCol>
                <a:gridCol w="432780">
                  <a:extLst>
                    <a:ext uri="{9D8B030D-6E8A-4147-A177-3AD203B41FA5}">
                      <a16:colId xmlns:a16="http://schemas.microsoft.com/office/drawing/2014/main" val="3718855186"/>
                    </a:ext>
                  </a:extLst>
                </a:gridCol>
                <a:gridCol w="432780">
                  <a:extLst>
                    <a:ext uri="{9D8B030D-6E8A-4147-A177-3AD203B41FA5}">
                      <a16:colId xmlns:a16="http://schemas.microsoft.com/office/drawing/2014/main" val="413602472"/>
                    </a:ext>
                  </a:extLst>
                </a:gridCol>
                <a:gridCol w="432780">
                  <a:extLst>
                    <a:ext uri="{9D8B030D-6E8A-4147-A177-3AD203B41FA5}">
                      <a16:colId xmlns:a16="http://schemas.microsoft.com/office/drawing/2014/main" val="2021156989"/>
                    </a:ext>
                  </a:extLst>
                </a:gridCol>
                <a:gridCol w="432780">
                  <a:extLst>
                    <a:ext uri="{9D8B030D-6E8A-4147-A177-3AD203B41FA5}">
                      <a16:colId xmlns:a16="http://schemas.microsoft.com/office/drawing/2014/main" val="1720779583"/>
                    </a:ext>
                  </a:extLst>
                </a:gridCol>
                <a:gridCol w="432780">
                  <a:extLst>
                    <a:ext uri="{9D8B030D-6E8A-4147-A177-3AD203B41FA5}">
                      <a16:colId xmlns:a16="http://schemas.microsoft.com/office/drawing/2014/main" val="1970296596"/>
                    </a:ext>
                  </a:extLst>
                </a:gridCol>
                <a:gridCol w="432780">
                  <a:extLst>
                    <a:ext uri="{9D8B030D-6E8A-4147-A177-3AD203B41FA5}">
                      <a16:colId xmlns:a16="http://schemas.microsoft.com/office/drawing/2014/main" val="2188881081"/>
                    </a:ext>
                  </a:extLst>
                </a:gridCol>
                <a:gridCol w="432780">
                  <a:extLst>
                    <a:ext uri="{9D8B030D-6E8A-4147-A177-3AD203B41FA5}">
                      <a16:colId xmlns:a16="http://schemas.microsoft.com/office/drawing/2014/main" val="969902199"/>
                    </a:ext>
                  </a:extLst>
                </a:gridCol>
                <a:gridCol w="432780">
                  <a:extLst>
                    <a:ext uri="{9D8B030D-6E8A-4147-A177-3AD203B41FA5}">
                      <a16:colId xmlns:a16="http://schemas.microsoft.com/office/drawing/2014/main" val="2830098939"/>
                    </a:ext>
                  </a:extLst>
                </a:gridCol>
                <a:gridCol w="432780">
                  <a:extLst>
                    <a:ext uri="{9D8B030D-6E8A-4147-A177-3AD203B41FA5}">
                      <a16:colId xmlns:a16="http://schemas.microsoft.com/office/drawing/2014/main" val="2503197567"/>
                    </a:ext>
                  </a:extLst>
                </a:gridCol>
                <a:gridCol w="432780">
                  <a:extLst>
                    <a:ext uri="{9D8B030D-6E8A-4147-A177-3AD203B41FA5}">
                      <a16:colId xmlns:a16="http://schemas.microsoft.com/office/drawing/2014/main" val="2663648226"/>
                    </a:ext>
                  </a:extLst>
                </a:gridCol>
                <a:gridCol w="432780">
                  <a:extLst>
                    <a:ext uri="{9D8B030D-6E8A-4147-A177-3AD203B41FA5}">
                      <a16:colId xmlns:a16="http://schemas.microsoft.com/office/drawing/2014/main" val="357755677"/>
                    </a:ext>
                  </a:extLst>
                </a:gridCol>
                <a:gridCol w="432780">
                  <a:extLst>
                    <a:ext uri="{9D8B030D-6E8A-4147-A177-3AD203B41FA5}">
                      <a16:colId xmlns:a16="http://schemas.microsoft.com/office/drawing/2014/main" val="1269483242"/>
                    </a:ext>
                  </a:extLst>
                </a:gridCol>
                <a:gridCol w="432780">
                  <a:extLst>
                    <a:ext uri="{9D8B030D-6E8A-4147-A177-3AD203B41FA5}">
                      <a16:colId xmlns:a16="http://schemas.microsoft.com/office/drawing/2014/main" val="487642647"/>
                    </a:ext>
                  </a:extLst>
                </a:gridCol>
                <a:gridCol w="432780">
                  <a:extLst>
                    <a:ext uri="{9D8B030D-6E8A-4147-A177-3AD203B41FA5}">
                      <a16:colId xmlns:a16="http://schemas.microsoft.com/office/drawing/2014/main" val="1625950892"/>
                    </a:ext>
                  </a:extLst>
                </a:gridCol>
              </a:tblGrid>
              <a:tr h="355458">
                <a:tc>
                  <a:txBody>
                    <a:bodyPr/>
                    <a:lstStyle/>
                    <a:p>
                      <a:pPr algn="ctr" fontAlgn="ctr"/>
                      <a:endParaRPr lang="en-US" sz="16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endParaRPr>
                    </a:p>
                  </a:txBody>
                  <a:tcPr marL="9525" marR="9525" marT="9525" marB="0" anchor="ctr">
                    <a:solidFill>
                      <a:schemeClr val="accent1"/>
                    </a:solidFill>
                  </a:tcPr>
                </a:tc>
                <a:tc>
                  <a:txBody>
                    <a:bodyPr/>
                    <a:lstStyle/>
                    <a:p>
                      <a:pPr algn="ctr" fontAlgn="ctr"/>
                      <a:r>
                        <a:rPr lang="en-US" altLang="zh-CN" sz="1400" dirty="0">
                          <a:solidFill>
                            <a:schemeClr val="bg1"/>
                          </a:solidFill>
                        </a:rPr>
                        <a:t>Nov</a:t>
                      </a:r>
                      <a:endParaRPr lang="en-US" altLang="zh-CN" sz="1400" b="0" i="0" u="none" strike="noStrike" dirty="0">
                        <a:solidFill>
                          <a:schemeClr val="bg1"/>
                        </a:solidFill>
                        <a:effectLst/>
                        <a:latin typeface="Arial" panose="020B0604020202020204" pitchFamily="34" charset="0"/>
                        <a:ea typeface="等线" panose="02010600030101010101" pitchFamily="2" charset="-122"/>
                        <a:cs typeface="Arial" panose="020B0604020202020204" pitchFamily="34" charset="0"/>
                      </a:endParaRPr>
                    </a:p>
                  </a:txBody>
                  <a:tcPr marL="9525" marR="9525" marT="9525" marB="0" anchor="ctr">
                    <a:solidFill>
                      <a:schemeClr val="accent1"/>
                    </a:solidFill>
                  </a:tcPr>
                </a:tc>
                <a:tc>
                  <a:txBody>
                    <a:bodyPr/>
                    <a:lstStyle/>
                    <a:p>
                      <a:pPr algn="ctr" fontAlgn="ctr"/>
                      <a:r>
                        <a:rPr lang="en-US" altLang="zh-CN" sz="1400" b="1" kern="1200" dirty="0">
                          <a:solidFill>
                            <a:schemeClr val="bg1"/>
                          </a:solidFill>
                        </a:rPr>
                        <a:t>Dec</a:t>
                      </a:r>
                      <a:endParaRPr lang="en-US" sz="1400" b="1" kern="1200" dirty="0">
                        <a:solidFill>
                          <a:schemeClr val="bg1"/>
                        </a:solidFill>
                        <a:latin typeface="+mn-lt"/>
                        <a:ea typeface="+mn-ea"/>
                        <a:cs typeface="+mn-cs"/>
                      </a:endParaRPr>
                    </a:p>
                  </a:txBody>
                  <a:tcPr marL="9525" marR="9525" marT="9525" marB="0" anchor="ctr">
                    <a:solidFill>
                      <a:schemeClr val="accent1"/>
                    </a:solidFill>
                  </a:tcPr>
                </a:tc>
                <a:tc>
                  <a:txBody>
                    <a:bodyPr/>
                    <a:lstStyle/>
                    <a:p>
                      <a:pPr algn="ctr" fontAlgn="ctr"/>
                      <a:r>
                        <a:rPr lang="en-US" altLang="zh-CN" sz="1400" b="1" kern="1200" dirty="0">
                          <a:solidFill>
                            <a:schemeClr val="bg1"/>
                          </a:solidFill>
                        </a:rPr>
                        <a:t>Jan</a:t>
                      </a:r>
                      <a:endParaRPr lang="en-US" altLang="zh-CN" sz="1400" b="1" kern="1200" dirty="0">
                        <a:solidFill>
                          <a:schemeClr val="bg1"/>
                        </a:solidFill>
                        <a:latin typeface="+mn-lt"/>
                        <a:ea typeface="+mn-ea"/>
                        <a:cs typeface="+mn-cs"/>
                      </a:endParaRPr>
                    </a:p>
                  </a:txBody>
                  <a:tcPr marL="9525" marR="9525" marT="9525" marB="0" anchor="ctr">
                    <a:solidFill>
                      <a:schemeClr val="accent1"/>
                    </a:solidFill>
                  </a:tcPr>
                </a:tc>
                <a:tc>
                  <a:txBody>
                    <a:bodyPr/>
                    <a:lstStyle/>
                    <a:p>
                      <a:pPr algn="ctr" fontAlgn="ctr"/>
                      <a:r>
                        <a:rPr lang="en-US" altLang="zh-CN" sz="1400" b="1" kern="1200" dirty="0">
                          <a:solidFill>
                            <a:schemeClr val="bg1"/>
                          </a:solidFill>
                        </a:rPr>
                        <a:t>Feb</a:t>
                      </a:r>
                      <a:endParaRPr lang="en-US" sz="1400" b="1" kern="1200" dirty="0">
                        <a:solidFill>
                          <a:schemeClr val="bg1"/>
                        </a:solidFill>
                        <a:latin typeface="+mn-lt"/>
                        <a:ea typeface="+mn-ea"/>
                        <a:cs typeface="+mn-cs"/>
                      </a:endParaRPr>
                    </a:p>
                  </a:txBody>
                  <a:tcPr marL="9525" marR="9525" marT="9525" marB="0" anchor="ctr">
                    <a:solidFill>
                      <a:schemeClr val="accent1"/>
                    </a:solidFill>
                  </a:tcPr>
                </a:tc>
                <a:tc>
                  <a:txBody>
                    <a:bodyPr/>
                    <a:lstStyle/>
                    <a:p>
                      <a:pPr algn="ctr" fontAlgn="ctr"/>
                      <a:r>
                        <a:rPr lang="en-US" altLang="zh-CN" sz="1400" b="1" kern="1200" dirty="0">
                          <a:solidFill>
                            <a:schemeClr val="bg1"/>
                          </a:solidFill>
                        </a:rPr>
                        <a:t>Mar</a:t>
                      </a:r>
                      <a:endParaRPr lang="en-US" sz="1400" b="1" kern="1200" dirty="0">
                        <a:solidFill>
                          <a:schemeClr val="bg1"/>
                        </a:solidFill>
                        <a:latin typeface="+mn-lt"/>
                        <a:ea typeface="+mn-ea"/>
                        <a:cs typeface="+mn-cs"/>
                      </a:endParaRPr>
                    </a:p>
                  </a:txBody>
                  <a:tcPr marL="9525" marR="9525" marT="9525" marB="0" anchor="ctr">
                    <a:solidFill>
                      <a:schemeClr val="accent1"/>
                    </a:solidFill>
                  </a:tcPr>
                </a:tc>
                <a:tc>
                  <a:txBody>
                    <a:bodyPr/>
                    <a:lstStyle/>
                    <a:p>
                      <a:pPr algn="ctr" fontAlgn="ctr"/>
                      <a:r>
                        <a:rPr lang="en-US" sz="1400" b="1" kern="1200" dirty="0">
                          <a:solidFill>
                            <a:schemeClr val="bg1"/>
                          </a:solidFill>
                        </a:rPr>
                        <a:t>Apr</a:t>
                      </a:r>
                      <a:endParaRPr lang="en-US" sz="1400" b="1" kern="1200" dirty="0">
                        <a:solidFill>
                          <a:schemeClr val="bg1"/>
                        </a:solidFill>
                        <a:latin typeface="+mn-lt"/>
                        <a:ea typeface="+mn-ea"/>
                        <a:cs typeface="+mn-cs"/>
                      </a:endParaRPr>
                    </a:p>
                  </a:txBody>
                  <a:tcPr marL="9525" marR="9525" marT="9525" marB="0" anchor="ctr">
                    <a:solidFill>
                      <a:schemeClr val="accent1"/>
                    </a:solidFill>
                  </a:tcPr>
                </a:tc>
                <a:tc>
                  <a:txBody>
                    <a:bodyPr/>
                    <a:lstStyle/>
                    <a:p>
                      <a:pPr algn="ctr" fontAlgn="ctr"/>
                      <a:r>
                        <a:rPr lang="en-US" sz="1400" b="1" kern="1200" dirty="0">
                          <a:solidFill>
                            <a:schemeClr val="bg1"/>
                          </a:solidFill>
                        </a:rPr>
                        <a:t>May</a:t>
                      </a:r>
                      <a:endParaRPr lang="en-US" sz="1400" b="1" kern="1200" dirty="0">
                        <a:solidFill>
                          <a:schemeClr val="bg1"/>
                        </a:solidFill>
                        <a:latin typeface="+mn-lt"/>
                        <a:ea typeface="+mn-ea"/>
                        <a:cs typeface="+mn-cs"/>
                      </a:endParaRPr>
                    </a:p>
                  </a:txBody>
                  <a:tcPr marL="9525" marR="9525" marT="9525" marB="0" anchor="ctr">
                    <a:solidFill>
                      <a:schemeClr val="accent1"/>
                    </a:solidFill>
                  </a:tcPr>
                </a:tc>
                <a:tc>
                  <a:txBody>
                    <a:bodyPr/>
                    <a:lstStyle/>
                    <a:p>
                      <a:pPr algn="ctr" fontAlgn="ctr"/>
                      <a:r>
                        <a:rPr lang="en-US" sz="1400" b="1" kern="1200" dirty="0">
                          <a:solidFill>
                            <a:schemeClr val="bg1"/>
                          </a:solidFill>
                        </a:rPr>
                        <a:t>June</a:t>
                      </a:r>
                      <a:endParaRPr lang="en-US" sz="1400" b="1" kern="1200" dirty="0">
                        <a:solidFill>
                          <a:schemeClr val="bg1"/>
                        </a:solidFill>
                        <a:latin typeface="+mn-lt"/>
                        <a:ea typeface="+mn-ea"/>
                        <a:cs typeface="+mn-cs"/>
                      </a:endParaRPr>
                    </a:p>
                  </a:txBody>
                  <a:tcPr marL="9525" marR="9525" marT="9525" marB="0" anchor="ctr">
                    <a:solidFill>
                      <a:schemeClr val="accent1"/>
                    </a:solidFill>
                  </a:tcPr>
                </a:tc>
                <a:tc>
                  <a:txBody>
                    <a:bodyPr/>
                    <a:lstStyle/>
                    <a:p>
                      <a:pPr algn="ctr" fontAlgn="ctr"/>
                      <a:r>
                        <a:rPr lang="en-US" sz="1400" b="1" kern="1200" dirty="0">
                          <a:solidFill>
                            <a:schemeClr val="bg1"/>
                          </a:solidFill>
                        </a:rPr>
                        <a:t>July</a:t>
                      </a:r>
                      <a:endParaRPr lang="en-US" sz="1400" b="1" kern="1200" dirty="0">
                        <a:solidFill>
                          <a:schemeClr val="bg1"/>
                        </a:solidFill>
                        <a:latin typeface="+mn-lt"/>
                        <a:ea typeface="+mn-ea"/>
                        <a:cs typeface="+mn-cs"/>
                      </a:endParaRPr>
                    </a:p>
                  </a:txBody>
                  <a:tcPr marL="9525" marR="9525" marT="9525" marB="0" anchor="ctr">
                    <a:solidFill>
                      <a:schemeClr val="accent1"/>
                    </a:solidFill>
                  </a:tcPr>
                </a:tc>
                <a:tc>
                  <a:txBody>
                    <a:bodyPr/>
                    <a:lstStyle/>
                    <a:p>
                      <a:pPr algn="ctr" fontAlgn="ctr"/>
                      <a:r>
                        <a:rPr lang="en-US" sz="1400" b="1" kern="1200" dirty="0">
                          <a:solidFill>
                            <a:schemeClr val="bg1"/>
                          </a:solidFill>
                        </a:rPr>
                        <a:t>Aug</a:t>
                      </a:r>
                      <a:endParaRPr lang="en-US" sz="1400" b="1" kern="1200" dirty="0">
                        <a:solidFill>
                          <a:schemeClr val="bg1"/>
                        </a:solidFill>
                        <a:latin typeface="+mn-lt"/>
                        <a:ea typeface="+mn-ea"/>
                        <a:cs typeface="+mn-cs"/>
                      </a:endParaRPr>
                    </a:p>
                  </a:txBody>
                  <a:tcPr marL="9525" marR="9525" marT="9525" marB="0" anchor="ctr">
                    <a:solidFill>
                      <a:schemeClr val="accent1"/>
                    </a:solidFill>
                  </a:tcPr>
                </a:tc>
                <a:tc>
                  <a:txBody>
                    <a:bodyPr/>
                    <a:lstStyle/>
                    <a:p>
                      <a:pPr algn="ctr" fontAlgn="ctr"/>
                      <a:r>
                        <a:rPr lang="en-US" sz="1400" b="1" kern="1200" dirty="0">
                          <a:solidFill>
                            <a:schemeClr val="bg1"/>
                          </a:solidFill>
                        </a:rPr>
                        <a:t>Sep</a:t>
                      </a:r>
                      <a:endParaRPr lang="en-US" sz="1400" b="1" kern="1200" dirty="0">
                        <a:solidFill>
                          <a:schemeClr val="bg1"/>
                        </a:solidFill>
                        <a:latin typeface="+mn-lt"/>
                        <a:ea typeface="+mn-ea"/>
                        <a:cs typeface="+mn-cs"/>
                      </a:endParaRPr>
                    </a:p>
                  </a:txBody>
                  <a:tcPr marL="9525" marR="9525" marT="9525" marB="0" anchor="ctr">
                    <a:solidFill>
                      <a:schemeClr val="accent1"/>
                    </a:solidFill>
                  </a:tcPr>
                </a:tc>
                <a:tc>
                  <a:txBody>
                    <a:bodyPr/>
                    <a:lstStyle/>
                    <a:p>
                      <a:pPr algn="ctr" fontAlgn="ctr"/>
                      <a:r>
                        <a:rPr lang="en-US" sz="1400" b="1" kern="1200" dirty="0">
                          <a:solidFill>
                            <a:schemeClr val="bg1"/>
                          </a:solidFill>
                        </a:rPr>
                        <a:t>Oct</a:t>
                      </a:r>
                      <a:endParaRPr lang="en-US" sz="1400" b="1" kern="1200" dirty="0">
                        <a:solidFill>
                          <a:schemeClr val="bg1"/>
                        </a:solidFill>
                        <a:latin typeface="+mn-lt"/>
                        <a:ea typeface="+mn-ea"/>
                        <a:cs typeface="+mn-cs"/>
                      </a:endParaRPr>
                    </a:p>
                  </a:txBody>
                  <a:tcPr marL="9525" marR="9525" marT="9525" marB="0" anchor="ctr">
                    <a:solidFill>
                      <a:schemeClr val="accent1"/>
                    </a:solidFill>
                  </a:tcPr>
                </a:tc>
                <a:tc>
                  <a:txBody>
                    <a:bodyPr/>
                    <a:lstStyle/>
                    <a:p>
                      <a:pPr algn="ctr" fontAlgn="ctr"/>
                      <a:r>
                        <a:rPr lang="en-US" altLang="zh-CN" sz="1400" b="1" kern="1200" dirty="0">
                          <a:solidFill>
                            <a:schemeClr val="bg1"/>
                          </a:solidFill>
                        </a:rPr>
                        <a:t>Nov</a:t>
                      </a:r>
                      <a:endParaRPr lang="en-US" altLang="zh-CN" sz="1400" b="1" kern="1200" dirty="0">
                        <a:solidFill>
                          <a:schemeClr val="bg1"/>
                        </a:solidFill>
                        <a:latin typeface="+mn-lt"/>
                        <a:ea typeface="+mn-ea"/>
                        <a:cs typeface="+mn-cs"/>
                      </a:endParaRPr>
                    </a:p>
                  </a:txBody>
                  <a:tcPr marL="9525" marR="9525" marT="9525" marB="0" anchor="ctr">
                    <a:solidFill>
                      <a:schemeClr val="accent1"/>
                    </a:solidFill>
                  </a:tcPr>
                </a:tc>
                <a:tc>
                  <a:txBody>
                    <a:bodyPr/>
                    <a:lstStyle/>
                    <a:p>
                      <a:pPr algn="ctr" fontAlgn="ctr"/>
                      <a:r>
                        <a:rPr lang="en-US" altLang="zh-CN" sz="1400" b="1" kern="1200" dirty="0">
                          <a:solidFill>
                            <a:schemeClr val="bg1"/>
                          </a:solidFill>
                        </a:rPr>
                        <a:t>Dec</a:t>
                      </a:r>
                      <a:endParaRPr lang="en-US" sz="1400" b="1" kern="1200" dirty="0">
                        <a:solidFill>
                          <a:schemeClr val="bg1"/>
                        </a:solidFill>
                        <a:latin typeface="+mn-lt"/>
                        <a:ea typeface="+mn-ea"/>
                        <a:cs typeface="+mn-cs"/>
                      </a:endParaRPr>
                    </a:p>
                  </a:txBody>
                  <a:tcPr marL="9525" marR="9525" marT="9525" marB="0" anchor="ctr">
                    <a:solidFill>
                      <a:schemeClr val="accent1"/>
                    </a:solidFill>
                  </a:tcPr>
                </a:tc>
                <a:tc>
                  <a:txBody>
                    <a:bodyPr/>
                    <a:lstStyle/>
                    <a:p>
                      <a:pPr algn="ctr" fontAlgn="ctr"/>
                      <a:r>
                        <a:rPr lang="en-US" altLang="zh-CN" sz="1400" b="1" kern="1200" dirty="0">
                          <a:solidFill>
                            <a:schemeClr val="bg1"/>
                          </a:solidFill>
                        </a:rPr>
                        <a:t>Jan</a:t>
                      </a:r>
                      <a:endParaRPr lang="en-US" altLang="zh-CN" sz="1400" b="1" kern="1200" dirty="0">
                        <a:solidFill>
                          <a:schemeClr val="bg1"/>
                        </a:solidFill>
                        <a:latin typeface="+mn-lt"/>
                        <a:ea typeface="+mn-ea"/>
                        <a:cs typeface="+mn-cs"/>
                      </a:endParaRPr>
                    </a:p>
                  </a:txBody>
                  <a:tcPr marL="9525" marR="9525" marT="9525" marB="0" anchor="ctr">
                    <a:solidFill>
                      <a:schemeClr val="accent1"/>
                    </a:solidFill>
                  </a:tcPr>
                </a:tc>
                <a:tc>
                  <a:txBody>
                    <a:bodyPr/>
                    <a:lstStyle/>
                    <a:p>
                      <a:pPr algn="ctr" fontAlgn="ctr"/>
                      <a:r>
                        <a:rPr lang="en-US" altLang="zh-CN" sz="1400" b="1" kern="1200" dirty="0">
                          <a:solidFill>
                            <a:schemeClr val="bg1"/>
                          </a:solidFill>
                        </a:rPr>
                        <a:t>Feb</a:t>
                      </a:r>
                      <a:endParaRPr lang="en-US" sz="1400" b="1" kern="1200" dirty="0">
                        <a:solidFill>
                          <a:schemeClr val="bg1"/>
                        </a:solidFill>
                        <a:latin typeface="+mn-lt"/>
                        <a:ea typeface="+mn-ea"/>
                        <a:cs typeface="+mn-cs"/>
                      </a:endParaRPr>
                    </a:p>
                  </a:txBody>
                  <a:tcPr marL="9525" marR="9525" marT="9525" marB="0" anchor="ctr">
                    <a:solidFill>
                      <a:schemeClr val="accent1"/>
                    </a:solidFill>
                  </a:tcPr>
                </a:tc>
                <a:tc>
                  <a:txBody>
                    <a:bodyPr/>
                    <a:lstStyle/>
                    <a:p>
                      <a:pPr algn="ctr" fontAlgn="ctr"/>
                      <a:r>
                        <a:rPr lang="en-US" altLang="zh-CN" sz="1400" b="1" kern="1200" dirty="0">
                          <a:solidFill>
                            <a:schemeClr val="bg1"/>
                          </a:solidFill>
                        </a:rPr>
                        <a:t>Mar</a:t>
                      </a:r>
                      <a:endParaRPr lang="en-US" sz="1400" b="1" kern="1200" dirty="0">
                        <a:solidFill>
                          <a:schemeClr val="bg1"/>
                        </a:solidFill>
                        <a:latin typeface="+mn-lt"/>
                        <a:ea typeface="+mn-ea"/>
                        <a:cs typeface="+mn-cs"/>
                      </a:endParaRPr>
                    </a:p>
                  </a:txBody>
                  <a:tcPr marL="9525" marR="9525" marT="9525" marB="0" anchor="ctr">
                    <a:solidFill>
                      <a:schemeClr val="accent1"/>
                    </a:solidFill>
                  </a:tcPr>
                </a:tc>
                <a:tc>
                  <a:txBody>
                    <a:bodyPr/>
                    <a:lstStyle/>
                    <a:p>
                      <a:pPr algn="ctr" fontAlgn="ctr"/>
                      <a:r>
                        <a:rPr lang="en-US" sz="1400" b="1" kern="1200" dirty="0">
                          <a:solidFill>
                            <a:schemeClr val="bg1"/>
                          </a:solidFill>
                        </a:rPr>
                        <a:t>Apr</a:t>
                      </a:r>
                      <a:endParaRPr lang="en-US" sz="1400" b="1" kern="1200" dirty="0">
                        <a:solidFill>
                          <a:schemeClr val="bg1"/>
                        </a:solidFill>
                        <a:latin typeface="+mn-lt"/>
                        <a:ea typeface="+mn-ea"/>
                        <a:cs typeface="+mn-cs"/>
                      </a:endParaRPr>
                    </a:p>
                  </a:txBody>
                  <a:tcPr marL="9525" marR="9525" marT="9525" marB="0" anchor="ctr">
                    <a:solidFill>
                      <a:schemeClr val="accent1"/>
                    </a:solidFill>
                  </a:tcPr>
                </a:tc>
                <a:extLst>
                  <a:ext uri="{0D108BD9-81ED-4DB2-BD59-A6C34878D82A}">
                    <a16:rowId xmlns:a16="http://schemas.microsoft.com/office/drawing/2014/main" val="14803025"/>
                  </a:ext>
                </a:extLst>
              </a:tr>
              <a:tr h="368142">
                <a:tc>
                  <a:txBody>
                    <a:bodyPr/>
                    <a:lstStyle/>
                    <a:p>
                      <a:pPr algn="ctr" fontAlgn="ctr"/>
                      <a:r>
                        <a:rPr lang="en-US" altLang="zh-CN" sz="1400" b="0" u="none" strike="noStrike" dirty="0">
                          <a:solidFill>
                            <a:srgbClr val="000000"/>
                          </a:solidFill>
                          <a:effectLst/>
                        </a:rPr>
                        <a:t>Research</a:t>
                      </a:r>
                      <a:r>
                        <a:rPr lang="zh-CN" altLang="en-US" sz="1400" b="0" u="none" strike="noStrike" dirty="0">
                          <a:solidFill>
                            <a:srgbClr val="000000"/>
                          </a:solidFill>
                          <a:effectLst/>
                        </a:rPr>
                        <a:t> </a:t>
                      </a:r>
                      <a:r>
                        <a:rPr lang="en-US" altLang="zh-CN" sz="1400" b="0" u="none" strike="noStrike" dirty="0">
                          <a:solidFill>
                            <a:srgbClr val="000000"/>
                          </a:solidFill>
                          <a:effectLst/>
                        </a:rPr>
                        <a:t>Proposal</a:t>
                      </a:r>
                      <a:r>
                        <a:rPr lang="zh-CN" altLang="en-US" sz="1400" b="0" u="none" strike="noStrike" dirty="0">
                          <a:solidFill>
                            <a:srgbClr val="000000"/>
                          </a:solidFill>
                          <a:effectLst/>
                        </a:rPr>
                        <a:t> </a:t>
                      </a:r>
                      <a:r>
                        <a:rPr lang="en-US" altLang="zh-CN" sz="1400" b="0" u="none" strike="noStrike" dirty="0">
                          <a:solidFill>
                            <a:srgbClr val="000000"/>
                          </a:solidFill>
                          <a:effectLst/>
                        </a:rPr>
                        <a:t>&amp;</a:t>
                      </a:r>
                      <a:r>
                        <a:rPr lang="zh-CN" altLang="en-US" sz="1400" b="0" u="none" strike="noStrike" dirty="0">
                          <a:solidFill>
                            <a:srgbClr val="000000"/>
                          </a:solidFill>
                          <a:effectLst/>
                        </a:rPr>
                        <a:t> </a:t>
                      </a:r>
                      <a:r>
                        <a:rPr lang="en-US" altLang="zh-CN" sz="1400" b="0" u="none" strike="noStrike" dirty="0">
                          <a:solidFill>
                            <a:srgbClr val="000000"/>
                          </a:solidFill>
                          <a:effectLst/>
                        </a:rPr>
                        <a:t>preparations</a:t>
                      </a:r>
                      <a:endParaRPr lang="en-US" altLang="zh-CN" sz="14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endParaRPr>
                    </a:p>
                  </a:txBody>
                  <a:tcPr marL="9525" marR="9525" marT="9525" marB="0" anchor="ctr"/>
                </a:tc>
                <a:tc>
                  <a:txBody>
                    <a:bodyPr/>
                    <a:lstStyle/>
                    <a:p>
                      <a:pPr algn="ctr" fontAlgn="ctr"/>
                      <a:endParaRPr lang="en-US" altLang="zh-CN" sz="1600" b="1" u="none" strike="noStrike" dirty="0">
                        <a:effectLst/>
                        <a:latin typeface="Arial" panose="020B0604020202020204" pitchFamily="34" charset="0"/>
                        <a:cs typeface="Arial" panose="020B0604020202020204" pitchFamily="34" charset="0"/>
                      </a:endParaRPr>
                    </a:p>
                  </a:txBody>
                  <a:tcPr marL="9525" marR="9525" marT="9525" marB="0" anchor="ctr">
                    <a:solidFill>
                      <a:schemeClr val="accent6"/>
                    </a:solidFill>
                  </a:tcPr>
                </a:tc>
                <a:tc>
                  <a:txBody>
                    <a:bodyPr/>
                    <a:lstStyle/>
                    <a:p>
                      <a:pPr algn="ctr" fontAlgn="ctr"/>
                      <a:endParaRPr lang="en-US" altLang="zh-CN" sz="1600" b="1"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endParaRPr lang="en-US" altLang="zh-CN" sz="1600" b="1"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endParaRPr lang="en-US" altLang="zh-CN" sz="1600" b="1"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endParaRPr lang="en-US" altLang="zh-CN" sz="1600" b="1"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endParaRPr lang="en-US" altLang="zh-CN" sz="1600" b="1"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endParaRPr lang="en-US" altLang="zh-CN" sz="1600" b="1"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endParaRPr lang="en-US" altLang="zh-CN" sz="1600" b="1"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endParaRPr lang="en-US" altLang="zh-CN" sz="1600" b="1"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endParaRPr lang="en-US" altLang="zh-CN" sz="1600" b="1"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endParaRPr lang="en-US" altLang="zh-CN" sz="1600" b="1"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endParaRPr lang="en-US" altLang="zh-CN" sz="1600" b="1"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endParaRPr lang="en-US" altLang="zh-CN" sz="1600" b="1"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endParaRPr lang="en-US" altLang="zh-CN" sz="1600" b="1"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endParaRPr lang="en-US" altLang="zh-CN" sz="1600" b="1"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endParaRPr lang="en-US" altLang="zh-CN" sz="1600" b="1"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endParaRPr lang="en-US" altLang="zh-CN" sz="1600" b="1"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endParaRPr lang="en-US" altLang="zh-CN" sz="1600" b="1" u="none" strike="noStrike" dirty="0">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956538569"/>
                  </a:ext>
                </a:extLst>
              </a:tr>
              <a:tr h="368142">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400" kern="1200" dirty="0">
                          <a:solidFill>
                            <a:schemeClr val="dk1"/>
                          </a:solidFill>
                          <a:effectLst/>
                        </a:rPr>
                        <a:t>Overview of China's iron &amp; steel industry </a:t>
                      </a:r>
                      <a:endParaRPr lang="en-US" altLang="zh-CN" sz="1400" dirty="0">
                        <a:effectLst/>
                      </a:endParaRPr>
                    </a:p>
                  </a:txBody>
                  <a:tcPr marL="9525" marR="9525" marT="9525" marB="0" anchor="ctr"/>
                </a:tc>
                <a:tc>
                  <a:txBody>
                    <a:bodyPr/>
                    <a:lstStyle/>
                    <a:p>
                      <a:pPr marL="0" algn="ctr" defTabSz="914400" rtl="0" eaLnBrk="1" fontAlgn="ctr" latinLnBrk="0" hangingPunct="1"/>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algn="ctr" defTabSz="914400" rtl="0" eaLnBrk="1" fontAlgn="ctr" latinLnBrk="0" hangingPunct="1"/>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solidFill>
                      <a:schemeClr val="accent6"/>
                    </a:solidFill>
                  </a:tcPr>
                </a:tc>
                <a:tc>
                  <a:txBody>
                    <a:bodyPr/>
                    <a:lstStyle/>
                    <a:p>
                      <a:pPr marL="0" algn="ctr" defTabSz="914400" rtl="0" eaLnBrk="1" fontAlgn="ctr" latinLnBrk="0" hangingPunct="1"/>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solidFill>
                      <a:schemeClr val="accent6"/>
                    </a:solidFill>
                  </a:tcPr>
                </a:tc>
                <a:tc>
                  <a:txBody>
                    <a:bodyPr/>
                    <a:lstStyle/>
                    <a:p>
                      <a:pPr marL="0" algn="ctr" defTabSz="914400" rtl="0" eaLnBrk="1" fontAlgn="ctr" latinLnBrk="0" hangingPunct="1"/>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algn="ctr" defTabSz="914400" rtl="0" eaLnBrk="1" fontAlgn="ctr" latinLnBrk="0" hangingPunct="1"/>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algn="ctr" defTabSz="914400" rtl="0" eaLnBrk="1" fontAlgn="ctr" latinLnBrk="0" hangingPunct="1"/>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algn="ctr" defTabSz="914400" rtl="0" eaLnBrk="1" fontAlgn="ctr" latinLnBrk="0" hangingPunct="1"/>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algn="ctr" defTabSz="914400" rtl="0" eaLnBrk="1" fontAlgn="ctr" latinLnBrk="0" hangingPunct="1"/>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algn="ctr" defTabSz="914400" rtl="0" eaLnBrk="1" fontAlgn="ctr" latinLnBrk="0" hangingPunct="1"/>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algn="ctr" defTabSz="914400" rtl="0" eaLnBrk="1" fontAlgn="ctr" latinLnBrk="0" hangingPunct="1"/>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algn="ctr" defTabSz="914400" rtl="0" eaLnBrk="1" fontAlgn="ctr" latinLnBrk="0" hangingPunct="1"/>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algn="ctr" defTabSz="914400" rtl="0" eaLnBrk="1" fontAlgn="ctr" latinLnBrk="0" hangingPunct="1"/>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algn="ctr" defTabSz="914400" rtl="0" eaLnBrk="1" fontAlgn="ctr" latinLnBrk="0" hangingPunct="1"/>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algn="ctr" defTabSz="914400" rtl="0" eaLnBrk="1" fontAlgn="ctr" latinLnBrk="0" hangingPunct="1"/>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algn="ctr" defTabSz="914400" rtl="0" eaLnBrk="1" fontAlgn="ctr" latinLnBrk="0" hangingPunct="1"/>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algn="ctr" defTabSz="914400" rtl="0" eaLnBrk="1" fontAlgn="ctr" latinLnBrk="0" hangingPunct="1"/>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algn="ctr" defTabSz="914400" rtl="0" eaLnBrk="1" fontAlgn="ctr" latinLnBrk="0" hangingPunct="1"/>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algn="ctr" defTabSz="914400" rtl="0" eaLnBrk="1" fontAlgn="ctr" latinLnBrk="0" hangingPunct="1"/>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extLst>
                  <a:ext uri="{0D108BD9-81ED-4DB2-BD59-A6C34878D82A}">
                    <a16:rowId xmlns:a16="http://schemas.microsoft.com/office/drawing/2014/main" val="3172178463"/>
                  </a:ext>
                </a:extLst>
              </a:tr>
              <a:tr h="368142">
                <a:tc>
                  <a:txBody>
                    <a:bodyPr/>
                    <a:lstStyle/>
                    <a:p>
                      <a:pPr marL="0" algn="ctr" defTabSz="914400" rtl="0" eaLnBrk="1" fontAlgn="ctr" latinLnBrk="0" hangingPunct="1"/>
                      <a:r>
                        <a:rPr lang="en-US" altLang="zh-CN" sz="1400" b="0" u="none" strike="noStrike" kern="1200" dirty="0">
                          <a:solidFill>
                            <a:schemeClr val="dk1"/>
                          </a:solidFill>
                          <a:effectLst/>
                        </a:rPr>
                        <a:t>Data requirement </a:t>
                      </a:r>
                      <a:r>
                        <a:rPr lang="en-US" altLang="zh-CN" sz="1400" kern="1200" dirty="0">
                          <a:solidFill>
                            <a:schemeClr val="dk1"/>
                          </a:solidFill>
                          <a:effectLst/>
                        </a:rPr>
                        <a:t>&amp;</a:t>
                      </a:r>
                      <a:r>
                        <a:rPr lang="zh-CN" altLang="en-US" sz="1400" kern="1200" dirty="0">
                          <a:solidFill>
                            <a:schemeClr val="dk1"/>
                          </a:solidFill>
                          <a:effectLst/>
                        </a:rPr>
                        <a:t> </a:t>
                      </a:r>
                      <a:r>
                        <a:rPr lang="en-US" altLang="zh-CN" sz="1400" b="0" u="none" strike="noStrike" kern="1200" dirty="0">
                          <a:solidFill>
                            <a:schemeClr val="dk1"/>
                          </a:solidFill>
                          <a:effectLst/>
                        </a:rPr>
                        <a:t>database investigation</a:t>
                      </a:r>
                      <a:endParaRPr lang="en-US" altLang="zh-CN" sz="14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algn="ctr" fontAlgn="ctr"/>
                      <a:endParaRPr lang="en-US" altLang="zh-CN" sz="16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endParaRPr>
                    </a:p>
                  </a:txBody>
                  <a:tcPr marL="9525" marR="9525" marT="9525" marB="0" anchor="ctr"/>
                </a:tc>
                <a:tc>
                  <a:txBody>
                    <a:bodyPr/>
                    <a:lstStyle/>
                    <a:p>
                      <a:pPr algn="ctr" fontAlgn="ctr"/>
                      <a:endParaRPr lang="en-US" altLang="zh-CN" sz="16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endParaRPr>
                    </a:p>
                  </a:txBody>
                  <a:tcPr marL="9525" marR="9525" marT="9525" marB="0" anchor="ctr">
                    <a:solidFill>
                      <a:schemeClr val="accent6"/>
                    </a:solidFill>
                  </a:tcPr>
                </a:tc>
                <a:tc>
                  <a:txBody>
                    <a:bodyPr/>
                    <a:lstStyle/>
                    <a:p>
                      <a:pPr algn="ctr" fontAlgn="ctr"/>
                      <a:endParaRPr lang="en-US" altLang="zh-CN" sz="16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endParaRPr>
                    </a:p>
                  </a:txBody>
                  <a:tcPr marL="9525" marR="9525" marT="9525" marB="0" anchor="ctr">
                    <a:solidFill>
                      <a:schemeClr val="accent6"/>
                    </a:solidFill>
                  </a:tcPr>
                </a:tc>
                <a:tc>
                  <a:txBody>
                    <a:bodyPr/>
                    <a:lstStyle/>
                    <a:p>
                      <a:pPr algn="ctr" fontAlgn="ctr"/>
                      <a:endParaRPr lang="en-US" altLang="zh-CN" sz="16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endParaRPr>
                    </a:p>
                  </a:txBody>
                  <a:tcPr marL="9525" marR="9525" marT="9525" marB="0" anchor="ctr">
                    <a:solidFill>
                      <a:schemeClr val="accent6"/>
                    </a:solidFill>
                  </a:tcPr>
                </a:tc>
                <a:tc>
                  <a:txBody>
                    <a:bodyPr/>
                    <a:lstStyle/>
                    <a:p>
                      <a:pPr algn="ctr" fontAlgn="ctr"/>
                      <a:endParaRPr lang="en-US" altLang="zh-CN" sz="16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endParaRPr>
                    </a:p>
                  </a:txBody>
                  <a:tcPr marL="9525" marR="9525" marT="9525" marB="0" anchor="ctr"/>
                </a:tc>
                <a:tc>
                  <a:txBody>
                    <a:bodyPr/>
                    <a:lstStyle/>
                    <a:p>
                      <a:pPr algn="ctr" fontAlgn="ctr"/>
                      <a:endParaRPr lang="en-US" altLang="zh-CN" sz="16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endParaRPr>
                    </a:p>
                  </a:txBody>
                  <a:tcPr marL="9525" marR="9525" marT="9525" marB="0" anchor="ctr"/>
                </a:tc>
                <a:tc>
                  <a:txBody>
                    <a:bodyPr/>
                    <a:lstStyle/>
                    <a:p>
                      <a:pPr algn="ctr" fontAlgn="ctr"/>
                      <a:endParaRPr lang="en-US" altLang="zh-CN" sz="16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endParaRPr>
                    </a:p>
                  </a:txBody>
                  <a:tcPr marL="9525" marR="9525" marT="9525" marB="0" anchor="ctr"/>
                </a:tc>
                <a:tc>
                  <a:txBody>
                    <a:bodyPr/>
                    <a:lstStyle/>
                    <a:p>
                      <a:pPr algn="ctr" fontAlgn="ctr"/>
                      <a:endParaRPr lang="en-US" altLang="zh-CN" sz="16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endParaRPr>
                    </a:p>
                  </a:txBody>
                  <a:tcPr marL="9525" marR="9525" marT="9525" marB="0" anchor="ctr"/>
                </a:tc>
                <a:tc>
                  <a:txBody>
                    <a:bodyPr/>
                    <a:lstStyle/>
                    <a:p>
                      <a:pPr algn="ctr" fontAlgn="ctr"/>
                      <a:endParaRPr lang="en-US" altLang="zh-CN" sz="16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endParaRPr>
                    </a:p>
                  </a:txBody>
                  <a:tcPr marL="9525" marR="9525" marT="9525" marB="0" anchor="ctr"/>
                </a:tc>
                <a:tc>
                  <a:txBody>
                    <a:bodyPr/>
                    <a:lstStyle/>
                    <a:p>
                      <a:pPr algn="ctr" fontAlgn="ctr"/>
                      <a:endParaRPr lang="en-US" altLang="zh-CN" sz="16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endParaRPr>
                    </a:p>
                  </a:txBody>
                  <a:tcPr marL="9525" marR="9525" marT="9525" marB="0" anchor="ctr"/>
                </a:tc>
                <a:tc>
                  <a:txBody>
                    <a:bodyPr/>
                    <a:lstStyle/>
                    <a:p>
                      <a:pPr algn="ctr" fontAlgn="ctr"/>
                      <a:endParaRPr lang="en-US" altLang="zh-CN" sz="16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endParaRPr>
                    </a:p>
                  </a:txBody>
                  <a:tcPr marL="9525" marR="9525" marT="9525" marB="0" anchor="ctr"/>
                </a:tc>
                <a:tc>
                  <a:txBody>
                    <a:bodyPr/>
                    <a:lstStyle/>
                    <a:p>
                      <a:pPr algn="ctr" fontAlgn="ctr"/>
                      <a:endParaRPr lang="en-US" altLang="zh-CN" sz="16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endParaRPr>
                    </a:p>
                  </a:txBody>
                  <a:tcPr marL="9525" marR="9525" marT="9525" marB="0" anchor="ctr"/>
                </a:tc>
                <a:tc>
                  <a:txBody>
                    <a:bodyPr/>
                    <a:lstStyle/>
                    <a:p>
                      <a:pPr algn="ctr" fontAlgn="ctr"/>
                      <a:endParaRPr lang="en-US" altLang="zh-CN" sz="16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endParaRPr>
                    </a:p>
                  </a:txBody>
                  <a:tcPr marL="9525" marR="9525" marT="9525" marB="0" anchor="ctr"/>
                </a:tc>
                <a:tc>
                  <a:txBody>
                    <a:bodyPr/>
                    <a:lstStyle/>
                    <a:p>
                      <a:pPr algn="ctr" fontAlgn="ctr"/>
                      <a:endParaRPr lang="en-US" altLang="zh-CN" sz="16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endParaRPr>
                    </a:p>
                  </a:txBody>
                  <a:tcPr marL="9525" marR="9525" marT="9525" marB="0" anchor="ctr"/>
                </a:tc>
                <a:tc>
                  <a:txBody>
                    <a:bodyPr/>
                    <a:lstStyle/>
                    <a:p>
                      <a:pPr algn="ctr" fontAlgn="ctr"/>
                      <a:endParaRPr lang="en-US" altLang="zh-CN" sz="16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endParaRPr>
                    </a:p>
                  </a:txBody>
                  <a:tcPr marL="9525" marR="9525" marT="9525" marB="0" anchor="ctr"/>
                </a:tc>
                <a:tc>
                  <a:txBody>
                    <a:bodyPr/>
                    <a:lstStyle/>
                    <a:p>
                      <a:pPr algn="ctr" fontAlgn="ctr"/>
                      <a:endParaRPr lang="en-US" altLang="zh-CN" sz="16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endParaRPr>
                    </a:p>
                  </a:txBody>
                  <a:tcPr marL="9525" marR="9525" marT="9525" marB="0" anchor="ctr"/>
                </a:tc>
                <a:tc>
                  <a:txBody>
                    <a:bodyPr/>
                    <a:lstStyle/>
                    <a:p>
                      <a:pPr algn="ctr" fontAlgn="ctr"/>
                      <a:endParaRPr lang="en-US" altLang="zh-CN" sz="16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endParaRPr>
                    </a:p>
                  </a:txBody>
                  <a:tcPr marL="9525" marR="9525" marT="9525" marB="0" anchor="ctr"/>
                </a:tc>
                <a:extLst>
                  <a:ext uri="{0D108BD9-81ED-4DB2-BD59-A6C34878D82A}">
                    <a16:rowId xmlns:a16="http://schemas.microsoft.com/office/drawing/2014/main" val="2056087637"/>
                  </a:ext>
                </a:extLst>
              </a:tr>
              <a:tr h="368142">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400" b="0" u="none" strike="noStrike" kern="1200" cap="none" spc="0" normalizeH="0" baseline="0" noProof="0" dirty="0">
                          <a:ln>
                            <a:noFill/>
                          </a:ln>
                          <a:solidFill>
                            <a:srgbClr val="000000"/>
                          </a:solidFill>
                          <a:effectLst/>
                          <a:uLnTx/>
                          <a:uFillTx/>
                        </a:rPr>
                        <a:t>Technology assessment </a:t>
                      </a:r>
                      <a:endParaRPr kumimoji="0" lang="en-US" altLang="zh-CN" sz="1400" b="0" i="0" u="none" strike="noStrike" kern="120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Arial" panose="020B0604020202020204" pitchFamily="34" charset="0"/>
                      </a:endParaRPr>
                    </a:p>
                  </a:txBody>
                  <a:tcPr marL="9525" marR="9525" marT="9525" marB="0" anchor="ctr"/>
                </a:tc>
                <a:tc>
                  <a:txBody>
                    <a:bodyPr/>
                    <a:lstStyle/>
                    <a:p>
                      <a:pPr algn="ctr" fontAlgn="ctr"/>
                      <a:endParaRPr lang="en-US" altLang="zh-CN" sz="16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solidFill>
                      <a:schemeClr val="accent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rgbClr val="3F3A72"/>
                        </a:solidFill>
                        <a:effectLst/>
                        <a:latin typeface="Arial" panose="020B0604020202020204" pitchFamily="34" charset="0"/>
                        <a:ea typeface="+mn-ea"/>
                        <a:cs typeface="Arial" panose="020B0604020202020204" pitchFamily="34" charset="0"/>
                      </a:endParaRPr>
                    </a:p>
                  </a:txBody>
                  <a:tcPr marL="9525" marR="9525" marT="9525" marB="0" anchor="ctr">
                    <a:solidFill>
                      <a:schemeClr val="accent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rgbClr val="C00000"/>
                        </a:solidFill>
                        <a:effectLst/>
                        <a:latin typeface="Arial" panose="020B0604020202020204" pitchFamily="34" charset="0"/>
                        <a:ea typeface="+mn-ea"/>
                        <a:cs typeface="Arial" panose="020B0604020202020204" pitchFamily="34" charset="0"/>
                      </a:endParaRPr>
                    </a:p>
                  </a:txBody>
                  <a:tcPr marL="9525" marR="9525" marT="9525" marB="0" anchor="ctr">
                    <a:solidFill>
                      <a:schemeClr val="accent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extLst>
                  <a:ext uri="{0D108BD9-81ED-4DB2-BD59-A6C34878D82A}">
                    <a16:rowId xmlns:a16="http://schemas.microsoft.com/office/drawing/2014/main" val="4117919069"/>
                  </a:ext>
                </a:extLst>
              </a:tr>
              <a:tr h="368142">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Arial" panose="020B0604020202020204" pitchFamily="34" charset="0"/>
                        </a:rPr>
                        <a:t>Accounting models</a:t>
                      </a:r>
                      <a:r>
                        <a:rPr kumimoji="0" lang="zh-CN" altLang="en-US" sz="1400" b="0" i="0" u="none" strike="noStrike" kern="120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Arial" panose="020B0604020202020204" pitchFamily="34" charset="0"/>
                        </a:rPr>
                        <a:t> </a:t>
                      </a:r>
                      <a:r>
                        <a:rPr lang="en-US" altLang="zh-CN" sz="1400" kern="1200" dirty="0">
                          <a:solidFill>
                            <a:schemeClr val="dk1"/>
                          </a:solidFill>
                          <a:effectLst/>
                        </a:rPr>
                        <a:t>&amp;</a:t>
                      </a:r>
                      <a:r>
                        <a:rPr lang="zh-CN" altLang="en-US" sz="1400" kern="1200" dirty="0">
                          <a:solidFill>
                            <a:schemeClr val="dk1"/>
                          </a:solidFill>
                          <a:effectLst/>
                        </a:rPr>
                        <a:t> </a:t>
                      </a:r>
                      <a:r>
                        <a:rPr kumimoji="0" lang="en-US" altLang="zh-CN" sz="1400" b="0" u="none" strike="noStrike" kern="1200" cap="none" spc="0" normalizeH="0" baseline="0" noProof="0" dirty="0">
                          <a:ln>
                            <a:noFill/>
                          </a:ln>
                          <a:solidFill>
                            <a:srgbClr val="000000"/>
                          </a:solidFill>
                          <a:effectLst/>
                          <a:uLnTx/>
                          <a:uFillTx/>
                        </a:rPr>
                        <a:t>technology</a:t>
                      </a:r>
                      <a:r>
                        <a:rPr kumimoji="0" lang="zh-CN" altLang="en-US" sz="1400" b="0" u="none" strike="noStrike" kern="1200" cap="none" spc="0" normalizeH="0" baseline="0" noProof="0" dirty="0">
                          <a:ln>
                            <a:noFill/>
                          </a:ln>
                          <a:solidFill>
                            <a:srgbClr val="000000"/>
                          </a:solidFill>
                          <a:effectLst/>
                          <a:uLnTx/>
                          <a:uFillTx/>
                        </a:rPr>
                        <a:t> </a:t>
                      </a:r>
                      <a:r>
                        <a:rPr kumimoji="0" lang="en-US" altLang="zh-CN" sz="1400" b="0" u="none" strike="noStrike" kern="1200" cap="none" spc="0" normalizeH="0" baseline="0" noProof="0" dirty="0">
                          <a:ln>
                            <a:noFill/>
                          </a:ln>
                          <a:solidFill>
                            <a:srgbClr val="000000"/>
                          </a:solidFill>
                          <a:effectLst/>
                          <a:uLnTx/>
                          <a:uFillTx/>
                        </a:rPr>
                        <a:t>report</a:t>
                      </a:r>
                      <a:endParaRPr kumimoji="0" lang="en-US" altLang="zh-CN" sz="1400" b="0" i="0" u="none" strike="noStrike" kern="120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Arial" panose="020B0604020202020204" pitchFamily="34" charset="0"/>
                      </a:endParaRPr>
                    </a:p>
                  </a:txBody>
                  <a:tcPr marL="9525" marR="9525" marT="9525" marB="0" anchor="ctr"/>
                </a:tc>
                <a:tc>
                  <a:txBody>
                    <a:bodyPr/>
                    <a:lstStyle/>
                    <a:p>
                      <a:pPr algn="ctr" fontAlgn="ctr"/>
                      <a:endParaRPr lang="en-US" altLang="zh-CN" sz="16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solidFill>
                      <a:schemeClr val="accent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solidFill>
                      <a:schemeClr val="accent6"/>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zh-CN" sz="1600" b="0" u="none" strike="noStrike" kern="1200" dirty="0">
                          <a:solidFill>
                            <a:schemeClr val="bg1"/>
                          </a:solidFill>
                          <a:effectLst/>
                          <a:latin typeface="Arial" panose="020B0604020202020204" pitchFamily="34" charset="0"/>
                          <a:ea typeface="+mn-ea"/>
                          <a:cs typeface="Arial" panose="020B0604020202020204" pitchFamily="34" charset="0"/>
                        </a:rPr>
                        <a:t>1</a:t>
                      </a:r>
                    </a:p>
                  </a:txBody>
                  <a:tcPr marL="9525" marR="9525" marT="9525" marB="0" anchor="ctr">
                    <a:solidFill>
                      <a:schemeClr val="accent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extLst>
                  <a:ext uri="{0D108BD9-81ED-4DB2-BD59-A6C34878D82A}">
                    <a16:rowId xmlns:a16="http://schemas.microsoft.com/office/drawing/2014/main" val="813754561"/>
                  </a:ext>
                </a:extLst>
              </a:tr>
              <a:tr h="368142">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400" b="0" u="none" strike="noStrike" kern="1200" dirty="0">
                          <a:solidFill>
                            <a:schemeClr val="dk1"/>
                          </a:solidFill>
                          <a:effectLst/>
                        </a:rPr>
                        <a:t>Investigation</a:t>
                      </a:r>
                      <a:r>
                        <a:rPr lang="zh-CN" altLang="en-US" sz="1400" b="0" u="none" strike="noStrike" kern="1200" dirty="0">
                          <a:solidFill>
                            <a:schemeClr val="dk1"/>
                          </a:solidFill>
                          <a:effectLst/>
                        </a:rPr>
                        <a:t> </a:t>
                      </a:r>
                      <a:r>
                        <a:rPr lang="en-US" altLang="zh-CN" sz="1400" b="0" u="none" strike="noStrike" kern="1200" dirty="0">
                          <a:solidFill>
                            <a:schemeClr val="dk1"/>
                          </a:solidFill>
                          <a:effectLst/>
                        </a:rPr>
                        <a:t>on</a:t>
                      </a:r>
                      <a:r>
                        <a:rPr lang="zh-CN" altLang="en-US" sz="1400" b="0" u="none" strike="noStrike" kern="1200" dirty="0">
                          <a:solidFill>
                            <a:schemeClr val="dk1"/>
                          </a:solidFill>
                          <a:effectLst/>
                        </a:rPr>
                        <a:t> </a:t>
                      </a:r>
                      <a:r>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Arial" panose="020B0604020202020204" pitchFamily="34" charset="0"/>
                        </a:rPr>
                        <a:t>breakthrough </a:t>
                      </a:r>
                      <a:r>
                        <a:rPr kumimoji="0" lang="en-US" altLang="zh-CN" sz="1400" b="0" i="0" u="none" strike="noStrike" kern="120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Arial" panose="020B0604020202020204" pitchFamily="34" charset="0"/>
                        </a:rPr>
                        <a:t>technology industry chain</a:t>
                      </a:r>
                    </a:p>
                  </a:txBody>
                  <a:tcPr marL="9525" marR="9525" marT="9525" marB="0" anchor="ctr"/>
                </a:tc>
                <a:tc>
                  <a:txBody>
                    <a:bodyPr/>
                    <a:lstStyle/>
                    <a:p>
                      <a:pPr algn="ctr" fontAlgn="ctr"/>
                      <a:endParaRPr lang="en-US" altLang="zh-CN" sz="16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rgbClr val="C00000"/>
                        </a:solidFill>
                        <a:effectLst/>
                        <a:latin typeface="Arial" panose="020B0604020202020204" pitchFamily="34" charset="0"/>
                        <a:ea typeface="+mn-ea"/>
                        <a:cs typeface="Arial" panose="020B0604020202020204" pitchFamily="34" charset="0"/>
                      </a:endParaRPr>
                    </a:p>
                  </a:txBody>
                  <a:tcPr marL="9525" marR="9525" marT="9525" marB="0" anchor="ctr">
                    <a:solidFill>
                      <a:schemeClr val="accent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extLst>
                  <a:ext uri="{0D108BD9-81ED-4DB2-BD59-A6C34878D82A}">
                    <a16:rowId xmlns:a16="http://schemas.microsoft.com/office/drawing/2014/main" val="1490334181"/>
                  </a:ext>
                </a:extLst>
              </a:tr>
              <a:tr h="368142">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Arial" panose="020B0604020202020204" pitchFamily="34" charset="0"/>
                        </a:rPr>
                        <a:t>High spatial resolution data collation</a:t>
                      </a:r>
                    </a:p>
                  </a:txBody>
                  <a:tcPr marL="9525" marR="9525" marT="9525" marB="0" anchor="ctr"/>
                </a:tc>
                <a:tc>
                  <a:txBody>
                    <a:bodyPr/>
                    <a:lstStyle/>
                    <a:p>
                      <a:pPr algn="ctr" fontAlgn="ctr"/>
                      <a:endParaRPr lang="en-US" altLang="zh-CN" sz="16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solidFill>
                      <a:schemeClr val="accent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extLst>
                  <a:ext uri="{0D108BD9-81ED-4DB2-BD59-A6C34878D82A}">
                    <a16:rowId xmlns:a16="http://schemas.microsoft.com/office/drawing/2014/main" val="3375448662"/>
                  </a:ext>
                </a:extLst>
              </a:tr>
              <a:tr h="368142">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Arial" panose="020B0604020202020204" pitchFamily="34" charset="0"/>
                        </a:rPr>
                        <a:t>Model development </a:t>
                      </a:r>
                    </a:p>
                  </a:txBody>
                  <a:tcPr marL="9525" marR="9525" marT="9525" marB="0" anchor="ctr"/>
                </a:tc>
                <a:tc>
                  <a:txBody>
                    <a:bodyPr/>
                    <a:lstStyle/>
                    <a:p>
                      <a:pPr algn="ctr" fontAlgn="ctr"/>
                      <a:endParaRPr lang="en-US" altLang="zh-CN" sz="16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solidFill>
                      <a:schemeClr val="accent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solidFill>
                      <a:srgbClr val="C000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solidFill>
                      <a:schemeClr val="accent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extLst>
                  <a:ext uri="{0D108BD9-81ED-4DB2-BD59-A6C34878D82A}">
                    <a16:rowId xmlns:a16="http://schemas.microsoft.com/office/drawing/2014/main" val="647075201"/>
                  </a:ext>
                </a:extLst>
              </a:tr>
              <a:tr h="368142">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Arial" panose="020B0604020202020204" pitchFamily="34" charset="0"/>
                        </a:rPr>
                        <a:t>Data analysis </a:t>
                      </a:r>
                      <a:r>
                        <a:rPr lang="en-US" altLang="zh-CN" sz="1400" kern="1200" dirty="0">
                          <a:solidFill>
                            <a:schemeClr val="dk1"/>
                          </a:solidFill>
                          <a:effectLst/>
                        </a:rPr>
                        <a:t>&amp;</a:t>
                      </a:r>
                      <a:r>
                        <a:rPr lang="zh-CN" altLang="en-US" sz="1400" kern="1200" dirty="0">
                          <a:solidFill>
                            <a:schemeClr val="dk1"/>
                          </a:solidFill>
                          <a:effectLst/>
                        </a:rPr>
                        <a:t> </a:t>
                      </a:r>
                      <a:r>
                        <a:rPr kumimoji="0" lang="en-US" altLang="zh-CN" sz="1400" b="0" u="none" strike="noStrike" kern="1200" cap="none" spc="0" normalizeH="0" baseline="0" noProof="0" dirty="0">
                          <a:ln>
                            <a:noFill/>
                          </a:ln>
                          <a:solidFill>
                            <a:srgbClr val="000000"/>
                          </a:solidFill>
                          <a:effectLst/>
                          <a:uLnTx/>
                          <a:uFillTx/>
                        </a:rPr>
                        <a:t>Scenario design</a:t>
                      </a:r>
                      <a:endParaRPr kumimoji="0" lang="en-US" altLang="zh-CN" sz="1400" b="0" i="0" u="none" strike="noStrike" kern="120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Arial" panose="020B0604020202020204" pitchFamily="34" charset="0"/>
                      </a:endParaRPr>
                    </a:p>
                  </a:txBody>
                  <a:tcPr marL="9525" marR="9525" marT="9525" marB="0" anchor="ctr"/>
                </a:tc>
                <a:tc>
                  <a:txBody>
                    <a:bodyPr/>
                    <a:lstStyle/>
                    <a:p>
                      <a:pPr algn="ctr" fontAlgn="ctr"/>
                      <a:endParaRPr lang="en-US" altLang="zh-CN" sz="16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solidFill>
                      <a:schemeClr val="accent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solidFill>
                      <a:schemeClr val="accent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extLst>
                  <a:ext uri="{0D108BD9-81ED-4DB2-BD59-A6C34878D82A}">
                    <a16:rowId xmlns:a16="http://schemas.microsoft.com/office/drawing/2014/main" val="1735970674"/>
                  </a:ext>
                </a:extLst>
              </a:tr>
              <a:tr h="368142">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Arial" panose="020B0604020202020204" pitchFamily="34" charset="0"/>
                        </a:rPr>
                        <a:t>Final</a:t>
                      </a:r>
                      <a:r>
                        <a:rPr kumimoji="0" lang="zh-CN" altLang="en-US" sz="1400" b="0" i="0" u="none" strike="noStrike" kern="120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Arial" panose="020B0604020202020204" pitchFamily="34" charset="0"/>
                        </a:rPr>
                        <a:t> </a:t>
                      </a:r>
                      <a:r>
                        <a:rPr kumimoji="0" lang="en-US" altLang="zh-CN" sz="1400" b="0" u="none" strike="noStrike" kern="1200" cap="none" spc="0" normalizeH="0" baseline="0" noProof="0" dirty="0">
                          <a:ln>
                            <a:noFill/>
                          </a:ln>
                          <a:solidFill>
                            <a:srgbClr val="000000"/>
                          </a:solidFill>
                          <a:effectLst/>
                          <a:uLnTx/>
                          <a:uFillTx/>
                        </a:rPr>
                        <a:t>report</a:t>
                      </a:r>
                      <a:endParaRPr kumimoji="0" lang="en-US" altLang="zh-CN" sz="1400" b="0" i="0" u="none" strike="noStrike" kern="120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Arial" panose="020B0604020202020204" pitchFamily="34" charset="0"/>
                      </a:endParaRPr>
                    </a:p>
                  </a:txBody>
                  <a:tcPr marL="9525" marR="9525" marT="9525" marB="0" anchor="ctr"/>
                </a:tc>
                <a:tc>
                  <a:txBody>
                    <a:bodyPr/>
                    <a:lstStyle/>
                    <a:p>
                      <a:pPr algn="ctr" fontAlgn="ctr"/>
                      <a:endParaRPr lang="en-US" altLang="zh-CN" sz="16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600" b="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solidFill>
                      <a:schemeClr val="accent6"/>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zh-CN" sz="1600" b="0" u="none" strike="noStrike" kern="1200" dirty="0">
                          <a:solidFill>
                            <a:schemeClr val="bg1"/>
                          </a:solidFill>
                          <a:effectLst/>
                          <a:latin typeface="Arial" panose="020B0604020202020204" pitchFamily="34" charset="0"/>
                          <a:ea typeface="+mn-ea"/>
                          <a:cs typeface="Arial" panose="020B0604020202020204" pitchFamily="34" charset="0"/>
                        </a:rPr>
                        <a:t>2</a:t>
                      </a:r>
                    </a:p>
                  </a:txBody>
                  <a:tcPr marL="9525" marR="9525" marT="9525" marB="0" anchor="ctr">
                    <a:solidFill>
                      <a:schemeClr val="accent6"/>
                    </a:solidFill>
                  </a:tcPr>
                </a:tc>
                <a:extLst>
                  <a:ext uri="{0D108BD9-81ED-4DB2-BD59-A6C34878D82A}">
                    <a16:rowId xmlns:a16="http://schemas.microsoft.com/office/drawing/2014/main" val="1876848993"/>
                  </a:ext>
                </a:extLst>
              </a:tr>
            </a:tbl>
          </a:graphicData>
        </a:graphic>
      </p:graphicFrame>
      <p:sp>
        <p:nvSpPr>
          <p:cNvPr id="6" name="文本框 5">
            <a:extLst>
              <a:ext uri="{FF2B5EF4-FFF2-40B4-BE49-F238E27FC236}">
                <a16:creationId xmlns:a16="http://schemas.microsoft.com/office/drawing/2014/main" id="{0F5765B7-44B0-B367-0670-19167759EB49}"/>
              </a:ext>
            </a:extLst>
          </p:cNvPr>
          <p:cNvSpPr txBox="1"/>
          <p:nvPr>
            <p:custDataLst>
              <p:tags r:id="rId3"/>
            </p:custDataLst>
          </p:nvPr>
        </p:nvSpPr>
        <p:spPr>
          <a:xfrm>
            <a:off x="415314" y="5130195"/>
            <a:ext cx="11567419" cy="1077218"/>
          </a:xfrm>
          <a:prstGeom prst="rect">
            <a:avLst/>
          </a:prstGeom>
          <a:noFill/>
        </p:spPr>
        <p:txBody>
          <a:bodyPr wrap="square">
            <a:spAutoFit/>
          </a:bodyPr>
          <a:lstStyle/>
          <a:p>
            <a:pPr marL="285750" indent="-285750">
              <a:spcAft>
                <a:spcPts val="1200"/>
              </a:spcAft>
              <a:buFont typeface="Wingdings" pitchFamily="2" charset="2"/>
              <a:buChar char="Ø"/>
            </a:pPr>
            <a:r>
              <a:rPr lang="en-US" altLang="zh-CN" dirty="0"/>
              <a:t>Milestones</a:t>
            </a:r>
          </a:p>
          <a:p>
            <a:pPr marL="742950" lvl="1" indent="-285750">
              <a:buFont typeface="Wingdings" pitchFamily="2" charset="2"/>
              <a:buChar char="l"/>
            </a:pPr>
            <a:r>
              <a:rPr lang="en-US" altLang="zh-CN" dirty="0"/>
              <a:t>1.</a:t>
            </a:r>
            <a:r>
              <a:rPr lang="zh-CN" altLang="en-US" dirty="0"/>
              <a:t> </a:t>
            </a:r>
            <a:r>
              <a:rPr lang="en-US" altLang="zh-CN" dirty="0"/>
              <a:t>Assessment of Low-Carbon Development Technologies in the iron and steel industry:</a:t>
            </a:r>
            <a:r>
              <a:rPr lang="zh-CN" altLang="en-US" dirty="0"/>
              <a:t> </a:t>
            </a:r>
            <a:r>
              <a:rPr lang="en-US" altLang="zh-CN" dirty="0"/>
              <a:t>Model</a:t>
            </a:r>
            <a:r>
              <a:rPr lang="zh-CN" altLang="en-US" dirty="0"/>
              <a:t> </a:t>
            </a:r>
            <a:r>
              <a:rPr lang="en-US" altLang="zh-CN" dirty="0"/>
              <a:t>&amp;</a:t>
            </a:r>
            <a:r>
              <a:rPr lang="zh-CN" altLang="en-US" dirty="0"/>
              <a:t> </a:t>
            </a:r>
            <a:r>
              <a:rPr lang="en-US" altLang="zh-CN" dirty="0"/>
              <a:t>Report</a:t>
            </a:r>
          </a:p>
          <a:p>
            <a:pPr marL="742950" lvl="1" indent="-285750">
              <a:buFont typeface="Wingdings" pitchFamily="2" charset="2"/>
              <a:buChar char="l"/>
            </a:pPr>
            <a:r>
              <a:rPr lang="en-US" altLang="zh-CN" dirty="0"/>
              <a:t>2.</a:t>
            </a:r>
            <a:r>
              <a:rPr lang="zh-CN" altLang="en-US" dirty="0"/>
              <a:t> </a:t>
            </a:r>
            <a:r>
              <a:rPr lang="en-US" altLang="zh-CN" dirty="0"/>
              <a:t>Study on the Evolution of the Industrial Layout of the iron and steel industry:</a:t>
            </a:r>
            <a:r>
              <a:rPr lang="zh-CN" altLang="en-US" dirty="0"/>
              <a:t> </a:t>
            </a:r>
            <a:r>
              <a:rPr lang="en-US" altLang="zh-CN" dirty="0"/>
              <a:t>Model</a:t>
            </a:r>
            <a:r>
              <a:rPr lang="zh-CN" altLang="en-US" dirty="0"/>
              <a:t> </a:t>
            </a:r>
            <a:r>
              <a:rPr lang="en-US" altLang="zh-CN" dirty="0"/>
              <a:t>&amp;</a:t>
            </a:r>
            <a:r>
              <a:rPr lang="zh-CN" altLang="en-US" dirty="0"/>
              <a:t> </a:t>
            </a:r>
            <a:r>
              <a:rPr lang="en-US" altLang="zh-CN" dirty="0"/>
              <a:t>Report</a:t>
            </a:r>
          </a:p>
        </p:txBody>
      </p:sp>
      <p:pic>
        <p:nvPicPr>
          <p:cNvPr id="5" name="图片 4">
            <a:extLst>
              <a:ext uri="{FF2B5EF4-FFF2-40B4-BE49-F238E27FC236}">
                <a16:creationId xmlns:a16="http://schemas.microsoft.com/office/drawing/2014/main" id="{CD2DA9AB-3D02-D6BF-A5AE-61CCB1348729}"/>
              </a:ext>
            </a:extLst>
          </p:cNvPr>
          <p:cNvPicPr>
            <a:picLocks noChangeAspect="1"/>
          </p:cNvPicPr>
          <p:nvPr>
            <p:custDataLst>
              <p:tags r:id="rId4"/>
            </p:custDataLst>
          </p:nvPr>
        </p:nvPicPr>
        <p:blipFill>
          <a:blip r:embed="rId7">
            <a:extLst>
              <a:ext uri="{28A0092B-C50C-407E-A947-70E740481C1C}">
                <a14:useLocalDpi xmlns:a14="http://schemas.microsoft.com/office/drawing/2010/main" val="0"/>
              </a:ext>
            </a:extLst>
          </a:blip>
          <a:stretch>
            <a:fillRect/>
          </a:stretch>
        </p:blipFill>
        <p:spPr>
          <a:xfrm>
            <a:off x="1270000" y="1270000"/>
            <a:ext cx="63500" cy="76200"/>
          </a:xfrm>
          <a:prstGeom prst="rect">
            <a:avLst/>
          </a:prstGeom>
        </p:spPr>
      </p:pic>
    </p:spTree>
    <p:extLst>
      <p:ext uri="{BB962C8B-B14F-4D97-AF65-F5344CB8AC3E}">
        <p14:creationId xmlns:p14="http://schemas.microsoft.com/office/powerpoint/2010/main" val="1494252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6F3D130B-99BA-4BB2-80B5-9C601D751EA8}"/>
              </a:ext>
            </a:extLst>
          </p:cNvPr>
          <p:cNvSpPr>
            <a:spLocks noGrp="1"/>
          </p:cNvSpPr>
          <p:nvPr>
            <p:ph type="title"/>
            <p:custDataLst>
              <p:tags r:id="rId1"/>
            </p:custDataLst>
          </p:nvPr>
        </p:nvSpPr>
        <p:spPr/>
        <p:txBody>
          <a:bodyPr/>
          <a:lstStyle/>
          <a:p>
            <a:r>
              <a:rPr lang="en-US" altLang="zh-CN" dirty="0">
                <a:solidFill>
                  <a:srgbClr val="376092"/>
                </a:solidFill>
                <a:latin typeface="微软雅黑" panose="020B0503020204020204" pitchFamily="34" charset="-122"/>
                <a:ea typeface="微软雅黑" panose="020B0503020204020204" pitchFamily="34" charset="-122"/>
              </a:rPr>
              <a:t>I &amp; S: steel demand &amp; scrap availability</a:t>
            </a:r>
          </a:p>
        </p:txBody>
      </p:sp>
      <p:pic>
        <p:nvPicPr>
          <p:cNvPr id="5" name="图片 4">
            <a:extLst>
              <a:ext uri="{FF2B5EF4-FFF2-40B4-BE49-F238E27FC236}">
                <a16:creationId xmlns:a16="http://schemas.microsoft.com/office/drawing/2014/main" id="{CD2DA9AB-3D02-D6BF-A5AE-61CCB1348729}"/>
              </a:ext>
            </a:extLst>
          </p:cNvPr>
          <p:cNvPicPr>
            <a:picLocks noChangeAspect="1"/>
          </p:cNvPicPr>
          <p:nvPr>
            <p:custDataLst>
              <p:tags r:id="rId2"/>
            </p:custDataLst>
          </p:nvPr>
        </p:nvPicPr>
        <p:blipFill>
          <a:blip r:embed="rId5">
            <a:extLst>
              <a:ext uri="{28A0092B-C50C-407E-A947-70E740481C1C}">
                <a14:useLocalDpi xmlns:a14="http://schemas.microsoft.com/office/drawing/2010/main" val="0"/>
              </a:ext>
            </a:extLst>
          </a:blip>
          <a:stretch>
            <a:fillRect/>
          </a:stretch>
        </p:blipFill>
        <p:spPr>
          <a:xfrm>
            <a:off x="2901092" y="1270000"/>
            <a:ext cx="63500" cy="76200"/>
          </a:xfrm>
          <a:prstGeom prst="rect">
            <a:avLst/>
          </a:prstGeom>
        </p:spPr>
      </p:pic>
      <p:sp>
        <p:nvSpPr>
          <p:cNvPr id="4" name="文本框 3">
            <a:extLst>
              <a:ext uri="{FF2B5EF4-FFF2-40B4-BE49-F238E27FC236}">
                <a16:creationId xmlns:a16="http://schemas.microsoft.com/office/drawing/2014/main" id="{FBBE62DC-340B-7927-B743-B0934D7EF93E}"/>
              </a:ext>
            </a:extLst>
          </p:cNvPr>
          <p:cNvSpPr txBox="1"/>
          <p:nvPr/>
        </p:nvSpPr>
        <p:spPr>
          <a:xfrm>
            <a:off x="8466816" y="740455"/>
            <a:ext cx="3581400" cy="1298882"/>
          </a:xfrm>
          <a:prstGeom prst="rect">
            <a:avLst/>
          </a:prstGeom>
          <a:noFill/>
        </p:spPr>
        <p:txBody>
          <a:bodyPr wrap="square" rtlCol="0">
            <a:spAutoFit/>
          </a:bodyPr>
          <a:lstStyle/>
          <a:p>
            <a:pPr marL="285750" indent="-285750">
              <a:lnSpc>
                <a:spcPct val="150000"/>
              </a:lnSpc>
              <a:buFont typeface="Wingdings" pitchFamily="2" charset="2"/>
              <a:buChar char="Ø"/>
            </a:pPr>
            <a:r>
              <a:rPr kumimoji="1" lang="en-US" altLang="zh-CN" dirty="0"/>
              <a:t>High iron ore external dependence </a:t>
            </a:r>
          </a:p>
          <a:p>
            <a:pPr marL="285750" indent="-285750">
              <a:lnSpc>
                <a:spcPct val="150000"/>
              </a:lnSpc>
              <a:buFont typeface="Wingdings" pitchFamily="2" charset="2"/>
              <a:buChar char="Ø"/>
            </a:pPr>
            <a:endParaRPr kumimoji="1" lang="zh-CN" altLang="en-US" dirty="0"/>
          </a:p>
        </p:txBody>
      </p:sp>
      <p:pic>
        <p:nvPicPr>
          <p:cNvPr id="8" name="图片 7">
            <a:extLst>
              <a:ext uri="{FF2B5EF4-FFF2-40B4-BE49-F238E27FC236}">
                <a16:creationId xmlns:a16="http://schemas.microsoft.com/office/drawing/2014/main" id="{D878DCD2-E1FD-057C-FD3E-A7BCED934383}"/>
              </a:ext>
            </a:extLst>
          </p:cNvPr>
          <p:cNvPicPr>
            <a:picLocks noChangeAspect="1"/>
          </p:cNvPicPr>
          <p:nvPr/>
        </p:nvPicPr>
        <p:blipFill rotWithShape="1">
          <a:blip r:embed="rId6"/>
          <a:srcRect r="36063"/>
          <a:stretch/>
        </p:blipFill>
        <p:spPr>
          <a:xfrm>
            <a:off x="329611" y="1215476"/>
            <a:ext cx="7980233" cy="4427047"/>
          </a:xfrm>
          <a:prstGeom prst="rect">
            <a:avLst/>
          </a:prstGeom>
        </p:spPr>
      </p:pic>
      <p:sp>
        <p:nvSpPr>
          <p:cNvPr id="9" name="文本框 8">
            <a:extLst>
              <a:ext uri="{FF2B5EF4-FFF2-40B4-BE49-F238E27FC236}">
                <a16:creationId xmlns:a16="http://schemas.microsoft.com/office/drawing/2014/main" id="{4870A8CC-0822-7367-A529-52C00A0D57AA}"/>
              </a:ext>
            </a:extLst>
          </p:cNvPr>
          <p:cNvSpPr txBox="1"/>
          <p:nvPr/>
        </p:nvSpPr>
        <p:spPr>
          <a:xfrm>
            <a:off x="184888" y="6440813"/>
            <a:ext cx="11285466" cy="430887"/>
          </a:xfrm>
          <a:prstGeom prst="rect">
            <a:avLst/>
          </a:prstGeom>
          <a:noFill/>
        </p:spPr>
        <p:txBody>
          <a:bodyPr wrap="square">
            <a:spAutoFit/>
          </a:bodyPr>
          <a:lstStyle/>
          <a:p>
            <a:r>
              <a:rPr lang="en-US" altLang="zh-CN" sz="1100" dirty="0">
                <a:latin typeface="Arial" panose="020B0604020202020204" pitchFamily="34" charset="0"/>
                <a:cs typeface="Arial" panose="020B0604020202020204" pitchFamily="34" charset="0"/>
              </a:rPr>
              <a:t>Source:</a:t>
            </a:r>
            <a:r>
              <a:rPr lang="zh-CN" altLang="en-US" sz="1100" dirty="0">
                <a:latin typeface="Arial" panose="020B0604020202020204" pitchFamily="34" charset="0"/>
                <a:cs typeface="Arial" panose="020B0604020202020204" pitchFamily="34" charset="0"/>
              </a:rPr>
              <a:t> Yang, H., Ma, L., &amp; Li, Z. (2023). Tracing China's steel use from steel flows in the production system to steel footprints in the consumption system. Renewable and Sustainable Energy Reviews, 172, 113040.</a:t>
            </a:r>
          </a:p>
        </p:txBody>
      </p:sp>
      <p:graphicFrame>
        <p:nvGraphicFramePr>
          <p:cNvPr id="10" name="表格 9">
            <a:extLst>
              <a:ext uri="{FF2B5EF4-FFF2-40B4-BE49-F238E27FC236}">
                <a16:creationId xmlns:a16="http://schemas.microsoft.com/office/drawing/2014/main" id="{3BC8C93E-B662-2CF9-73D2-38DE51F68E51}"/>
              </a:ext>
            </a:extLst>
          </p:cNvPr>
          <p:cNvGraphicFramePr>
            <a:graphicFrameLocks noGrp="1"/>
          </p:cNvGraphicFramePr>
          <p:nvPr>
            <p:extLst>
              <p:ext uri="{D42A27DB-BD31-4B8C-83A1-F6EECF244321}">
                <p14:modId xmlns:p14="http://schemas.microsoft.com/office/powerpoint/2010/main" val="2725117255"/>
              </p:ext>
            </p:extLst>
          </p:nvPr>
        </p:nvGraphicFramePr>
        <p:xfrm>
          <a:off x="8466816" y="2397436"/>
          <a:ext cx="3298902" cy="3150236"/>
        </p:xfrm>
        <a:graphic>
          <a:graphicData uri="http://schemas.openxmlformats.org/drawingml/2006/table">
            <a:tbl>
              <a:tblPr firstRow="1" bandRow="1">
                <a:tableStyleId>{5C22544A-7EE6-4342-B048-85BDC9FD1C3A}</a:tableStyleId>
              </a:tblPr>
              <a:tblGrid>
                <a:gridCol w="861487">
                  <a:extLst>
                    <a:ext uri="{9D8B030D-6E8A-4147-A177-3AD203B41FA5}">
                      <a16:colId xmlns:a16="http://schemas.microsoft.com/office/drawing/2014/main" val="1147857613"/>
                    </a:ext>
                  </a:extLst>
                </a:gridCol>
                <a:gridCol w="2437415">
                  <a:extLst>
                    <a:ext uri="{9D8B030D-6E8A-4147-A177-3AD203B41FA5}">
                      <a16:colId xmlns:a16="http://schemas.microsoft.com/office/drawing/2014/main" val="3216330728"/>
                    </a:ext>
                  </a:extLst>
                </a:gridCol>
              </a:tblGrid>
              <a:tr h="0">
                <a:tc>
                  <a:txBody>
                    <a:bodyPr/>
                    <a:lstStyle/>
                    <a:p>
                      <a:pPr algn="just">
                        <a:lnSpc>
                          <a:spcPct val="150000"/>
                        </a:lnSpc>
                        <a:spcAft>
                          <a:spcPts val="1200"/>
                        </a:spcAft>
                      </a:pPr>
                      <a:r>
                        <a:rPr lang="en-US" sz="1100" kern="100">
                          <a:effectLst/>
                        </a:rPr>
                        <a:t>Scrap types</a:t>
                      </a:r>
                      <a:endParaRPr lang="zh-CN" sz="1050" kern="100">
                        <a:effectLst/>
                        <a:latin typeface="DengXian" panose="02010600030101010101" pitchFamily="2" charset="-122"/>
                        <a:ea typeface="DengXian" panose="02010600030101010101" pitchFamily="2" charset="-122"/>
                        <a:cs typeface="宋体" panose="02010600030101010101" pitchFamily="2" charset="-122"/>
                      </a:endParaRPr>
                    </a:p>
                  </a:txBody>
                  <a:tcPr marL="68580" marR="68580" marT="0" marB="0"/>
                </a:tc>
                <a:tc>
                  <a:txBody>
                    <a:bodyPr/>
                    <a:lstStyle/>
                    <a:p>
                      <a:pPr algn="just">
                        <a:lnSpc>
                          <a:spcPct val="150000"/>
                        </a:lnSpc>
                        <a:spcAft>
                          <a:spcPts val="1200"/>
                        </a:spcAft>
                      </a:pPr>
                      <a:r>
                        <a:rPr lang="en-US" sz="1100" kern="100">
                          <a:effectLst/>
                        </a:rPr>
                        <a:t>Description</a:t>
                      </a:r>
                      <a:endParaRPr lang="zh-CN" sz="1050" kern="100">
                        <a:effectLst/>
                        <a:latin typeface="DengXian" panose="02010600030101010101" pitchFamily="2" charset="-122"/>
                        <a:ea typeface="DengXian"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2450360683"/>
                  </a:ext>
                </a:extLst>
              </a:tr>
              <a:tr h="370840">
                <a:tc>
                  <a:txBody>
                    <a:bodyPr/>
                    <a:lstStyle/>
                    <a:p>
                      <a:pPr algn="just">
                        <a:lnSpc>
                          <a:spcPct val="150000"/>
                        </a:lnSpc>
                        <a:spcAft>
                          <a:spcPts val="1200"/>
                        </a:spcAft>
                      </a:pPr>
                      <a:r>
                        <a:rPr lang="en-US" sz="1100" kern="100">
                          <a:effectLst/>
                        </a:rPr>
                        <a:t>Home scrap</a:t>
                      </a:r>
                      <a:endParaRPr lang="zh-CN" sz="1050" kern="100">
                        <a:effectLst/>
                        <a:latin typeface="DengXian" panose="02010600030101010101" pitchFamily="2" charset="-122"/>
                        <a:ea typeface="DengXian" panose="02010600030101010101" pitchFamily="2" charset="-122"/>
                        <a:cs typeface="宋体" panose="02010600030101010101" pitchFamily="2" charset="-122"/>
                      </a:endParaRPr>
                    </a:p>
                  </a:txBody>
                  <a:tcPr marL="68580" marR="68580" marT="0" marB="0"/>
                </a:tc>
                <a:tc>
                  <a:txBody>
                    <a:bodyPr/>
                    <a:lstStyle/>
                    <a:p>
                      <a:pPr algn="just">
                        <a:lnSpc>
                          <a:spcPct val="150000"/>
                        </a:lnSpc>
                        <a:spcAft>
                          <a:spcPts val="1200"/>
                        </a:spcAft>
                      </a:pPr>
                      <a:r>
                        <a:rPr lang="en-US" sz="1100" kern="100" dirty="0">
                          <a:effectLst/>
                        </a:rPr>
                        <a:t>Produced in the production process of steel, recycled within the factory, and utilized within the facility where it was created</a:t>
                      </a:r>
                      <a:endParaRPr lang="zh-CN" sz="1200" kern="100" dirty="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3301455612"/>
                  </a:ext>
                </a:extLst>
              </a:tr>
              <a:tr h="370840">
                <a:tc>
                  <a:txBody>
                    <a:bodyPr/>
                    <a:lstStyle/>
                    <a:p>
                      <a:pPr algn="just">
                        <a:lnSpc>
                          <a:spcPct val="150000"/>
                        </a:lnSpc>
                        <a:spcAft>
                          <a:spcPts val="1200"/>
                        </a:spcAft>
                      </a:pPr>
                      <a:r>
                        <a:rPr lang="en-US" sz="1100" kern="100">
                          <a:effectLst/>
                        </a:rPr>
                        <a:t>Prompt scrap</a:t>
                      </a:r>
                      <a:endParaRPr lang="zh-CN" sz="1050" kern="100">
                        <a:effectLst/>
                        <a:latin typeface="DengXian" panose="02010600030101010101" pitchFamily="2" charset="-122"/>
                        <a:ea typeface="DengXian" panose="02010600030101010101" pitchFamily="2" charset="-122"/>
                        <a:cs typeface="宋体" panose="02010600030101010101" pitchFamily="2" charset="-122"/>
                      </a:endParaRPr>
                    </a:p>
                  </a:txBody>
                  <a:tcPr marL="68580" marR="68580" marT="0" marB="0"/>
                </a:tc>
                <a:tc>
                  <a:txBody>
                    <a:bodyPr/>
                    <a:lstStyle/>
                    <a:p>
                      <a:pPr algn="just">
                        <a:lnSpc>
                          <a:spcPct val="150000"/>
                        </a:lnSpc>
                        <a:spcAft>
                          <a:spcPts val="1200"/>
                        </a:spcAft>
                      </a:pPr>
                      <a:r>
                        <a:rPr lang="en-US" sz="1100" kern="100" dirty="0">
                          <a:effectLst/>
                        </a:rPr>
                        <a:t>Produced during manufacturing of metal products and no facilities to process internally</a:t>
                      </a:r>
                      <a:endParaRPr lang="zh-CN" sz="1200" kern="100" dirty="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3301689073"/>
                  </a:ext>
                </a:extLst>
              </a:tr>
              <a:tr h="370840">
                <a:tc>
                  <a:txBody>
                    <a:bodyPr/>
                    <a:lstStyle/>
                    <a:p>
                      <a:pPr algn="just">
                        <a:lnSpc>
                          <a:spcPct val="150000"/>
                        </a:lnSpc>
                        <a:spcAft>
                          <a:spcPts val="1200"/>
                        </a:spcAft>
                      </a:pPr>
                      <a:r>
                        <a:rPr lang="en-US" sz="1100" kern="100">
                          <a:effectLst/>
                        </a:rPr>
                        <a:t>Obsolete scrap</a:t>
                      </a:r>
                      <a:endParaRPr lang="zh-CN" sz="1050" kern="100">
                        <a:effectLst/>
                        <a:latin typeface="DengXian" panose="02010600030101010101" pitchFamily="2" charset="-122"/>
                        <a:ea typeface="DengXian" panose="02010600030101010101" pitchFamily="2" charset="-122"/>
                        <a:cs typeface="宋体" panose="02010600030101010101" pitchFamily="2" charset="-122"/>
                      </a:endParaRPr>
                    </a:p>
                  </a:txBody>
                  <a:tcPr marL="68580" marR="68580" marT="0" marB="0"/>
                </a:tc>
                <a:tc>
                  <a:txBody>
                    <a:bodyPr/>
                    <a:lstStyle/>
                    <a:p>
                      <a:pPr algn="just">
                        <a:lnSpc>
                          <a:spcPct val="150000"/>
                        </a:lnSpc>
                        <a:spcAft>
                          <a:spcPts val="1200"/>
                        </a:spcAft>
                      </a:pPr>
                      <a:r>
                        <a:rPr lang="en-US" sz="1100" kern="100" dirty="0">
                          <a:effectLst/>
                        </a:rPr>
                        <a:t>Scrapped from all kinds of metal products,</a:t>
                      </a:r>
                      <a:r>
                        <a:rPr lang="zh-CN" altLang="en-US" sz="1100" kern="100" dirty="0">
                          <a:effectLst/>
                        </a:rPr>
                        <a:t> </a:t>
                      </a:r>
                      <a:r>
                        <a:rPr lang="en-US" sz="1100" kern="100" dirty="0">
                          <a:effectLst/>
                        </a:rPr>
                        <a:t>equipment, constructions, etc., after a certain number of years of use</a:t>
                      </a:r>
                      <a:endParaRPr lang="zh-CN" sz="1050" kern="100" dirty="0">
                        <a:effectLst/>
                        <a:latin typeface="DengXian" panose="02010600030101010101" pitchFamily="2" charset="-122"/>
                        <a:ea typeface="DengXian"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1645886894"/>
                  </a:ext>
                </a:extLst>
              </a:tr>
            </a:tbl>
          </a:graphicData>
        </a:graphic>
      </p:graphicFrame>
    </p:spTree>
    <p:extLst>
      <p:ext uri="{BB962C8B-B14F-4D97-AF65-F5344CB8AC3E}">
        <p14:creationId xmlns:p14="http://schemas.microsoft.com/office/powerpoint/2010/main" val="8084156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D0052-9D87-D016-5F7C-09ED61DFD57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1FC7FF59-B988-2306-C5A4-65BF59ACDD18}"/>
              </a:ext>
            </a:extLst>
          </p:cNvPr>
          <p:cNvSpPr>
            <a:spLocks noGrp="1"/>
          </p:cNvSpPr>
          <p:nvPr>
            <p:ph type="title"/>
            <p:custDataLst>
              <p:tags r:id="rId1"/>
            </p:custDataLst>
          </p:nvPr>
        </p:nvSpPr>
        <p:spPr>
          <a:xfrm>
            <a:off x="156001" y="-15034"/>
            <a:ext cx="8049536" cy="755489"/>
          </a:xfrm>
        </p:spPr>
        <p:txBody>
          <a:bodyPr/>
          <a:lstStyle/>
          <a:p>
            <a:r>
              <a:rPr lang="en-US" altLang="zh-CN" dirty="0">
                <a:solidFill>
                  <a:srgbClr val="376092"/>
                </a:solidFill>
                <a:latin typeface="微软雅黑" panose="020B0503020204020204" pitchFamily="34" charset="-122"/>
                <a:ea typeface="微软雅黑" panose="020B0503020204020204" pitchFamily="34" charset="-122"/>
              </a:rPr>
              <a:t>Forecast of steel demand &amp; scrap availability </a:t>
            </a:r>
          </a:p>
        </p:txBody>
      </p:sp>
      <p:pic>
        <p:nvPicPr>
          <p:cNvPr id="5" name="图片 4">
            <a:extLst>
              <a:ext uri="{FF2B5EF4-FFF2-40B4-BE49-F238E27FC236}">
                <a16:creationId xmlns:a16="http://schemas.microsoft.com/office/drawing/2014/main" id="{2F4F8D8C-BF69-C7BF-53FD-ED38C3B170E6}"/>
              </a:ext>
            </a:extLst>
          </p:cNvPr>
          <p:cNvPicPr>
            <a:picLocks noChangeAspect="1"/>
          </p:cNvPicPr>
          <p:nvPr>
            <p:custDataLst>
              <p:tags r:id="rId2"/>
            </p:custDataLst>
          </p:nvPr>
        </p:nvPicPr>
        <p:blipFill>
          <a:blip r:embed="rId6">
            <a:extLst>
              <a:ext uri="{28A0092B-C50C-407E-A947-70E740481C1C}">
                <a14:useLocalDpi xmlns:a14="http://schemas.microsoft.com/office/drawing/2010/main" val="0"/>
              </a:ext>
            </a:extLst>
          </a:blip>
          <a:stretch>
            <a:fillRect/>
          </a:stretch>
        </p:blipFill>
        <p:spPr>
          <a:xfrm>
            <a:off x="2901092" y="1270000"/>
            <a:ext cx="63500" cy="76200"/>
          </a:xfrm>
          <a:prstGeom prst="rect">
            <a:avLst/>
          </a:prstGeom>
        </p:spPr>
      </p:pic>
      <p:sp>
        <p:nvSpPr>
          <p:cNvPr id="7" name="文本框 6">
            <a:extLst>
              <a:ext uri="{FF2B5EF4-FFF2-40B4-BE49-F238E27FC236}">
                <a16:creationId xmlns:a16="http://schemas.microsoft.com/office/drawing/2014/main" id="{CF8BC86C-7317-23C5-6312-8F00558E84A9}"/>
              </a:ext>
            </a:extLst>
          </p:cNvPr>
          <p:cNvSpPr txBox="1"/>
          <p:nvPr>
            <p:custDataLst>
              <p:tags r:id="rId3"/>
            </p:custDataLst>
          </p:nvPr>
        </p:nvSpPr>
        <p:spPr>
          <a:xfrm>
            <a:off x="156001" y="6427113"/>
            <a:ext cx="12035999" cy="430887"/>
          </a:xfrm>
          <a:prstGeom prst="rect">
            <a:avLst/>
          </a:prstGeom>
          <a:noFill/>
        </p:spPr>
        <p:txBody>
          <a:bodyPr wrap="square">
            <a:spAutoFit/>
          </a:bodyPr>
          <a:lstStyle/>
          <a:p>
            <a:r>
              <a:rPr lang="en-US" altLang="zh-CN" sz="1100" b="0" i="0" dirty="0">
                <a:solidFill>
                  <a:srgbClr val="1F1F1F"/>
                </a:solidFill>
                <a:effectLst/>
                <a:latin typeface="ElsevierGulliver"/>
              </a:rPr>
              <a:t>IEA (2020) </a:t>
            </a:r>
            <a:r>
              <a:rPr lang="en-US" altLang="zh-CN" sz="1100" b="0" i="1" dirty="0">
                <a:solidFill>
                  <a:srgbClr val="1F1F1F"/>
                </a:solidFill>
                <a:effectLst/>
                <a:latin typeface="ElsevierGulliver"/>
              </a:rPr>
              <a:t>Iron and Steel Technology Roadmap</a:t>
            </a:r>
            <a:r>
              <a:rPr lang="en-US" altLang="zh-CN" sz="1100" b="0" i="0" dirty="0">
                <a:solidFill>
                  <a:srgbClr val="1F1F1F"/>
                </a:solidFill>
                <a:effectLst/>
                <a:latin typeface="ElsevierGulliver"/>
              </a:rPr>
              <a:t>.</a:t>
            </a:r>
          </a:p>
          <a:p>
            <a:r>
              <a:rPr lang="en-US" altLang="zh-CN" sz="1100" b="0" dirty="0">
                <a:effectLst/>
                <a:latin typeface="ElsevierGulliver"/>
              </a:rPr>
              <a:t>Xiang Yu, Chang Tan</a:t>
            </a:r>
            <a:r>
              <a:rPr lang="en-US" altLang="zh-CN" sz="1100" dirty="0">
                <a:latin typeface="ElsevierGulliver"/>
              </a:rPr>
              <a:t>,</a:t>
            </a:r>
            <a:r>
              <a:rPr lang="zh-CN" altLang="en-US" sz="1100" dirty="0">
                <a:latin typeface="ElsevierGulliver"/>
              </a:rPr>
              <a:t> </a:t>
            </a:r>
            <a:r>
              <a:rPr lang="en-US" altLang="zh-CN" sz="1100" b="0" dirty="0">
                <a:effectLst/>
                <a:latin typeface="ElsevierGulliver"/>
              </a:rPr>
              <a:t>China’s pathway to carbon neutrality for the iron and steel industry,</a:t>
            </a:r>
            <a:r>
              <a:rPr lang="zh-CN" altLang="en-US" sz="1100" b="0" dirty="0">
                <a:effectLst/>
                <a:latin typeface="ElsevierGulliver"/>
              </a:rPr>
              <a:t> </a:t>
            </a:r>
            <a:r>
              <a:rPr lang="en-US" altLang="zh-CN" sz="1100" b="0" dirty="0">
                <a:effectLst/>
                <a:latin typeface="ElsevierGulliver"/>
              </a:rPr>
              <a:t>Global Environmental Change</a:t>
            </a:r>
            <a:endParaRPr lang="en-US" altLang="zh-CN" sz="1100" b="0" i="0" dirty="0">
              <a:solidFill>
                <a:srgbClr val="1F1F1F"/>
              </a:solidFill>
              <a:effectLst/>
              <a:latin typeface="ElsevierSans"/>
            </a:endParaRPr>
          </a:p>
        </p:txBody>
      </p:sp>
      <p:pic>
        <p:nvPicPr>
          <p:cNvPr id="13" name="图片 12" descr="表格&#10;&#10;描述已自动生成">
            <a:extLst>
              <a:ext uri="{FF2B5EF4-FFF2-40B4-BE49-F238E27FC236}">
                <a16:creationId xmlns:a16="http://schemas.microsoft.com/office/drawing/2014/main" id="{762E4C4F-3709-6FF4-A8AA-D38BB040A94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84727" y="2862123"/>
            <a:ext cx="9384311" cy="2382170"/>
          </a:xfrm>
          <a:prstGeom prst="rect">
            <a:avLst/>
          </a:prstGeom>
        </p:spPr>
      </p:pic>
      <p:sp>
        <p:nvSpPr>
          <p:cNvPr id="15" name="文本框 14">
            <a:extLst>
              <a:ext uri="{FF2B5EF4-FFF2-40B4-BE49-F238E27FC236}">
                <a16:creationId xmlns:a16="http://schemas.microsoft.com/office/drawing/2014/main" id="{19D9C424-4050-D513-0E26-C816D871D32E}"/>
              </a:ext>
            </a:extLst>
          </p:cNvPr>
          <p:cNvSpPr txBox="1"/>
          <p:nvPr/>
        </p:nvSpPr>
        <p:spPr>
          <a:xfrm>
            <a:off x="831271" y="1032343"/>
            <a:ext cx="9737767" cy="2533963"/>
          </a:xfrm>
          <a:prstGeom prst="rect">
            <a:avLst/>
          </a:prstGeom>
          <a:noFill/>
        </p:spPr>
        <p:txBody>
          <a:bodyPr wrap="square">
            <a:spAutoFit/>
          </a:bodyPr>
          <a:lstStyle/>
          <a:p>
            <a:pPr marL="285750" indent="-285750">
              <a:lnSpc>
                <a:spcPct val="150000"/>
              </a:lnSpc>
              <a:buFont typeface="Wingdings" pitchFamily="2" charset="2"/>
              <a:buChar char="l"/>
            </a:pPr>
            <a:r>
              <a:rPr lang="en-US" altLang="zh-CN" dirty="0"/>
              <a:t>The high-production pathway uses the production levels from the IEA stated policy scenario and the low-production pathway uses the production levels from the IEA sustainable development scenario</a:t>
            </a:r>
          </a:p>
          <a:p>
            <a:pPr marL="285750" indent="-285750">
              <a:lnSpc>
                <a:spcPct val="150000"/>
              </a:lnSpc>
              <a:buFont typeface="Wingdings" pitchFamily="2" charset="2"/>
              <a:buChar char="l"/>
            </a:pPr>
            <a:r>
              <a:rPr lang="en-US" altLang="zh-CN" dirty="0"/>
              <a:t>Scrap-based</a:t>
            </a:r>
            <a:r>
              <a:rPr lang="zh-CN" altLang="en-US" dirty="0"/>
              <a:t> </a:t>
            </a:r>
            <a:r>
              <a:rPr lang="en-US" altLang="zh-CN" dirty="0"/>
              <a:t>is</a:t>
            </a:r>
            <a:r>
              <a:rPr lang="zh-CN" altLang="en-US" dirty="0"/>
              <a:t> </a:t>
            </a:r>
            <a:r>
              <a:rPr lang="en-US" altLang="zh-CN" dirty="0"/>
              <a:t>assumed 50%</a:t>
            </a:r>
            <a:r>
              <a:rPr lang="zh-CN" altLang="en-US" dirty="0"/>
              <a:t> </a:t>
            </a:r>
            <a:r>
              <a:rPr lang="en-US" altLang="zh-CN" dirty="0"/>
              <a:t>by 2060.</a:t>
            </a:r>
          </a:p>
          <a:p>
            <a:pPr>
              <a:lnSpc>
                <a:spcPct val="150000"/>
              </a:lnSpc>
            </a:pPr>
            <a:endParaRPr lang="en-US" altLang="zh-CN" dirty="0"/>
          </a:p>
          <a:p>
            <a:pPr>
              <a:lnSpc>
                <a:spcPct val="150000"/>
              </a:lnSpc>
            </a:pPr>
            <a:endParaRPr lang="zh-CN" altLang="en-US" dirty="0"/>
          </a:p>
        </p:txBody>
      </p:sp>
    </p:spTree>
    <p:extLst>
      <p:ext uri="{BB962C8B-B14F-4D97-AF65-F5344CB8AC3E}">
        <p14:creationId xmlns:p14="http://schemas.microsoft.com/office/powerpoint/2010/main" val="28729676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17E8F-C643-69DD-7DBE-DC8D8299E572}"/>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436103CB-48E0-6AC5-A8D4-C87BED887C51}"/>
              </a:ext>
            </a:extLst>
          </p:cNvPr>
          <p:cNvSpPr>
            <a:spLocks noGrp="1"/>
          </p:cNvSpPr>
          <p:nvPr>
            <p:ph type="title"/>
            <p:custDataLst>
              <p:tags r:id="rId1"/>
            </p:custDataLst>
          </p:nvPr>
        </p:nvSpPr>
        <p:spPr>
          <a:xfrm>
            <a:off x="156001" y="-15034"/>
            <a:ext cx="8049536" cy="755489"/>
          </a:xfrm>
        </p:spPr>
        <p:txBody>
          <a:bodyPr/>
          <a:lstStyle/>
          <a:p>
            <a:r>
              <a:rPr lang="en-US" altLang="zh-CN" dirty="0">
                <a:solidFill>
                  <a:srgbClr val="376092"/>
                </a:solidFill>
                <a:latin typeface="微软雅黑" panose="020B0503020204020204" pitchFamily="34" charset="-122"/>
                <a:ea typeface="微软雅黑" panose="020B0503020204020204" pitchFamily="34" charset="-122"/>
              </a:rPr>
              <a:t>Forecast of steel demand &amp; scrap availability </a:t>
            </a:r>
          </a:p>
        </p:txBody>
      </p:sp>
      <p:pic>
        <p:nvPicPr>
          <p:cNvPr id="5" name="图片 4">
            <a:extLst>
              <a:ext uri="{FF2B5EF4-FFF2-40B4-BE49-F238E27FC236}">
                <a16:creationId xmlns:a16="http://schemas.microsoft.com/office/drawing/2014/main" id="{EDA80CFF-B797-57DD-1BFB-CDAEB6C1B52E}"/>
              </a:ext>
            </a:extLst>
          </p:cNvPr>
          <p:cNvPicPr>
            <a:picLocks noChangeAspect="1"/>
          </p:cNvPicPr>
          <p:nvPr>
            <p:custDataLst>
              <p:tags r:id="rId2"/>
            </p:custDataLst>
          </p:nvPr>
        </p:nvPicPr>
        <p:blipFill>
          <a:blip r:embed="rId6">
            <a:extLst>
              <a:ext uri="{28A0092B-C50C-407E-A947-70E740481C1C}">
                <a14:useLocalDpi xmlns:a14="http://schemas.microsoft.com/office/drawing/2010/main" val="0"/>
              </a:ext>
            </a:extLst>
          </a:blip>
          <a:stretch>
            <a:fillRect/>
          </a:stretch>
        </p:blipFill>
        <p:spPr>
          <a:xfrm>
            <a:off x="2901092" y="1270000"/>
            <a:ext cx="63500" cy="76200"/>
          </a:xfrm>
          <a:prstGeom prst="rect">
            <a:avLst/>
          </a:prstGeom>
        </p:spPr>
      </p:pic>
      <p:sp>
        <p:nvSpPr>
          <p:cNvPr id="7" name="文本框 6">
            <a:extLst>
              <a:ext uri="{FF2B5EF4-FFF2-40B4-BE49-F238E27FC236}">
                <a16:creationId xmlns:a16="http://schemas.microsoft.com/office/drawing/2014/main" id="{59530B36-4996-2BBD-2C67-1CD3B4B7361B}"/>
              </a:ext>
            </a:extLst>
          </p:cNvPr>
          <p:cNvSpPr txBox="1"/>
          <p:nvPr>
            <p:custDataLst>
              <p:tags r:id="rId3"/>
            </p:custDataLst>
          </p:nvPr>
        </p:nvSpPr>
        <p:spPr>
          <a:xfrm>
            <a:off x="156001" y="6427113"/>
            <a:ext cx="12035999" cy="261610"/>
          </a:xfrm>
          <a:prstGeom prst="rect">
            <a:avLst/>
          </a:prstGeom>
          <a:noFill/>
        </p:spPr>
        <p:txBody>
          <a:bodyPr wrap="square">
            <a:spAutoFit/>
          </a:bodyPr>
          <a:lstStyle/>
          <a:p>
            <a:r>
              <a:rPr lang="en-US" altLang="zh-CN" sz="1100" b="0" i="0" dirty="0">
                <a:solidFill>
                  <a:srgbClr val="1F1F1F"/>
                </a:solidFill>
                <a:effectLst/>
                <a:latin typeface="ElsevierGulliver"/>
              </a:rPr>
              <a:t>Ming</a:t>
            </a:r>
            <a:r>
              <a:rPr lang="zh-CN" altLang="en-US" sz="1100" b="0" i="0" dirty="0">
                <a:solidFill>
                  <a:srgbClr val="1F1F1F"/>
                </a:solidFill>
                <a:effectLst/>
                <a:latin typeface="ElsevierGulliver"/>
              </a:rPr>
              <a:t> </a:t>
            </a:r>
            <a:r>
              <a:rPr lang="en-US" altLang="zh-CN" sz="1100" b="0" i="0" dirty="0">
                <a:solidFill>
                  <a:srgbClr val="1F1F1F"/>
                </a:solidFill>
                <a:effectLst/>
                <a:latin typeface="ElsevierGulliver"/>
              </a:rPr>
              <a:t>Ren</a:t>
            </a:r>
            <a:r>
              <a:rPr lang="zh-CN" altLang="en-US" sz="1100" b="0" i="0" dirty="0">
                <a:solidFill>
                  <a:srgbClr val="1F1F1F"/>
                </a:solidFill>
                <a:effectLst/>
                <a:latin typeface="ElsevierGulliver"/>
              </a:rPr>
              <a:t> </a:t>
            </a:r>
            <a:r>
              <a:rPr lang="en-US" altLang="zh-CN" sz="1100" b="0" i="0" dirty="0">
                <a:solidFill>
                  <a:srgbClr val="1F1F1F"/>
                </a:solidFill>
                <a:effectLst/>
                <a:latin typeface="ElsevierGulliver"/>
              </a:rPr>
              <a:t>et</a:t>
            </a:r>
            <a:r>
              <a:rPr lang="zh-CN" altLang="en-US" sz="1100" b="0" i="0" dirty="0">
                <a:solidFill>
                  <a:srgbClr val="1F1F1F"/>
                </a:solidFill>
                <a:effectLst/>
                <a:latin typeface="ElsevierGulliver"/>
              </a:rPr>
              <a:t> </a:t>
            </a:r>
            <a:r>
              <a:rPr lang="en-US" altLang="zh-CN" sz="1100" b="0" i="0" dirty="0">
                <a:solidFill>
                  <a:srgbClr val="1F1F1F"/>
                </a:solidFill>
                <a:effectLst/>
                <a:latin typeface="ElsevierGulliver"/>
              </a:rPr>
              <a:t>al.,</a:t>
            </a:r>
            <a:r>
              <a:rPr lang="zh-CN" altLang="en-US" sz="1100" b="0" i="0" dirty="0">
                <a:solidFill>
                  <a:srgbClr val="1F1F1F"/>
                </a:solidFill>
                <a:effectLst/>
                <a:latin typeface="ElsevierGulliver"/>
              </a:rPr>
              <a:t> </a:t>
            </a:r>
            <a:r>
              <a:rPr lang="en-US" altLang="zh-CN" sz="1100" b="0" i="0" dirty="0">
                <a:solidFill>
                  <a:srgbClr val="1F1F1F"/>
                </a:solidFill>
                <a:effectLst/>
                <a:latin typeface="ElsevierGulliver"/>
              </a:rPr>
              <a:t>Decarbonizing China’s iron and steel industry from the supply and demand sides for carbon neutrality,</a:t>
            </a:r>
            <a:r>
              <a:rPr lang="zh-CN" altLang="en-US" sz="1100" b="0" i="0" dirty="0">
                <a:solidFill>
                  <a:srgbClr val="1F1F1F"/>
                </a:solidFill>
                <a:effectLst/>
                <a:latin typeface="ElsevierGulliver"/>
              </a:rPr>
              <a:t> </a:t>
            </a:r>
            <a:r>
              <a:rPr lang="en-US" altLang="zh-CN" sz="1100" b="0" i="0" dirty="0">
                <a:solidFill>
                  <a:srgbClr val="1F1F1F"/>
                </a:solidFill>
                <a:effectLst/>
                <a:latin typeface="ElsevierGulliver"/>
              </a:rPr>
              <a:t>Applied Energy</a:t>
            </a:r>
          </a:p>
        </p:txBody>
      </p:sp>
      <p:sp>
        <p:nvSpPr>
          <p:cNvPr id="15" name="文本框 14">
            <a:extLst>
              <a:ext uri="{FF2B5EF4-FFF2-40B4-BE49-F238E27FC236}">
                <a16:creationId xmlns:a16="http://schemas.microsoft.com/office/drawing/2014/main" id="{9234C7B4-EB3E-2621-F483-D94A3D674D8F}"/>
              </a:ext>
            </a:extLst>
          </p:cNvPr>
          <p:cNvSpPr txBox="1"/>
          <p:nvPr/>
        </p:nvSpPr>
        <p:spPr>
          <a:xfrm>
            <a:off x="854658" y="740455"/>
            <a:ext cx="9737767" cy="2303131"/>
          </a:xfrm>
          <a:prstGeom prst="rect">
            <a:avLst/>
          </a:prstGeom>
          <a:noFill/>
        </p:spPr>
        <p:txBody>
          <a:bodyPr wrap="square">
            <a:spAutoFit/>
          </a:bodyPr>
          <a:lstStyle/>
          <a:p>
            <a:pPr marL="285750" indent="-285750">
              <a:lnSpc>
                <a:spcPct val="150000"/>
              </a:lnSpc>
              <a:buFont typeface="Wingdings" pitchFamily="2" charset="2"/>
              <a:buChar char="l"/>
            </a:pPr>
            <a:r>
              <a:rPr lang="en-US" altLang="zh-CN" sz="1600" dirty="0"/>
              <a:t>Under the BAU scenario, steel demand peaks at 1064.77 Mt in 2020 before declining to 756.09 Mt in 2050;</a:t>
            </a:r>
            <a:r>
              <a:rPr lang="zh-CN" altLang="en-US" sz="1600" dirty="0"/>
              <a:t> </a:t>
            </a:r>
            <a:r>
              <a:rPr lang="en-US" altLang="zh-CN" sz="1600" dirty="0"/>
              <a:t>Under the carbon-neutrality scenario, steel demand decreases to 866.35 Mt in 2030 and 597.70 Mt in 2050, 4% and 21% lower than the BAU scenario</a:t>
            </a:r>
          </a:p>
          <a:p>
            <a:pPr marL="285750" indent="-285750">
              <a:lnSpc>
                <a:spcPct val="150000"/>
              </a:lnSpc>
              <a:buFont typeface="Wingdings" pitchFamily="2" charset="2"/>
              <a:buChar char="l"/>
            </a:pPr>
            <a:r>
              <a:rPr lang="en-US" altLang="zh-CN" sz="1600" dirty="0"/>
              <a:t>The maximum scrap-based EAF share will gradually increase from 6% in 2015 to 25% and 40% in 2050 in the low and high scrap cases, respectively</a:t>
            </a:r>
          </a:p>
          <a:p>
            <a:pPr>
              <a:lnSpc>
                <a:spcPct val="150000"/>
              </a:lnSpc>
            </a:pPr>
            <a:endParaRPr lang="zh-CN" altLang="en-US" sz="1600" dirty="0"/>
          </a:p>
        </p:txBody>
      </p:sp>
      <p:pic>
        <p:nvPicPr>
          <p:cNvPr id="3074" name="Picture 2">
            <a:extLst>
              <a:ext uri="{FF2B5EF4-FFF2-40B4-BE49-F238E27FC236}">
                <a16:creationId xmlns:a16="http://schemas.microsoft.com/office/drawing/2014/main" id="{6D39C6BD-D9E5-FA44-9DB7-8AB6153B819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68102" y="2766951"/>
            <a:ext cx="4963990" cy="35651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11451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6F3CE-B077-353A-36CA-E73CE242739D}"/>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81E306C9-ACBF-1F54-287D-4376BB6A8D29}"/>
              </a:ext>
            </a:extLst>
          </p:cNvPr>
          <p:cNvSpPr>
            <a:spLocks noGrp="1"/>
          </p:cNvSpPr>
          <p:nvPr>
            <p:ph type="title"/>
            <p:custDataLst>
              <p:tags r:id="rId1"/>
            </p:custDataLst>
          </p:nvPr>
        </p:nvSpPr>
        <p:spPr>
          <a:xfrm>
            <a:off x="156001" y="-15034"/>
            <a:ext cx="8049536" cy="755489"/>
          </a:xfrm>
        </p:spPr>
        <p:txBody>
          <a:bodyPr/>
          <a:lstStyle/>
          <a:p>
            <a:r>
              <a:rPr lang="en-US" altLang="zh-CN" dirty="0">
                <a:solidFill>
                  <a:srgbClr val="376092"/>
                </a:solidFill>
                <a:latin typeface="微软雅黑" panose="020B0503020204020204" pitchFamily="34" charset="-122"/>
                <a:ea typeface="微软雅黑" panose="020B0503020204020204" pitchFamily="34" charset="-122"/>
              </a:rPr>
              <a:t>Forecast of steel demand &amp; scrap availability </a:t>
            </a:r>
          </a:p>
        </p:txBody>
      </p:sp>
      <p:pic>
        <p:nvPicPr>
          <p:cNvPr id="5" name="图片 4">
            <a:extLst>
              <a:ext uri="{FF2B5EF4-FFF2-40B4-BE49-F238E27FC236}">
                <a16:creationId xmlns:a16="http://schemas.microsoft.com/office/drawing/2014/main" id="{DA437BCF-BFBA-25D5-8C84-601B021BD13D}"/>
              </a:ext>
            </a:extLst>
          </p:cNvPr>
          <p:cNvPicPr>
            <a:picLocks noChangeAspect="1"/>
          </p:cNvPicPr>
          <p:nvPr>
            <p:custDataLst>
              <p:tags r:id="rId2"/>
            </p:custDataLst>
          </p:nvPr>
        </p:nvPicPr>
        <p:blipFill>
          <a:blip r:embed="rId8">
            <a:extLst>
              <a:ext uri="{28A0092B-C50C-407E-A947-70E740481C1C}">
                <a14:useLocalDpi xmlns:a14="http://schemas.microsoft.com/office/drawing/2010/main" val="0"/>
              </a:ext>
            </a:extLst>
          </a:blip>
          <a:stretch>
            <a:fillRect/>
          </a:stretch>
        </p:blipFill>
        <p:spPr>
          <a:xfrm>
            <a:off x="2901092" y="1270000"/>
            <a:ext cx="63500" cy="76200"/>
          </a:xfrm>
          <a:prstGeom prst="rect">
            <a:avLst/>
          </a:prstGeom>
        </p:spPr>
      </p:pic>
      <p:pic>
        <p:nvPicPr>
          <p:cNvPr id="6" name="Picture 2">
            <a:extLst>
              <a:ext uri="{FF2B5EF4-FFF2-40B4-BE49-F238E27FC236}">
                <a16:creationId xmlns:a16="http://schemas.microsoft.com/office/drawing/2014/main" id="{501DCE2F-463A-674C-5E87-503AB34CCD11}"/>
              </a:ext>
            </a:extLst>
          </p:cNvPr>
          <p:cNvPicPr>
            <a:picLocks noChangeAspect="1" noChangeArrowheads="1"/>
          </p:cNvPicPr>
          <p:nvPr>
            <p:custDataLst>
              <p:tags r:id="rId3"/>
            </p:custDataLst>
          </p:nvPr>
        </p:nvPicPr>
        <p:blipFill>
          <a:blip r:embed="rId9">
            <a:extLst>
              <a:ext uri="{28A0092B-C50C-407E-A947-70E740481C1C}">
                <a14:useLocalDpi xmlns:a14="http://schemas.microsoft.com/office/drawing/2010/main" val="0"/>
              </a:ext>
            </a:extLst>
          </a:blip>
          <a:srcRect/>
          <a:stretch>
            <a:fillRect/>
          </a:stretch>
        </p:blipFill>
        <p:spPr bwMode="auto">
          <a:xfrm>
            <a:off x="359764" y="1088835"/>
            <a:ext cx="6415166" cy="5019656"/>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33E44FE7-4CCD-6383-981D-7302212A36ED}"/>
              </a:ext>
            </a:extLst>
          </p:cNvPr>
          <p:cNvSpPr txBox="1"/>
          <p:nvPr>
            <p:custDataLst>
              <p:tags r:id="rId4"/>
            </p:custDataLst>
          </p:nvPr>
        </p:nvSpPr>
        <p:spPr>
          <a:xfrm>
            <a:off x="156001" y="6427113"/>
            <a:ext cx="12035999" cy="430887"/>
          </a:xfrm>
          <a:prstGeom prst="rect">
            <a:avLst/>
          </a:prstGeom>
          <a:noFill/>
        </p:spPr>
        <p:txBody>
          <a:bodyPr wrap="square">
            <a:spAutoFit/>
          </a:bodyPr>
          <a:lstStyle/>
          <a:p>
            <a:r>
              <a:rPr lang="zh-CN" altLang="en-US" sz="1100" dirty="0"/>
              <a:t>Yaxin Wang, Jun Liu, Xiaolong Tang, Yu Wang, Haowen An, Honghong Yi, Decarbonization pathways of China‘s iron and steel industry toward carbon neutrality, Resources, Conservation and Recycling,</a:t>
            </a:r>
          </a:p>
        </p:txBody>
      </p:sp>
      <p:sp>
        <p:nvSpPr>
          <p:cNvPr id="11" name="文本框 10">
            <a:extLst>
              <a:ext uri="{FF2B5EF4-FFF2-40B4-BE49-F238E27FC236}">
                <a16:creationId xmlns:a16="http://schemas.microsoft.com/office/drawing/2014/main" id="{6A5FA11D-988D-EA43-84D7-A8659664C6ED}"/>
              </a:ext>
            </a:extLst>
          </p:cNvPr>
          <p:cNvSpPr txBox="1"/>
          <p:nvPr>
            <p:custDataLst>
              <p:tags r:id="rId5"/>
            </p:custDataLst>
          </p:nvPr>
        </p:nvSpPr>
        <p:spPr>
          <a:xfrm>
            <a:off x="7168739" y="1219534"/>
            <a:ext cx="4336076" cy="3780458"/>
          </a:xfrm>
          <a:prstGeom prst="rect">
            <a:avLst/>
          </a:prstGeom>
          <a:noFill/>
        </p:spPr>
        <p:txBody>
          <a:bodyPr wrap="square">
            <a:spAutoFit/>
          </a:bodyPr>
          <a:lstStyle/>
          <a:p>
            <a:pPr marL="285750" indent="-285750">
              <a:lnSpc>
                <a:spcPct val="150000"/>
              </a:lnSpc>
              <a:buFont typeface="Wingdings" pitchFamily="2" charset="2"/>
              <a:buChar char="Ø"/>
            </a:pPr>
            <a:r>
              <a:rPr lang="en-US" altLang="zh-CN" b="0" i="0" dirty="0">
                <a:solidFill>
                  <a:srgbClr val="1F1F1F"/>
                </a:solidFill>
                <a:effectLst/>
                <a:latin typeface="Arial" panose="020B0604020202020204" pitchFamily="34" charset="0"/>
                <a:cs typeface="Arial" panose="020B0604020202020204" pitchFamily="34" charset="0"/>
              </a:rPr>
              <a:t>Steel</a:t>
            </a:r>
            <a:r>
              <a:rPr lang="zh-CN" altLang="en-US" b="0" i="0" dirty="0">
                <a:solidFill>
                  <a:srgbClr val="1F1F1F"/>
                </a:solidFill>
                <a:effectLst/>
                <a:latin typeface="Arial" panose="020B0604020202020204" pitchFamily="34" charset="0"/>
                <a:cs typeface="Arial" panose="020B0604020202020204" pitchFamily="34" charset="0"/>
              </a:rPr>
              <a:t> </a:t>
            </a:r>
            <a:r>
              <a:rPr lang="en-US" altLang="zh-CN" b="0" i="0" dirty="0">
                <a:solidFill>
                  <a:srgbClr val="1F1F1F"/>
                </a:solidFill>
                <a:effectLst/>
                <a:latin typeface="Arial" panose="020B0604020202020204" pitchFamily="34" charset="0"/>
                <a:cs typeface="Arial" panose="020B0604020202020204" pitchFamily="34" charset="0"/>
              </a:rPr>
              <a:t>consumption in construction will show</a:t>
            </a:r>
            <a:r>
              <a:rPr lang="zh-CN" altLang="en-US" b="0" i="0" dirty="0">
                <a:solidFill>
                  <a:srgbClr val="1F1F1F"/>
                </a:solidFill>
                <a:effectLst/>
                <a:latin typeface="Arial" panose="020B0604020202020204" pitchFamily="34" charset="0"/>
                <a:cs typeface="Arial" panose="020B0604020202020204" pitchFamily="34" charset="0"/>
              </a:rPr>
              <a:t> </a:t>
            </a:r>
            <a:r>
              <a:rPr lang="en-US" altLang="zh-CN" b="0" i="0" dirty="0">
                <a:solidFill>
                  <a:srgbClr val="1F1F1F"/>
                </a:solidFill>
                <a:effectLst/>
                <a:latin typeface="Arial" panose="020B0604020202020204" pitchFamily="34" charset="0"/>
                <a:cs typeface="Arial" panose="020B0604020202020204" pitchFamily="34" charset="0"/>
              </a:rPr>
              <a:t>a</a:t>
            </a:r>
            <a:r>
              <a:rPr lang="zh-CN" altLang="en-US" b="0" i="0" dirty="0">
                <a:solidFill>
                  <a:srgbClr val="1F1F1F"/>
                </a:solidFill>
                <a:effectLst/>
                <a:latin typeface="Arial" panose="020B0604020202020204" pitchFamily="34" charset="0"/>
                <a:cs typeface="Arial" panose="020B0604020202020204" pitchFamily="34" charset="0"/>
              </a:rPr>
              <a:t> </a:t>
            </a:r>
            <a:r>
              <a:rPr lang="en-US" altLang="zh-CN" b="0" i="0" dirty="0">
                <a:solidFill>
                  <a:srgbClr val="1F1F1F"/>
                </a:solidFill>
                <a:effectLst/>
                <a:latin typeface="Arial" panose="020B0604020202020204" pitchFamily="34" charset="0"/>
                <a:cs typeface="Arial" panose="020B0604020202020204" pitchFamily="34" charset="0"/>
              </a:rPr>
              <a:t>clear downward trend</a:t>
            </a:r>
            <a:r>
              <a:rPr lang="en-US" altLang="zh-CN" dirty="0">
                <a:solidFill>
                  <a:srgbClr val="1F1F1F"/>
                </a:solidFill>
                <a:latin typeface="Arial" panose="020B0604020202020204" pitchFamily="34" charset="0"/>
                <a:cs typeface="Arial" panose="020B0604020202020204" pitchFamily="34" charset="0"/>
              </a:rPr>
              <a:t>.</a:t>
            </a:r>
            <a:endParaRPr lang="en-US" altLang="zh-CN" b="0" i="0" dirty="0">
              <a:solidFill>
                <a:srgbClr val="1F1F1F"/>
              </a:solidFill>
              <a:effectLst/>
              <a:latin typeface="Arial" panose="020B0604020202020204" pitchFamily="34" charset="0"/>
              <a:cs typeface="Arial" panose="020B0604020202020204" pitchFamily="34" charset="0"/>
            </a:endParaRPr>
          </a:p>
          <a:p>
            <a:pPr marL="285750" indent="-285750">
              <a:lnSpc>
                <a:spcPct val="150000"/>
              </a:lnSpc>
              <a:buFont typeface="Wingdings" pitchFamily="2" charset="2"/>
              <a:buChar char="Ø"/>
            </a:pPr>
            <a:r>
              <a:rPr lang="en-US" altLang="zh-CN" b="0" i="0" dirty="0">
                <a:solidFill>
                  <a:srgbClr val="1F1F1F"/>
                </a:solidFill>
                <a:effectLst/>
                <a:latin typeface="Arial" panose="020B0604020202020204" pitchFamily="34" charset="0"/>
                <a:cs typeface="Arial" panose="020B0604020202020204" pitchFamily="34" charset="0"/>
              </a:rPr>
              <a:t>Could have growth potential in transportation?</a:t>
            </a:r>
          </a:p>
          <a:p>
            <a:pPr marL="285750" indent="-285750">
              <a:lnSpc>
                <a:spcPct val="150000"/>
              </a:lnSpc>
              <a:buFont typeface="Wingdings" pitchFamily="2" charset="2"/>
              <a:buChar char="Ø"/>
            </a:pPr>
            <a:r>
              <a:rPr lang="en-US" altLang="zh-CN" b="0" i="0" dirty="0">
                <a:solidFill>
                  <a:srgbClr val="1F1F1F"/>
                </a:solidFill>
                <a:effectLst/>
                <a:latin typeface="Arial" panose="020B0604020202020204" pitchFamily="34" charset="0"/>
                <a:cs typeface="Arial" panose="020B0604020202020204" pitchFamily="34" charset="0"/>
              </a:rPr>
              <a:t>Scrap may also peak and decrease then</a:t>
            </a:r>
            <a:r>
              <a:rPr lang="zh-CN" altLang="en-US" b="0" i="0" dirty="0">
                <a:solidFill>
                  <a:srgbClr val="1F1F1F"/>
                </a:solidFill>
                <a:effectLst/>
                <a:latin typeface="Arial" panose="020B0604020202020204" pitchFamily="34" charset="0"/>
                <a:cs typeface="Arial" panose="020B0604020202020204" pitchFamily="34" charset="0"/>
              </a:rPr>
              <a:t> </a:t>
            </a:r>
            <a:r>
              <a:rPr lang="en-US" altLang="zh-CN" b="0" i="0" dirty="0">
                <a:solidFill>
                  <a:srgbClr val="1F1F1F"/>
                </a:solidFill>
                <a:effectLst/>
                <a:latin typeface="Arial" panose="020B0604020202020204" pitchFamily="34" charset="0"/>
                <a:cs typeface="Arial" panose="020B0604020202020204" pitchFamily="34" charset="0"/>
              </a:rPr>
              <a:t>(~30</a:t>
            </a:r>
            <a:r>
              <a:rPr lang="zh-CN" altLang="en-US" b="0" i="0" dirty="0">
                <a:solidFill>
                  <a:srgbClr val="1F1F1F"/>
                </a:solidFill>
                <a:effectLst/>
                <a:latin typeface="Arial" panose="020B0604020202020204" pitchFamily="34" charset="0"/>
                <a:cs typeface="Arial" panose="020B0604020202020204" pitchFamily="34" charset="0"/>
              </a:rPr>
              <a:t> </a:t>
            </a:r>
            <a:r>
              <a:rPr lang="en-US" altLang="zh-CN" b="0" i="0" dirty="0">
                <a:solidFill>
                  <a:srgbClr val="1F1F1F"/>
                </a:solidFill>
                <a:effectLst/>
                <a:latin typeface="Arial" panose="020B0604020202020204" pitchFamily="34" charset="0"/>
                <a:cs typeface="Arial" panose="020B0604020202020204" pitchFamily="34" charset="0"/>
              </a:rPr>
              <a:t>years</a:t>
            </a:r>
            <a:r>
              <a:rPr lang="zh-CN" altLang="en-US" b="0" i="0" dirty="0">
                <a:solidFill>
                  <a:srgbClr val="1F1F1F"/>
                </a:solidFill>
                <a:effectLst/>
                <a:latin typeface="Arial" panose="020B0604020202020204" pitchFamily="34" charset="0"/>
                <a:cs typeface="Arial" panose="020B0604020202020204" pitchFamily="34" charset="0"/>
              </a:rPr>
              <a:t> </a:t>
            </a:r>
            <a:r>
              <a:rPr lang="en-US" altLang="zh-CN" b="0" i="0" dirty="0">
                <a:solidFill>
                  <a:srgbClr val="1F1F1F"/>
                </a:solidFill>
                <a:effectLst/>
                <a:latin typeface="Arial" panose="020B0604020202020204" pitchFamily="34" charset="0"/>
                <a:cs typeface="Arial" panose="020B0604020202020204" pitchFamily="34" charset="0"/>
              </a:rPr>
              <a:t>later than steel peak).</a:t>
            </a:r>
          </a:p>
          <a:p>
            <a:pPr marL="285750" indent="-285750">
              <a:lnSpc>
                <a:spcPct val="150000"/>
              </a:lnSpc>
              <a:buFont typeface="Wingdings" pitchFamily="2" charset="2"/>
              <a:buChar char="Ø"/>
            </a:pPr>
            <a:r>
              <a:rPr lang="en-US" altLang="zh-CN" b="0" i="0" dirty="0">
                <a:solidFill>
                  <a:srgbClr val="1F1F1F"/>
                </a:solidFill>
                <a:effectLst/>
                <a:latin typeface="Arial" panose="020B0604020202020204" pitchFamily="34" charset="0"/>
                <a:cs typeface="Arial" panose="020B0604020202020204" pitchFamily="34" charset="0"/>
              </a:rPr>
              <a:t>Other</a:t>
            </a:r>
            <a:r>
              <a:rPr lang="zh-CN" altLang="en-US" b="0" i="0" dirty="0">
                <a:solidFill>
                  <a:srgbClr val="1F1F1F"/>
                </a:solidFill>
                <a:effectLst/>
                <a:latin typeface="Arial" panose="020B0604020202020204" pitchFamily="34" charset="0"/>
                <a:cs typeface="Arial" panose="020B0604020202020204" pitchFamily="34" charset="0"/>
              </a:rPr>
              <a:t> </a:t>
            </a:r>
            <a:r>
              <a:rPr lang="en-US" altLang="zh-CN" dirty="0">
                <a:solidFill>
                  <a:srgbClr val="1F1F1F"/>
                </a:solidFill>
                <a:latin typeface="Arial" panose="020B0604020202020204" pitchFamily="34" charset="0"/>
                <a:cs typeface="Arial" panose="020B0604020202020204" pitchFamily="34" charset="0"/>
              </a:rPr>
              <a:t>studies:</a:t>
            </a:r>
            <a:r>
              <a:rPr lang="zh-CN" altLang="en-US" dirty="0">
                <a:solidFill>
                  <a:srgbClr val="1F1F1F"/>
                </a:solidFill>
                <a:latin typeface="Arial" panose="020B0604020202020204" pitchFamily="34" charset="0"/>
                <a:cs typeface="Arial" panose="020B0604020202020204" pitchFamily="34" charset="0"/>
              </a:rPr>
              <a:t> </a:t>
            </a:r>
            <a:r>
              <a:rPr lang="en-US" altLang="zh-CN" dirty="0">
                <a:solidFill>
                  <a:srgbClr val="1F1F1F"/>
                </a:solidFill>
                <a:latin typeface="Arial" panose="020B0604020202020204" pitchFamily="34" charset="0"/>
                <a:cs typeface="Arial" panose="020B0604020202020204" pitchFamily="34" charset="0"/>
              </a:rPr>
              <a:t>350~550</a:t>
            </a:r>
            <a:r>
              <a:rPr lang="zh-CN" altLang="en-US" dirty="0">
                <a:solidFill>
                  <a:srgbClr val="1F1F1F"/>
                </a:solidFill>
                <a:latin typeface="Arial" panose="020B0604020202020204" pitchFamily="34" charset="0"/>
                <a:cs typeface="Arial" panose="020B0604020202020204" pitchFamily="34" charset="0"/>
              </a:rPr>
              <a:t> </a:t>
            </a:r>
            <a:r>
              <a:rPr lang="en-US" altLang="zh-CN" dirty="0">
                <a:solidFill>
                  <a:srgbClr val="1F1F1F"/>
                </a:solidFill>
                <a:latin typeface="Arial" panose="020B0604020202020204" pitchFamily="34" charset="0"/>
                <a:cs typeface="Arial" panose="020B0604020202020204" pitchFamily="34" charset="0"/>
              </a:rPr>
              <a:t>Mt</a:t>
            </a:r>
            <a:r>
              <a:rPr lang="zh-CN" altLang="en-US" dirty="0">
                <a:solidFill>
                  <a:srgbClr val="1F1F1F"/>
                </a:solidFill>
                <a:latin typeface="Arial" panose="020B0604020202020204" pitchFamily="34" charset="0"/>
                <a:cs typeface="Arial" panose="020B0604020202020204" pitchFamily="34" charset="0"/>
              </a:rPr>
              <a:t> </a:t>
            </a:r>
            <a:r>
              <a:rPr lang="en-US" altLang="zh-CN" dirty="0">
                <a:solidFill>
                  <a:srgbClr val="1F1F1F"/>
                </a:solidFill>
                <a:latin typeface="Arial" panose="020B0604020202020204" pitchFamily="34" charset="0"/>
                <a:cs typeface="Arial" panose="020B0604020202020204" pitchFamily="34" charset="0"/>
              </a:rPr>
              <a:t>of scrap by 2050</a:t>
            </a:r>
          </a:p>
          <a:p>
            <a:pPr marL="285750" indent="-285750">
              <a:lnSpc>
                <a:spcPct val="150000"/>
              </a:lnSpc>
              <a:buFont typeface="Wingdings" pitchFamily="2" charset="2"/>
              <a:buChar char="Ø"/>
            </a:pPr>
            <a:endParaRPr lang="en-US" altLang="zh-CN" b="0" i="0" dirty="0">
              <a:solidFill>
                <a:srgbClr val="1F1F1F"/>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300584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CBA8F-FC16-59AA-0784-C34F762826C7}"/>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B5E5F6C1-83C9-BEE0-3F41-8EDED3CA61AB}"/>
              </a:ext>
            </a:extLst>
          </p:cNvPr>
          <p:cNvSpPr>
            <a:spLocks noGrp="1"/>
          </p:cNvSpPr>
          <p:nvPr>
            <p:ph type="title"/>
            <p:custDataLst>
              <p:tags r:id="rId1"/>
            </p:custDataLst>
          </p:nvPr>
        </p:nvSpPr>
        <p:spPr>
          <a:xfrm>
            <a:off x="156001" y="-15034"/>
            <a:ext cx="8049536" cy="755489"/>
          </a:xfrm>
        </p:spPr>
        <p:txBody>
          <a:bodyPr/>
          <a:lstStyle/>
          <a:p>
            <a:r>
              <a:rPr lang="en-US" altLang="zh-CN" dirty="0">
                <a:solidFill>
                  <a:srgbClr val="376092"/>
                </a:solidFill>
                <a:latin typeface="微软雅黑" panose="020B0503020204020204" pitchFamily="34" charset="-122"/>
                <a:ea typeface="微软雅黑" panose="020B0503020204020204" pitchFamily="34" charset="-122"/>
              </a:rPr>
              <a:t>Forecast of steel demand &amp; scrap availability </a:t>
            </a:r>
          </a:p>
        </p:txBody>
      </p:sp>
      <p:pic>
        <p:nvPicPr>
          <p:cNvPr id="5" name="图片 4">
            <a:extLst>
              <a:ext uri="{FF2B5EF4-FFF2-40B4-BE49-F238E27FC236}">
                <a16:creationId xmlns:a16="http://schemas.microsoft.com/office/drawing/2014/main" id="{AB273AD1-B1E9-06EC-C1EB-DAC2C3155992}"/>
              </a:ext>
            </a:extLst>
          </p:cNvPr>
          <p:cNvPicPr>
            <a:picLocks noChangeAspect="1"/>
          </p:cNvPicPr>
          <p:nvPr>
            <p:custDataLst>
              <p:tags r:id="rId2"/>
            </p:custDataLst>
          </p:nvPr>
        </p:nvPicPr>
        <p:blipFill>
          <a:blip r:embed="rId6">
            <a:extLst>
              <a:ext uri="{28A0092B-C50C-407E-A947-70E740481C1C}">
                <a14:useLocalDpi xmlns:a14="http://schemas.microsoft.com/office/drawing/2010/main" val="0"/>
              </a:ext>
            </a:extLst>
          </a:blip>
          <a:stretch>
            <a:fillRect/>
          </a:stretch>
        </p:blipFill>
        <p:spPr>
          <a:xfrm>
            <a:off x="2901092" y="1270000"/>
            <a:ext cx="63500" cy="76200"/>
          </a:xfrm>
          <a:prstGeom prst="rect">
            <a:avLst/>
          </a:prstGeom>
        </p:spPr>
      </p:pic>
      <p:sp>
        <p:nvSpPr>
          <p:cNvPr id="2" name="文本框 1">
            <a:extLst>
              <a:ext uri="{FF2B5EF4-FFF2-40B4-BE49-F238E27FC236}">
                <a16:creationId xmlns:a16="http://schemas.microsoft.com/office/drawing/2014/main" id="{0E0D18B7-6CD3-7112-9D75-355220611EEB}"/>
              </a:ext>
            </a:extLst>
          </p:cNvPr>
          <p:cNvSpPr txBox="1"/>
          <p:nvPr>
            <p:custDataLst>
              <p:tags r:id="rId3"/>
            </p:custDataLst>
          </p:nvPr>
        </p:nvSpPr>
        <p:spPr>
          <a:xfrm>
            <a:off x="156001" y="6427113"/>
            <a:ext cx="12035999" cy="261610"/>
          </a:xfrm>
          <a:prstGeom prst="rect">
            <a:avLst/>
          </a:prstGeom>
          <a:noFill/>
        </p:spPr>
        <p:txBody>
          <a:bodyPr wrap="square">
            <a:spAutoFit/>
          </a:bodyPr>
          <a:lstStyle/>
          <a:p>
            <a:r>
              <a:rPr lang="en-US" altLang="zh-CN" sz="1100" dirty="0"/>
              <a:t>Lulu Song, Peng Wang, Min Hao, Min Dai, Keying Xiang, Nan Li, Wei-</a:t>
            </a:r>
            <a:r>
              <a:rPr lang="en-US" altLang="zh-CN" sz="1100" dirty="0" err="1"/>
              <a:t>Qiang</a:t>
            </a:r>
            <a:r>
              <a:rPr lang="en-US" altLang="zh-CN" sz="1100" dirty="0"/>
              <a:t> Chen,</a:t>
            </a:r>
            <a:r>
              <a:rPr lang="zh-CN" altLang="en-US" sz="1100" dirty="0"/>
              <a:t> </a:t>
            </a:r>
            <a:r>
              <a:rPr lang="en-US" altLang="zh-CN" sz="1100" dirty="0"/>
              <a:t>Mapping provincial steel stocks and flows in China: 1978–2050,</a:t>
            </a:r>
            <a:r>
              <a:rPr lang="zh-CN" altLang="en-US" sz="1100" dirty="0"/>
              <a:t> </a:t>
            </a:r>
            <a:r>
              <a:rPr lang="en-US" altLang="zh-CN" sz="1100" dirty="0"/>
              <a:t>Journal of Cleaner Production.</a:t>
            </a:r>
            <a:endParaRPr lang="zh-CN" altLang="en-US" sz="1100" dirty="0"/>
          </a:p>
        </p:txBody>
      </p:sp>
      <p:pic>
        <p:nvPicPr>
          <p:cNvPr id="4" name="Picture 2">
            <a:extLst>
              <a:ext uri="{FF2B5EF4-FFF2-40B4-BE49-F238E27FC236}">
                <a16:creationId xmlns:a16="http://schemas.microsoft.com/office/drawing/2014/main" id="{9B5BAE36-E9A1-CE79-0ABB-E777A9E9AF0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24516" y="2282942"/>
            <a:ext cx="7443289" cy="3041281"/>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2A0C61D9-A12C-09DD-3337-8A3896A5F0F5}"/>
              </a:ext>
            </a:extLst>
          </p:cNvPr>
          <p:cNvSpPr txBox="1"/>
          <p:nvPr/>
        </p:nvSpPr>
        <p:spPr>
          <a:xfrm>
            <a:off x="4681518" y="5543295"/>
            <a:ext cx="6929284" cy="523220"/>
          </a:xfrm>
          <a:prstGeom prst="rect">
            <a:avLst/>
          </a:prstGeom>
          <a:noFill/>
        </p:spPr>
        <p:txBody>
          <a:bodyPr wrap="square">
            <a:spAutoFit/>
          </a:bodyPr>
          <a:lstStyle/>
          <a:p>
            <a:pPr algn="ctr"/>
            <a:r>
              <a:rPr lang="en-US" altLang="zh-CN" sz="1400" b="0" i="0" dirty="0">
                <a:solidFill>
                  <a:srgbClr val="1F1F1F"/>
                </a:solidFill>
                <a:effectLst/>
                <a:latin typeface="ElsevierGulliver"/>
              </a:rPr>
              <a:t>Fig. 5. Steel flows by scenario and scrapped steel supply by sectors in China (a and e), </a:t>
            </a:r>
            <a:r>
              <a:rPr lang="en-US" altLang="zh-CN" sz="1400" b="0" i="0" dirty="0">
                <a:solidFill>
                  <a:srgbClr val="1F1F1F"/>
                </a:solidFill>
                <a:effectLst/>
                <a:highlight>
                  <a:srgbClr val="FFB100"/>
                </a:highlight>
                <a:latin typeface="ElsevierGulliver"/>
              </a:rPr>
              <a:t>eastern region </a:t>
            </a:r>
            <a:r>
              <a:rPr lang="en-US" altLang="zh-CN" sz="1400" b="0" i="0" dirty="0">
                <a:solidFill>
                  <a:srgbClr val="1F1F1F"/>
                </a:solidFill>
                <a:effectLst/>
                <a:latin typeface="ElsevierGulliver"/>
              </a:rPr>
              <a:t>(b and f), </a:t>
            </a:r>
            <a:r>
              <a:rPr lang="en-US" altLang="zh-CN" sz="1400" i="0" dirty="0">
                <a:solidFill>
                  <a:srgbClr val="1F1F1F"/>
                </a:solidFill>
                <a:effectLst/>
                <a:highlight>
                  <a:srgbClr val="FFB100"/>
                </a:highlight>
                <a:latin typeface="ElsevierGulliver"/>
              </a:rPr>
              <a:t>central region </a:t>
            </a:r>
            <a:r>
              <a:rPr lang="en-US" altLang="zh-CN" sz="1400" b="0" i="0" dirty="0">
                <a:solidFill>
                  <a:srgbClr val="1F1F1F"/>
                </a:solidFill>
                <a:effectLst/>
                <a:latin typeface="ElsevierGulliver"/>
              </a:rPr>
              <a:t>(c and g), and </a:t>
            </a:r>
            <a:r>
              <a:rPr lang="en-US" altLang="zh-CN" sz="1400" b="0" i="0" dirty="0">
                <a:solidFill>
                  <a:srgbClr val="1F1F1F"/>
                </a:solidFill>
                <a:effectLst/>
                <a:highlight>
                  <a:srgbClr val="FFB100"/>
                </a:highlight>
                <a:latin typeface="ElsevierGulliver"/>
              </a:rPr>
              <a:t>western region </a:t>
            </a:r>
            <a:r>
              <a:rPr lang="en-US" altLang="zh-CN" sz="1400" b="0" i="0" dirty="0">
                <a:solidFill>
                  <a:srgbClr val="1F1F1F"/>
                </a:solidFill>
                <a:effectLst/>
                <a:latin typeface="ElsevierGulliver"/>
              </a:rPr>
              <a:t>(d and h).</a:t>
            </a:r>
          </a:p>
        </p:txBody>
      </p:sp>
      <p:sp>
        <p:nvSpPr>
          <p:cNvPr id="9" name="文本框 8">
            <a:extLst>
              <a:ext uri="{FF2B5EF4-FFF2-40B4-BE49-F238E27FC236}">
                <a16:creationId xmlns:a16="http://schemas.microsoft.com/office/drawing/2014/main" id="{670AF86A-132B-E412-52C2-5EEBE93E2796}"/>
              </a:ext>
            </a:extLst>
          </p:cNvPr>
          <p:cNvSpPr txBox="1"/>
          <p:nvPr/>
        </p:nvSpPr>
        <p:spPr>
          <a:xfrm>
            <a:off x="349826" y="1035650"/>
            <a:ext cx="9462767" cy="1661993"/>
          </a:xfrm>
          <a:prstGeom prst="rect">
            <a:avLst/>
          </a:prstGeom>
          <a:noFill/>
        </p:spPr>
        <p:txBody>
          <a:bodyPr wrap="square">
            <a:spAutoFit/>
          </a:bodyPr>
          <a:lstStyle/>
          <a:p>
            <a:pPr marL="285750" indent="-285750">
              <a:spcAft>
                <a:spcPts val="1200"/>
              </a:spcAft>
              <a:buFont typeface="Wingdings" pitchFamily="2" charset="2"/>
              <a:buChar char="l"/>
            </a:pPr>
            <a:r>
              <a:rPr lang="en-US" altLang="zh-CN" dirty="0"/>
              <a:t>A</a:t>
            </a:r>
            <a:r>
              <a:rPr lang="zh-CN" altLang="en-US" dirty="0"/>
              <a:t> </a:t>
            </a:r>
            <a:r>
              <a:rPr lang="en-US" altLang="zh-CN" dirty="0"/>
              <a:t>bottom</a:t>
            </a:r>
            <a:r>
              <a:rPr lang="zh-CN" altLang="en-US" dirty="0"/>
              <a:t> </a:t>
            </a:r>
            <a:r>
              <a:rPr lang="en-US" altLang="zh-CN" dirty="0"/>
              <a:t>up approach</a:t>
            </a:r>
            <a:r>
              <a:rPr lang="zh-CN" altLang="en-US" dirty="0"/>
              <a:t> </a:t>
            </a:r>
            <a:r>
              <a:rPr lang="en-US" altLang="zh-CN" dirty="0"/>
              <a:t>(100+</a:t>
            </a:r>
            <a:r>
              <a:rPr lang="zh-CN" altLang="en-US" dirty="0"/>
              <a:t> </a:t>
            </a:r>
            <a:r>
              <a:rPr lang="en-US" altLang="zh-CN" dirty="0"/>
              <a:t>commodities,</a:t>
            </a:r>
            <a:r>
              <a:rPr lang="zh-CN" altLang="en-US" dirty="0"/>
              <a:t> </a:t>
            </a:r>
            <a:r>
              <a:rPr lang="en-US" altLang="zh-CN" dirty="0"/>
              <a:t>steel contents),</a:t>
            </a:r>
            <a:r>
              <a:rPr lang="zh-CN" altLang="en-US" dirty="0"/>
              <a:t> </a:t>
            </a:r>
            <a:r>
              <a:rPr lang="en-US" altLang="zh-CN" dirty="0"/>
              <a:t>provincial level</a:t>
            </a:r>
          </a:p>
          <a:p>
            <a:pPr marL="285750" indent="-285750">
              <a:spcAft>
                <a:spcPts val="1200"/>
              </a:spcAft>
              <a:buFont typeface="Wingdings" pitchFamily="2" charset="2"/>
              <a:buChar char="l"/>
            </a:pPr>
            <a:r>
              <a:rPr lang="en-US" altLang="zh-CN" dirty="0"/>
              <a:t>D</a:t>
            </a:r>
            <a:r>
              <a:rPr lang="en-US" altLang="zh-CN" sz="1800" dirty="0"/>
              <a:t>ynamic material flow analysis:</a:t>
            </a:r>
            <a:r>
              <a:rPr lang="zh-CN" altLang="en-US" sz="1800" dirty="0"/>
              <a:t> </a:t>
            </a:r>
            <a:r>
              <a:rPr lang="en-US" altLang="zh-CN" sz="1800" dirty="0"/>
              <a:t>stock,</a:t>
            </a:r>
            <a:r>
              <a:rPr lang="zh-CN" altLang="en-US" sz="1800" dirty="0"/>
              <a:t> </a:t>
            </a:r>
            <a:r>
              <a:rPr lang="en-US" altLang="zh-CN" sz="1800" dirty="0"/>
              <a:t>inflow,</a:t>
            </a:r>
            <a:r>
              <a:rPr lang="zh-CN" altLang="en-US" sz="1800" dirty="0"/>
              <a:t> </a:t>
            </a:r>
            <a:r>
              <a:rPr lang="en-US" altLang="zh-CN" sz="1800" dirty="0"/>
              <a:t>outflow;</a:t>
            </a:r>
            <a:r>
              <a:rPr lang="zh-CN" altLang="en-US" sz="1800" dirty="0"/>
              <a:t> </a:t>
            </a:r>
            <a:r>
              <a:rPr lang="en-US" altLang="zh-CN" sz="1800" dirty="0"/>
              <a:t>by</a:t>
            </a:r>
            <a:r>
              <a:rPr lang="zh-CN" altLang="en-US" sz="1800" dirty="0"/>
              <a:t> </a:t>
            </a:r>
            <a:r>
              <a:rPr lang="en-US" altLang="zh-CN" dirty="0"/>
              <a:t>region &amp;</a:t>
            </a:r>
            <a:r>
              <a:rPr lang="zh-CN" altLang="en-US" dirty="0"/>
              <a:t> </a:t>
            </a:r>
            <a:r>
              <a:rPr lang="en-US" altLang="zh-CN" dirty="0"/>
              <a:t>by consumption sector</a:t>
            </a:r>
          </a:p>
          <a:p>
            <a:pPr marL="285750" indent="-285750">
              <a:spcAft>
                <a:spcPts val="1200"/>
              </a:spcAft>
              <a:buFont typeface="Wingdings" pitchFamily="2" charset="2"/>
              <a:buChar char="l"/>
            </a:pPr>
            <a:r>
              <a:rPr lang="en-US" altLang="zh-CN" dirty="0"/>
              <a:t>Far less than the actual production  (incomplete scope/indirect export?)</a:t>
            </a:r>
            <a:endParaRPr lang="en-US" altLang="zh-CN" sz="1800" dirty="0"/>
          </a:p>
          <a:p>
            <a:pPr marL="285750" indent="-285750">
              <a:spcAft>
                <a:spcPts val="1200"/>
              </a:spcAft>
              <a:buFont typeface="Wingdings" pitchFamily="2" charset="2"/>
              <a:buChar char="l"/>
            </a:pPr>
            <a:endParaRPr lang="en-US" altLang="zh-CN" sz="1800" dirty="0"/>
          </a:p>
        </p:txBody>
      </p:sp>
      <p:pic>
        <p:nvPicPr>
          <p:cNvPr id="10" name="Picture 4">
            <a:extLst>
              <a:ext uri="{FF2B5EF4-FFF2-40B4-BE49-F238E27FC236}">
                <a16:creationId xmlns:a16="http://schemas.microsoft.com/office/drawing/2014/main" id="{FC58B529-87DD-0194-4D10-DC0A75E7E50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1115" y="2238345"/>
            <a:ext cx="4343400" cy="3429000"/>
          </a:xfrm>
          <a:prstGeom prst="rect">
            <a:avLst/>
          </a:prstGeom>
          <a:noFill/>
          <a:extLst>
            <a:ext uri="{909E8E84-426E-40DD-AFC4-6F175D3DCCD1}">
              <a14:hiddenFill xmlns:a14="http://schemas.microsoft.com/office/drawing/2010/main">
                <a:solidFill>
                  <a:srgbClr val="FFFFFF"/>
                </a:solidFill>
              </a14:hiddenFill>
            </a:ext>
          </a:extLst>
        </p:spPr>
      </p:pic>
      <p:sp>
        <p:nvSpPr>
          <p:cNvPr id="12" name="文本框 11">
            <a:extLst>
              <a:ext uri="{FF2B5EF4-FFF2-40B4-BE49-F238E27FC236}">
                <a16:creationId xmlns:a16="http://schemas.microsoft.com/office/drawing/2014/main" id="{4B7171CC-1B4B-AA2D-1EC2-1971B15F2AB0}"/>
              </a:ext>
            </a:extLst>
          </p:cNvPr>
          <p:cNvSpPr txBox="1"/>
          <p:nvPr/>
        </p:nvSpPr>
        <p:spPr>
          <a:xfrm>
            <a:off x="553745" y="5708050"/>
            <a:ext cx="3398140" cy="1169551"/>
          </a:xfrm>
          <a:prstGeom prst="rect">
            <a:avLst/>
          </a:prstGeom>
          <a:noFill/>
        </p:spPr>
        <p:txBody>
          <a:bodyPr wrap="square">
            <a:spAutoFit/>
          </a:bodyPr>
          <a:lstStyle/>
          <a:p>
            <a:pPr algn="ctr"/>
            <a:r>
              <a:rPr lang="en-US" altLang="zh-CN" sz="1400" b="0" i="0" dirty="0">
                <a:solidFill>
                  <a:srgbClr val="1F1F1F"/>
                </a:solidFill>
                <a:effectLst/>
                <a:latin typeface="ElsevierGulliver"/>
              </a:rPr>
              <a:t>Fig. 4. Forecasted change in steel stocks in China (a), eastern region (b), central region (c), and western region (d).</a:t>
            </a:r>
          </a:p>
          <a:p>
            <a:pPr algn="ctr"/>
            <a:br>
              <a:rPr lang="en-US" altLang="zh-CN" sz="1400" dirty="0"/>
            </a:br>
            <a:endParaRPr lang="zh-CN" altLang="en-US" sz="1400" dirty="0"/>
          </a:p>
        </p:txBody>
      </p:sp>
    </p:spTree>
    <p:extLst>
      <p:ext uri="{BB962C8B-B14F-4D97-AF65-F5344CB8AC3E}">
        <p14:creationId xmlns:p14="http://schemas.microsoft.com/office/powerpoint/2010/main" val="33198174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90519-1F11-7B37-8462-F4C2C545298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BB281418-2390-5122-223A-1EE7A0680814}"/>
              </a:ext>
            </a:extLst>
          </p:cNvPr>
          <p:cNvSpPr>
            <a:spLocks noGrp="1"/>
          </p:cNvSpPr>
          <p:nvPr>
            <p:ph type="title"/>
            <p:custDataLst>
              <p:tags r:id="rId1"/>
            </p:custDataLst>
          </p:nvPr>
        </p:nvSpPr>
        <p:spPr>
          <a:xfrm>
            <a:off x="156001" y="-15034"/>
            <a:ext cx="8049536" cy="755489"/>
          </a:xfrm>
        </p:spPr>
        <p:txBody>
          <a:bodyPr/>
          <a:lstStyle/>
          <a:p>
            <a:r>
              <a:rPr lang="en-US" altLang="zh-CN" dirty="0">
                <a:solidFill>
                  <a:srgbClr val="376092"/>
                </a:solidFill>
                <a:latin typeface="微软雅黑" panose="020B0503020204020204" pitchFamily="34" charset="-122"/>
                <a:ea typeface="微软雅黑" panose="020B0503020204020204" pitchFamily="34" charset="-122"/>
              </a:rPr>
              <a:t>Forecast of steel demand &amp; scrap availability </a:t>
            </a:r>
          </a:p>
        </p:txBody>
      </p:sp>
      <p:pic>
        <p:nvPicPr>
          <p:cNvPr id="5" name="图片 4">
            <a:extLst>
              <a:ext uri="{FF2B5EF4-FFF2-40B4-BE49-F238E27FC236}">
                <a16:creationId xmlns:a16="http://schemas.microsoft.com/office/drawing/2014/main" id="{A4451ABB-01F5-BEC3-68B6-9159DAEAB8DE}"/>
              </a:ext>
            </a:extLst>
          </p:cNvPr>
          <p:cNvPicPr>
            <a:picLocks noChangeAspect="1"/>
          </p:cNvPicPr>
          <p:nvPr>
            <p:custDataLst>
              <p:tags r:id="rId2"/>
            </p:custDataLst>
          </p:nvPr>
        </p:nvPicPr>
        <p:blipFill>
          <a:blip r:embed="rId5">
            <a:extLst>
              <a:ext uri="{28A0092B-C50C-407E-A947-70E740481C1C}">
                <a14:useLocalDpi xmlns:a14="http://schemas.microsoft.com/office/drawing/2010/main" val="0"/>
              </a:ext>
            </a:extLst>
          </a:blip>
          <a:stretch>
            <a:fillRect/>
          </a:stretch>
        </p:blipFill>
        <p:spPr>
          <a:xfrm>
            <a:off x="2901092" y="1270000"/>
            <a:ext cx="63500" cy="76200"/>
          </a:xfrm>
          <a:prstGeom prst="rect">
            <a:avLst/>
          </a:prstGeom>
        </p:spPr>
      </p:pic>
      <p:pic>
        <p:nvPicPr>
          <p:cNvPr id="6" name="Picture 1" descr="{&quot;mathml&quot;:&quot;&lt;math style=\&quot;font-family:stix;font-size:16px;\&quot;&gt;&lt;mrow&gt;&lt;mi&gt;s&lt;/mi&gt;&lt;mi&gt;s&lt;/mi&gt;&lt;msub&gt;&lt;mi&gt;a&lt;/mi&gt;&lt;mrow&gt;&lt;mi&gt;r&lt;/mi&gt;&lt;mo&gt;,&lt;/mo&gt;&lt;mi&gt;t&lt;/mi&gt;&lt;/mrow&gt;&lt;/msub&gt;&lt;mo&gt;=&lt;/mo&gt;&lt;mstyle displaystyle=\&quot;true\&quot;&gt;&lt;munderover&gt;&lt;mo&gt;∑&lt;/mo&gt;&lt;mi&gt;p&lt;/mi&gt;&lt;mrow/&gt;&lt;/munderover&gt;&lt;mrow&gt;&lt;mi&gt;s&lt;/mi&gt;&lt;msub&gt;&lt;mi&gt;o&lt;/mi&gt;&lt;mrow&gt;&lt;mi&gt;r&lt;/mi&gt;&lt;mo&gt;,&lt;/mo&gt;&lt;mi&gt;t&lt;/mi&gt;&lt;mo&gt;,&lt;/mo&gt;&lt;mi&gt;p&lt;/mi&gt;&lt;/mrow&gt;&lt;/msub&gt;&lt;/mrow&gt;&lt;/mstyle&gt;&lt;mo&gt;⋅&lt;/mo&gt;&lt;mo stretchy=\&quot;false\&quot;&gt;(&lt;/mo&gt;&lt;mi&gt;α&lt;/mi&gt;&lt;mo&gt;+&lt;/mo&gt;&lt;mi&gt;β&lt;/mi&gt;&lt;mo&gt;⋅&lt;/mo&gt;&lt;mi&gt;ε&lt;/mi&gt;&lt;mo stretchy=\&quot;false\&quot;&gt;)&lt;/mo&gt;&lt;mo&gt;+&lt;/mo&gt;&lt;mi&gt;S&lt;/mi&gt;&lt;msub&gt;&lt;mi&gt;D&lt;/mi&gt;&lt;mrow&gt;&lt;mi&gt;r&lt;/mi&gt;&lt;mo&gt;,&lt;/mo&gt;&lt;mi&gt;t&lt;/mi&gt;&lt;/mrow&gt;&lt;/msub&gt;&lt;mo&gt;⋅&lt;/mo&gt;&lt;mi&gt;β&lt;/mi&gt;&lt;mo&gt;⋅&lt;/mo&gt;&lt;mo stretchy=\&quot;false\&quot;&gt;(&lt;/mo&gt;&lt;mn&gt;1&lt;/mn&gt;&lt;mo&gt;−&lt;/mo&gt;&lt;mi&gt;ε&lt;/mi&gt;&lt;mo stretchy=\&quot;false\&quot;&gt;)&lt;/mo&gt;&lt;mo&gt;+&lt;/mo&gt;&lt;mstyle displaystyle=\&quot;true\&quot;&gt;&lt;munderover&gt;&lt;mo&gt;∑&lt;/mo&gt;&lt;mrow&gt;&lt;mi&gt;t&lt;/mi&gt;&lt;mo&gt;&amp;apos;&lt;/mo&gt;&lt;mo&gt;=&lt;/mo&gt;&lt;mi&gt;t&lt;/mi&gt;&lt;mo&gt;−&lt;/mo&gt;&lt;mi&gt;Δ&lt;/mi&gt;&lt;mi&gt;t&lt;/mi&gt;&lt;/mrow&gt;&lt;mrow&gt;&lt;mi&gt;t&lt;/mi&gt;&lt;mo&gt;−&lt;/mo&gt;&lt;mn&gt;1&lt;/mn&gt;&lt;/mrow&gt;&lt;/munderover&gt;&lt;mrow&gt;&lt;mi&gt;S&lt;/mi&gt;&lt;msub&gt;&lt;mi&gt;D&lt;/mi&gt;&lt;mrow&gt;&lt;mi&gt;r&lt;/mi&gt;&lt;mo&gt;,&lt;/mo&gt;&lt;mi&gt;t&lt;/mi&gt;&lt;mo&gt;&amp;apos;&lt;/mo&gt;&lt;/mrow&gt;&lt;/msub&gt;&lt;mo&gt;⋅&lt;/mo&gt;&lt;mi&gt;γ&lt;/mi&gt;&lt;mo&gt;⋅&lt;/mo&gt;&lt;mo stretchy=\&quot;false\&quot;&gt;(&lt;/mo&gt;&lt;mn&gt;1&lt;/mn&gt;&lt;mo&gt;+&lt;/mo&gt;&lt;/mrow&gt;&lt;/mstyle&gt;&lt;msub&gt;&lt;mi&gt;ξ&lt;/mi&gt;&lt;mi&gt;t&lt;/mi&gt;&lt;/msub&gt;&lt;mo stretchy=\&quot;false\&quot;&gt;)&lt;/mo&gt;&lt;/mrow&gt;&lt;/math&gt;&quot;,&quot;origin&quot;:&quot;MathType for Microsoft Add-in&quot;}" title="s s a 下标 r 逗号 t 结束下标 等于 加总 从 p 到 空白 对 s o 下标 r 逗号 t 逗号 p 结束下标 乘 非弧 左括号 alpha （ 小写 ） 加 beta （ 小写 ） 乘 epsilon （ 小写 ） 非弧 右括号 加 S D 下标 r 逗号 t 结束下标 乘 beta （ 小写 ） 乘 非弧 左括号 1 减 epsilon （ 小写 ） 非弧 右括号 加 加总 从 t 撇号 等于 t 减 delta （ 大写 ） t 到 t 减 1 对 S D 下标 r 逗号 t 撇号 结束下标 乘 gamma （ 小写 ） 乘 非弧 左括号 1 加 xi （ 小写 ） 下标 t 非弧 右括号">
            <a:extLst>
              <a:ext uri="{FF2B5EF4-FFF2-40B4-BE49-F238E27FC236}">
                <a16:creationId xmlns:a16="http://schemas.microsoft.com/office/drawing/2014/main" id="{48676730-9083-4E82-A13A-51FCBA7AB5A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36034" y="5546399"/>
            <a:ext cx="6770782" cy="624276"/>
          </a:xfrm>
          <a:prstGeom prst="rect">
            <a:avLst/>
          </a:prstGeom>
        </p:spPr>
      </p:pic>
      <p:pic>
        <p:nvPicPr>
          <p:cNvPr id="7" name="Picture 1" title="S D P P 下标 r 逗号 t 结束下标 等于 a 乘 e 的 负 b 除以 G D P P P 下标 r 逗号 t 结束下标 次方 乘 左括号 1 减 m 右括号 的 t 减 2010 次方">
            <a:extLst>
              <a:ext uri="{FF2B5EF4-FFF2-40B4-BE49-F238E27FC236}">
                <a16:creationId xmlns:a16="http://schemas.microsoft.com/office/drawing/2014/main" id="{6F7D584E-3F5B-FFF2-A88B-19F908E438D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21779" y="2850282"/>
            <a:ext cx="6100308" cy="569532"/>
          </a:xfrm>
          <a:prstGeom prst="rect">
            <a:avLst/>
          </a:prstGeom>
        </p:spPr>
      </p:pic>
      <p:pic>
        <p:nvPicPr>
          <p:cNvPr id="11" name="Picture 1" title="S D P P 下标 r 逗号 t 结束下标 等于 S D P P 下标 r 逗号 t 减 1 结束下标 乘 左括号 1 减 eta （ 小写 ） 下标 r 逗号 t 结束下标 右括号">
            <a:extLst>
              <a:ext uri="{FF2B5EF4-FFF2-40B4-BE49-F238E27FC236}">
                <a16:creationId xmlns:a16="http://schemas.microsoft.com/office/drawing/2014/main" id="{95BA924E-4838-5414-2884-FA8F687D2C14}"/>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21779" y="3552136"/>
            <a:ext cx="5104689" cy="438751"/>
          </a:xfrm>
          <a:prstGeom prst="rect">
            <a:avLst/>
          </a:prstGeom>
        </p:spPr>
      </p:pic>
      <p:pic>
        <p:nvPicPr>
          <p:cNvPr id="13" name="Picture 1" descr="{&quot;mathml&quot;:&quot;&lt;math style=\&quot;font-family:stix;font-size:16px;\&quot;&gt;&lt;mrow&gt;&lt;mi&gt;S&lt;/mi&gt;&lt;msub&gt;&lt;mi&gt;D&lt;/mi&gt;&lt;mrow&gt;&lt;mi&gt;r&lt;/mi&gt;&lt;mo&gt;,&lt;/mo&gt;&lt;mi&gt;t&lt;/mi&gt;&lt;/mrow&gt;&lt;/msub&gt;&lt;mo&gt;=&lt;/mo&gt;&lt;mi&gt;S&lt;/mi&gt;&lt;mi&gt;D&lt;/mi&gt;&lt;mi&gt;P&lt;/mi&gt;&lt;msub&gt;&lt;mi&gt;P&lt;/mi&gt;&lt;mrow&gt;&lt;mi&gt;r&lt;/mi&gt;&lt;mo&gt;,&lt;/mo&gt;&lt;mi&gt;t&lt;/mi&gt;&lt;/mrow&gt;&lt;/msub&gt;&lt;mo&gt;⋅&lt;/mo&gt;&lt;mi&gt;P&lt;/mi&gt;&lt;mi&gt;O&lt;/mi&gt;&lt;msub&gt;&lt;mi&gt;P&lt;/mi&gt;&lt;mrow&gt;&lt;mi&gt;r&lt;/mi&gt;&lt;mo&gt;,&lt;/mo&gt;&lt;mi&gt;t&lt;/mi&gt;&lt;/mrow&gt;&lt;/msub&gt;&lt;/mrow&gt;&lt;/math&gt;&quot;,&quot;origin&quot;:&quot;MathType for Microsoft Add-in&quot;}" title="S D 下标 r 逗号 t 结束下标 等于 S D P P 下标 r 逗号 t 结束下标 乘 P O P 下标 r 逗号 t 结束下标">
            <a:extLst>
              <a:ext uri="{FF2B5EF4-FFF2-40B4-BE49-F238E27FC236}">
                <a16:creationId xmlns:a16="http://schemas.microsoft.com/office/drawing/2014/main" id="{AA2D5C04-3682-3246-0E44-19CC6C4E5CEA}"/>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121779" y="4123209"/>
            <a:ext cx="3754683" cy="430311"/>
          </a:xfrm>
          <a:prstGeom prst="rect">
            <a:avLst/>
          </a:prstGeom>
        </p:spPr>
      </p:pic>
      <p:sp>
        <p:nvSpPr>
          <p:cNvPr id="14" name="文本框 13">
            <a:extLst>
              <a:ext uri="{FF2B5EF4-FFF2-40B4-BE49-F238E27FC236}">
                <a16:creationId xmlns:a16="http://schemas.microsoft.com/office/drawing/2014/main" id="{29B0B629-A9E2-E283-5DB6-49F36878F1BB}"/>
              </a:ext>
            </a:extLst>
          </p:cNvPr>
          <p:cNvSpPr txBox="1"/>
          <p:nvPr/>
        </p:nvSpPr>
        <p:spPr>
          <a:xfrm>
            <a:off x="540548" y="1116924"/>
            <a:ext cx="10806263" cy="1723549"/>
          </a:xfrm>
          <a:prstGeom prst="rect">
            <a:avLst/>
          </a:prstGeom>
          <a:noFill/>
        </p:spPr>
        <p:txBody>
          <a:bodyPr wrap="square">
            <a:spAutoFit/>
          </a:bodyPr>
          <a:lstStyle/>
          <a:p>
            <a:pPr marL="285750" indent="-285750">
              <a:spcAft>
                <a:spcPts val="1200"/>
              </a:spcAft>
              <a:buFont typeface="Wingdings" pitchFamily="2" charset="2"/>
              <a:buChar char="l"/>
            </a:pPr>
            <a:r>
              <a:rPr lang="en-US" altLang="zh-CN" sz="2400" dirty="0"/>
              <a:t>Regional steel demand (literature) breakdown into provincial</a:t>
            </a:r>
            <a:r>
              <a:rPr lang="zh-CN" altLang="en-US" sz="2400" dirty="0"/>
              <a:t> </a:t>
            </a:r>
            <a:r>
              <a:rPr lang="en-US" altLang="zh-CN" sz="2400" dirty="0"/>
              <a:t>level</a:t>
            </a:r>
            <a:r>
              <a:rPr lang="zh-CN" altLang="en-US" sz="2400" dirty="0"/>
              <a:t> </a:t>
            </a:r>
            <a:r>
              <a:rPr lang="en-US" altLang="zh-CN" sz="2400" dirty="0"/>
              <a:t>based</a:t>
            </a:r>
            <a:r>
              <a:rPr lang="zh-CN" altLang="en-US" sz="2400" dirty="0"/>
              <a:t> </a:t>
            </a:r>
            <a:r>
              <a:rPr lang="en-US" altLang="zh-CN" sz="2400" dirty="0"/>
              <a:t>on GDP </a:t>
            </a:r>
          </a:p>
          <a:p>
            <a:pPr marL="285750" indent="-285750">
              <a:spcAft>
                <a:spcPts val="1200"/>
              </a:spcAft>
              <a:buFont typeface="Wingdings" pitchFamily="2" charset="2"/>
              <a:buChar char="l"/>
            </a:pPr>
            <a:r>
              <a:rPr lang="en-US" altLang="zh-CN" sz="2400" dirty="0"/>
              <a:t>Before &amp;</a:t>
            </a:r>
            <a:r>
              <a:rPr lang="zh-CN" altLang="en-US" sz="2400" dirty="0"/>
              <a:t> </a:t>
            </a:r>
            <a:r>
              <a:rPr lang="en-US" altLang="zh-CN" sz="2400" dirty="0"/>
              <a:t>after saturation,</a:t>
            </a:r>
            <a:r>
              <a:rPr lang="zh-CN" altLang="en-US" sz="2400" dirty="0"/>
              <a:t> </a:t>
            </a:r>
            <a:r>
              <a:rPr lang="en-US" altLang="zh-CN" sz="2400" dirty="0"/>
              <a:t>using different estimation functions for steel demand per capita </a:t>
            </a:r>
          </a:p>
        </p:txBody>
      </p:sp>
      <p:sp>
        <p:nvSpPr>
          <p:cNvPr id="15" name="文本框 14">
            <a:extLst>
              <a:ext uri="{FF2B5EF4-FFF2-40B4-BE49-F238E27FC236}">
                <a16:creationId xmlns:a16="http://schemas.microsoft.com/office/drawing/2014/main" id="{1AFDFC64-29CE-6911-DDF0-654367E95602}"/>
              </a:ext>
            </a:extLst>
          </p:cNvPr>
          <p:cNvSpPr txBox="1"/>
          <p:nvPr/>
        </p:nvSpPr>
        <p:spPr>
          <a:xfrm>
            <a:off x="540547" y="4958236"/>
            <a:ext cx="10806263" cy="461665"/>
          </a:xfrm>
          <a:prstGeom prst="rect">
            <a:avLst/>
          </a:prstGeom>
          <a:noFill/>
        </p:spPr>
        <p:txBody>
          <a:bodyPr wrap="square">
            <a:spAutoFit/>
          </a:bodyPr>
          <a:lstStyle/>
          <a:p>
            <a:pPr marL="285750" indent="-285750">
              <a:spcAft>
                <a:spcPts val="1200"/>
              </a:spcAft>
              <a:buFont typeface="Wingdings" pitchFamily="2" charset="2"/>
              <a:buChar char="l"/>
            </a:pPr>
            <a:r>
              <a:rPr lang="en-US" altLang="zh-CN" sz="2400" dirty="0"/>
              <a:t>Scrap availability classification:</a:t>
            </a:r>
            <a:r>
              <a:rPr lang="zh-CN" altLang="en-US" sz="2400" dirty="0"/>
              <a:t> </a:t>
            </a:r>
            <a:r>
              <a:rPr lang="en-US" altLang="zh-CN" sz="2400" dirty="0"/>
              <a:t>partially endogenous</a:t>
            </a:r>
          </a:p>
        </p:txBody>
      </p:sp>
    </p:spTree>
    <p:extLst>
      <p:ext uri="{BB962C8B-B14F-4D97-AF65-F5344CB8AC3E}">
        <p14:creationId xmlns:p14="http://schemas.microsoft.com/office/powerpoint/2010/main" val="34153911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9B1AA-EE9A-622C-6565-7FC9034A1BC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9309349D-87BA-CEFD-5CE4-EB961A7240BD}"/>
              </a:ext>
            </a:extLst>
          </p:cNvPr>
          <p:cNvSpPr>
            <a:spLocks noGrp="1"/>
          </p:cNvSpPr>
          <p:nvPr>
            <p:ph type="title"/>
            <p:custDataLst>
              <p:tags r:id="rId1"/>
            </p:custDataLst>
          </p:nvPr>
        </p:nvSpPr>
        <p:spPr>
          <a:xfrm>
            <a:off x="156001" y="-15034"/>
            <a:ext cx="8049536" cy="755489"/>
          </a:xfrm>
        </p:spPr>
        <p:txBody>
          <a:bodyPr/>
          <a:lstStyle/>
          <a:p>
            <a:r>
              <a:rPr lang="en-US" altLang="zh-CN" dirty="0">
                <a:solidFill>
                  <a:srgbClr val="376092"/>
                </a:solidFill>
                <a:latin typeface="微软雅黑" panose="020B0503020204020204" pitchFamily="34" charset="-122"/>
                <a:ea typeface="微软雅黑" panose="020B0503020204020204" pitchFamily="34" charset="-122"/>
              </a:rPr>
              <a:t>Forecast of steel demand &amp; scrap availability </a:t>
            </a:r>
          </a:p>
        </p:txBody>
      </p:sp>
      <p:pic>
        <p:nvPicPr>
          <p:cNvPr id="5" name="图片 4">
            <a:extLst>
              <a:ext uri="{FF2B5EF4-FFF2-40B4-BE49-F238E27FC236}">
                <a16:creationId xmlns:a16="http://schemas.microsoft.com/office/drawing/2014/main" id="{337A1E37-3F86-7889-1E04-DC8AA78C5969}"/>
              </a:ext>
            </a:extLst>
          </p:cNvPr>
          <p:cNvPicPr>
            <a:picLocks noChangeAspect="1"/>
          </p:cNvPicPr>
          <p:nvPr>
            <p:custDataLst>
              <p:tags r:id="rId2"/>
            </p:custDataLst>
          </p:nvPr>
        </p:nvPicPr>
        <p:blipFill>
          <a:blip r:embed="rId5">
            <a:extLst>
              <a:ext uri="{28A0092B-C50C-407E-A947-70E740481C1C}">
                <a14:useLocalDpi xmlns:a14="http://schemas.microsoft.com/office/drawing/2010/main" val="0"/>
              </a:ext>
            </a:extLst>
          </a:blip>
          <a:stretch>
            <a:fillRect/>
          </a:stretch>
        </p:blipFill>
        <p:spPr>
          <a:xfrm>
            <a:off x="2901092" y="1270000"/>
            <a:ext cx="63500" cy="76200"/>
          </a:xfrm>
          <a:prstGeom prst="rect">
            <a:avLst/>
          </a:prstGeom>
        </p:spPr>
      </p:pic>
      <p:pic>
        <p:nvPicPr>
          <p:cNvPr id="2" name="图片 1" descr="图表, 折线图&#10;&#10;描述已自动生成">
            <a:extLst>
              <a:ext uri="{FF2B5EF4-FFF2-40B4-BE49-F238E27FC236}">
                <a16:creationId xmlns:a16="http://schemas.microsoft.com/office/drawing/2014/main" id="{0B4C1C5E-F1D5-4364-6955-15E38302E30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600300" y="2051334"/>
            <a:ext cx="6061489" cy="4671051"/>
          </a:xfrm>
          <a:prstGeom prst="rect">
            <a:avLst/>
          </a:prstGeom>
        </p:spPr>
      </p:pic>
      <p:sp>
        <p:nvSpPr>
          <p:cNvPr id="4" name="文本框 3">
            <a:extLst>
              <a:ext uri="{FF2B5EF4-FFF2-40B4-BE49-F238E27FC236}">
                <a16:creationId xmlns:a16="http://schemas.microsoft.com/office/drawing/2014/main" id="{041E8037-C87E-5838-D0E5-52FEDE5328EC}"/>
              </a:ext>
            </a:extLst>
          </p:cNvPr>
          <p:cNvSpPr txBox="1"/>
          <p:nvPr/>
        </p:nvSpPr>
        <p:spPr>
          <a:xfrm>
            <a:off x="540548" y="1116924"/>
            <a:ext cx="10806263" cy="1354217"/>
          </a:xfrm>
          <a:prstGeom prst="rect">
            <a:avLst/>
          </a:prstGeom>
          <a:noFill/>
        </p:spPr>
        <p:txBody>
          <a:bodyPr wrap="square">
            <a:spAutoFit/>
          </a:bodyPr>
          <a:lstStyle/>
          <a:p>
            <a:pPr marL="285750" indent="-285750">
              <a:spcAft>
                <a:spcPts val="1200"/>
              </a:spcAft>
              <a:buFont typeface="Wingdings" pitchFamily="2" charset="2"/>
              <a:buChar char="l"/>
            </a:pPr>
            <a:r>
              <a:rPr lang="en-US" altLang="zh-CN" sz="2400" dirty="0"/>
              <a:t>National steel demand is forecast to decrease to 645 Mt in 2060</a:t>
            </a:r>
            <a:r>
              <a:rPr lang="zh-CN" altLang="en-US" sz="2400" dirty="0"/>
              <a:t> </a:t>
            </a:r>
            <a:r>
              <a:rPr lang="en-US" altLang="zh-CN" sz="2400" dirty="0"/>
              <a:t>(60%</a:t>
            </a:r>
            <a:r>
              <a:rPr lang="zh-CN" altLang="en-US" sz="2400" dirty="0"/>
              <a:t> </a:t>
            </a:r>
            <a:r>
              <a:rPr lang="en-US" altLang="zh-CN" sz="2400" dirty="0"/>
              <a:t>of</a:t>
            </a:r>
            <a:r>
              <a:rPr lang="zh-CN" altLang="en-US" sz="2400" dirty="0"/>
              <a:t> </a:t>
            </a:r>
            <a:r>
              <a:rPr lang="en-US" altLang="zh-CN" sz="2400" dirty="0"/>
              <a:t>2020</a:t>
            </a:r>
            <a:r>
              <a:rPr lang="zh-CN" altLang="en-US" sz="2400" dirty="0"/>
              <a:t> </a:t>
            </a:r>
            <a:r>
              <a:rPr lang="en-US" altLang="zh-CN" sz="2400" dirty="0"/>
              <a:t>level)</a:t>
            </a:r>
          </a:p>
          <a:p>
            <a:pPr marL="285750" indent="-285750">
              <a:spcAft>
                <a:spcPts val="1200"/>
              </a:spcAft>
              <a:buFont typeface="Wingdings" pitchFamily="2" charset="2"/>
              <a:buChar char="l"/>
            </a:pPr>
            <a:r>
              <a:rPr lang="en-US" altLang="zh-CN" sz="2400" dirty="0"/>
              <a:t>The decreasing</a:t>
            </a:r>
            <a:r>
              <a:rPr lang="zh-CN" altLang="en-US" sz="2400" dirty="0"/>
              <a:t> </a:t>
            </a:r>
            <a:r>
              <a:rPr lang="en-US" altLang="zh-CN" sz="2400" dirty="0"/>
              <a:t>trend is mainly driven by North China and East China </a:t>
            </a:r>
          </a:p>
        </p:txBody>
      </p:sp>
    </p:spTree>
    <p:extLst>
      <p:ext uri="{BB962C8B-B14F-4D97-AF65-F5344CB8AC3E}">
        <p14:creationId xmlns:p14="http://schemas.microsoft.com/office/powerpoint/2010/main" val="11423858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1">
            <a:extLst>
              <a:ext uri="{FF2B5EF4-FFF2-40B4-BE49-F238E27FC236}">
                <a16:creationId xmlns:a16="http://schemas.microsoft.com/office/drawing/2014/main" id="{5C35AC27-B792-FBFE-279A-8E66A992C001}"/>
              </a:ext>
            </a:extLst>
          </p:cNvPr>
          <p:cNvSpPr txBox="1">
            <a:spLocks/>
          </p:cNvSpPr>
          <p:nvPr>
            <p:custDataLst>
              <p:tags r:id="rId1"/>
            </p:custDataLst>
          </p:nvPr>
        </p:nvSpPr>
        <p:spPr bwMode="auto">
          <a:xfrm>
            <a:off x="228600" y="2514600"/>
            <a:ext cx="11734800" cy="713860"/>
          </a:xfrm>
          <a:prstGeom prst="rect">
            <a:avLst/>
          </a:prstGeom>
          <a:noFill/>
          <a:ln w="9525">
            <a:noFill/>
            <a:miter lim="800000"/>
            <a:headEnd/>
            <a:tailEnd/>
          </a:ln>
        </p:spPr>
        <p:txBody>
          <a:bodyPr vert="horz" wrap="square" lIns="72000" tIns="36000" rIns="72000" bIns="36000" numCol="1" rtlCol="0" anchor="t" anchorCtr="0" compatLnSpc="1">
            <a:prstTxWarp prst="textNoShape">
              <a:avLst/>
            </a:prstTxWarp>
            <a:noAutofit/>
          </a:bodyPr>
          <a:lstStyle>
            <a:lvl1pPr marL="342900" indent="-342900" algn="l" rtl="0" eaLnBrk="0" fontAlgn="base" hangingPunct="0">
              <a:spcBef>
                <a:spcPct val="20000"/>
              </a:spcBef>
              <a:spcAft>
                <a:spcPct val="0"/>
              </a:spcAft>
              <a:buClr>
                <a:schemeClr val="bg2"/>
              </a:buClr>
              <a:buSzPct val="75000"/>
              <a:buFont typeface="Wingdings" pitchFamily="2" charset="2"/>
              <a:buChar char="n"/>
              <a:defRPr lang="en-US" sz="2799" b="0" kern="1200" baseline="0" dirty="0" smtClean="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lang="en-US" sz="2399" b="1" kern="1200" baseline="0" dirty="0" smtClean="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lang="en-US" sz="2399" b="1" kern="1200" baseline="0" dirty="0" smtClean="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lang="en-US" sz="2399" b="1" kern="1200" baseline="0" dirty="0" smtClean="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2057400" indent="-228600" algn="l" rtl="0" eaLnBrk="0" fontAlgn="base" hangingPunct="0">
              <a:spcBef>
                <a:spcPct val="20000"/>
              </a:spcBef>
              <a:spcAft>
                <a:spcPct val="0"/>
              </a:spcAft>
              <a:buClr>
                <a:schemeClr val="bg2"/>
              </a:buClr>
              <a:buFont typeface="Wingdings" pitchFamily="2" charset="2"/>
              <a:buChar char="§"/>
              <a:defRPr lang="en-US" sz="2399" b="1" kern="1200" baseline="0" dirty="0">
                <a:solidFill>
                  <a:schemeClr val="tx1"/>
                </a:solidFill>
                <a:latin typeface="Arial" panose="020B0604020202020204" pitchFamily="34" charset="0"/>
                <a:ea typeface="黑体" panose="02010609060101010101" pitchFamily="49" charset="-122"/>
                <a:cs typeface="Arial" panose="020B0604020202020204" pitchFamily="34" charset="0"/>
              </a:defRPr>
            </a:lvl5pPr>
            <a:lvl6pPr marL="2514600" indent="-228600" algn="l" rtl="0" fontAlgn="base">
              <a:spcBef>
                <a:spcPct val="20000"/>
              </a:spcBef>
              <a:spcAft>
                <a:spcPct val="0"/>
              </a:spcAft>
              <a:buClr>
                <a:schemeClr val="bg2"/>
              </a:buClr>
              <a:buFont typeface="Wingdings" pitchFamily="2" charset="2"/>
              <a:buChar char="§"/>
              <a:defRPr b="1">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b="1">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b="1">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b="1">
                <a:solidFill>
                  <a:schemeClr val="tx1"/>
                </a:solidFill>
                <a:latin typeface="+mn-lt"/>
                <a:ea typeface="+mn-ea"/>
              </a:defRPr>
            </a:lvl9pPr>
          </a:lstStyle>
          <a:p>
            <a:pPr marL="0" indent="0" algn="ctr">
              <a:buNone/>
            </a:pPr>
            <a:r>
              <a:rPr lang="en-US" altLang="zh-CN" sz="4000" b="1" dirty="0">
                <a:latin typeface="Times New Roman" panose="02020603050405020304" pitchFamily="18" charset="0"/>
                <a:ea typeface="微软雅黑" panose="020B0503020204020204" pitchFamily="34" charset="-122"/>
                <a:cs typeface="Times New Roman" panose="02020603050405020304" pitchFamily="18" charset="0"/>
              </a:rPr>
              <a:t>Thank</a:t>
            </a:r>
            <a:r>
              <a:rPr lang="zh-CN" altLang="en-US" sz="4000"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4000" b="1" dirty="0">
                <a:latin typeface="Times New Roman" panose="02020603050405020304" pitchFamily="18" charset="0"/>
                <a:ea typeface="微软雅黑" panose="020B0503020204020204" pitchFamily="34" charset="-122"/>
                <a:cs typeface="Times New Roman" panose="02020603050405020304" pitchFamily="18" charset="0"/>
              </a:rPr>
              <a:t>You</a:t>
            </a:r>
            <a:r>
              <a:rPr lang="zh-CN" altLang="en-US" sz="4000"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4000" b="1" dirty="0">
                <a:latin typeface="Times New Roman" panose="02020603050405020304" pitchFamily="18" charset="0"/>
                <a:ea typeface="微软雅黑" panose="020B0503020204020204" pitchFamily="34" charset="-122"/>
                <a:cs typeface="Times New Roman" panose="02020603050405020304" pitchFamily="18" charset="0"/>
              </a:rPr>
              <a:t>For</a:t>
            </a:r>
            <a:r>
              <a:rPr lang="zh-CN" altLang="en-US" sz="4000"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4000" b="1" dirty="0">
                <a:latin typeface="Times New Roman" panose="02020603050405020304" pitchFamily="18" charset="0"/>
                <a:ea typeface="微软雅黑" panose="020B0503020204020204" pitchFamily="34" charset="-122"/>
                <a:cs typeface="Times New Roman" panose="02020603050405020304" pitchFamily="18" charset="0"/>
              </a:rPr>
              <a:t>Your</a:t>
            </a:r>
            <a:r>
              <a:rPr lang="zh-CN" altLang="en-US" sz="4000"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4000" b="1" dirty="0">
                <a:latin typeface="Times New Roman" panose="02020603050405020304" pitchFamily="18" charset="0"/>
                <a:ea typeface="微软雅黑" panose="020B0503020204020204" pitchFamily="34" charset="-122"/>
                <a:cs typeface="Times New Roman" panose="02020603050405020304" pitchFamily="18" charset="0"/>
              </a:rPr>
              <a:t>Attention!</a:t>
            </a:r>
            <a:endParaRPr lang="zh-CN" altLang="en-US" sz="40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文本占位符 2">
            <a:extLst>
              <a:ext uri="{FF2B5EF4-FFF2-40B4-BE49-F238E27FC236}">
                <a16:creationId xmlns:a16="http://schemas.microsoft.com/office/drawing/2014/main" id="{4665DB01-4502-B123-6918-ADE6D192D59B}"/>
              </a:ext>
            </a:extLst>
          </p:cNvPr>
          <p:cNvSpPr txBox="1">
            <a:spLocks/>
          </p:cNvSpPr>
          <p:nvPr>
            <p:custDataLst>
              <p:tags r:id="rId2"/>
            </p:custDataLst>
          </p:nvPr>
        </p:nvSpPr>
        <p:spPr>
          <a:xfrm>
            <a:off x="1851344" y="4624644"/>
            <a:ext cx="10112056" cy="385678"/>
          </a:xfrm>
          <a:prstGeom prst="rect">
            <a:avLst/>
          </a:prstGeom>
        </p:spPr>
        <p:txBody>
          <a:bodyPr/>
          <a:lstStyle>
            <a:lvl1pPr marL="342900" indent="-342900" algn="l" rtl="0" eaLnBrk="0" fontAlgn="base" hangingPunct="0">
              <a:spcBef>
                <a:spcPct val="20000"/>
              </a:spcBef>
              <a:spcAft>
                <a:spcPct val="0"/>
              </a:spcAft>
              <a:buClr>
                <a:schemeClr val="bg2"/>
              </a:buClr>
              <a:buSzPct val="75000"/>
              <a:buFont typeface="Wingdings" pitchFamily="2" charset="2"/>
              <a:buChar char="n"/>
              <a:defRPr sz="24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400" b="1">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2000" b="1">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itchFamily="2" charset="2"/>
              <a:buChar char="§"/>
              <a:defRPr sz="2000" b="1">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b="1">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b="1">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b="1">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b="1">
                <a:solidFill>
                  <a:schemeClr val="tx1"/>
                </a:solidFill>
                <a:latin typeface="+mn-lt"/>
                <a:ea typeface="+mn-ea"/>
              </a:defRPr>
            </a:lvl9pPr>
          </a:lstStyle>
          <a:p>
            <a:pPr marL="0" indent="0" algn="r">
              <a:buNone/>
            </a:pPr>
            <a:r>
              <a:rPr kumimoji="1" lang="en-US" altLang="zh-CN" sz="1800" kern="0" dirty="0"/>
              <a:t>Yuezhang</a:t>
            </a:r>
            <a:r>
              <a:rPr kumimoji="1" lang="zh-CN" altLang="en-US" sz="1800" kern="0" dirty="0"/>
              <a:t> </a:t>
            </a:r>
            <a:r>
              <a:rPr kumimoji="1" lang="en-US" altLang="zh-CN" sz="1800" kern="0" dirty="0"/>
              <a:t>HE</a:t>
            </a:r>
            <a:endParaRPr kumimoji="1" lang="zh-CN" altLang="en-US" sz="1800" kern="0" dirty="0"/>
          </a:p>
        </p:txBody>
      </p:sp>
      <p:sp>
        <p:nvSpPr>
          <p:cNvPr id="3" name="文本占位符 3">
            <a:extLst>
              <a:ext uri="{FF2B5EF4-FFF2-40B4-BE49-F238E27FC236}">
                <a16:creationId xmlns:a16="http://schemas.microsoft.com/office/drawing/2014/main" id="{A61D6F55-546F-09DC-B99D-B3DE7F8E5BCC}"/>
              </a:ext>
            </a:extLst>
          </p:cNvPr>
          <p:cNvSpPr txBox="1">
            <a:spLocks/>
          </p:cNvSpPr>
          <p:nvPr>
            <p:custDataLst>
              <p:tags r:id="rId3"/>
            </p:custDataLst>
          </p:nvPr>
        </p:nvSpPr>
        <p:spPr>
          <a:xfrm>
            <a:off x="1851344" y="4963369"/>
            <a:ext cx="10112056" cy="385678"/>
          </a:xfrm>
          <a:prstGeom prst="rect">
            <a:avLst/>
          </a:prstGeom>
        </p:spPr>
        <p:txBody>
          <a:bodyPr/>
          <a:lstStyle>
            <a:lvl1pPr marL="342900" indent="-342900" algn="l" rtl="0" eaLnBrk="0" fontAlgn="base" hangingPunct="0">
              <a:spcBef>
                <a:spcPct val="20000"/>
              </a:spcBef>
              <a:spcAft>
                <a:spcPct val="0"/>
              </a:spcAft>
              <a:buClr>
                <a:schemeClr val="bg2"/>
              </a:buClr>
              <a:buSzPct val="75000"/>
              <a:buFont typeface="Wingdings" pitchFamily="2" charset="2"/>
              <a:buChar char="n"/>
              <a:defRPr sz="24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400" b="1">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2000" b="1">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itchFamily="2" charset="2"/>
              <a:buChar char="§"/>
              <a:defRPr sz="2000" b="1">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b="1">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b="1">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b="1">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b="1">
                <a:solidFill>
                  <a:schemeClr val="tx1"/>
                </a:solidFill>
                <a:latin typeface="+mn-lt"/>
                <a:ea typeface="+mn-ea"/>
              </a:defRPr>
            </a:lvl9pPr>
          </a:lstStyle>
          <a:p>
            <a:pPr marL="0" indent="0" algn="r">
              <a:buNone/>
            </a:pPr>
            <a:r>
              <a:rPr kumimoji="1" lang="en-US" altLang="zh-CN" sz="1800" kern="0" dirty="0"/>
              <a:t>PhD</a:t>
            </a:r>
            <a:r>
              <a:rPr kumimoji="1" lang="zh-CN" altLang="en-US" sz="1800" kern="0" dirty="0"/>
              <a:t> </a:t>
            </a:r>
            <a:r>
              <a:rPr kumimoji="1" lang="en-US" altLang="zh-CN" sz="1800" kern="0" dirty="0"/>
              <a:t>candidate</a:t>
            </a:r>
            <a:endParaRPr kumimoji="1" lang="zh-CN" altLang="en-US" sz="1800" kern="0" dirty="0"/>
          </a:p>
        </p:txBody>
      </p:sp>
      <p:sp>
        <p:nvSpPr>
          <p:cNvPr id="4" name="文本占位符 4">
            <a:extLst>
              <a:ext uri="{FF2B5EF4-FFF2-40B4-BE49-F238E27FC236}">
                <a16:creationId xmlns:a16="http://schemas.microsoft.com/office/drawing/2014/main" id="{82A87E0F-07F4-94D1-6687-084181AADB7E}"/>
              </a:ext>
            </a:extLst>
          </p:cNvPr>
          <p:cNvSpPr txBox="1">
            <a:spLocks/>
          </p:cNvSpPr>
          <p:nvPr>
            <p:custDataLst>
              <p:tags r:id="rId4"/>
            </p:custDataLst>
          </p:nvPr>
        </p:nvSpPr>
        <p:spPr>
          <a:xfrm>
            <a:off x="1851343" y="5302094"/>
            <a:ext cx="10112057" cy="385678"/>
          </a:xfrm>
          <a:prstGeom prst="rect">
            <a:avLst/>
          </a:prstGeom>
        </p:spPr>
        <p:txBody>
          <a:bodyPr/>
          <a:lstStyle>
            <a:lvl1pPr marL="342900" indent="-342900" algn="l" rtl="0" eaLnBrk="0" fontAlgn="base" hangingPunct="0">
              <a:spcBef>
                <a:spcPct val="20000"/>
              </a:spcBef>
              <a:spcAft>
                <a:spcPct val="0"/>
              </a:spcAft>
              <a:buClr>
                <a:schemeClr val="bg2"/>
              </a:buClr>
              <a:buSzPct val="75000"/>
              <a:buFont typeface="Wingdings" pitchFamily="2" charset="2"/>
              <a:buChar char="n"/>
              <a:defRPr sz="24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400" b="1">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2000" b="1">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itchFamily="2" charset="2"/>
              <a:buChar char="§"/>
              <a:defRPr sz="2000" b="1">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b="1">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b="1">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b="1">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b="1">
                <a:solidFill>
                  <a:schemeClr val="tx1"/>
                </a:solidFill>
                <a:latin typeface="+mn-lt"/>
                <a:ea typeface="+mn-ea"/>
              </a:defRPr>
            </a:lvl9pPr>
          </a:lstStyle>
          <a:p>
            <a:pPr marL="0" indent="0" algn="r">
              <a:buNone/>
            </a:pPr>
            <a:r>
              <a:rPr kumimoji="1" lang="en-US" altLang="zh-CN" sz="1800" kern="0" dirty="0"/>
              <a:t>Department of Energy and Power Engineering</a:t>
            </a:r>
            <a:endParaRPr kumimoji="1" lang="zh-CN" altLang="en-US" sz="1800" kern="0" dirty="0"/>
          </a:p>
        </p:txBody>
      </p:sp>
      <p:sp>
        <p:nvSpPr>
          <p:cNvPr id="6" name="文本占位符 5">
            <a:extLst>
              <a:ext uri="{FF2B5EF4-FFF2-40B4-BE49-F238E27FC236}">
                <a16:creationId xmlns:a16="http://schemas.microsoft.com/office/drawing/2014/main" id="{A466458C-C199-1DE3-C2A7-BC3A65B650FD}"/>
              </a:ext>
            </a:extLst>
          </p:cNvPr>
          <p:cNvSpPr txBox="1">
            <a:spLocks/>
          </p:cNvSpPr>
          <p:nvPr>
            <p:custDataLst>
              <p:tags r:id="rId5"/>
            </p:custDataLst>
          </p:nvPr>
        </p:nvSpPr>
        <p:spPr>
          <a:xfrm>
            <a:off x="1851344" y="5979544"/>
            <a:ext cx="10112056" cy="385678"/>
          </a:xfrm>
          <a:prstGeom prst="rect">
            <a:avLst/>
          </a:prstGeom>
        </p:spPr>
        <p:txBody>
          <a:bodyPr/>
          <a:lstStyle>
            <a:lvl1pPr marL="342900" indent="-342900" algn="l" rtl="0" eaLnBrk="0" fontAlgn="base" hangingPunct="0">
              <a:spcBef>
                <a:spcPct val="20000"/>
              </a:spcBef>
              <a:spcAft>
                <a:spcPct val="0"/>
              </a:spcAft>
              <a:buClr>
                <a:schemeClr val="bg2"/>
              </a:buClr>
              <a:buSzPct val="75000"/>
              <a:buFont typeface="Wingdings" pitchFamily="2" charset="2"/>
              <a:buChar char="n"/>
              <a:defRPr sz="24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400" b="1">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2000" b="1">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itchFamily="2" charset="2"/>
              <a:buChar char="§"/>
              <a:defRPr sz="2000" b="1">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b="1">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b="1">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b="1">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b="1">
                <a:solidFill>
                  <a:schemeClr val="tx1"/>
                </a:solidFill>
                <a:latin typeface="+mn-lt"/>
                <a:ea typeface="+mn-ea"/>
              </a:defRPr>
            </a:lvl9pPr>
          </a:lstStyle>
          <a:p>
            <a:pPr marL="0" indent="0" algn="r">
              <a:buNone/>
            </a:pPr>
            <a:r>
              <a:rPr kumimoji="1" lang="en-US" altLang="zh-CN" sz="1800" kern="0" dirty="0"/>
              <a:t>Email:  heyz21@mails.tsinghua.edu.cn</a:t>
            </a:r>
            <a:endParaRPr kumimoji="1" lang="zh-CN" altLang="en-US" sz="1800" kern="0" dirty="0"/>
          </a:p>
        </p:txBody>
      </p:sp>
      <p:sp>
        <p:nvSpPr>
          <p:cNvPr id="9" name="文本占位符 3">
            <a:extLst>
              <a:ext uri="{FF2B5EF4-FFF2-40B4-BE49-F238E27FC236}">
                <a16:creationId xmlns:a16="http://schemas.microsoft.com/office/drawing/2014/main" id="{360F275A-5FA4-FA56-76B8-802BF1BC48DB}"/>
              </a:ext>
            </a:extLst>
          </p:cNvPr>
          <p:cNvSpPr txBox="1">
            <a:spLocks/>
          </p:cNvSpPr>
          <p:nvPr>
            <p:custDataLst>
              <p:tags r:id="rId6"/>
            </p:custDataLst>
          </p:nvPr>
        </p:nvSpPr>
        <p:spPr>
          <a:xfrm>
            <a:off x="1851343" y="5640819"/>
            <a:ext cx="10112056" cy="385678"/>
          </a:xfrm>
          <a:prstGeom prst="rect">
            <a:avLst/>
          </a:prstGeom>
        </p:spPr>
        <p:txBody>
          <a:bodyPr/>
          <a:lstStyle>
            <a:lvl1pPr marL="342900" indent="-342900" algn="l" rtl="0" eaLnBrk="0" fontAlgn="base" hangingPunct="0">
              <a:spcBef>
                <a:spcPct val="20000"/>
              </a:spcBef>
              <a:spcAft>
                <a:spcPct val="0"/>
              </a:spcAft>
              <a:buClr>
                <a:schemeClr val="bg2"/>
              </a:buClr>
              <a:buSzPct val="75000"/>
              <a:buFont typeface="Wingdings" pitchFamily="2" charset="2"/>
              <a:buChar char="n"/>
              <a:defRPr sz="24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400" b="1">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2000" b="1">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itchFamily="2" charset="2"/>
              <a:buChar char="§"/>
              <a:defRPr sz="2000" b="1">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b="1">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b="1">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b="1">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b="1">
                <a:solidFill>
                  <a:schemeClr val="tx1"/>
                </a:solidFill>
                <a:latin typeface="+mn-lt"/>
                <a:ea typeface="+mn-ea"/>
              </a:defRPr>
            </a:lvl9pPr>
          </a:lstStyle>
          <a:p>
            <a:pPr marL="0" indent="0" algn="r">
              <a:buNone/>
            </a:pPr>
            <a:r>
              <a:rPr kumimoji="1" lang="en-US" altLang="zh-CN" sz="1800" kern="0" dirty="0"/>
              <a:t>Tsinghua University</a:t>
            </a:r>
          </a:p>
          <a:p>
            <a:pPr marL="0" indent="0" algn="r">
              <a:buNone/>
            </a:pPr>
            <a:endParaRPr kumimoji="1" lang="en-US" altLang="zh-CN" sz="1800" kern="0" dirty="0"/>
          </a:p>
        </p:txBody>
      </p:sp>
    </p:spTree>
    <p:extLst>
      <p:ext uri="{BB962C8B-B14F-4D97-AF65-F5344CB8AC3E}">
        <p14:creationId xmlns:p14="http://schemas.microsoft.com/office/powerpoint/2010/main" val="91362758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LREADY-CHECKED" val="TRUE"/>
</p:tagLst>
</file>

<file path=ppt/tags/tag2.xml><?xml version="1.0" encoding="utf-8"?>
<p:tagLst xmlns:a="http://schemas.openxmlformats.org/drawingml/2006/main" xmlns:r="http://schemas.openxmlformats.org/officeDocument/2006/relationships" xmlns:p="http://schemas.openxmlformats.org/presentationml/2006/main">
  <p:tag name="ALREADY-CHECKED" val="TRUE"/>
</p:tagLst>
</file>

<file path=ppt/tags/tag3.xml><?xml version="1.0" encoding="utf-8"?>
<p:tagLst xmlns:a="http://schemas.openxmlformats.org/drawingml/2006/main" xmlns:r="http://schemas.openxmlformats.org/officeDocument/2006/relationships" xmlns:p="http://schemas.openxmlformats.org/presentationml/2006/main">
  <p:tag name="ALREADY-CHECKED" val="TRUE"/>
</p:tagLst>
</file>

<file path=ppt/tags/tag4.xml><?xml version="1.0" encoding="utf-8"?>
<p:tagLst xmlns:a="http://schemas.openxmlformats.org/drawingml/2006/main" xmlns:r="http://schemas.openxmlformats.org/officeDocument/2006/relationships" xmlns:p="http://schemas.openxmlformats.org/presentationml/2006/main">
  <p:tag name="ALREADY-CHECKED" val="TRUE"/>
</p:tagLst>
</file>

<file path=ppt/tags/tag5.xml><?xml version="1.0" encoding="utf-8"?>
<p:tagLst xmlns:a="http://schemas.openxmlformats.org/drawingml/2006/main" xmlns:r="http://schemas.openxmlformats.org/officeDocument/2006/relationships" xmlns:p="http://schemas.openxmlformats.org/presentationml/2006/main">
  <p:tag name="ALREADY-CHECKED" val="TRUE"/>
</p:tagLst>
</file>

<file path=ppt/tags/tag6.xml><?xml version="1.0" encoding="utf-8"?>
<p:tagLst xmlns:a="http://schemas.openxmlformats.org/drawingml/2006/main" xmlns:r="http://schemas.openxmlformats.org/officeDocument/2006/relationships" xmlns:p="http://schemas.openxmlformats.org/presentationml/2006/main">
  <p:tag name="ALREADY-CHECKED" val="TRUE"/>
</p:tagLst>
</file>

<file path=ppt/tags/tag7.xml><?xml version="1.0" encoding="utf-8"?>
<p:tagLst xmlns:a="http://schemas.openxmlformats.org/drawingml/2006/main" xmlns:r="http://schemas.openxmlformats.org/officeDocument/2006/relationships" xmlns:p="http://schemas.openxmlformats.org/presentationml/2006/main">
  <p:tag name="ALREADY-CHECKED" val="TRUE"/>
</p:tagLst>
</file>

<file path=ppt/tags/tag8.xml><?xml version="1.0" encoding="utf-8"?>
<p:tagLst xmlns:a="http://schemas.openxmlformats.org/drawingml/2006/main" xmlns:r="http://schemas.openxmlformats.org/officeDocument/2006/relationships" xmlns:p="http://schemas.openxmlformats.org/presentationml/2006/main">
  <p:tag name="ALREADY-CHECKED" val="TRUE"/>
</p:tagLst>
</file>

<file path=ppt/tags/tag9.xml><?xml version="1.0" encoding="utf-8"?>
<p:tagLst xmlns:a="http://schemas.openxmlformats.org/drawingml/2006/main" xmlns:r="http://schemas.openxmlformats.org/officeDocument/2006/relationships" xmlns:p="http://schemas.openxmlformats.org/presentationml/2006/main">
  <p:tag name="ALREADY-CHECKED" val="TRUE"/>
</p:tagLst>
</file>

<file path=ppt/tags/tag10.xml><?xml version="1.0" encoding="utf-8"?>
<p:tagLst xmlns:a="http://schemas.openxmlformats.org/drawingml/2006/main" xmlns:r="http://schemas.openxmlformats.org/officeDocument/2006/relationships" xmlns:p="http://schemas.openxmlformats.org/presentationml/2006/main">
  <p:tag name="ALREADY-CHECKED" val="TRUE"/>
</p:tagLst>
</file>

<file path=ppt/tags/tag11.xml><?xml version="1.0" encoding="utf-8"?>
<p:tagLst xmlns:a="http://schemas.openxmlformats.org/drawingml/2006/main" xmlns:r="http://schemas.openxmlformats.org/officeDocument/2006/relationships" xmlns:p="http://schemas.openxmlformats.org/presentationml/2006/main">
  <p:tag name="ALREADY-CHECKED" val="TRUE"/>
</p:tagLst>
</file>

<file path=ppt/tags/tag12.xml><?xml version="1.0" encoding="utf-8"?>
<p:tagLst xmlns:a="http://schemas.openxmlformats.org/drawingml/2006/main" xmlns:r="http://schemas.openxmlformats.org/officeDocument/2006/relationships" xmlns:p="http://schemas.openxmlformats.org/presentationml/2006/main">
  <p:tag name="ALREADY-CHECKED" val="TRUE"/>
</p:tagLst>
</file>

<file path=ppt/tags/tag13.xml><?xml version="1.0" encoding="utf-8"?>
<p:tagLst xmlns:a="http://schemas.openxmlformats.org/drawingml/2006/main" xmlns:r="http://schemas.openxmlformats.org/officeDocument/2006/relationships" xmlns:p="http://schemas.openxmlformats.org/presentationml/2006/main">
  <p:tag name="ALREADY-CHECKED" val="TRUE"/>
</p:tagLst>
</file>

<file path=ppt/tags/tag14.xml><?xml version="1.0" encoding="utf-8"?>
<p:tagLst xmlns:a="http://schemas.openxmlformats.org/drawingml/2006/main" xmlns:r="http://schemas.openxmlformats.org/officeDocument/2006/relationships" xmlns:p="http://schemas.openxmlformats.org/presentationml/2006/main">
  <p:tag name="ALREADY-CHECKED" val="TRUE"/>
</p:tagLst>
</file>

<file path=ppt/tags/tag15.xml><?xml version="1.0" encoding="utf-8"?>
<p:tagLst xmlns:a="http://schemas.openxmlformats.org/drawingml/2006/main" xmlns:r="http://schemas.openxmlformats.org/officeDocument/2006/relationships" xmlns:p="http://schemas.openxmlformats.org/presentationml/2006/main">
  <p:tag name="ALREADY-CHECKED" val="TRUE"/>
</p:tagLst>
</file>

<file path=ppt/tags/tag16.xml><?xml version="1.0" encoding="utf-8"?>
<p:tagLst xmlns:a="http://schemas.openxmlformats.org/drawingml/2006/main" xmlns:r="http://schemas.openxmlformats.org/officeDocument/2006/relationships" xmlns:p="http://schemas.openxmlformats.org/presentationml/2006/main">
  <p:tag name="ALREADY-CHECKED" val="TRUE"/>
</p:tagLst>
</file>

<file path=ppt/tags/tag17.xml><?xml version="1.0" encoding="utf-8"?>
<p:tagLst xmlns:a="http://schemas.openxmlformats.org/drawingml/2006/main" xmlns:r="http://schemas.openxmlformats.org/officeDocument/2006/relationships" xmlns:p="http://schemas.openxmlformats.org/presentationml/2006/main">
  <p:tag name="ALREADY-CHECKED" val="TRUE"/>
</p:tagLst>
</file>

<file path=ppt/tags/tag18.xml><?xml version="1.0" encoding="utf-8"?>
<p:tagLst xmlns:a="http://schemas.openxmlformats.org/drawingml/2006/main" xmlns:r="http://schemas.openxmlformats.org/officeDocument/2006/relationships" xmlns:p="http://schemas.openxmlformats.org/presentationml/2006/main">
  <p:tag name="ALREADY-CHECKED" val="TRUE"/>
</p:tagLst>
</file>

<file path=ppt/tags/tag19.xml><?xml version="1.0" encoding="utf-8"?>
<p:tagLst xmlns:a="http://schemas.openxmlformats.org/drawingml/2006/main" xmlns:r="http://schemas.openxmlformats.org/officeDocument/2006/relationships" xmlns:p="http://schemas.openxmlformats.org/presentationml/2006/main">
  <p:tag name="ALREADY-CHECKED" val="TRUE"/>
</p:tagLst>
</file>

<file path=ppt/tags/tag20.xml><?xml version="1.0" encoding="utf-8"?>
<p:tagLst xmlns:a="http://schemas.openxmlformats.org/drawingml/2006/main" xmlns:r="http://schemas.openxmlformats.org/officeDocument/2006/relationships" xmlns:p="http://schemas.openxmlformats.org/presentationml/2006/main">
  <p:tag name="ALREADY-CHECKED" val="TRUE"/>
</p:tagLst>
</file>

<file path=ppt/tags/tag21.xml><?xml version="1.0" encoding="utf-8"?>
<p:tagLst xmlns:a="http://schemas.openxmlformats.org/drawingml/2006/main" xmlns:r="http://schemas.openxmlformats.org/officeDocument/2006/relationships" xmlns:p="http://schemas.openxmlformats.org/presentationml/2006/main">
  <p:tag name="ALREADY-CHECKED" val="TRUE"/>
</p:tagLst>
</file>

<file path=ppt/tags/tag22.xml><?xml version="1.0" encoding="utf-8"?>
<p:tagLst xmlns:a="http://schemas.openxmlformats.org/drawingml/2006/main" xmlns:r="http://schemas.openxmlformats.org/officeDocument/2006/relationships" xmlns:p="http://schemas.openxmlformats.org/presentationml/2006/main">
  <p:tag name="ALREADY-CHECKED" val="TRUE"/>
</p:tagLst>
</file>

<file path=ppt/tags/tag23.xml><?xml version="1.0" encoding="utf-8"?>
<p:tagLst xmlns:a="http://schemas.openxmlformats.org/drawingml/2006/main" xmlns:r="http://schemas.openxmlformats.org/officeDocument/2006/relationships" xmlns:p="http://schemas.openxmlformats.org/presentationml/2006/main">
  <p:tag name="ALREADY-CHECKED" val="TRUE"/>
</p:tagLst>
</file>

<file path=ppt/tags/tag24.xml><?xml version="1.0" encoding="utf-8"?>
<p:tagLst xmlns:a="http://schemas.openxmlformats.org/drawingml/2006/main" xmlns:r="http://schemas.openxmlformats.org/officeDocument/2006/relationships" xmlns:p="http://schemas.openxmlformats.org/presentationml/2006/main">
  <p:tag name="ALREADY-CHECKED" val="TRUE"/>
</p:tagLst>
</file>

<file path=ppt/tags/tag25.xml><?xml version="1.0" encoding="utf-8"?>
<p:tagLst xmlns:a="http://schemas.openxmlformats.org/drawingml/2006/main" xmlns:r="http://schemas.openxmlformats.org/officeDocument/2006/relationships" xmlns:p="http://schemas.openxmlformats.org/presentationml/2006/main">
  <p:tag name="ALREADY-CHECKED" val="TRUE"/>
</p:tagLst>
</file>

<file path=ppt/tags/tag26.xml><?xml version="1.0" encoding="utf-8"?>
<p:tagLst xmlns:a="http://schemas.openxmlformats.org/drawingml/2006/main" xmlns:r="http://schemas.openxmlformats.org/officeDocument/2006/relationships" xmlns:p="http://schemas.openxmlformats.org/presentationml/2006/main">
  <p:tag name="ALREADY-CHECKED" val="TRUE"/>
</p:tagLst>
</file>

<file path=ppt/tags/tag27.xml><?xml version="1.0" encoding="utf-8"?>
<p:tagLst xmlns:a="http://schemas.openxmlformats.org/drawingml/2006/main" xmlns:r="http://schemas.openxmlformats.org/officeDocument/2006/relationships" xmlns:p="http://schemas.openxmlformats.org/presentationml/2006/main">
  <p:tag name="ALREADY-CHECKED" val="TRUE"/>
</p:tagLst>
</file>

<file path=ppt/tags/tag28.xml><?xml version="1.0" encoding="utf-8"?>
<p:tagLst xmlns:a="http://schemas.openxmlformats.org/drawingml/2006/main" xmlns:r="http://schemas.openxmlformats.org/officeDocument/2006/relationships" xmlns:p="http://schemas.openxmlformats.org/presentationml/2006/main">
  <p:tag name="ALREADY-CHECKED" val="TRUE"/>
</p:tagLst>
</file>

<file path=ppt/tags/tag29.xml><?xml version="1.0" encoding="utf-8"?>
<p:tagLst xmlns:a="http://schemas.openxmlformats.org/drawingml/2006/main" xmlns:r="http://schemas.openxmlformats.org/officeDocument/2006/relationships" xmlns:p="http://schemas.openxmlformats.org/presentationml/2006/main">
  <p:tag name="ALREADY-CHECKED" val="TRUE"/>
</p:tagLst>
</file>

<file path=ppt/tags/tag30.xml><?xml version="1.0" encoding="utf-8"?>
<p:tagLst xmlns:a="http://schemas.openxmlformats.org/drawingml/2006/main" xmlns:r="http://schemas.openxmlformats.org/officeDocument/2006/relationships" xmlns:p="http://schemas.openxmlformats.org/presentationml/2006/main">
  <p:tag name="ALREADY-CHECKED" val="TRUE"/>
</p:tagLst>
</file>

<file path=ppt/tags/tag31.xml><?xml version="1.0" encoding="utf-8"?>
<p:tagLst xmlns:a="http://schemas.openxmlformats.org/drawingml/2006/main" xmlns:r="http://schemas.openxmlformats.org/officeDocument/2006/relationships" xmlns:p="http://schemas.openxmlformats.org/presentationml/2006/main">
  <p:tag name="ALREADY-CHECKED" val="TRUE"/>
</p:tagLst>
</file>

<file path=ppt/tags/tag32.xml><?xml version="1.0" encoding="utf-8"?>
<p:tagLst xmlns:a="http://schemas.openxmlformats.org/drawingml/2006/main" xmlns:r="http://schemas.openxmlformats.org/officeDocument/2006/relationships" xmlns:p="http://schemas.openxmlformats.org/presentationml/2006/main">
  <p:tag name="ALREADY-CHECKED" val="TRUE"/>
</p:tagLst>
</file>

<file path=ppt/tags/tag33.xml><?xml version="1.0" encoding="utf-8"?>
<p:tagLst xmlns:a="http://schemas.openxmlformats.org/drawingml/2006/main" xmlns:r="http://schemas.openxmlformats.org/officeDocument/2006/relationships" xmlns:p="http://schemas.openxmlformats.org/presentationml/2006/main">
  <p:tag name="ALREADY-CHECKED" val="TRUE"/>
</p:tagLst>
</file>

<file path=ppt/tags/tag34.xml><?xml version="1.0" encoding="utf-8"?>
<p:tagLst xmlns:a="http://schemas.openxmlformats.org/drawingml/2006/main" xmlns:r="http://schemas.openxmlformats.org/officeDocument/2006/relationships" xmlns:p="http://schemas.openxmlformats.org/presentationml/2006/main">
  <p:tag name="ALREADY-CHECKED" val="TRUE"/>
</p:tagLst>
</file>

<file path=ppt/tags/tag35.xml><?xml version="1.0" encoding="utf-8"?>
<p:tagLst xmlns:a="http://schemas.openxmlformats.org/drawingml/2006/main" xmlns:r="http://schemas.openxmlformats.org/officeDocument/2006/relationships" xmlns:p="http://schemas.openxmlformats.org/presentationml/2006/main">
  <p:tag name="ALREADY-CHECKED" val="TRUE"/>
</p:tagLst>
</file>

<file path=ppt/tags/tag36.xml><?xml version="1.0" encoding="utf-8"?>
<p:tagLst xmlns:a="http://schemas.openxmlformats.org/drawingml/2006/main" xmlns:r="http://schemas.openxmlformats.org/officeDocument/2006/relationships" xmlns:p="http://schemas.openxmlformats.org/presentationml/2006/main">
  <p:tag name="ALREADY-CHECKED" val="TRUE"/>
</p:tagLst>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GCP slide">
  <a:themeElements>
    <a:clrScheme name="Custom 1">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0000F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2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深绿浅绿灰+logo">
  <a:themeElements>
    <a:clrScheme name="主管人员">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1" id="{A5D2DFAF-B5F3-4360-88A8-40A92BEEADF1}" vid="{748F4E03-F9FF-4DB2-9F14-A9DF57E73C8E}"/>
    </a:ext>
  </a:extLst>
</a:theme>
</file>

<file path=ppt/theme/theme5.xml><?xml version="1.0" encoding="utf-8"?>
<a:theme xmlns:a="http://schemas.openxmlformats.org/drawingml/2006/main" name="气候变化研究院ppt模板new">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3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3_Tsinghua-BP">
  <a:themeElements>
    <a:clrScheme name="Tsinghua-BP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Tsinghua-BP">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Tsinghua-BP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Tsinghua-BP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Tsinghua-BP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Tsinghua-BP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Tsinghua-BP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Tsinghua-BP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Tsinghua-BP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Tsinghua-BP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Tsinghua-BP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Tsinghua-BP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Tsinghua-BP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Tsinghua-BP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1_深绿浅绿灰+logo">
  <a:themeElements>
    <a:clrScheme name="主管人员">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气候院模板1" id="{2730C781-B8FB-4145-8D99-AE2742BB5D84}" vid="{21C9345A-5558-42F0-99DD-9A78E3D49CE3}"/>
    </a:ext>
  </a:extLst>
</a:theme>
</file>

<file path=ppt/theme/theme10.xml><?xml version="1.0" encoding="utf-8"?>
<a:theme xmlns:a="http://schemas.openxmlformats.org/drawingml/2006/main" name="3_深绿浅绿灰+logo">
  <a:themeElements>
    <a:clrScheme name="主管人员">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气候院模板1" id="{2730C781-B8FB-4145-8D99-AE2742BB5D84}" vid="{21C9345A-5558-42F0-99DD-9A78E3D49CE3}"/>
    </a:ext>
  </a:extLst>
</a:theme>
</file>

<file path=ppt/theme/theme11.xml><?xml version="1.0" encoding="utf-8"?>
<a:theme xmlns:a="http://schemas.openxmlformats.org/drawingml/2006/main" name="Tsinghua-BP">
  <a:themeElements>
    <a:clrScheme name="Tsinghua-BP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Tsinghua-BP">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Tsinghua-BP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Tsinghua-BP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Tsinghua-BP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Tsinghua-BP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Tsinghua-BP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Tsinghua-BP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Tsinghua-BP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Tsinghua-BP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Tsinghua-BP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Tsinghua-BP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Tsinghua-BP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Tsinghua-BP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58392</TotalTime>
  <Words>820</Words>
  <Application>Microsoft Macintosh PowerPoint</Application>
  <PresentationFormat>Widescreen</PresentationFormat>
  <Paragraphs>97</Paragraphs>
  <Slides>10</Slides>
  <Notes>10</Notes>
  <HiddenSlides>0</HiddenSlides>
  <MMClips>0</MMClips>
  <ScaleCrop>false</ScaleCrop>
  <HeadingPairs>
    <vt:vector size="6" baseType="variant">
      <vt:variant>
        <vt:lpstr>Fonts Used</vt:lpstr>
      </vt:variant>
      <vt:variant>
        <vt:i4>17</vt:i4>
      </vt:variant>
      <vt:variant>
        <vt:lpstr>Theme</vt:lpstr>
      </vt:variant>
      <vt:variant>
        <vt:i4>11</vt:i4>
      </vt:variant>
      <vt:variant>
        <vt:lpstr>Slide Titles</vt:lpstr>
      </vt:variant>
      <vt:variant>
        <vt:i4>10</vt:i4>
      </vt:variant>
    </vt:vector>
  </HeadingPairs>
  <TitlesOfParts>
    <vt:vector size="38" baseType="lpstr">
      <vt:lpstr>等线</vt:lpstr>
      <vt:lpstr>等线</vt:lpstr>
      <vt:lpstr>ElsevierGulliver</vt:lpstr>
      <vt:lpstr>ElsevierSans</vt:lpstr>
      <vt:lpstr>Microsoft YaHei</vt:lpstr>
      <vt:lpstr>Microsoft YaHei</vt:lpstr>
      <vt:lpstr>Roboto Regular</vt:lpstr>
      <vt:lpstr>宋体</vt:lpstr>
      <vt:lpstr>宋体</vt:lpstr>
      <vt:lpstr>Univers for BP</vt:lpstr>
      <vt:lpstr>Arial</vt:lpstr>
      <vt:lpstr>Arial Narrow</vt:lpstr>
      <vt:lpstr>Calibri</vt:lpstr>
      <vt:lpstr>Calibri Light</vt:lpstr>
      <vt:lpstr>Helvetica</vt:lpstr>
      <vt:lpstr>Times New Roman</vt:lpstr>
      <vt:lpstr>Wingdings</vt:lpstr>
      <vt:lpstr>自定义设计方案</vt:lpstr>
      <vt:lpstr>GCP slide</vt:lpstr>
      <vt:lpstr>2_自定义设计方案</vt:lpstr>
      <vt:lpstr>深绿浅绿灰+logo</vt:lpstr>
      <vt:lpstr>气候变化研究院ppt模板new</vt:lpstr>
      <vt:lpstr>1_自定义设计方案</vt:lpstr>
      <vt:lpstr>3_自定义设计方案</vt:lpstr>
      <vt:lpstr>3_Tsinghua-BP</vt:lpstr>
      <vt:lpstr>1_深绿浅绿灰+logo</vt:lpstr>
      <vt:lpstr>3_深绿浅绿灰+logo</vt:lpstr>
      <vt:lpstr>Tsinghua-BP</vt:lpstr>
      <vt:lpstr>PowerPoint Presentation</vt:lpstr>
      <vt:lpstr>Project Timeline</vt:lpstr>
      <vt:lpstr>I &amp; S: steel demand &amp; scrap availability</vt:lpstr>
      <vt:lpstr>Forecast of steel demand &amp; scrap availability </vt:lpstr>
      <vt:lpstr>Forecast of steel demand &amp; scrap availability </vt:lpstr>
      <vt:lpstr>Forecast of steel demand &amp; scrap availability </vt:lpstr>
      <vt:lpstr>Forecast of steel demand &amp; scrap availability </vt:lpstr>
      <vt:lpstr>Forecast of steel demand &amp; scrap availability </vt:lpstr>
      <vt:lpstr>Forecast of steel demand &amp; scrap availability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李 政</dc:creator>
  <cp:lastModifiedBy>Wang, Jinghui</cp:lastModifiedBy>
  <cp:revision>1952</cp:revision>
  <dcterms:created xsi:type="dcterms:W3CDTF">2020-12-06T01:56:42Z</dcterms:created>
  <dcterms:modified xsi:type="dcterms:W3CDTF">2026-04-04T18:50:25Z</dcterms:modified>
</cp:coreProperties>
</file>