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3.xml" ContentType="application/vnd.openxmlformats-officedocument.presentationml.notesSlide+xml"/>
  <Override PartName="/ppt/tags/tag21.xml" ContentType="application/vnd.openxmlformats-officedocument.presentationml.tags+xml"/>
  <Override PartName="/ppt/notesSlides/notesSlide4.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5.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9.xml" ContentType="application/vnd.openxmlformats-officedocument.presentationml.tags+xml"/>
  <Override PartName="/ppt/notesSlides/notesSlide8.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9.xml" ContentType="application/vnd.openxmlformats-officedocument.presentationml.notesSlide+xml"/>
  <Override PartName="/ppt/tags/tag43.xml" ContentType="application/vnd.openxmlformats-officedocument.presentationml.tags+xml"/>
  <Override PartName="/ppt/notesSlides/notesSlide10.xml" ContentType="application/vnd.openxmlformats-officedocument.presentationml.notesSlide+xml"/>
  <Override PartName="/ppt/tags/tag44.xml" ContentType="application/vnd.openxmlformats-officedocument.presentationml.tags+xml"/>
  <Override PartName="/ppt/notesSlides/notesSlide11.xml" ContentType="application/vnd.openxmlformats-officedocument.presentationml.notesSlide+xml"/>
  <Override PartName="/ppt/tags/tag45.xml" ContentType="application/vnd.openxmlformats-officedocument.presentationml.tags+xml"/>
  <Override PartName="/ppt/notesSlides/notesSlide12.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59.xml" ContentType="application/vnd.openxmlformats-officedocument.presentationml.tags+xml"/>
  <Override PartName="/ppt/notesSlides/notesSlide15.xml" ContentType="application/vnd.openxmlformats-officedocument.presentationml.notesSlide+xml"/>
  <Override PartName="/ppt/tags/tag60.xml" ContentType="application/vnd.openxmlformats-officedocument.presentationml.tags+xml"/>
  <Override PartName="/ppt/notesSlides/notesSlide16.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7.xml" ContentType="application/vnd.openxmlformats-officedocument.presentationml.notesSlide+xml"/>
  <Override PartName="/ppt/tags/tag74.xml" ContentType="application/vnd.openxmlformats-officedocument.presentationml.tags+xml"/>
  <Override PartName="/ppt/notesSlides/notesSlide18.xml" ContentType="application/vnd.openxmlformats-officedocument.presentationml.notesSlide+xml"/>
  <Override PartName="/ppt/tags/tag75.xml" ContentType="application/vnd.openxmlformats-officedocument.presentationml.tags+xml"/>
  <Override PartName="/ppt/notesSlides/notesSlide19.xml" ContentType="application/vnd.openxmlformats-officedocument.presentationml.notesSlide+xml"/>
  <Override PartName="/ppt/tags/tag76.xml" ContentType="application/vnd.openxmlformats-officedocument.presentationml.tags+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2"/>
    <p:sldMasterId id="2147483906" r:id="rId3"/>
    <p:sldMasterId id="2147483922" r:id="rId4"/>
  </p:sldMasterIdLst>
  <p:notesMasterIdLst>
    <p:notesMasterId r:id="rId25"/>
  </p:notesMasterIdLst>
  <p:sldIdLst>
    <p:sldId id="3252" r:id="rId5"/>
    <p:sldId id="2147471201" r:id="rId6"/>
    <p:sldId id="2147471273" r:id="rId7"/>
    <p:sldId id="2147471272" r:id="rId8"/>
    <p:sldId id="2147471205" r:id="rId9"/>
    <p:sldId id="2147471207" r:id="rId10"/>
    <p:sldId id="2147471208" r:id="rId11"/>
    <p:sldId id="2147471202" r:id="rId12"/>
    <p:sldId id="2147471277" r:id="rId13"/>
    <p:sldId id="2147471264" r:id="rId14"/>
    <p:sldId id="2147471265" r:id="rId15"/>
    <p:sldId id="2147471266" r:id="rId16"/>
    <p:sldId id="2147471278" r:id="rId17"/>
    <p:sldId id="2147471256" r:id="rId18"/>
    <p:sldId id="2147471204" r:id="rId19"/>
    <p:sldId id="2147471209" r:id="rId20"/>
    <p:sldId id="2147471279" r:id="rId21"/>
    <p:sldId id="2134806260" r:id="rId22"/>
    <p:sldId id="3559" r:id="rId23"/>
    <p:sldId id="3491"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0A4C6B8-AD57-4136-BDCC-6393F71F6344}">
          <p14:sldIdLst>
            <p14:sldId id="3252"/>
            <p14:sldId id="2147471201"/>
            <p14:sldId id="2147471273"/>
            <p14:sldId id="2147471272"/>
            <p14:sldId id="2147471205"/>
            <p14:sldId id="2147471207"/>
            <p14:sldId id="2147471208"/>
            <p14:sldId id="2147471202"/>
            <p14:sldId id="2147471277"/>
            <p14:sldId id="2147471264"/>
            <p14:sldId id="2147471265"/>
            <p14:sldId id="2147471266"/>
            <p14:sldId id="2147471278"/>
            <p14:sldId id="2147471256"/>
            <p14:sldId id="2147471204"/>
            <p14:sldId id="2147471209"/>
            <p14:sldId id="2147471279"/>
            <p14:sldId id="2134806260"/>
            <p14:sldId id="3559"/>
            <p14:sldId id="349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EE186C-5DF1-CC96-BAA0-EC2E7937FE5C}" name="Yuezhang HE" initials="YH" userId="3d45bfe61de3fb3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AB7942"/>
    <a:srgbClr val="67B6B1"/>
    <a:srgbClr val="FFB100"/>
    <a:srgbClr val="376092"/>
    <a:srgbClr val="3F3A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77" autoAdjust="0"/>
    <p:restoredTop sz="80047" autoAdjust="0"/>
  </p:normalViewPr>
  <p:slideViewPr>
    <p:cSldViewPr snapToGrid="0">
      <p:cViewPr varScale="1">
        <p:scale>
          <a:sx n="158" d="100"/>
          <a:sy n="158" d="100"/>
        </p:scale>
        <p:origin x="108" y="136"/>
      </p:cViewPr>
      <p:guideLst/>
    </p:cSldViewPr>
  </p:slideViewPr>
  <p:outlineViewPr>
    <p:cViewPr>
      <p:scale>
        <a:sx n="33" d="100"/>
        <a:sy n="33" d="100"/>
      </p:scale>
      <p:origin x="0" y="-32"/>
    </p:cViewPr>
  </p:outlineViewPr>
  <p:notesTextViewPr>
    <p:cViewPr>
      <p:scale>
        <a:sx n="80" d="100"/>
        <a:sy n="80" d="100"/>
      </p:scale>
      <p:origin x="0" y="0"/>
    </p:cViewPr>
  </p:notesTextViewPr>
  <p:sorterViewPr>
    <p:cViewPr>
      <p:scale>
        <a:sx n="80" d="100"/>
        <a:sy n="80" d="100"/>
      </p:scale>
      <p:origin x="0" y="0"/>
    </p:cViewPr>
  </p:sorterViewPr>
  <p:notesViewPr>
    <p:cSldViewPr snapToGrid="0">
      <p:cViewPr varScale="1">
        <p:scale>
          <a:sx n="86" d="100"/>
          <a:sy n="86" d="100"/>
        </p:scale>
        <p:origin x="272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1.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3.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59AEB3-86C2-4779-A78E-6401431C054C}" type="datetimeFigureOut">
              <a:rPr lang="zh-CN" altLang="en-US" smtClean="0"/>
              <a:t>2026/6/18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48EF62-08DA-4AC6-878D-FC03A506F411}" type="slidenum">
              <a:rPr lang="zh-CN" altLang="en-US" smtClean="0"/>
              <a:t>‹#›</a:t>
            </a:fld>
            <a:endParaRPr lang="zh-CN" altLang="en-US"/>
          </a:p>
        </p:txBody>
      </p:sp>
    </p:spTree>
    <p:extLst>
      <p:ext uri="{BB962C8B-B14F-4D97-AF65-F5344CB8AC3E}">
        <p14:creationId xmlns:p14="http://schemas.microsoft.com/office/powerpoint/2010/main" val="2657330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br>
              <a:rPr lang="zh-CN" altLang="zh-CN" dirty="0"/>
            </a:br>
            <a:endParaRPr lang="zh-CN" altLang="en-US" dirty="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fld id="{67C1C99D-E6AB-4E2E-AB9A-E94341C02E7E}" type="slidenum">
              <a:rPr lang="zh-CN" altLang="en-US" smtClean="0">
                <a:solidFill>
                  <a:srgbClr val="000000"/>
                </a:solidFill>
                <a:latin typeface="Calibri" panose="020F0502020204030204" pitchFamily="34" charset="0"/>
              </a:rPr>
              <a:pPr fontAlgn="base">
                <a:spcBef>
                  <a:spcPct val="0"/>
                </a:spcBef>
                <a:spcAft>
                  <a:spcPct val="0"/>
                </a:spcAft>
              </a:pPr>
              <a:t>1</a:t>
            </a:fld>
            <a:endParaRPr lang="zh-CN" altLang="en-US">
              <a:solidFill>
                <a:srgbClr val="000000"/>
              </a:solidFill>
              <a:latin typeface="Calibri" panose="020F0502020204030204" pitchFamily="34" charset="0"/>
            </a:endParaRPr>
          </a:p>
        </p:txBody>
      </p:sp>
    </p:spTree>
    <p:extLst>
      <p:ext uri="{BB962C8B-B14F-4D97-AF65-F5344CB8AC3E}">
        <p14:creationId xmlns:p14="http://schemas.microsoft.com/office/powerpoint/2010/main" val="2457167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02694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265C24-25EE-41F0-8716-34F18A855A9D}" type="slidenum">
              <a:rPr lang="zh-CN" altLang="en-US" smtClean="0"/>
              <a:t>3</a:t>
            </a:fld>
            <a:endParaRPr lang="zh-CN" altLang="en-US"/>
          </a:p>
        </p:txBody>
      </p:sp>
    </p:spTree>
    <p:extLst>
      <p:ext uri="{BB962C8B-B14F-4D97-AF65-F5344CB8AC3E}">
        <p14:creationId xmlns:p14="http://schemas.microsoft.com/office/powerpoint/2010/main" val="333377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3C98A-AEC1-8251-5A72-182C429F76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ACCAD3-5FA6-472B-D6F6-EB419EADB9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26865D-1C7E-07D6-2B78-BDF7C09DDFE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C076966-D5D9-1476-547C-D91F50EB3E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64998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80936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06797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91807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47585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265C24-25EE-41F0-8716-34F18A855A9D}" type="slidenum">
              <a:rPr lang="zh-CN" altLang="en-US" smtClean="0"/>
              <a:t>9</a:t>
            </a:fld>
            <a:endParaRPr lang="zh-CN" altLang="en-US"/>
          </a:p>
        </p:txBody>
      </p:sp>
    </p:spTree>
    <p:extLst>
      <p:ext uri="{BB962C8B-B14F-4D97-AF65-F5344CB8AC3E}">
        <p14:creationId xmlns:p14="http://schemas.microsoft.com/office/powerpoint/2010/main" val="3050765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建立一个模型，具备研究（供应链）组成技术的演变以及技术、经济、环境性能的变化的能力</a:t>
            </a:r>
            <a:endParaRPr lang="en-US" altLang="zh-CN" dirty="0"/>
          </a:p>
          <a:p>
            <a:r>
              <a:rPr lang="zh-CN" altLang="en-US" dirty="0"/>
              <a:t>并据此研究不同技术的适用性，以及供应链布局的演变</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250263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72068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1496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265C24-25EE-41F0-8716-34F18A855A9D}" type="slidenum">
              <a:rPr lang="zh-CN" altLang="en-US" smtClean="0"/>
              <a:t>13</a:t>
            </a:fld>
            <a:endParaRPr lang="zh-CN" altLang="en-US"/>
          </a:p>
        </p:txBody>
      </p:sp>
    </p:spTree>
    <p:extLst>
      <p:ext uri="{BB962C8B-B14F-4D97-AF65-F5344CB8AC3E}">
        <p14:creationId xmlns:p14="http://schemas.microsoft.com/office/powerpoint/2010/main" val="5476336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C4665-F908-4BF9-7912-5C8526640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7196A-39C6-F445-9E97-A287F1413E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7AA405-BC79-0651-2746-B025AC841656}"/>
              </a:ext>
            </a:extLst>
          </p:cNvPr>
          <p:cNvSpPr>
            <a:spLocks noGrp="1"/>
          </p:cNvSpPr>
          <p:nvPr>
            <p:ph type="body" idx="1"/>
          </p:nvPr>
        </p:nvSpPr>
        <p:spPr/>
        <p:txBody>
          <a:bodyPr/>
          <a:lstStyle/>
          <a:p>
            <a:endParaRPr lang="en-US" sz="1200" dirty="0"/>
          </a:p>
        </p:txBody>
      </p:sp>
      <p:sp>
        <p:nvSpPr>
          <p:cNvPr id="4" name="Slide Number Placeholder 3">
            <a:extLst>
              <a:ext uri="{FF2B5EF4-FFF2-40B4-BE49-F238E27FC236}">
                <a16:creationId xmlns:a16="http://schemas.microsoft.com/office/drawing/2014/main" id="{3C5FD9C1-ECB2-9A80-ADA0-65370DA35509}"/>
              </a:ext>
            </a:extLst>
          </p:cNvPr>
          <p:cNvSpPr>
            <a:spLocks noGrp="1"/>
          </p:cNvSpPr>
          <p:nvPr>
            <p:ph type="sldNum" sz="quarter" idx="5"/>
          </p:nvPr>
        </p:nvSpPr>
        <p:spPr/>
        <p:txBody>
          <a:bodyPr/>
          <a:lstStyle/>
          <a:p>
            <a:fld id="{8DCC7EB4-B05A-A34C-96DF-C4F98D736C5A}" type="slidenum">
              <a:rPr lang="en-US" smtClean="0"/>
              <a:t>14</a:t>
            </a:fld>
            <a:endParaRPr lang="en-US"/>
          </a:p>
        </p:txBody>
      </p:sp>
    </p:spTree>
    <p:extLst>
      <p:ext uri="{BB962C8B-B14F-4D97-AF65-F5344CB8AC3E}">
        <p14:creationId xmlns:p14="http://schemas.microsoft.com/office/powerpoint/2010/main" val="2183807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12114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020221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265C24-25EE-41F0-8716-34F18A855A9D}" type="slidenum">
              <a:rPr lang="zh-CN" altLang="en-US" smtClean="0"/>
              <a:t>17</a:t>
            </a:fld>
            <a:endParaRPr lang="zh-CN" altLang="en-US"/>
          </a:p>
        </p:txBody>
      </p:sp>
    </p:spTree>
    <p:extLst>
      <p:ext uri="{BB962C8B-B14F-4D97-AF65-F5344CB8AC3E}">
        <p14:creationId xmlns:p14="http://schemas.microsoft.com/office/powerpoint/2010/main" val="6684062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AE48D-EA50-D481-0918-26712820D2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2BBCDD-5FF5-5CE6-E93B-D87B63EEACA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0D7AB9-7457-4465-43A2-E2182C111C21}"/>
              </a:ext>
            </a:extLst>
          </p:cNvPr>
          <p:cNvSpPr>
            <a:spLocks noGrp="1"/>
          </p:cNvSpPr>
          <p:nvPr>
            <p:ph type="body" idx="1"/>
          </p:nvPr>
        </p:nvSpPr>
        <p:spPr/>
        <p:txBody>
          <a:bodyPr/>
          <a:lstStyle/>
          <a:p>
            <a:r>
              <a:rPr lang="zh-CN" altLang="en-US" dirty="0"/>
              <a:t>将研究扩大到国际市场，例如沙特和印度</a:t>
            </a:r>
            <a:endParaRPr lang="en-US" altLang="zh-CN" dirty="0"/>
          </a:p>
          <a:p>
            <a:r>
              <a:rPr lang="zh-CN" altLang="en-US" dirty="0"/>
              <a:t>评价低碳钢铁技术，特别是氢炼钢技术，的经济性（性能价格比），实施潜力，最佳布局</a:t>
            </a:r>
            <a:endParaRPr lang="en-US" altLang="zh-CN" dirty="0"/>
          </a:p>
          <a:p>
            <a:r>
              <a:rPr lang="zh-CN" altLang="en-US" dirty="0"/>
              <a:t>为沙特可持续钢铁生产提供洞察</a:t>
            </a:r>
            <a:endParaRPr lang="en-US" altLang="zh-CN" dirty="0"/>
          </a:p>
          <a:p>
            <a:endParaRPr lang="zh-CN" altLang="en-US" dirty="0"/>
          </a:p>
        </p:txBody>
      </p:sp>
      <p:sp>
        <p:nvSpPr>
          <p:cNvPr id="4" name="灯片编号占位符 3">
            <a:extLst>
              <a:ext uri="{FF2B5EF4-FFF2-40B4-BE49-F238E27FC236}">
                <a16:creationId xmlns:a16="http://schemas.microsoft.com/office/drawing/2014/main" id="{97D42254-9CF1-0C10-D3A5-C0A112E530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327320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AE48D-EA50-D481-0918-26712820D2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2BBCDD-5FF5-5CE6-E93B-D87B63EEACA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0D7AB9-7457-4465-43A2-E2182C111C21}"/>
              </a:ext>
            </a:extLst>
          </p:cNvPr>
          <p:cNvSpPr>
            <a:spLocks noGrp="1"/>
          </p:cNvSpPr>
          <p:nvPr>
            <p:ph type="body" idx="1"/>
          </p:nvPr>
        </p:nvSpPr>
        <p:spPr/>
        <p:txBody>
          <a:bodyPr/>
          <a:lstStyle/>
          <a:p>
            <a:r>
              <a:rPr lang="zh-CN" altLang="en-US" dirty="0"/>
              <a:t>铜是战略金属，电气化关键金属，对中国和世界能源转型非常重要</a:t>
            </a:r>
            <a:endParaRPr lang="en-US" altLang="zh-CN" dirty="0"/>
          </a:p>
          <a:p>
            <a:r>
              <a:rPr lang="zh-CN" altLang="en-US" dirty="0"/>
              <a:t>研究中国铜的技术进展，供应的需求演变，贸易趋势，对中国和全球电气化过程，非常重要</a:t>
            </a:r>
          </a:p>
        </p:txBody>
      </p:sp>
      <p:sp>
        <p:nvSpPr>
          <p:cNvPr id="4" name="灯片编号占位符 3">
            <a:extLst>
              <a:ext uri="{FF2B5EF4-FFF2-40B4-BE49-F238E27FC236}">
                <a16:creationId xmlns:a16="http://schemas.microsoft.com/office/drawing/2014/main" id="{97D42254-9CF1-0C10-D3A5-C0A112E530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019646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353396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7.jp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7.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3.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3.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2_Title Only">
    <p:bg>
      <p:bgPr>
        <a:solidFill>
          <a:schemeClr val="bg1"/>
        </a:solidFill>
        <a:effectLst/>
      </p:bgPr>
    </p:bg>
    <p:spTree>
      <p:nvGrpSpPr>
        <p:cNvPr id="1" name=""/>
        <p:cNvGrpSpPr/>
        <p:nvPr/>
      </p:nvGrpSpPr>
      <p:grpSpPr>
        <a:xfrm>
          <a:off x="0" y="0"/>
          <a:ext cx="0" cy="0"/>
          <a:chOff x="0" y="0"/>
          <a:chExt cx="0" cy="0"/>
        </a:xfrm>
      </p:grpSpPr>
      <p:sp>
        <p:nvSpPr>
          <p:cNvPr id="16" name="object 2">
            <a:extLst>
              <a:ext uri="{FF2B5EF4-FFF2-40B4-BE49-F238E27FC236}">
                <a16:creationId xmlns:a16="http://schemas.microsoft.com/office/drawing/2014/main" id="{3B80480E-176E-49D8-9E64-93D43AD3D8F2}"/>
              </a:ext>
            </a:extLst>
          </p:cNvPr>
          <p:cNvSpPr/>
          <p:nvPr userDrawn="1"/>
        </p:nvSpPr>
        <p:spPr>
          <a:xfrm>
            <a:off x="0" y="812291"/>
            <a:ext cx="12191998" cy="3403091"/>
          </a:xfrm>
          <a:prstGeom prst="rect">
            <a:avLst/>
          </a:prstGeom>
          <a:blipFill>
            <a:blip r:embed="rId2" cstate="print"/>
            <a:stretch>
              <a:fillRect/>
            </a:stretch>
          </a:blipFill>
        </p:spPr>
        <p:txBody>
          <a:bodyPr wrap="square" lIns="0" tIns="0" rIns="0" bIns="0" rtlCol="0"/>
          <a:lstStyle/>
          <a:p>
            <a:endParaRPr dirty="0"/>
          </a:p>
        </p:txBody>
      </p:sp>
      <p:sp>
        <p:nvSpPr>
          <p:cNvPr id="17" name="bg object 17"/>
          <p:cNvSpPr/>
          <p:nvPr/>
        </p:nvSpPr>
        <p:spPr>
          <a:xfrm>
            <a:off x="167640" y="11193"/>
            <a:ext cx="4056017" cy="691383"/>
          </a:xfrm>
          <a:prstGeom prst="rect">
            <a:avLst/>
          </a:prstGeom>
          <a:blipFill>
            <a:blip r:embed="rId3" cstate="print"/>
            <a:stretch>
              <a:fillRect/>
            </a:stretch>
          </a:blipFill>
        </p:spPr>
        <p:txBody>
          <a:bodyPr wrap="square" lIns="0" tIns="0" rIns="0" bIns="0" rtlCol="0"/>
          <a:lstStyle/>
          <a:p>
            <a:endParaRPr dirty="0"/>
          </a:p>
        </p:txBody>
      </p:sp>
      <p:sp>
        <p:nvSpPr>
          <p:cNvPr id="18" name="bg object 18"/>
          <p:cNvSpPr/>
          <p:nvPr/>
        </p:nvSpPr>
        <p:spPr>
          <a:xfrm>
            <a:off x="7121652" y="2563367"/>
            <a:ext cx="3901438" cy="4023359"/>
          </a:xfrm>
          <a:prstGeom prst="rect">
            <a:avLst/>
          </a:prstGeom>
          <a:blipFill>
            <a:blip r:embed="rId4" cstate="print"/>
            <a:stretch>
              <a:fillRect/>
            </a:stretch>
          </a:blipFill>
        </p:spPr>
        <p:txBody>
          <a:bodyPr wrap="square" lIns="0" tIns="0" rIns="0" bIns="0" rtlCol="0"/>
          <a:lstStyle/>
          <a:p>
            <a:endParaRPr dirty="0"/>
          </a:p>
        </p:txBody>
      </p:sp>
      <p:sp>
        <p:nvSpPr>
          <p:cNvPr id="19" name="bg object 19"/>
          <p:cNvSpPr/>
          <p:nvPr/>
        </p:nvSpPr>
        <p:spPr>
          <a:xfrm>
            <a:off x="0" y="702576"/>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dirty="0"/>
          </a:p>
        </p:txBody>
      </p:sp>
      <p:sp>
        <p:nvSpPr>
          <p:cNvPr id="22" name="Text Placeholder 33">
            <a:extLst>
              <a:ext uri="{FF2B5EF4-FFF2-40B4-BE49-F238E27FC236}">
                <a16:creationId xmlns:a16="http://schemas.microsoft.com/office/drawing/2014/main" id="{593AFCAE-1DE7-4429-8138-3E51782F7811}"/>
              </a:ext>
            </a:extLst>
          </p:cNvPr>
          <p:cNvSpPr>
            <a:spLocks noGrp="1"/>
          </p:cNvSpPr>
          <p:nvPr>
            <p:ph type="body" sz="quarter" idx="14"/>
          </p:nvPr>
        </p:nvSpPr>
        <p:spPr>
          <a:xfrm>
            <a:off x="228600" y="1835678"/>
            <a:ext cx="11734800" cy="713860"/>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4800" b="1" kern="1200" spc="0" baseline="0" dirty="0">
                <a:solidFill>
                  <a:schemeClr val="bg1"/>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3" name="Holder 5">
            <a:extLst>
              <a:ext uri="{FF2B5EF4-FFF2-40B4-BE49-F238E27FC236}">
                <a16:creationId xmlns:a16="http://schemas.microsoft.com/office/drawing/2014/main" id="{7711E4E7-94C3-4114-9D86-E535471DB2EE}"/>
              </a:ext>
            </a:extLst>
          </p:cNvPr>
          <p:cNvSpPr>
            <a:spLocks noGrp="1"/>
          </p:cNvSpPr>
          <p:nvPr>
            <p:ph type="dt" sz="half" idx="6"/>
          </p:nvPr>
        </p:nvSpPr>
        <p:spPr>
          <a:xfrm>
            <a:off x="8534400" y="5263749"/>
            <a:ext cx="2804160" cy="276999"/>
          </a:xfrm>
        </p:spPr>
        <p:txBody>
          <a:bodyPr lIns="0" tIns="0" rIns="0" bIns="0"/>
          <a:lstStyle>
            <a:lvl1pPr algn="ctr">
              <a:defRPr sz="1800">
                <a:solidFill>
                  <a:schemeClr val="accent1">
                    <a:lumMod val="75000"/>
                  </a:schemeClr>
                </a:solidFill>
                <a:latin typeface="Arial" panose="020B0604020202020204" pitchFamily="34" charset="0"/>
                <a:cs typeface="Arial" panose="020B0604020202020204" pitchFamily="34" charset="0"/>
              </a:defRPr>
            </a:lvl1pPr>
          </a:lstStyle>
          <a:p>
            <a:fld id="{CA8C6704-06C0-467E-AB0A-1E5CE2A60392}" type="datetime1">
              <a:rPr lang="en-US" altLang="zh-CN" smtClean="0"/>
              <a:t>6/18/2026</a:t>
            </a:fld>
            <a:endParaRPr lang="en-US" dirty="0"/>
          </a:p>
        </p:txBody>
      </p:sp>
      <p:sp>
        <p:nvSpPr>
          <p:cNvPr id="24" name="Text Placeholder 33">
            <a:extLst>
              <a:ext uri="{FF2B5EF4-FFF2-40B4-BE49-F238E27FC236}">
                <a16:creationId xmlns:a16="http://schemas.microsoft.com/office/drawing/2014/main" id="{6AEDF7C6-FA00-43C6-B661-ABFBE7E93D0E}"/>
              </a:ext>
            </a:extLst>
          </p:cNvPr>
          <p:cNvSpPr>
            <a:spLocks noGrp="1"/>
          </p:cNvSpPr>
          <p:nvPr>
            <p:ph type="body" sz="quarter" idx="15"/>
          </p:nvPr>
        </p:nvSpPr>
        <p:spPr>
          <a:xfrm>
            <a:off x="228600" y="2514600"/>
            <a:ext cx="11734800" cy="713860"/>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3600" b="1" kern="1200" spc="0" baseline="0" dirty="0">
                <a:solidFill>
                  <a:schemeClr val="bg1"/>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5" name="Text Placeholder 33">
            <a:extLst>
              <a:ext uri="{FF2B5EF4-FFF2-40B4-BE49-F238E27FC236}">
                <a16:creationId xmlns:a16="http://schemas.microsoft.com/office/drawing/2014/main" id="{9E96DA51-90A3-4042-9798-778086FEE763}"/>
              </a:ext>
            </a:extLst>
          </p:cNvPr>
          <p:cNvSpPr>
            <a:spLocks noGrp="1"/>
          </p:cNvSpPr>
          <p:nvPr>
            <p:ph type="body" sz="quarter" idx="16"/>
          </p:nvPr>
        </p:nvSpPr>
        <p:spPr>
          <a:xfrm>
            <a:off x="7391400" y="4487430"/>
            <a:ext cx="4572000" cy="713860"/>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2400"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pic>
        <p:nvPicPr>
          <p:cNvPr id="3" name="图片 2">
            <a:extLst>
              <a:ext uri="{FF2B5EF4-FFF2-40B4-BE49-F238E27FC236}">
                <a16:creationId xmlns:a16="http://schemas.microsoft.com/office/drawing/2014/main" id="{AEFF4843-CF20-4622-9728-045675267ACB}"/>
              </a:ext>
            </a:extLst>
          </p:cNvPr>
          <p:cNvPicPr>
            <a:picLocks noChangeAspect="1"/>
          </p:cNvPicPr>
          <p:nvPr userDrawn="1"/>
        </p:nvPicPr>
        <p:blipFill rotWithShape="1">
          <a:blip r:embed="rId5"/>
          <a:srcRect t="12355" b="-1"/>
          <a:stretch/>
        </p:blipFill>
        <p:spPr>
          <a:xfrm>
            <a:off x="9720943" y="69617"/>
            <a:ext cx="1771988" cy="470626"/>
          </a:xfrm>
          <a:prstGeom prst="rect">
            <a:avLst/>
          </a:prstGeom>
        </p:spPr>
      </p:pic>
    </p:spTree>
    <p:extLst>
      <p:ext uri="{BB962C8B-B14F-4D97-AF65-F5344CB8AC3E}">
        <p14:creationId xmlns:p14="http://schemas.microsoft.com/office/powerpoint/2010/main" val="3429791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252609" y="52317"/>
            <a:ext cx="7939392" cy="555075"/>
          </a:xfrm>
        </p:spPr>
        <p:txBody>
          <a:bodyPr/>
          <a:lstStyle/>
          <a:p>
            <a:r>
              <a:rPr kumimoji="1" lang="zh-CN" altLang="en-US"/>
              <a:t>单击此处编辑母版标题样式</a:t>
            </a:r>
          </a:p>
        </p:txBody>
      </p:sp>
      <p:sp>
        <p:nvSpPr>
          <p:cNvPr id="3" name="内容占位符 2"/>
          <p:cNvSpPr>
            <a:spLocks noGrp="1"/>
          </p:cNvSpPr>
          <p:nvPr>
            <p:ph idx="1"/>
          </p:nvPr>
        </p:nvSpPr>
        <p:spPr>
          <a:xfrm>
            <a:off x="838200" y="885218"/>
            <a:ext cx="10515600" cy="5801333"/>
          </a:xfrm>
        </p:spPr>
        <p:txBody>
          <a:bodyPr/>
          <a:lstStyle>
            <a:lvl2pPr>
              <a:buClr>
                <a:srgbClr val="00B050"/>
              </a:buClr>
              <a:defRPr/>
            </a:lvl2pPr>
            <a:lvl3pPr>
              <a:buClr>
                <a:schemeClr val="accent1">
                  <a:lumMod val="75000"/>
                </a:schemeClr>
              </a:buClr>
              <a:defRPr/>
            </a:lvl3pPr>
            <a:lvl4pPr>
              <a:buClr>
                <a:srgbClr val="7030A0"/>
              </a:buClr>
              <a:defRPr/>
            </a:lvl4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Tree>
    <p:extLst>
      <p:ext uri="{BB962C8B-B14F-4D97-AF65-F5344CB8AC3E}">
        <p14:creationId xmlns:p14="http://schemas.microsoft.com/office/powerpoint/2010/main" val="2110553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8"/>
          </a:xfrm>
        </p:spPr>
        <p:txBody>
          <a:bodyPr anchor="b">
            <a:normAutofit/>
          </a:bodyPr>
          <a:lstStyle>
            <a:lvl1pPr>
              <a:defRPr sz="3300"/>
            </a:lvl1pPr>
          </a:lstStyle>
          <a:p>
            <a:r>
              <a:rPr kumimoji="1" lang="zh-CN" altLang="en-US" dirty="0"/>
              <a:t>单击此处编辑母版标题样式</a:t>
            </a:r>
          </a:p>
        </p:txBody>
      </p:sp>
      <p:sp>
        <p:nvSpPr>
          <p:cNvPr id="3" name="文本占位符 2"/>
          <p:cNvSpPr>
            <a:spLocks noGrp="1"/>
          </p:cNvSpPr>
          <p:nvPr>
            <p:ph type="body" idx="1"/>
          </p:nvPr>
        </p:nvSpPr>
        <p:spPr>
          <a:xfrm>
            <a:off x="831850" y="4729163"/>
            <a:ext cx="10515600" cy="1360488"/>
          </a:xfrm>
        </p:spPr>
        <p:txBody>
          <a:bodyPr>
            <a:normAutofit/>
          </a:bodyPr>
          <a:lstStyle>
            <a:lvl1pPr marL="0" indent="0">
              <a:buNone/>
              <a:defRPr sz="2400">
                <a:solidFill>
                  <a:schemeClr val="tx1">
                    <a:tint val="75000"/>
                  </a:schemeClr>
                </a:solidFill>
              </a:defRPr>
            </a:lvl1pPr>
            <a:lvl2pPr marL="228600" indent="0">
              <a:buNone/>
              <a:defRPr sz="1000">
                <a:solidFill>
                  <a:schemeClr val="tx1">
                    <a:tint val="75000"/>
                  </a:schemeClr>
                </a:solidFill>
              </a:defRPr>
            </a:lvl2pPr>
            <a:lvl3pPr marL="457200" indent="0">
              <a:buNone/>
              <a:defRPr sz="900">
                <a:solidFill>
                  <a:schemeClr val="tx1">
                    <a:tint val="75000"/>
                  </a:schemeClr>
                </a:solidFill>
              </a:defRPr>
            </a:lvl3pPr>
            <a:lvl4pPr marL="685800" indent="0">
              <a:buNone/>
              <a:defRPr sz="800">
                <a:solidFill>
                  <a:schemeClr val="tx1">
                    <a:tint val="75000"/>
                  </a:schemeClr>
                </a:solidFill>
              </a:defRPr>
            </a:lvl4pPr>
            <a:lvl5pPr marL="914400" indent="0">
              <a:buNone/>
              <a:defRPr sz="800">
                <a:solidFill>
                  <a:schemeClr val="tx1">
                    <a:tint val="75000"/>
                  </a:schemeClr>
                </a:solidFill>
              </a:defRPr>
            </a:lvl5pPr>
            <a:lvl6pPr marL="1143000" indent="0">
              <a:buNone/>
              <a:defRPr sz="800">
                <a:solidFill>
                  <a:schemeClr val="tx1">
                    <a:tint val="75000"/>
                  </a:schemeClr>
                </a:solidFill>
              </a:defRPr>
            </a:lvl6pPr>
            <a:lvl7pPr marL="1371600" indent="0">
              <a:buNone/>
              <a:defRPr sz="800">
                <a:solidFill>
                  <a:schemeClr val="tx1">
                    <a:tint val="75000"/>
                  </a:schemeClr>
                </a:solidFill>
              </a:defRPr>
            </a:lvl7pPr>
            <a:lvl8pPr marL="1600200" indent="0">
              <a:buNone/>
              <a:defRPr sz="800">
                <a:solidFill>
                  <a:schemeClr val="tx1">
                    <a:tint val="75000"/>
                  </a:schemeClr>
                </a:solidFill>
              </a:defRPr>
            </a:lvl8pPr>
            <a:lvl9pPr marL="1828800" indent="0">
              <a:buNone/>
              <a:defRPr sz="800">
                <a:solidFill>
                  <a:schemeClr val="tx1">
                    <a:tint val="75000"/>
                  </a:schemeClr>
                </a:solidFill>
              </a:defRPr>
            </a:lvl9pPr>
          </a:lstStyle>
          <a:p>
            <a:pPr lvl="0"/>
            <a:r>
              <a:rPr kumimoji="1" lang="zh-CN" altLang="en-US" dirty="0"/>
              <a:t>单击此处编辑母版文本样式</a:t>
            </a:r>
          </a:p>
        </p:txBody>
      </p:sp>
    </p:spTree>
    <p:extLst>
      <p:ext uri="{BB962C8B-B14F-4D97-AF65-F5344CB8AC3E}">
        <p14:creationId xmlns:p14="http://schemas.microsoft.com/office/powerpoint/2010/main" val="98843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571625"/>
            <a:ext cx="5219700" cy="4943475"/>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34100" y="1571625"/>
            <a:ext cx="5219700" cy="4943475"/>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Tree>
    <p:extLst>
      <p:ext uri="{BB962C8B-B14F-4D97-AF65-F5344CB8AC3E}">
        <p14:creationId xmlns:p14="http://schemas.microsoft.com/office/powerpoint/2010/main" val="2377668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900113"/>
            <a:ext cx="10515600" cy="790575"/>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7" y="1681163"/>
            <a:ext cx="5157788" cy="823913"/>
          </a:xfrm>
        </p:spPr>
        <p:txBody>
          <a:bodyPr anchor="b">
            <a:normAutofit/>
          </a:bodyPr>
          <a:lstStyle>
            <a:lvl1pPr marL="0" indent="0">
              <a:buNone/>
              <a:defRPr sz="18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kumimoji="1" lang="zh-CN" altLang="en-US" dirty="0"/>
              <a:t>单击此处编辑母版文本样式</a:t>
            </a:r>
          </a:p>
        </p:txBody>
      </p:sp>
      <p:sp>
        <p:nvSpPr>
          <p:cNvPr id="4" name="内容占位符 3"/>
          <p:cNvSpPr>
            <a:spLocks noGrp="1"/>
          </p:cNvSpPr>
          <p:nvPr>
            <p:ph sz="half" idx="2"/>
          </p:nvPr>
        </p:nvSpPr>
        <p:spPr>
          <a:xfrm>
            <a:off x="839787" y="2505075"/>
            <a:ext cx="51577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3"/>
          </a:xfrm>
        </p:spPr>
        <p:txBody>
          <a:bodyPr anchor="b">
            <a:normAutofit/>
          </a:bodyPr>
          <a:lstStyle>
            <a:lvl1pPr marL="0" indent="0">
              <a:buNone/>
              <a:defRPr sz="18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kumimoji="1" lang="zh-CN" altLang="en-US" dirty="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1631794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1442157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9432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785812"/>
            <a:ext cx="3932238" cy="1271588"/>
          </a:xfrm>
        </p:spPr>
        <p:txBody>
          <a:bodyPr anchor="b"/>
          <a:lstStyle>
            <a:lvl1pPr>
              <a:defRPr sz="1600"/>
            </a:lvl1pPr>
          </a:lstStyle>
          <a:p>
            <a:r>
              <a:rPr kumimoji="1" lang="zh-CN" altLang="en-US" dirty="0"/>
              <a:t>单击此处编辑母版标题样式</a:t>
            </a:r>
          </a:p>
        </p:txBody>
      </p:sp>
      <p:sp>
        <p:nvSpPr>
          <p:cNvPr id="3" name="内容占位符 2"/>
          <p:cNvSpPr>
            <a:spLocks noGrp="1"/>
          </p:cNvSpPr>
          <p:nvPr>
            <p:ph idx="1"/>
          </p:nvPr>
        </p:nvSpPr>
        <p:spPr>
          <a:xfrm>
            <a:off x="5183188" y="785812"/>
            <a:ext cx="6172200" cy="5700713"/>
          </a:xfrm>
        </p:spPr>
        <p:txBody>
          <a:bodyPr/>
          <a:lstStyle>
            <a:lvl1pPr>
              <a:defRPr sz="1600" b="1"/>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文本占位符 3"/>
          <p:cNvSpPr>
            <a:spLocks noGrp="1"/>
          </p:cNvSpPr>
          <p:nvPr>
            <p:ph type="body" sz="half" idx="2"/>
          </p:nvPr>
        </p:nvSpPr>
        <p:spPr>
          <a:xfrm>
            <a:off x="839788" y="2057400"/>
            <a:ext cx="3932238" cy="4429125"/>
          </a:xfrm>
        </p:spPr>
        <p:txBody>
          <a:bodyPr>
            <a:normAutofit/>
          </a:bodyPr>
          <a:lstStyle>
            <a:lvl1pPr marL="0" indent="0">
              <a:buNone/>
              <a:defRPr sz="12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kumimoji="1" lang="zh-CN" altLang="en-US" dirty="0"/>
              <a:t>单击此处编辑母版文本样式</a:t>
            </a:r>
          </a:p>
        </p:txBody>
      </p:sp>
    </p:spTree>
    <p:extLst>
      <p:ext uri="{BB962C8B-B14F-4D97-AF65-F5344CB8AC3E}">
        <p14:creationId xmlns:p14="http://schemas.microsoft.com/office/powerpoint/2010/main" val="2131542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814387"/>
            <a:ext cx="3932238" cy="1643063"/>
          </a:xfrm>
        </p:spPr>
        <p:txBody>
          <a:bodyPr anchor="b"/>
          <a:lstStyle>
            <a:lvl1pPr>
              <a:defRPr sz="1600"/>
            </a:lvl1pPr>
          </a:lstStyle>
          <a:p>
            <a:r>
              <a:rPr kumimoji="1" lang="zh-CN" altLang="en-US" dirty="0"/>
              <a:t>单击此处编辑母版标题样式</a:t>
            </a:r>
          </a:p>
        </p:txBody>
      </p:sp>
      <p:sp>
        <p:nvSpPr>
          <p:cNvPr id="3" name="图片占位符 2"/>
          <p:cNvSpPr>
            <a:spLocks noGrp="1"/>
          </p:cNvSpPr>
          <p:nvPr>
            <p:ph type="pic" idx="1"/>
          </p:nvPr>
        </p:nvSpPr>
        <p:spPr>
          <a:xfrm>
            <a:off x="5183188" y="987425"/>
            <a:ext cx="6172200" cy="5184775"/>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kumimoji="1" lang="zh-CN" altLang="en-US" dirty="0"/>
          </a:p>
        </p:txBody>
      </p:sp>
      <p:sp>
        <p:nvSpPr>
          <p:cNvPr id="4" name="文本占位符 3"/>
          <p:cNvSpPr>
            <a:spLocks noGrp="1"/>
          </p:cNvSpPr>
          <p:nvPr>
            <p:ph type="body" sz="half" idx="2"/>
          </p:nvPr>
        </p:nvSpPr>
        <p:spPr>
          <a:xfrm>
            <a:off x="839788" y="2457450"/>
            <a:ext cx="3932238" cy="3929063"/>
          </a:xfrm>
        </p:spPr>
        <p:txBody>
          <a:bodyPr>
            <a:normAutofit/>
          </a:bodyPr>
          <a:lstStyle>
            <a:lvl1pPr marL="0" indent="0">
              <a:buNone/>
              <a:defRPr sz="14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kumimoji="1" lang="zh-CN" altLang="en-US" dirty="0"/>
              <a:t>单击此处编辑母版文本样式</a:t>
            </a:r>
          </a:p>
        </p:txBody>
      </p:sp>
    </p:spTree>
    <p:extLst>
      <p:ext uri="{BB962C8B-B14F-4D97-AF65-F5344CB8AC3E}">
        <p14:creationId xmlns:p14="http://schemas.microsoft.com/office/powerpoint/2010/main" val="1787243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3974819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10613" y="793750"/>
            <a:ext cx="2628900" cy="5811838"/>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795338" y="793750"/>
            <a:ext cx="78105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3754904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大標題 - 中央">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DAB74EC0-ADF8-4E82-925B-4A9209AA57D5}"/>
              </a:ext>
            </a:extLst>
          </p:cNvPr>
          <p:cNvSpPr>
            <a:spLocks noGrp="1"/>
          </p:cNvSpPr>
          <p:nvPr>
            <p:ph sz="half" idx="1"/>
          </p:nvPr>
        </p:nvSpPr>
        <p:spPr>
          <a:xfrm>
            <a:off x="347134" y="828675"/>
            <a:ext cx="5647267" cy="57689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3" name="内容占位符 3">
            <a:extLst>
              <a:ext uri="{FF2B5EF4-FFF2-40B4-BE49-F238E27FC236}">
                <a16:creationId xmlns:a16="http://schemas.microsoft.com/office/drawing/2014/main" id="{778EF2A1-3439-429A-BD35-127698F07ED8}"/>
              </a:ext>
            </a:extLst>
          </p:cNvPr>
          <p:cNvSpPr>
            <a:spLocks noGrp="1"/>
          </p:cNvSpPr>
          <p:nvPr>
            <p:ph sz="half" idx="2"/>
          </p:nvPr>
        </p:nvSpPr>
        <p:spPr>
          <a:xfrm>
            <a:off x="6197601" y="828675"/>
            <a:ext cx="5647267" cy="57689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4BB93A36-AAF6-473F-8D4C-56EF725F2390}"/>
              </a:ext>
            </a:extLst>
          </p:cNvPr>
          <p:cNvSpPr>
            <a:spLocks noGrp="1"/>
          </p:cNvSpPr>
          <p:nvPr>
            <p:ph type="title"/>
          </p:nvPr>
        </p:nvSpPr>
        <p:spPr>
          <a:xfrm>
            <a:off x="4029075" y="84259"/>
            <a:ext cx="8061081"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1169860704"/>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4BD181-E557-4E44-8DBD-A6A79F8036C5}"/>
              </a:ext>
            </a:extLst>
          </p:cNvPr>
          <p:cNvSpPr>
            <a:spLocks noGrp="1"/>
          </p:cNvSpPr>
          <p:nvPr>
            <p:ph idx="1"/>
          </p:nvPr>
        </p:nvSpPr>
        <p:spPr>
          <a:xfrm>
            <a:off x="335360" y="874644"/>
            <a:ext cx="11521280" cy="5773806"/>
          </a:xfrm>
          <a:prstGeom prst="rect">
            <a:avLst/>
          </a:prstGeom>
        </p:spPr>
        <p:txBody>
          <a:bodyPr/>
          <a:lstStyle>
            <a:lvl1pPr>
              <a:lnSpc>
                <a:spcPct val="100000"/>
              </a:lnSpc>
              <a:defRPr sz="2800">
                <a:latin typeface="Microsoft YaHei" panose="020B0503020204020204" pitchFamily="34" charset="-122"/>
                <a:ea typeface="Microsoft YaHei" panose="020B0503020204020204" pitchFamily="34" charset="-122"/>
              </a:defRPr>
            </a:lvl1pPr>
            <a:lvl2pPr>
              <a:lnSpc>
                <a:spcPct val="100000"/>
              </a:lnSpc>
              <a:defRPr sz="2700">
                <a:latin typeface="Microsoft YaHei" panose="020B0503020204020204" pitchFamily="34" charset="-122"/>
                <a:ea typeface="Microsoft YaHei" panose="020B0503020204020204" pitchFamily="34" charset="-122"/>
              </a:defRPr>
            </a:lvl2pPr>
            <a:lvl3pPr>
              <a:lnSpc>
                <a:spcPct val="100000"/>
              </a:lnSpc>
              <a:defRPr sz="2200">
                <a:latin typeface="Microsoft YaHei" panose="020B0503020204020204" pitchFamily="34" charset="-122"/>
                <a:ea typeface="Microsoft YaHei" panose="020B0503020204020204" pitchFamily="34" charset="-122"/>
              </a:defRPr>
            </a:lvl3pPr>
            <a:lvl4pPr>
              <a:lnSpc>
                <a:spcPct val="100000"/>
              </a:lnSpc>
              <a:defRPr sz="2000">
                <a:latin typeface="Microsoft YaHei" panose="020B0503020204020204" pitchFamily="34" charset="-122"/>
                <a:ea typeface="Microsoft YaHei" panose="020B0503020204020204" pitchFamily="34" charset="-122"/>
              </a:defRPr>
            </a:lvl4pPr>
            <a:lvl5pPr>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526675AC-26DF-444C-AC39-AA9E2D4CA775}"/>
              </a:ext>
            </a:extLst>
          </p:cNvPr>
          <p:cNvSpPr>
            <a:spLocks noGrp="1"/>
          </p:cNvSpPr>
          <p:nvPr>
            <p:ph type="title"/>
          </p:nvPr>
        </p:nvSpPr>
        <p:spPr>
          <a:xfrm>
            <a:off x="4094922" y="84259"/>
            <a:ext cx="8097079"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831437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Blank">
    <p:bg>
      <p:bgPr>
        <a:solidFill>
          <a:schemeClr val="bg1"/>
        </a:solidFill>
        <a:effectLst/>
      </p:bgPr>
    </p:bg>
    <p:spTree>
      <p:nvGrpSpPr>
        <p:cNvPr id="1" name=""/>
        <p:cNvGrpSpPr/>
        <p:nvPr/>
      </p:nvGrpSpPr>
      <p:grpSpPr>
        <a:xfrm>
          <a:off x="0" y="0"/>
          <a:ext cx="0" cy="0"/>
          <a:chOff x="0" y="0"/>
          <a:chExt cx="0" cy="0"/>
        </a:xfrm>
      </p:grpSpPr>
      <p:sp>
        <p:nvSpPr>
          <p:cNvPr id="18" name="bg object 18"/>
          <p:cNvSpPr/>
          <p:nvPr/>
        </p:nvSpPr>
        <p:spPr>
          <a:xfrm>
            <a:off x="7121652" y="2563369"/>
            <a:ext cx="3901438" cy="4023359"/>
          </a:xfrm>
          <a:prstGeom prst="rect">
            <a:avLst/>
          </a:prstGeom>
          <a:blipFill>
            <a:blip r:embed="rId2" cstate="print"/>
            <a:stretch>
              <a:fillRect/>
            </a:stretch>
          </a:blipFill>
        </p:spPr>
        <p:txBody>
          <a:bodyPr wrap="square" lIns="0" tIns="0" rIns="0" bIns="0" rtlCol="0"/>
          <a:lstStyle/>
          <a:p>
            <a:endParaRPr sz="1400" dirty="0"/>
          </a:p>
        </p:txBody>
      </p:sp>
      <p:sp>
        <p:nvSpPr>
          <p:cNvPr id="9" name="bg object 19">
            <a:extLst>
              <a:ext uri="{FF2B5EF4-FFF2-40B4-BE49-F238E27FC236}">
                <a16:creationId xmlns:a16="http://schemas.microsoft.com/office/drawing/2014/main" id="{A7F47312-0BE8-4532-9A93-48DB4021D9FB}"/>
              </a:ext>
            </a:extLst>
          </p:cNvPr>
          <p:cNvSpPr/>
          <p:nvPr userDrawn="1"/>
        </p:nvSpPr>
        <p:spPr>
          <a:xfrm>
            <a:off x="0" y="702578"/>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1400" dirty="0"/>
          </a:p>
        </p:txBody>
      </p:sp>
      <p:sp>
        <p:nvSpPr>
          <p:cNvPr id="10" name="bg object 16">
            <a:extLst>
              <a:ext uri="{FF2B5EF4-FFF2-40B4-BE49-F238E27FC236}">
                <a16:creationId xmlns:a16="http://schemas.microsoft.com/office/drawing/2014/main" id="{D419FD50-21C1-45BC-9750-E7CC13DA767D}"/>
              </a:ext>
            </a:extLst>
          </p:cNvPr>
          <p:cNvSpPr/>
          <p:nvPr userDrawn="1"/>
        </p:nvSpPr>
        <p:spPr>
          <a:xfrm rot="10800000">
            <a:off x="-1" y="-1527"/>
            <a:ext cx="8106155" cy="696469"/>
          </a:xfrm>
          <a:prstGeom prst="rect">
            <a:avLst/>
          </a:prstGeom>
          <a:blipFill>
            <a:blip r:embed="rId3" cstate="print"/>
            <a:stretch>
              <a:fillRect/>
            </a:stretch>
          </a:blipFill>
        </p:spPr>
        <p:txBody>
          <a:bodyPr wrap="square" lIns="0" tIns="0" rIns="0" bIns="0" rtlCol="0"/>
          <a:lstStyle/>
          <a:p>
            <a:endParaRPr sz="1400" dirty="0"/>
          </a:p>
        </p:txBody>
      </p:sp>
      <p:sp>
        <p:nvSpPr>
          <p:cNvPr id="11" name="Title 8">
            <a:extLst>
              <a:ext uri="{FF2B5EF4-FFF2-40B4-BE49-F238E27FC236}">
                <a16:creationId xmlns:a16="http://schemas.microsoft.com/office/drawing/2014/main" id="{EB875CB1-6A58-4D4D-80EB-DD6B102AE687}"/>
              </a:ext>
            </a:extLst>
          </p:cNvPr>
          <p:cNvSpPr>
            <a:spLocks noGrp="1"/>
          </p:cNvSpPr>
          <p:nvPr>
            <p:ph type="title" hasCustomPrompt="1"/>
          </p:nvPr>
        </p:nvSpPr>
        <p:spPr>
          <a:xfrm>
            <a:off x="156001" y="-15034"/>
            <a:ext cx="7845000" cy="755489"/>
          </a:xfrm>
          <a:prstGeom prst="rect">
            <a:avLst/>
          </a:prstGeom>
        </p:spPr>
        <p:txBody>
          <a:bodyPr vert="horz" lIns="0" tIns="0" rIns="0" bIns="0" rtlCol="0" anchor="ctr">
            <a:noAutofit/>
          </a:bodyPr>
          <a:lstStyle>
            <a:lvl1pPr>
              <a:defRPr lang="en-US" sz="2799"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stStyle>
          <a:p>
            <a:pPr marL="0" lvl="0" indent="0" algn="l" defTabSz="914126" rtl="0" eaLnBrk="1" latinLnBrk="0" hangingPunct="1">
              <a:spcBef>
                <a:spcPts val="600"/>
              </a:spcBef>
              <a:spcAft>
                <a:spcPts val="400"/>
              </a:spcAft>
              <a:buClrTx/>
              <a:buSzPct val="90000"/>
              <a:buFont typeface="Arial" pitchFamily="34" charset="0"/>
              <a:buNone/>
            </a:pPr>
            <a:r>
              <a:rPr lang="en-US" dirty="0"/>
              <a:t>Click to edit Master title style</a:t>
            </a:r>
          </a:p>
        </p:txBody>
      </p:sp>
      <p:cxnSp>
        <p:nvCxnSpPr>
          <p:cNvPr id="12" name="Straight Connector 21">
            <a:extLst>
              <a:ext uri="{FF2B5EF4-FFF2-40B4-BE49-F238E27FC236}">
                <a16:creationId xmlns:a16="http://schemas.microsoft.com/office/drawing/2014/main" id="{97F9D291-32D6-457A-AD1A-313176C46A74}"/>
              </a:ext>
            </a:extLst>
          </p:cNvPr>
          <p:cNvCxnSpPr>
            <a:cxnSpLocks/>
          </p:cNvCxnSpPr>
          <p:nvPr userDrawn="1"/>
        </p:nvCxnSpPr>
        <p:spPr>
          <a:xfrm>
            <a:off x="228600" y="6460260"/>
            <a:ext cx="11734800" cy="0"/>
          </a:xfrm>
          <a:prstGeom prst="line">
            <a:avLst/>
          </a:prstGeom>
          <a:ln>
            <a:solidFill>
              <a:srgbClr val="58595B"/>
            </a:solidFill>
          </a:ln>
        </p:spPr>
        <p:style>
          <a:lnRef idx="1">
            <a:schemeClr val="accent1"/>
          </a:lnRef>
          <a:fillRef idx="0">
            <a:schemeClr val="accent1"/>
          </a:fillRef>
          <a:effectRef idx="0">
            <a:schemeClr val="accent1"/>
          </a:effectRef>
          <a:fontRef idx="minor">
            <a:schemeClr val="tx1"/>
          </a:fontRef>
        </p:style>
      </p:cxnSp>
      <p:sp>
        <p:nvSpPr>
          <p:cNvPr id="13" name="Holder 4">
            <a:extLst>
              <a:ext uri="{FF2B5EF4-FFF2-40B4-BE49-F238E27FC236}">
                <a16:creationId xmlns:a16="http://schemas.microsoft.com/office/drawing/2014/main" id="{19C42766-0F6E-4BB1-AE4E-F940FA12DD90}"/>
              </a:ext>
            </a:extLst>
          </p:cNvPr>
          <p:cNvSpPr>
            <a:spLocks noGrp="1"/>
          </p:cNvSpPr>
          <p:nvPr>
            <p:ph type="ftr" sz="quarter" idx="5"/>
          </p:nvPr>
        </p:nvSpPr>
        <p:spPr>
          <a:xfrm>
            <a:off x="4145280" y="6522720"/>
            <a:ext cx="3901440" cy="184666"/>
          </a:xfrm>
        </p:spPr>
        <p:txBody>
          <a:bodyPr lIns="0" tIns="0" rIns="0" bIns="0"/>
          <a:lstStyle>
            <a:lvl1pPr algn="ctr">
              <a:defRPr>
                <a:solidFill>
                  <a:schemeClr val="tx1">
                    <a:tint val="75000"/>
                  </a:schemeClr>
                </a:solidFill>
              </a:defRPr>
            </a:lvl1pPr>
          </a:lstStyle>
          <a:p>
            <a:endParaRPr dirty="0"/>
          </a:p>
        </p:txBody>
      </p:sp>
      <p:sp>
        <p:nvSpPr>
          <p:cNvPr id="14" name="Holder 5">
            <a:extLst>
              <a:ext uri="{FF2B5EF4-FFF2-40B4-BE49-F238E27FC236}">
                <a16:creationId xmlns:a16="http://schemas.microsoft.com/office/drawing/2014/main" id="{360CB01A-9DD4-4160-BB1F-20BB658BDDF9}"/>
              </a:ext>
            </a:extLst>
          </p:cNvPr>
          <p:cNvSpPr>
            <a:spLocks noGrp="1"/>
          </p:cNvSpPr>
          <p:nvPr>
            <p:ph type="dt" sz="half" idx="6"/>
          </p:nvPr>
        </p:nvSpPr>
        <p:spPr>
          <a:xfrm>
            <a:off x="609600" y="6522720"/>
            <a:ext cx="2804160" cy="184666"/>
          </a:xfrm>
        </p:spPr>
        <p:txBody>
          <a:bodyPr lIns="0" tIns="0" rIns="0" bIns="0"/>
          <a:lstStyle>
            <a:lvl1pPr algn="l">
              <a:defRPr>
                <a:solidFill>
                  <a:schemeClr val="tx1">
                    <a:tint val="75000"/>
                  </a:schemeClr>
                </a:solidFill>
              </a:defRPr>
            </a:lvl1pPr>
          </a:lstStyle>
          <a:p>
            <a:fld id="{1D8BD707-D9CF-40AE-B4C6-C98DA3205C09}" type="datetimeFigureOut">
              <a:rPr lang="en-US"/>
              <a:t>6/18/2026</a:t>
            </a:fld>
            <a:endParaRPr lang="en-US" dirty="0"/>
          </a:p>
        </p:txBody>
      </p:sp>
      <p:sp>
        <p:nvSpPr>
          <p:cNvPr id="15" name="Holder 6">
            <a:extLst>
              <a:ext uri="{FF2B5EF4-FFF2-40B4-BE49-F238E27FC236}">
                <a16:creationId xmlns:a16="http://schemas.microsoft.com/office/drawing/2014/main" id="{71DEF5C0-8E8D-45CD-AABC-120A60B037A0}"/>
              </a:ext>
            </a:extLst>
          </p:cNvPr>
          <p:cNvSpPr>
            <a:spLocks noGrp="1"/>
          </p:cNvSpPr>
          <p:nvPr>
            <p:ph type="sldNum" sz="quarter" idx="7"/>
          </p:nvPr>
        </p:nvSpPr>
        <p:spPr>
          <a:xfrm>
            <a:off x="8778240" y="6522720"/>
            <a:ext cx="2804160" cy="184666"/>
          </a:xfrm>
        </p:spPr>
        <p:txBody>
          <a:bodyPr lIns="0" tIns="0" rIns="0" bIns="0"/>
          <a:lstStyle>
            <a:lvl1pPr algn="r">
              <a:defRPr>
                <a:solidFill>
                  <a:schemeClr val="tx1">
                    <a:tint val="75000"/>
                  </a:schemeClr>
                </a:solidFill>
              </a:defRPr>
            </a:lvl1pPr>
          </a:lstStyle>
          <a:p>
            <a:fld id="{B6F15528-21DE-4FAA-801E-634DDDAF4B2B}" type="slidenum">
              <a:t>‹#›</a:t>
            </a:fld>
            <a:endParaRPr dirty="0"/>
          </a:p>
        </p:txBody>
      </p:sp>
      <p:sp>
        <p:nvSpPr>
          <p:cNvPr id="19" name="Text Placeholder 33">
            <a:extLst>
              <a:ext uri="{FF2B5EF4-FFF2-40B4-BE49-F238E27FC236}">
                <a16:creationId xmlns:a16="http://schemas.microsoft.com/office/drawing/2014/main" id="{4203621A-5679-4A2A-8C98-375173F42AB8}"/>
              </a:ext>
            </a:extLst>
          </p:cNvPr>
          <p:cNvSpPr>
            <a:spLocks noGrp="1"/>
          </p:cNvSpPr>
          <p:nvPr>
            <p:ph type="body" sz="quarter" idx="14" hasCustomPrompt="1"/>
          </p:nvPr>
        </p:nvSpPr>
        <p:spPr>
          <a:xfrm>
            <a:off x="156000" y="857104"/>
            <a:ext cx="5760000" cy="5472000"/>
          </a:xfrm>
          <a:prstGeom prst="rect">
            <a:avLst/>
          </a:prstGeom>
        </p:spPr>
        <p:txBody>
          <a:bodyPr vert="horz" lIns="72000" tIns="36000" rIns="72000" bIns="36000" rtlCol="0">
            <a:noAutofit/>
          </a:bodyPr>
          <a:lstStyle>
            <a:lvl1pPr>
              <a:defRPr lang="en-US" sz="2799" b="0"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1pPr>
            <a:lvl2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2pPr>
            <a:lvl3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3pPr>
            <a:lvl4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4pPr>
            <a:lvl5pPr>
              <a:defRPr lang="en-US" sz="2399"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5pPr>
          </a:lstStyle>
          <a:p>
            <a:pPr marL="287914" lvl="0" indent="-287914" algn="l" defTabSz="914126" rtl="0" eaLnBrk="1" latinLnBrk="0" hangingPunct="1">
              <a:spcBef>
                <a:spcPts val="600"/>
              </a:spcBef>
              <a:spcAft>
                <a:spcPts val="400"/>
              </a:spcAft>
              <a:buClrTx/>
              <a:buSzPct val="90000"/>
              <a:buFont typeface="Arial" pitchFamily="34" charset="0"/>
              <a:buChar char="•"/>
            </a:pPr>
            <a:r>
              <a:rPr lang="en-US" dirty="0"/>
              <a:t>Edit Master text styles</a:t>
            </a:r>
          </a:p>
          <a:p>
            <a:pPr marL="575827" lvl="1" indent="-287914" algn="l" defTabSz="914126" rtl="0" eaLnBrk="1" latinLnBrk="0" hangingPunct="1">
              <a:spcBef>
                <a:spcPts val="0"/>
              </a:spcBef>
              <a:spcAft>
                <a:spcPts val="600"/>
              </a:spcAft>
              <a:buClrTx/>
              <a:buSzPct val="90000"/>
              <a:buFont typeface="Arial" pitchFamily="34" charset="0"/>
              <a:buChar char="•"/>
            </a:pPr>
            <a:r>
              <a:rPr lang="en-US" dirty="0"/>
              <a:t>Second level</a:t>
            </a:r>
          </a:p>
          <a:p>
            <a:pPr marL="863741" lvl="2" indent="-287914" algn="l" defTabSz="914126" rtl="0" eaLnBrk="1" latinLnBrk="0" hangingPunct="1">
              <a:spcBef>
                <a:spcPts val="0"/>
              </a:spcBef>
              <a:spcAft>
                <a:spcPts val="600"/>
              </a:spcAft>
              <a:buClrTx/>
              <a:buSzPct val="90000"/>
              <a:buFont typeface="Arial" pitchFamily="34" charset="0"/>
              <a:buChar char="•"/>
            </a:pPr>
            <a:r>
              <a:rPr lang="en-US" dirty="0"/>
              <a:t>Third level</a:t>
            </a:r>
          </a:p>
          <a:p>
            <a:pPr marL="1151654" lvl="3" indent="-287914" algn="l" defTabSz="914126" rtl="0" eaLnBrk="1" latinLnBrk="0" hangingPunct="1">
              <a:spcBef>
                <a:spcPts val="0"/>
              </a:spcBef>
              <a:spcAft>
                <a:spcPts val="600"/>
              </a:spcAft>
              <a:buClrTx/>
              <a:buSzPct val="90000"/>
              <a:buFont typeface="Arial" pitchFamily="34" charset="0"/>
              <a:buChar char="•"/>
            </a:pPr>
            <a:r>
              <a:rPr lang="en-US" dirty="0"/>
              <a:t>Fourth level</a:t>
            </a:r>
          </a:p>
          <a:p>
            <a:pPr marL="1439568" lvl="4" indent="-287914" algn="l" defTabSz="914126" rtl="0" eaLnBrk="1" latinLnBrk="0" hangingPunct="1">
              <a:spcBef>
                <a:spcPts val="0"/>
              </a:spcBef>
              <a:spcAft>
                <a:spcPts val="600"/>
              </a:spcAft>
              <a:buClrTx/>
              <a:buSzPct val="90000"/>
              <a:buFont typeface="Arial" pitchFamily="34" charset="0"/>
              <a:buChar char="•"/>
            </a:pPr>
            <a:r>
              <a:rPr lang="en-US" dirty="0"/>
              <a:t>Fifth level</a:t>
            </a:r>
          </a:p>
        </p:txBody>
      </p:sp>
      <p:sp>
        <p:nvSpPr>
          <p:cNvPr id="20" name="Text Placeholder 33">
            <a:extLst>
              <a:ext uri="{FF2B5EF4-FFF2-40B4-BE49-F238E27FC236}">
                <a16:creationId xmlns:a16="http://schemas.microsoft.com/office/drawing/2014/main" id="{F7A65749-E80A-47A2-B98A-E41F6F1B3DE5}"/>
              </a:ext>
            </a:extLst>
          </p:cNvPr>
          <p:cNvSpPr>
            <a:spLocks noGrp="1"/>
          </p:cNvSpPr>
          <p:nvPr>
            <p:ph type="body" sz="quarter" idx="15" hasCustomPrompt="1"/>
          </p:nvPr>
        </p:nvSpPr>
        <p:spPr>
          <a:xfrm>
            <a:off x="6269456" y="857104"/>
            <a:ext cx="5760000" cy="5472000"/>
          </a:xfrm>
          <a:prstGeom prst="rect">
            <a:avLst/>
          </a:prstGeom>
        </p:spPr>
        <p:txBody>
          <a:bodyPr vert="horz" lIns="72000" tIns="36000" rIns="72000" bIns="36000" rtlCol="0">
            <a:noAutofit/>
          </a:bodyPr>
          <a:lstStyle>
            <a:lvl1pPr>
              <a:defRPr lang="en-US" sz="2799" b="0"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1pPr>
            <a:lvl2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2pPr>
            <a:lvl3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3pPr>
            <a:lvl4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4pPr>
            <a:lvl5pPr>
              <a:defRPr lang="en-US" sz="2399"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5pPr>
          </a:lstStyle>
          <a:p>
            <a:pPr marL="287914" lvl="0" indent="-287914" algn="l" defTabSz="914126" rtl="0" eaLnBrk="1" latinLnBrk="0" hangingPunct="1">
              <a:spcBef>
                <a:spcPts val="600"/>
              </a:spcBef>
              <a:spcAft>
                <a:spcPts val="400"/>
              </a:spcAft>
              <a:buClrTx/>
              <a:buSzPct val="90000"/>
              <a:buFont typeface="Arial" pitchFamily="34" charset="0"/>
              <a:buChar char="•"/>
            </a:pPr>
            <a:r>
              <a:rPr lang="en-US" dirty="0"/>
              <a:t>Edit Master text styles</a:t>
            </a:r>
          </a:p>
          <a:p>
            <a:pPr marL="575827" lvl="1" indent="-287914" algn="l" defTabSz="914126" rtl="0" eaLnBrk="1" latinLnBrk="0" hangingPunct="1">
              <a:spcBef>
                <a:spcPts val="0"/>
              </a:spcBef>
              <a:spcAft>
                <a:spcPts val="600"/>
              </a:spcAft>
              <a:buClrTx/>
              <a:buSzPct val="90000"/>
              <a:buFont typeface="Arial" pitchFamily="34" charset="0"/>
              <a:buChar char="•"/>
            </a:pPr>
            <a:r>
              <a:rPr lang="en-US" dirty="0"/>
              <a:t>Second level</a:t>
            </a:r>
          </a:p>
          <a:p>
            <a:pPr marL="863741" lvl="2" indent="-287914" algn="l" defTabSz="914126" rtl="0" eaLnBrk="1" latinLnBrk="0" hangingPunct="1">
              <a:spcBef>
                <a:spcPts val="0"/>
              </a:spcBef>
              <a:spcAft>
                <a:spcPts val="600"/>
              </a:spcAft>
              <a:buClrTx/>
              <a:buSzPct val="90000"/>
              <a:buFont typeface="Arial" pitchFamily="34" charset="0"/>
              <a:buChar char="•"/>
            </a:pPr>
            <a:r>
              <a:rPr lang="en-US" dirty="0"/>
              <a:t>Third level</a:t>
            </a:r>
          </a:p>
          <a:p>
            <a:pPr marL="1151654" lvl="3" indent="-287914" algn="l" defTabSz="914126" rtl="0" eaLnBrk="1" latinLnBrk="0" hangingPunct="1">
              <a:spcBef>
                <a:spcPts val="0"/>
              </a:spcBef>
              <a:spcAft>
                <a:spcPts val="600"/>
              </a:spcAft>
              <a:buClrTx/>
              <a:buSzPct val="90000"/>
              <a:buFont typeface="Arial" pitchFamily="34" charset="0"/>
              <a:buChar char="•"/>
            </a:pPr>
            <a:r>
              <a:rPr lang="en-US" dirty="0"/>
              <a:t>Fourth level</a:t>
            </a:r>
          </a:p>
          <a:p>
            <a:pPr marL="1439568" lvl="4" indent="-287914" algn="l" defTabSz="914126" rtl="0" eaLnBrk="1" latinLnBrk="0" hangingPunct="1">
              <a:spcBef>
                <a:spcPts val="0"/>
              </a:spcBef>
              <a:spcAft>
                <a:spcPts val="600"/>
              </a:spcAft>
              <a:buClrTx/>
              <a:buSzPct val="90000"/>
              <a:buFont typeface="Arial" pitchFamily="34" charset="0"/>
              <a:buChar char="•"/>
            </a:pPr>
            <a:r>
              <a:rPr lang="en-US" dirty="0"/>
              <a:t>Fifth level</a:t>
            </a:r>
          </a:p>
        </p:txBody>
      </p:sp>
    </p:spTree>
    <p:extLst>
      <p:ext uri="{BB962C8B-B14F-4D97-AF65-F5344CB8AC3E}">
        <p14:creationId xmlns:p14="http://schemas.microsoft.com/office/powerpoint/2010/main" val="36454982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Title Slide—Short title, 1 line subtitle">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015D5969-1F85-42C5-919C-8BFCCF2B9542}"/>
              </a:ext>
            </a:extLst>
          </p:cNvPr>
          <p:cNvSpPr>
            <a:spLocks noGrp="1"/>
          </p:cNvSpPr>
          <p:nvPr>
            <p:ph idx="1" hasCustomPrompt="1"/>
          </p:nvPr>
        </p:nvSpPr>
        <p:spPr>
          <a:xfrm>
            <a:off x="468191" y="889003"/>
            <a:ext cx="5366833"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17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600"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400">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1" name="bg object 17">
            <a:extLst>
              <a:ext uri="{FF2B5EF4-FFF2-40B4-BE49-F238E27FC236}">
                <a16:creationId xmlns:a16="http://schemas.microsoft.com/office/drawing/2014/main" id="{3030BBAA-DB89-4F4A-8DA4-52797FCB7210}"/>
              </a:ext>
            </a:extLst>
          </p:cNvPr>
          <p:cNvSpPr/>
          <p:nvPr userDrawn="1"/>
        </p:nvSpPr>
        <p:spPr>
          <a:xfrm>
            <a:off x="8094905" y="6096"/>
            <a:ext cx="4084779" cy="696467"/>
          </a:xfrm>
          <a:prstGeom prst="rect">
            <a:avLst/>
          </a:prstGeom>
          <a:blipFill>
            <a:blip r:embed="rId2" cstate="print"/>
            <a:stretch>
              <a:fillRect/>
            </a:stretch>
          </a:blipFill>
        </p:spPr>
        <p:txBody>
          <a:bodyPr wrap="square" lIns="0" tIns="0" rIns="0" bIns="0" rtlCol="0"/>
          <a:lstStyle/>
          <a:p>
            <a:endParaRPr sz="1100" dirty="0">
              <a:latin typeface="微软雅黑" panose="020B0503020204020204" pitchFamily="34" charset="-122"/>
              <a:ea typeface="微软雅黑" panose="020B0503020204020204" pitchFamily="34" charset="-122"/>
            </a:endParaRPr>
          </a:p>
        </p:txBody>
      </p:sp>
      <p:sp>
        <p:nvSpPr>
          <p:cNvPr id="22" name="bg object 19">
            <a:extLst>
              <a:ext uri="{FF2B5EF4-FFF2-40B4-BE49-F238E27FC236}">
                <a16:creationId xmlns:a16="http://schemas.microsoft.com/office/drawing/2014/main" id="{CB7012CF-E297-45A6-84E9-A644BC2480AF}"/>
              </a:ext>
            </a:extLst>
          </p:cNvPr>
          <p:cNvSpPr/>
          <p:nvPr userDrawn="1"/>
        </p:nvSpPr>
        <p:spPr>
          <a:xfrm>
            <a:off x="0" y="702577"/>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1799"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userDrawn="1"/>
        </p:nvSpPr>
        <p:spPr>
          <a:xfrm rot="10800000">
            <a:off x="-1" y="-1527"/>
            <a:ext cx="8104045" cy="696469"/>
          </a:xfrm>
          <a:prstGeom prst="rect">
            <a:avLst/>
          </a:prstGeom>
          <a:blipFill>
            <a:blip r:embed="rId3" cstate="print"/>
            <a:stretch>
              <a:fillRect/>
            </a:stretch>
          </a:blipFill>
        </p:spPr>
        <p:txBody>
          <a:bodyPr wrap="square" lIns="0" tIns="0" rIns="0" bIns="0" rtlCol="0"/>
          <a:lstStyle/>
          <a:p>
            <a:endParaRPr sz="1100"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480888" y="-27384"/>
            <a:ext cx="11230225" cy="792163"/>
          </a:xfrm>
          <a:prstGeom prst="rect">
            <a:avLst/>
          </a:prstGeom>
        </p:spPr>
        <p:txBody>
          <a:bodyPr vert="horz" lIns="0" tIns="0" rIns="0" bIns="0" rtlCol="0" anchor="ctr">
            <a:noAutofit/>
          </a:bodyPr>
          <a:lstStyle>
            <a:lvl1pPr>
              <a:defRPr lang="en-US" sz="1999"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en-US" dirty="0"/>
              <a:t>Click to edit Master title style</a:t>
            </a:r>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6344281" y="889003"/>
            <a:ext cx="5366833"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17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600"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400">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cxnSp>
        <p:nvCxnSpPr>
          <p:cNvPr id="9" name="Straight Connector 21">
            <a:extLst>
              <a:ext uri="{FF2B5EF4-FFF2-40B4-BE49-F238E27FC236}">
                <a16:creationId xmlns:a16="http://schemas.microsoft.com/office/drawing/2014/main" id="{B60A3EB3-2C68-4A2C-932B-520D2430C8E1}"/>
              </a:ext>
            </a:extLst>
          </p:cNvPr>
          <p:cNvCxnSpPr>
            <a:cxnSpLocks/>
          </p:cNvCxnSpPr>
          <p:nvPr userDrawn="1"/>
        </p:nvCxnSpPr>
        <p:spPr>
          <a:xfrm>
            <a:off x="0" y="6477000"/>
            <a:ext cx="12188826" cy="0"/>
          </a:xfrm>
          <a:prstGeom prst="line">
            <a:avLst/>
          </a:prstGeom>
          <a:ln>
            <a:solidFill>
              <a:srgbClr val="58595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3775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24BF41-C932-4EC2-B9D4-60F592CFB7F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9F993B4-BD25-4833-985D-F5FF524A4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24BBBE4-CF33-48A2-8FD8-DE0ED83562CA}"/>
              </a:ext>
            </a:extLst>
          </p:cNvPr>
          <p:cNvSpPr>
            <a:spLocks noGrp="1"/>
          </p:cNvSpPr>
          <p:nvPr>
            <p:ph type="dt" sz="half" idx="10"/>
          </p:nvPr>
        </p:nvSpPr>
        <p:spPr/>
        <p:txBody>
          <a:bodyPr/>
          <a:lstStyle/>
          <a:p>
            <a:fld id="{3A247629-ACA5-4119-A07E-A16F4A240F05}" type="datetimeFigureOut">
              <a:rPr lang="zh-CN" altLang="en-US" smtClean="0"/>
              <a:t>2026/6/18</a:t>
            </a:fld>
            <a:endParaRPr lang="zh-CN" altLang="en-US"/>
          </a:p>
        </p:txBody>
      </p:sp>
      <p:sp>
        <p:nvSpPr>
          <p:cNvPr id="5" name="页脚占位符 4">
            <a:extLst>
              <a:ext uri="{FF2B5EF4-FFF2-40B4-BE49-F238E27FC236}">
                <a16:creationId xmlns:a16="http://schemas.microsoft.com/office/drawing/2014/main" id="{39E4D090-E679-4E0A-AA01-1FB3DF8A616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A04A89B-B7F0-4D03-8AF6-F961CC2AE113}"/>
              </a:ext>
            </a:extLst>
          </p:cNvPr>
          <p:cNvSpPr>
            <a:spLocks noGrp="1"/>
          </p:cNvSpPr>
          <p:nvPr>
            <p:ph type="sldNum" sz="quarter" idx="12"/>
          </p:nvPr>
        </p:nvSpPr>
        <p:spPr/>
        <p:txBody>
          <a:bodyPr/>
          <a:lstStyle/>
          <a:p>
            <a:fld id="{A574E3BB-8B06-46B3-B9FF-811E23AED9F0}" type="slidenum">
              <a:rPr lang="zh-CN" altLang="en-US" smtClean="0"/>
              <a:t>‹#›</a:t>
            </a:fld>
            <a:endParaRPr lang="zh-CN" altLang="en-US"/>
          </a:p>
        </p:txBody>
      </p:sp>
    </p:spTree>
    <p:extLst>
      <p:ext uri="{BB962C8B-B14F-4D97-AF65-F5344CB8AC3E}">
        <p14:creationId xmlns:p14="http://schemas.microsoft.com/office/powerpoint/2010/main" val="31224140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834688-C32C-4476-8D9B-BA760C437B2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397C8C9-AE3A-4FE0-8995-C5564A50776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7E1AAEB-D550-48C7-BB71-732197A26B6C}"/>
              </a:ext>
            </a:extLst>
          </p:cNvPr>
          <p:cNvSpPr>
            <a:spLocks noGrp="1"/>
          </p:cNvSpPr>
          <p:nvPr>
            <p:ph type="dt" sz="half" idx="10"/>
          </p:nvPr>
        </p:nvSpPr>
        <p:spPr/>
        <p:txBody>
          <a:bodyPr/>
          <a:lstStyle/>
          <a:p>
            <a:fld id="{3A247629-ACA5-4119-A07E-A16F4A240F05}" type="datetimeFigureOut">
              <a:rPr lang="zh-CN" altLang="en-US" smtClean="0"/>
              <a:t>2026/6/18</a:t>
            </a:fld>
            <a:endParaRPr lang="zh-CN" altLang="en-US"/>
          </a:p>
        </p:txBody>
      </p:sp>
      <p:sp>
        <p:nvSpPr>
          <p:cNvPr id="5" name="页脚占位符 4">
            <a:extLst>
              <a:ext uri="{FF2B5EF4-FFF2-40B4-BE49-F238E27FC236}">
                <a16:creationId xmlns:a16="http://schemas.microsoft.com/office/drawing/2014/main" id="{0F430BD9-2662-4639-A977-F33076AD41D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C084CC3-50F1-4FF5-B99E-5A218517CA97}"/>
              </a:ext>
            </a:extLst>
          </p:cNvPr>
          <p:cNvSpPr>
            <a:spLocks noGrp="1"/>
          </p:cNvSpPr>
          <p:nvPr>
            <p:ph type="sldNum" sz="quarter" idx="12"/>
          </p:nvPr>
        </p:nvSpPr>
        <p:spPr/>
        <p:txBody>
          <a:bodyPr/>
          <a:lstStyle/>
          <a:p>
            <a:fld id="{A574E3BB-8B06-46B3-B9FF-811E23AED9F0}" type="slidenum">
              <a:rPr lang="zh-CN" altLang="en-US" smtClean="0"/>
              <a:t>‹#›</a:t>
            </a:fld>
            <a:endParaRPr lang="zh-CN" altLang="en-US"/>
          </a:p>
        </p:txBody>
      </p:sp>
    </p:spTree>
    <p:extLst>
      <p:ext uri="{BB962C8B-B14F-4D97-AF65-F5344CB8AC3E}">
        <p14:creationId xmlns:p14="http://schemas.microsoft.com/office/powerpoint/2010/main" val="33217267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F941B4-7BF0-415B-888A-0AF84E0C03D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6A107F6-47DC-4327-A2E6-46CA968454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AA2CF97-1E03-4797-BD55-EBD8EC77E22A}"/>
              </a:ext>
            </a:extLst>
          </p:cNvPr>
          <p:cNvSpPr>
            <a:spLocks noGrp="1"/>
          </p:cNvSpPr>
          <p:nvPr>
            <p:ph type="dt" sz="half" idx="10"/>
          </p:nvPr>
        </p:nvSpPr>
        <p:spPr/>
        <p:txBody>
          <a:bodyPr/>
          <a:lstStyle/>
          <a:p>
            <a:fld id="{3A247629-ACA5-4119-A07E-A16F4A240F05}" type="datetimeFigureOut">
              <a:rPr lang="zh-CN" altLang="en-US" smtClean="0"/>
              <a:t>2026/6/18</a:t>
            </a:fld>
            <a:endParaRPr lang="zh-CN" altLang="en-US"/>
          </a:p>
        </p:txBody>
      </p:sp>
      <p:sp>
        <p:nvSpPr>
          <p:cNvPr id="5" name="页脚占位符 4">
            <a:extLst>
              <a:ext uri="{FF2B5EF4-FFF2-40B4-BE49-F238E27FC236}">
                <a16:creationId xmlns:a16="http://schemas.microsoft.com/office/drawing/2014/main" id="{0DE471E4-E730-4C08-A285-41038D200A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1024FB-C02F-46FD-8519-8A90D92EA68D}"/>
              </a:ext>
            </a:extLst>
          </p:cNvPr>
          <p:cNvSpPr>
            <a:spLocks noGrp="1"/>
          </p:cNvSpPr>
          <p:nvPr>
            <p:ph type="sldNum" sz="quarter" idx="12"/>
          </p:nvPr>
        </p:nvSpPr>
        <p:spPr/>
        <p:txBody>
          <a:bodyPr/>
          <a:lstStyle/>
          <a:p>
            <a:fld id="{A574E3BB-8B06-46B3-B9FF-811E23AED9F0}" type="slidenum">
              <a:rPr lang="zh-CN" altLang="en-US" smtClean="0"/>
              <a:t>‹#›</a:t>
            </a:fld>
            <a:endParaRPr lang="zh-CN" altLang="en-US"/>
          </a:p>
        </p:txBody>
      </p:sp>
    </p:spTree>
    <p:extLst>
      <p:ext uri="{BB962C8B-B14F-4D97-AF65-F5344CB8AC3E}">
        <p14:creationId xmlns:p14="http://schemas.microsoft.com/office/powerpoint/2010/main" val="1613562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CCE900-8DCE-47D9-B9B1-FB10C05A3A2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4618270-DD81-4F7C-8165-C9639D139DC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BB8493E-0DC7-496E-AEF8-204B071F9DE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B7CF39E-4CA4-4BB7-8702-E600643F449A}"/>
              </a:ext>
            </a:extLst>
          </p:cNvPr>
          <p:cNvSpPr>
            <a:spLocks noGrp="1"/>
          </p:cNvSpPr>
          <p:nvPr>
            <p:ph type="dt" sz="half" idx="10"/>
          </p:nvPr>
        </p:nvSpPr>
        <p:spPr/>
        <p:txBody>
          <a:bodyPr/>
          <a:lstStyle/>
          <a:p>
            <a:fld id="{3A247629-ACA5-4119-A07E-A16F4A240F05}" type="datetimeFigureOut">
              <a:rPr lang="zh-CN" altLang="en-US" smtClean="0"/>
              <a:t>2026/6/18</a:t>
            </a:fld>
            <a:endParaRPr lang="zh-CN" altLang="en-US"/>
          </a:p>
        </p:txBody>
      </p:sp>
      <p:sp>
        <p:nvSpPr>
          <p:cNvPr id="6" name="页脚占位符 5">
            <a:extLst>
              <a:ext uri="{FF2B5EF4-FFF2-40B4-BE49-F238E27FC236}">
                <a16:creationId xmlns:a16="http://schemas.microsoft.com/office/drawing/2014/main" id="{77A02A30-4D81-4591-AF50-065310A0CBC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A61D2F-F1AC-4A8B-AE51-B95540A064F7}"/>
              </a:ext>
            </a:extLst>
          </p:cNvPr>
          <p:cNvSpPr>
            <a:spLocks noGrp="1"/>
          </p:cNvSpPr>
          <p:nvPr>
            <p:ph type="sldNum" sz="quarter" idx="12"/>
          </p:nvPr>
        </p:nvSpPr>
        <p:spPr/>
        <p:txBody>
          <a:bodyPr/>
          <a:lstStyle/>
          <a:p>
            <a:fld id="{A574E3BB-8B06-46B3-B9FF-811E23AED9F0}" type="slidenum">
              <a:rPr lang="zh-CN" altLang="en-US" smtClean="0"/>
              <a:t>‹#›</a:t>
            </a:fld>
            <a:endParaRPr lang="zh-CN" altLang="en-US"/>
          </a:p>
        </p:txBody>
      </p:sp>
    </p:spTree>
    <p:extLst>
      <p:ext uri="{BB962C8B-B14F-4D97-AF65-F5344CB8AC3E}">
        <p14:creationId xmlns:p14="http://schemas.microsoft.com/office/powerpoint/2010/main" val="10984408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9E388D-BB7D-4F53-ABD7-9DC4020B579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C554146-2826-4C5A-B78C-445DEABADE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DA57B00-9784-4039-A59F-E8839C06967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6478ACA-6617-4239-9ABD-BF26D9A9EF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AA4C31E-C722-4742-8BBA-4E4C9D3116D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55328BD-2791-4302-9D7A-75CF1AD40C89}"/>
              </a:ext>
            </a:extLst>
          </p:cNvPr>
          <p:cNvSpPr>
            <a:spLocks noGrp="1"/>
          </p:cNvSpPr>
          <p:nvPr>
            <p:ph type="dt" sz="half" idx="10"/>
          </p:nvPr>
        </p:nvSpPr>
        <p:spPr/>
        <p:txBody>
          <a:bodyPr/>
          <a:lstStyle/>
          <a:p>
            <a:fld id="{3A247629-ACA5-4119-A07E-A16F4A240F05}" type="datetimeFigureOut">
              <a:rPr lang="zh-CN" altLang="en-US" smtClean="0"/>
              <a:t>2026/6/18</a:t>
            </a:fld>
            <a:endParaRPr lang="zh-CN" altLang="en-US"/>
          </a:p>
        </p:txBody>
      </p:sp>
      <p:sp>
        <p:nvSpPr>
          <p:cNvPr id="8" name="页脚占位符 7">
            <a:extLst>
              <a:ext uri="{FF2B5EF4-FFF2-40B4-BE49-F238E27FC236}">
                <a16:creationId xmlns:a16="http://schemas.microsoft.com/office/drawing/2014/main" id="{2C3737C5-08FF-41AD-8840-B0F82FF159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97013A9-7E89-4084-8952-8E0832E4AE49}"/>
              </a:ext>
            </a:extLst>
          </p:cNvPr>
          <p:cNvSpPr>
            <a:spLocks noGrp="1"/>
          </p:cNvSpPr>
          <p:nvPr>
            <p:ph type="sldNum" sz="quarter" idx="12"/>
          </p:nvPr>
        </p:nvSpPr>
        <p:spPr/>
        <p:txBody>
          <a:bodyPr/>
          <a:lstStyle/>
          <a:p>
            <a:fld id="{A574E3BB-8B06-46B3-B9FF-811E23AED9F0}" type="slidenum">
              <a:rPr lang="zh-CN" altLang="en-US" smtClean="0"/>
              <a:t>‹#›</a:t>
            </a:fld>
            <a:endParaRPr lang="zh-CN" altLang="en-US"/>
          </a:p>
        </p:txBody>
      </p:sp>
    </p:spTree>
    <p:extLst>
      <p:ext uri="{BB962C8B-B14F-4D97-AF65-F5344CB8AC3E}">
        <p14:creationId xmlns:p14="http://schemas.microsoft.com/office/powerpoint/2010/main" val="33622180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3E2CA5-9ED4-4651-BFBA-18EEC86960C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F56659B-0173-4BFC-B059-7C944F020F2F}"/>
              </a:ext>
            </a:extLst>
          </p:cNvPr>
          <p:cNvSpPr>
            <a:spLocks noGrp="1"/>
          </p:cNvSpPr>
          <p:nvPr>
            <p:ph type="dt" sz="half" idx="10"/>
          </p:nvPr>
        </p:nvSpPr>
        <p:spPr/>
        <p:txBody>
          <a:bodyPr/>
          <a:lstStyle/>
          <a:p>
            <a:fld id="{3A247629-ACA5-4119-A07E-A16F4A240F05}" type="datetimeFigureOut">
              <a:rPr lang="zh-CN" altLang="en-US" smtClean="0"/>
              <a:t>2026/6/18</a:t>
            </a:fld>
            <a:endParaRPr lang="zh-CN" altLang="en-US"/>
          </a:p>
        </p:txBody>
      </p:sp>
      <p:sp>
        <p:nvSpPr>
          <p:cNvPr id="4" name="页脚占位符 3">
            <a:extLst>
              <a:ext uri="{FF2B5EF4-FFF2-40B4-BE49-F238E27FC236}">
                <a16:creationId xmlns:a16="http://schemas.microsoft.com/office/drawing/2014/main" id="{BF2DA904-03E6-4252-8B17-CDF3F2CACF6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99A35FF-8EDF-48C5-9E39-9D289CA6D5F0}"/>
              </a:ext>
            </a:extLst>
          </p:cNvPr>
          <p:cNvSpPr>
            <a:spLocks noGrp="1"/>
          </p:cNvSpPr>
          <p:nvPr>
            <p:ph type="sldNum" sz="quarter" idx="12"/>
          </p:nvPr>
        </p:nvSpPr>
        <p:spPr/>
        <p:txBody>
          <a:bodyPr/>
          <a:lstStyle/>
          <a:p>
            <a:fld id="{A574E3BB-8B06-46B3-B9FF-811E23AED9F0}" type="slidenum">
              <a:rPr lang="zh-CN" altLang="en-US" smtClean="0"/>
              <a:t>‹#›</a:t>
            </a:fld>
            <a:endParaRPr lang="zh-CN" altLang="en-US"/>
          </a:p>
        </p:txBody>
      </p:sp>
    </p:spTree>
    <p:extLst>
      <p:ext uri="{BB962C8B-B14F-4D97-AF65-F5344CB8AC3E}">
        <p14:creationId xmlns:p14="http://schemas.microsoft.com/office/powerpoint/2010/main" val="23401801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1BA9A2C-9701-45B2-BE14-F7676C67C783}"/>
              </a:ext>
            </a:extLst>
          </p:cNvPr>
          <p:cNvSpPr>
            <a:spLocks noGrp="1"/>
          </p:cNvSpPr>
          <p:nvPr>
            <p:ph type="dt" sz="half" idx="10"/>
          </p:nvPr>
        </p:nvSpPr>
        <p:spPr/>
        <p:txBody>
          <a:bodyPr/>
          <a:lstStyle/>
          <a:p>
            <a:fld id="{3A247629-ACA5-4119-A07E-A16F4A240F05}" type="datetimeFigureOut">
              <a:rPr lang="zh-CN" altLang="en-US" smtClean="0"/>
              <a:t>2026/6/18</a:t>
            </a:fld>
            <a:endParaRPr lang="zh-CN" altLang="en-US"/>
          </a:p>
        </p:txBody>
      </p:sp>
      <p:sp>
        <p:nvSpPr>
          <p:cNvPr id="3" name="页脚占位符 2">
            <a:extLst>
              <a:ext uri="{FF2B5EF4-FFF2-40B4-BE49-F238E27FC236}">
                <a16:creationId xmlns:a16="http://schemas.microsoft.com/office/drawing/2014/main" id="{7C51EFD0-CCAA-4377-90B2-39F00EC6947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F4BDE32-E099-4666-B7C6-1A58510B10CF}"/>
              </a:ext>
            </a:extLst>
          </p:cNvPr>
          <p:cNvSpPr>
            <a:spLocks noGrp="1"/>
          </p:cNvSpPr>
          <p:nvPr>
            <p:ph type="sldNum" sz="quarter" idx="12"/>
          </p:nvPr>
        </p:nvSpPr>
        <p:spPr/>
        <p:txBody>
          <a:bodyPr/>
          <a:lstStyle/>
          <a:p>
            <a:fld id="{A574E3BB-8B06-46B3-B9FF-811E23AED9F0}" type="slidenum">
              <a:rPr lang="zh-CN" altLang="en-US" smtClean="0"/>
              <a:t>‹#›</a:t>
            </a:fld>
            <a:endParaRPr lang="zh-CN" altLang="en-US"/>
          </a:p>
        </p:txBody>
      </p:sp>
    </p:spTree>
    <p:extLst>
      <p:ext uri="{BB962C8B-B14F-4D97-AF65-F5344CB8AC3E}">
        <p14:creationId xmlns:p14="http://schemas.microsoft.com/office/powerpoint/2010/main" val="352950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47EF19-0E16-4812-8351-4B3B08A60E0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FCA4881-2C9E-4DA2-8D82-8DDE4B9680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B7B517A-B060-4F75-94A6-E658C1D663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2285EDB-BF79-4517-ABC1-EE70D4A85350}"/>
              </a:ext>
            </a:extLst>
          </p:cNvPr>
          <p:cNvSpPr>
            <a:spLocks noGrp="1"/>
          </p:cNvSpPr>
          <p:nvPr>
            <p:ph type="dt" sz="half" idx="10"/>
          </p:nvPr>
        </p:nvSpPr>
        <p:spPr/>
        <p:txBody>
          <a:bodyPr/>
          <a:lstStyle/>
          <a:p>
            <a:fld id="{3A247629-ACA5-4119-A07E-A16F4A240F05}" type="datetimeFigureOut">
              <a:rPr lang="zh-CN" altLang="en-US" smtClean="0"/>
              <a:t>2026/6/18</a:t>
            </a:fld>
            <a:endParaRPr lang="zh-CN" altLang="en-US"/>
          </a:p>
        </p:txBody>
      </p:sp>
      <p:sp>
        <p:nvSpPr>
          <p:cNvPr id="6" name="页脚占位符 5">
            <a:extLst>
              <a:ext uri="{FF2B5EF4-FFF2-40B4-BE49-F238E27FC236}">
                <a16:creationId xmlns:a16="http://schemas.microsoft.com/office/drawing/2014/main" id="{47EE81D3-4162-40EA-9B85-A5CEFABCF72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EC9A7C8-F3E7-4A23-BAAC-450B10914523}"/>
              </a:ext>
            </a:extLst>
          </p:cNvPr>
          <p:cNvSpPr>
            <a:spLocks noGrp="1"/>
          </p:cNvSpPr>
          <p:nvPr>
            <p:ph type="sldNum" sz="quarter" idx="12"/>
          </p:nvPr>
        </p:nvSpPr>
        <p:spPr/>
        <p:txBody>
          <a:bodyPr/>
          <a:lstStyle/>
          <a:p>
            <a:fld id="{A574E3BB-8B06-46B3-B9FF-811E23AED9F0}" type="slidenum">
              <a:rPr lang="zh-CN" altLang="en-US" smtClean="0"/>
              <a:t>‹#›</a:t>
            </a:fld>
            <a:endParaRPr lang="zh-CN" altLang="en-US"/>
          </a:p>
        </p:txBody>
      </p:sp>
    </p:spTree>
    <p:extLst>
      <p:ext uri="{BB962C8B-B14F-4D97-AF65-F5344CB8AC3E}">
        <p14:creationId xmlns:p14="http://schemas.microsoft.com/office/powerpoint/2010/main" val="134722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F3A5FC-A885-4510-B54C-EE2D945D5BB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87970A8-01F2-42C9-97FC-9885C8C06D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CD523C4-E300-4721-994C-BFDA22D9F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6CCFBA9-ADC0-4D15-BBA0-05A8B62AEEEF}"/>
              </a:ext>
            </a:extLst>
          </p:cNvPr>
          <p:cNvSpPr>
            <a:spLocks noGrp="1"/>
          </p:cNvSpPr>
          <p:nvPr>
            <p:ph type="dt" sz="half" idx="10"/>
          </p:nvPr>
        </p:nvSpPr>
        <p:spPr/>
        <p:txBody>
          <a:bodyPr/>
          <a:lstStyle/>
          <a:p>
            <a:fld id="{3A247629-ACA5-4119-A07E-A16F4A240F05}" type="datetimeFigureOut">
              <a:rPr lang="zh-CN" altLang="en-US" smtClean="0"/>
              <a:t>2026/6/18</a:t>
            </a:fld>
            <a:endParaRPr lang="zh-CN" altLang="en-US"/>
          </a:p>
        </p:txBody>
      </p:sp>
      <p:sp>
        <p:nvSpPr>
          <p:cNvPr id="6" name="页脚占位符 5">
            <a:extLst>
              <a:ext uri="{FF2B5EF4-FFF2-40B4-BE49-F238E27FC236}">
                <a16:creationId xmlns:a16="http://schemas.microsoft.com/office/drawing/2014/main" id="{0136EF41-0F87-40B9-8FBC-6A42E837DB2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F72C79E-AF9F-4B7B-B701-C933289B5493}"/>
              </a:ext>
            </a:extLst>
          </p:cNvPr>
          <p:cNvSpPr>
            <a:spLocks noGrp="1"/>
          </p:cNvSpPr>
          <p:nvPr>
            <p:ph type="sldNum" sz="quarter" idx="12"/>
          </p:nvPr>
        </p:nvSpPr>
        <p:spPr/>
        <p:txBody>
          <a:bodyPr/>
          <a:lstStyle/>
          <a:p>
            <a:fld id="{A574E3BB-8B06-46B3-B9FF-811E23AED9F0}" type="slidenum">
              <a:rPr lang="zh-CN" altLang="en-US" smtClean="0"/>
              <a:t>‹#›</a:t>
            </a:fld>
            <a:endParaRPr lang="zh-CN" altLang="en-US"/>
          </a:p>
        </p:txBody>
      </p:sp>
    </p:spTree>
    <p:extLst>
      <p:ext uri="{BB962C8B-B14F-4D97-AF65-F5344CB8AC3E}">
        <p14:creationId xmlns:p14="http://schemas.microsoft.com/office/powerpoint/2010/main" val="731195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EA8BF2-CA1B-46F0-B93F-76A47804DE8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5DCBD5D-40BC-47A0-B0B3-E80A523E7CE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9924FE1-C9F2-4F36-9277-9E89B9AB435B}"/>
              </a:ext>
            </a:extLst>
          </p:cNvPr>
          <p:cNvSpPr>
            <a:spLocks noGrp="1"/>
          </p:cNvSpPr>
          <p:nvPr>
            <p:ph type="dt" sz="half" idx="10"/>
          </p:nvPr>
        </p:nvSpPr>
        <p:spPr/>
        <p:txBody>
          <a:bodyPr/>
          <a:lstStyle/>
          <a:p>
            <a:fld id="{3A247629-ACA5-4119-A07E-A16F4A240F05}" type="datetimeFigureOut">
              <a:rPr lang="zh-CN" altLang="en-US" smtClean="0"/>
              <a:t>2026/6/18</a:t>
            </a:fld>
            <a:endParaRPr lang="zh-CN" altLang="en-US"/>
          </a:p>
        </p:txBody>
      </p:sp>
      <p:sp>
        <p:nvSpPr>
          <p:cNvPr id="5" name="页脚占位符 4">
            <a:extLst>
              <a:ext uri="{FF2B5EF4-FFF2-40B4-BE49-F238E27FC236}">
                <a16:creationId xmlns:a16="http://schemas.microsoft.com/office/drawing/2014/main" id="{5E04DE18-6ADE-49CF-907F-98EBBFD404E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F9B8AB8-36EF-4765-8893-F80D6D7351FB}"/>
              </a:ext>
            </a:extLst>
          </p:cNvPr>
          <p:cNvSpPr>
            <a:spLocks noGrp="1"/>
          </p:cNvSpPr>
          <p:nvPr>
            <p:ph type="sldNum" sz="quarter" idx="12"/>
          </p:nvPr>
        </p:nvSpPr>
        <p:spPr/>
        <p:txBody>
          <a:bodyPr/>
          <a:lstStyle/>
          <a:p>
            <a:fld id="{A574E3BB-8B06-46B3-B9FF-811E23AED9F0}" type="slidenum">
              <a:rPr lang="zh-CN" altLang="en-US" smtClean="0"/>
              <a:t>‹#›</a:t>
            </a:fld>
            <a:endParaRPr lang="zh-CN" altLang="en-US"/>
          </a:p>
        </p:txBody>
      </p:sp>
    </p:spTree>
    <p:extLst>
      <p:ext uri="{BB962C8B-B14F-4D97-AF65-F5344CB8AC3E}">
        <p14:creationId xmlns:p14="http://schemas.microsoft.com/office/powerpoint/2010/main" val="13778782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F206F6F-0B34-404F-9D92-B4DC95F7F72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BD7B151-48A0-4F04-A56E-1151C9CA65D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E50606D-EC8F-43E7-9DFC-00BFCA17CBE9}"/>
              </a:ext>
            </a:extLst>
          </p:cNvPr>
          <p:cNvSpPr>
            <a:spLocks noGrp="1"/>
          </p:cNvSpPr>
          <p:nvPr>
            <p:ph type="dt" sz="half" idx="10"/>
          </p:nvPr>
        </p:nvSpPr>
        <p:spPr/>
        <p:txBody>
          <a:bodyPr/>
          <a:lstStyle/>
          <a:p>
            <a:fld id="{3A247629-ACA5-4119-A07E-A16F4A240F05}" type="datetimeFigureOut">
              <a:rPr lang="zh-CN" altLang="en-US" smtClean="0"/>
              <a:t>2026/6/18</a:t>
            </a:fld>
            <a:endParaRPr lang="zh-CN" altLang="en-US"/>
          </a:p>
        </p:txBody>
      </p:sp>
      <p:sp>
        <p:nvSpPr>
          <p:cNvPr id="5" name="页脚占位符 4">
            <a:extLst>
              <a:ext uri="{FF2B5EF4-FFF2-40B4-BE49-F238E27FC236}">
                <a16:creationId xmlns:a16="http://schemas.microsoft.com/office/drawing/2014/main" id="{FF2B7D25-73B3-4269-9D3F-A76726C9CE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7B225D6-DD48-460E-9EBE-7B23270123C1}"/>
              </a:ext>
            </a:extLst>
          </p:cNvPr>
          <p:cNvSpPr>
            <a:spLocks noGrp="1"/>
          </p:cNvSpPr>
          <p:nvPr>
            <p:ph type="sldNum" sz="quarter" idx="12"/>
          </p:nvPr>
        </p:nvSpPr>
        <p:spPr/>
        <p:txBody>
          <a:bodyPr/>
          <a:lstStyle/>
          <a:p>
            <a:fld id="{A574E3BB-8B06-46B3-B9FF-811E23AED9F0}" type="slidenum">
              <a:rPr lang="zh-CN" altLang="en-US" smtClean="0"/>
              <a:t>‹#›</a:t>
            </a:fld>
            <a:endParaRPr lang="zh-CN" altLang="en-US"/>
          </a:p>
        </p:txBody>
      </p:sp>
    </p:spTree>
    <p:extLst>
      <p:ext uri="{BB962C8B-B14F-4D97-AF65-F5344CB8AC3E}">
        <p14:creationId xmlns:p14="http://schemas.microsoft.com/office/powerpoint/2010/main" val="5361882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3_Title Only">
    <p:bg>
      <p:bgPr>
        <a:solidFill>
          <a:schemeClr val="bg1"/>
        </a:solidFill>
        <a:effectLst/>
      </p:bgPr>
    </p:bg>
    <p:spTree>
      <p:nvGrpSpPr>
        <p:cNvPr id="1" name=""/>
        <p:cNvGrpSpPr/>
        <p:nvPr/>
      </p:nvGrpSpPr>
      <p:grpSpPr>
        <a:xfrm>
          <a:off x="0" y="0"/>
          <a:ext cx="0" cy="0"/>
          <a:chOff x="0" y="0"/>
          <a:chExt cx="0" cy="0"/>
        </a:xfrm>
      </p:grpSpPr>
      <p:sp>
        <p:nvSpPr>
          <p:cNvPr id="17" name="bg object 17"/>
          <p:cNvSpPr/>
          <p:nvPr/>
        </p:nvSpPr>
        <p:spPr>
          <a:xfrm>
            <a:off x="8097012" y="6095"/>
            <a:ext cx="4085843" cy="696467"/>
          </a:xfrm>
          <a:prstGeom prst="rect">
            <a:avLst/>
          </a:prstGeom>
          <a:blipFill>
            <a:blip r:embed="rId2" cstate="print"/>
            <a:stretch>
              <a:fillRect/>
            </a:stretch>
          </a:blipFill>
        </p:spPr>
        <p:txBody>
          <a:bodyPr wrap="square" lIns="0" tIns="0" rIns="0" bIns="0" rtlCol="0"/>
          <a:lstStyle/>
          <a:p>
            <a:endParaRPr dirty="0"/>
          </a:p>
        </p:txBody>
      </p:sp>
      <p:sp>
        <p:nvSpPr>
          <p:cNvPr id="18" name="bg object 18"/>
          <p:cNvSpPr/>
          <p:nvPr/>
        </p:nvSpPr>
        <p:spPr>
          <a:xfrm>
            <a:off x="7121652" y="2563367"/>
            <a:ext cx="3901438" cy="4023359"/>
          </a:xfrm>
          <a:prstGeom prst="rect">
            <a:avLst/>
          </a:prstGeom>
          <a:blipFill>
            <a:blip r:embed="rId3" cstate="print"/>
            <a:stretch>
              <a:fillRect/>
            </a:stretch>
          </a:blipFill>
        </p:spPr>
        <p:txBody>
          <a:bodyPr wrap="square" lIns="0" tIns="0" rIns="0" bIns="0" rtlCol="0"/>
          <a:lstStyle/>
          <a:p>
            <a:endParaRPr dirty="0"/>
          </a:p>
        </p:txBody>
      </p:sp>
      <p:sp>
        <p:nvSpPr>
          <p:cNvPr id="19" name="bg object 19"/>
          <p:cNvSpPr/>
          <p:nvPr/>
        </p:nvSpPr>
        <p:spPr>
          <a:xfrm>
            <a:off x="0" y="702576"/>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400" dirty="0"/>
          </a:p>
        </p:txBody>
      </p:sp>
      <p:sp>
        <p:nvSpPr>
          <p:cNvPr id="11" name="bg object 16">
            <a:extLst>
              <a:ext uri="{FF2B5EF4-FFF2-40B4-BE49-F238E27FC236}">
                <a16:creationId xmlns:a16="http://schemas.microsoft.com/office/drawing/2014/main" id="{95A8F8BB-853E-4412-9039-81FA5694B3C9}"/>
              </a:ext>
            </a:extLst>
          </p:cNvPr>
          <p:cNvSpPr/>
          <p:nvPr userDrawn="1"/>
        </p:nvSpPr>
        <p:spPr>
          <a:xfrm rot="10800000">
            <a:off x="-1" y="-1527"/>
            <a:ext cx="8106155" cy="696469"/>
          </a:xfrm>
          <a:prstGeom prst="rect">
            <a:avLst/>
          </a:prstGeom>
          <a:blipFill>
            <a:blip r:embed="rId4" cstate="print"/>
            <a:stretch>
              <a:fillRect/>
            </a:stretch>
          </a:blipFill>
        </p:spPr>
        <p:txBody>
          <a:bodyPr wrap="square" lIns="0" tIns="0" rIns="0" bIns="0" rtlCol="0"/>
          <a:lstStyle/>
          <a:p>
            <a:endParaRPr dirty="0"/>
          </a:p>
        </p:txBody>
      </p:sp>
      <p:sp>
        <p:nvSpPr>
          <p:cNvPr id="30" name="Text Placeholder 33">
            <a:extLst>
              <a:ext uri="{FF2B5EF4-FFF2-40B4-BE49-F238E27FC236}">
                <a16:creationId xmlns:a16="http://schemas.microsoft.com/office/drawing/2014/main" id="{AF328C53-3926-4796-A574-8F51CAA0FB6A}"/>
              </a:ext>
            </a:extLst>
          </p:cNvPr>
          <p:cNvSpPr>
            <a:spLocks noGrp="1"/>
          </p:cNvSpPr>
          <p:nvPr>
            <p:ph type="body" sz="quarter" idx="14" hasCustomPrompt="1"/>
          </p:nvPr>
        </p:nvSpPr>
        <p:spPr>
          <a:xfrm>
            <a:off x="156000" y="857104"/>
            <a:ext cx="11880000" cy="5472000"/>
          </a:xfrm>
          <a:prstGeom prst="rect">
            <a:avLst/>
          </a:prstGeom>
        </p:spPr>
        <p:txBody>
          <a:bodyPr vert="horz" lIns="72000" tIns="36000" rIns="72000" bIns="36000" rtlCol="0">
            <a:noAutofit/>
          </a:bodyPr>
          <a:lstStyle>
            <a:lvl1pPr marL="288000" indent="-288000" algn="l" defTabSz="914400" rtl="0" eaLnBrk="1" latinLnBrk="0" hangingPunct="1">
              <a:spcBef>
                <a:spcPts val="600"/>
              </a:spcBef>
              <a:spcAft>
                <a:spcPts val="400"/>
              </a:spcAft>
              <a:buClrTx/>
              <a:buSzPct val="90000"/>
              <a:buFont typeface="Arial" pitchFamily="34" charset="0"/>
              <a:buChar char="•"/>
              <a:defRPr lang="en-US" sz="2800" b="0"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76000" indent="-288000" algn="l" defTabSz="914400" rtl="0" eaLnBrk="1" latinLnBrk="0" hangingPunct="1">
              <a:spcBef>
                <a:spcPts val="0"/>
              </a:spcBef>
              <a:spcAft>
                <a:spcPts val="600"/>
              </a:spcAft>
              <a:buClrTx/>
              <a:buSzPct val="90000"/>
              <a:buFont typeface="Arial" pitchFamily="34" charset="0"/>
              <a:buChar char="•"/>
              <a:defRPr sz="24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64000" indent="-288000" algn="l" defTabSz="914400" rtl="0" eaLnBrk="1" latinLnBrk="0" hangingPunct="1">
              <a:spcBef>
                <a:spcPts val="0"/>
              </a:spcBef>
              <a:spcAft>
                <a:spcPts val="600"/>
              </a:spcAft>
              <a:buClrTx/>
              <a:buSzPct val="90000"/>
              <a:buFont typeface="Arial" pitchFamily="34" charset="0"/>
              <a:buChar char="•"/>
              <a:defRPr sz="24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152000" indent="-288000" algn="l" defTabSz="914400" rtl="0" eaLnBrk="1" latinLnBrk="0" hangingPunct="1">
              <a:spcBef>
                <a:spcPts val="0"/>
              </a:spcBef>
              <a:spcAft>
                <a:spcPts val="600"/>
              </a:spcAft>
              <a:buClrTx/>
              <a:buSzPct val="90000"/>
              <a:buFont typeface="Arial" pitchFamily="34" charset="0"/>
              <a:buChar char="•"/>
              <a:defRPr sz="24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440000" indent="-288000" algn="l" defTabSz="914400" rtl="0" eaLnBrk="1" latinLnBrk="0" hangingPunct="1">
              <a:spcBef>
                <a:spcPts val="0"/>
              </a:spcBef>
              <a:spcAft>
                <a:spcPts val="600"/>
              </a:spcAft>
              <a:buClrTx/>
              <a:buSzPct val="90000"/>
              <a:buFont typeface="Arial" pitchFamily="34" charset="0"/>
              <a:buChar char="•"/>
              <a:defRPr sz="24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Title 8">
            <a:extLst>
              <a:ext uri="{FF2B5EF4-FFF2-40B4-BE49-F238E27FC236}">
                <a16:creationId xmlns:a16="http://schemas.microsoft.com/office/drawing/2014/main" id="{0BC764EA-0ACD-4734-ABB5-C7C34F06A6A7}"/>
              </a:ext>
            </a:extLst>
          </p:cNvPr>
          <p:cNvSpPr>
            <a:spLocks noGrp="1"/>
          </p:cNvSpPr>
          <p:nvPr>
            <p:ph type="title" hasCustomPrompt="1"/>
          </p:nvPr>
        </p:nvSpPr>
        <p:spPr>
          <a:xfrm>
            <a:off x="156000" y="-15034"/>
            <a:ext cx="7845000" cy="755489"/>
          </a:xfrm>
          <a:prstGeom prst="rect">
            <a:avLst/>
          </a:prstGeom>
        </p:spPr>
        <p:txBody>
          <a:bodyPr vert="horz" lIns="0" tIns="0" rIns="0" bIns="0" rtlCol="0" anchor="ctr">
            <a:noAutofit/>
          </a:bodyPr>
          <a:lstStyle>
            <a:lvl1pPr>
              <a:defRPr lang="en-US" sz="2800"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stStyle>
          <a:p>
            <a:pPr marL="0" lvl="0" indent="0" algn="l" defTabSz="914400" rtl="0" eaLnBrk="1" latinLnBrk="0" hangingPunct="1">
              <a:spcBef>
                <a:spcPts val="600"/>
              </a:spcBef>
              <a:spcAft>
                <a:spcPts val="400"/>
              </a:spcAft>
              <a:buClrTx/>
              <a:buSzPct val="90000"/>
              <a:buFont typeface="Arial" pitchFamily="34" charset="0"/>
              <a:buNone/>
            </a:pPr>
            <a:r>
              <a:rPr lang="en-US" dirty="0"/>
              <a:t>Click to edit Master title style</a:t>
            </a:r>
          </a:p>
        </p:txBody>
      </p:sp>
      <p:sp>
        <p:nvSpPr>
          <p:cNvPr id="33" name="Holder 4">
            <a:extLst>
              <a:ext uri="{FF2B5EF4-FFF2-40B4-BE49-F238E27FC236}">
                <a16:creationId xmlns:a16="http://schemas.microsoft.com/office/drawing/2014/main" id="{B2383AFD-1777-49DE-A9D9-725232D7588C}"/>
              </a:ext>
            </a:extLst>
          </p:cNvPr>
          <p:cNvSpPr>
            <a:spLocks noGrp="1"/>
          </p:cNvSpPr>
          <p:nvPr>
            <p:ph type="ftr" sz="quarter" idx="5"/>
          </p:nvPr>
        </p:nvSpPr>
        <p:spPr>
          <a:xfrm>
            <a:off x="4145280" y="6522720"/>
            <a:ext cx="3901440" cy="184666"/>
          </a:xfrm>
        </p:spPr>
        <p:txBody>
          <a:bodyPr lIns="0" tIns="0" rIns="0" bIns="0"/>
          <a:lstStyle>
            <a:lvl1pPr algn="ctr">
              <a:defRPr>
                <a:solidFill>
                  <a:schemeClr val="tx1">
                    <a:tint val="75000"/>
                  </a:schemeClr>
                </a:solidFill>
              </a:defRPr>
            </a:lvl1pPr>
          </a:lstStyle>
          <a:p>
            <a:endParaRPr dirty="0"/>
          </a:p>
        </p:txBody>
      </p:sp>
      <p:sp>
        <p:nvSpPr>
          <p:cNvPr id="34" name="Holder 5">
            <a:extLst>
              <a:ext uri="{FF2B5EF4-FFF2-40B4-BE49-F238E27FC236}">
                <a16:creationId xmlns:a16="http://schemas.microsoft.com/office/drawing/2014/main" id="{B09181DF-175E-4B13-ACC8-929A2208CBC2}"/>
              </a:ext>
            </a:extLst>
          </p:cNvPr>
          <p:cNvSpPr>
            <a:spLocks noGrp="1"/>
          </p:cNvSpPr>
          <p:nvPr>
            <p:ph type="dt" sz="half" idx="6"/>
          </p:nvPr>
        </p:nvSpPr>
        <p:spPr>
          <a:xfrm>
            <a:off x="609600" y="6522720"/>
            <a:ext cx="2804160" cy="184666"/>
          </a:xfrm>
        </p:spPr>
        <p:txBody>
          <a:bodyPr lIns="0" tIns="0" rIns="0" bIns="0"/>
          <a:lstStyle>
            <a:lvl1pPr algn="l">
              <a:defRPr>
                <a:solidFill>
                  <a:schemeClr val="tx1">
                    <a:tint val="75000"/>
                  </a:schemeClr>
                </a:solidFill>
              </a:defRPr>
            </a:lvl1pPr>
          </a:lstStyle>
          <a:p>
            <a:fld id="{79D2E268-8942-475E-8634-EC5ECBC10655}" type="datetime1">
              <a:rPr lang="en-US" altLang="zh-CN" smtClean="0"/>
              <a:t>6/18/2026</a:t>
            </a:fld>
            <a:endParaRPr lang="en-US" dirty="0"/>
          </a:p>
        </p:txBody>
      </p:sp>
      <p:sp>
        <p:nvSpPr>
          <p:cNvPr id="35" name="Holder 6">
            <a:extLst>
              <a:ext uri="{FF2B5EF4-FFF2-40B4-BE49-F238E27FC236}">
                <a16:creationId xmlns:a16="http://schemas.microsoft.com/office/drawing/2014/main" id="{BE9235B9-D049-49BB-8005-A653FD3CA492}"/>
              </a:ext>
            </a:extLst>
          </p:cNvPr>
          <p:cNvSpPr>
            <a:spLocks noGrp="1"/>
          </p:cNvSpPr>
          <p:nvPr>
            <p:ph type="sldNum" sz="quarter" idx="7"/>
          </p:nvPr>
        </p:nvSpPr>
        <p:spPr>
          <a:xfrm>
            <a:off x="8778240" y="6522720"/>
            <a:ext cx="2804160" cy="184666"/>
          </a:xfrm>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34022604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2_Title Only">
    <p:bg>
      <p:bgPr>
        <a:solidFill>
          <a:schemeClr val="bg1"/>
        </a:solidFill>
        <a:effectLst/>
      </p:bgPr>
    </p:bg>
    <p:spTree>
      <p:nvGrpSpPr>
        <p:cNvPr id="1" name=""/>
        <p:cNvGrpSpPr/>
        <p:nvPr/>
      </p:nvGrpSpPr>
      <p:grpSpPr>
        <a:xfrm>
          <a:off x="0" y="0"/>
          <a:ext cx="0" cy="0"/>
          <a:chOff x="0" y="0"/>
          <a:chExt cx="0" cy="0"/>
        </a:xfrm>
      </p:grpSpPr>
      <p:sp>
        <p:nvSpPr>
          <p:cNvPr id="16" name="object 2">
            <a:extLst>
              <a:ext uri="{FF2B5EF4-FFF2-40B4-BE49-F238E27FC236}">
                <a16:creationId xmlns:a16="http://schemas.microsoft.com/office/drawing/2014/main" id="{3B80480E-176E-49D8-9E64-93D43AD3D8F2}"/>
              </a:ext>
            </a:extLst>
          </p:cNvPr>
          <p:cNvSpPr/>
          <p:nvPr userDrawn="1"/>
        </p:nvSpPr>
        <p:spPr>
          <a:xfrm>
            <a:off x="0" y="812291"/>
            <a:ext cx="12191998" cy="3403091"/>
          </a:xfrm>
          <a:prstGeom prst="rect">
            <a:avLst/>
          </a:prstGeom>
          <a:blipFill>
            <a:blip r:embed="rId2" cstate="print"/>
            <a:stretch>
              <a:fillRect/>
            </a:stretch>
          </a:blipFill>
        </p:spPr>
        <p:txBody>
          <a:bodyPr wrap="square" lIns="0" tIns="0" rIns="0" bIns="0" rtlCol="0"/>
          <a:lstStyle/>
          <a:p>
            <a:endParaRPr dirty="0"/>
          </a:p>
        </p:txBody>
      </p:sp>
      <p:sp>
        <p:nvSpPr>
          <p:cNvPr id="17" name="bg object 17"/>
          <p:cNvSpPr/>
          <p:nvPr/>
        </p:nvSpPr>
        <p:spPr>
          <a:xfrm>
            <a:off x="8097012" y="6095"/>
            <a:ext cx="4085843" cy="696467"/>
          </a:xfrm>
          <a:prstGeom prst="rect">
            <a:avLst/>
          </a:prstGeom>
          <a:blipFill>
            <a:blip r:embed="rId3" cstate="print"/>
            <a:stretch>
              <a:fillRect/>
            </a:stretch>
          </a:blipFill>
        </p:spPr>
        <p:txBody>
          <a:bodyPr wrap="square" lIns="0" tIns="0" rIns="0" bIns="0" rtlCol="0"/>
          <a:lstStyle/>
          <a:p>
            <a:endParaRPr dirty="0"/>
          </a:p>
        </p:txBody>
      </p:sp>
      <p:sp>
        <p:nvSpPr>
          <p:cNvPr id="18" name="bg object 18"/>
          <p:cNvSpPr/>
          <p:nvPr/>
        </p:nvSpPr>
        <p:spPr>
          <a:xfrm>
            <a:off x="7121652" y="2563367"/>
            <a:ext cx="3901438" cy="4023359"/>
          </a:xfrm>
          <a:prstGeom prst="rect">
            <a:avLst/>
          </a:prstGeom>
          <a:blipFill>
            <a:blip r:embed="rId4" cstate="print"/>
            <a:stretch>
              <a:fillRect/>
            </a:stretch>
          </a:blipFill>
        </p:spPr>
        <p:txBody>
          <a:bodyPr wrap="square" lIns="0" tIns="0" rIns="0" bIns="0" rtlCol="0"/>
          <a:lstStyle/>
          <a:p>
            <a:endParaRPr dirty="0"/>
          </a:p>
        </p:txBody>
      </p:sp>
      <p:sp>
        <p:nvSpPr>
          <p:cNvPr id="19" name="bg object 19"/>
          <p:cNvSpPr/>
          <p:nvPr/>
        </p:nvSpPr>
        <p:spPr>
          <a:xfrm>
            <a:off x="0" y="702576"/>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dirty="0"/>
          </a:p>
        </p:txBody>
      </p:sp>
      <p:sp>
        <p:nvSpPr>
          <p:cNvPr id="11" name="bg object 16">
            <a:extLst>
              <a:ext uri="{FF2B5EF4-FFF2-40B4-BE49-F238E27FC236}">
                <a16:creationId xmlns:a16="http://schemas.microsoft.com/office/drawing/2014/main" id="{95A8F8BB-853E-4412-9039-81FA5694B3C9}"/>
              </a:ext>
            </a:extLst>
          </p:cNvPr>
          <p:cNvSpPr/>
          <p:nvPr userDrawn="1"/>
        </p:nvSpPr>
        <p:spPr>
          <a:xfrm rot="10800000">
            <a:off x="-1" y="-1527"/>
            <a:ext cx="8106155" cy="696469"/>
          </a:xfrm>
          <a:prstGeom prst="rect">
            <a:avLst/>
          </a:prstGeom>
          <a:blipFill>
            <a:blip r:embed="rId5" cstate="print"/>
            <a:stretch>
              <a:fillRect/>
            </a:stretch>
          </a:blipFill>
        </p:spPr>
        <p:txBody>
          <a:bodyPr wrap="square" lIns="0" tIns="0" rIns="0" bIns="0" rtlCol="0"/>
          <a:lstStyle/>
          <a:p>
            <a:endParaRPr dirty="0"/>
          </a:p>
        </p:txBody>
      </p:sp>
      <p:sp>
        <p:nvSpPr>
          <p:cNvPr id="20" name="Text Placeholder 33">
            <a:extLst>
              <a:ext uri="{FF2B5EF4-FFF2-40B4-BE49-F238E27FC236}">
                <a16:creationId xmlns:a16="http://schemas.microsoft.com/office/drawing/2014/main" id="{C3655063-941C-43C8-AAF0-4F38949C105D}"/>
              </a:ext>
            </a:extLst>
          </p:cNvPr>
          <p:cNvSpPr>
            <a:spLocks noGrp="1"/>
          </p:cNvSpPr>
          <p:nvPr>
            <p:ph type="body" sz="quarter" idx="17"/>
          </p:nvPr>
        </p:nvSpPr>
        <p:spPr>
          <a:xfrm>
            <a:off x="152400" y="54373"/>
            <a:ext cx="4572000" cy="555227"/>
          </a:xfrm>
          <a:prstGeom prst="rect">
            <a:avLst/>
          </a:prstGeom>
        </p:spPr>
        <p:txBody>
          <a:bodyPr vert="horz" lIns="0" tIns="0" rIns="0" bIns="0" rtlCol="0" anchor="ctr">
            <a:noAutofit/>
          </a:bodyPr>
          <a:lstStyle>
            <a:lvl1pPr marL="0" indent="0" algn="l" defTabSz="914400" rtl="0" eaLnBrk="1" latinLnBrk="0" hangingPunct="1">
              <a:spcBef>
                <a:spcPts val="600"/>
              </a:spcBef>
              <a:spcAft>
                <a:spcPts val="400"/>
              </a:spcAft>
              <a:buClrTx/>
              <a:buSzPct val="90000"/>
              <a:buFont typeface="Arial" pitchFamily="34" charset="0"/>
              <a:buNone/>
              <a:defRPr lang="en-US" sz="2800"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2" name="Text Placeholder 33">
            <a:extLst>
              <a:ext uri="{FF2B5EF4-FFF2-40B4-BE49-F238E27FC236}">
                <a16:creationId xmlns:a16="http://schemas.microsoft.com/office/drawing/2014/main" id="{593AFCAE-1DE7-4429-8138-3E51782F7811}"/>
              </a:ext>
            </a:extLst>
          </p:cNvPr>
          <p:cNvSpPr>
            <a:spLocks noGrp="1"/>
          </p:cNvSpPr>
          <p:nvPr>
            <p:ph type="body" sz="quarter" idx="14"/>
          </p:nvPr>
        </p:nvSpPr>
        <p:spPr>
          <a:xfrm>
            <a:off x="228600" y="1835678"/>
            <a:ext cx="11734800" cy="713860"/>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4800" b="1" kern="1200" spc="0" baseline="0" dirty="0">
                <a:solidFill>
                  <a:schemeClr val="bg1"/>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3" name="Holder 5">
            <a:extLst>
              <a:ext uri="{FF2B5EF4-FFF2-40B4-BE49-F238E27FC236}">
                <a16:creationId xmlns:a16="http://schemas.microsoft.com/office/drawing/2014/main" id="{7711E4E7-94C3-4114-9D86-E535471DB2EE}"/>
              </a:ext>
            </a:extLst>
          </p:cNvPr>
          <p:cNvSpPr>
            <a:spLocks noGrp="1"/>
          </p:cNvSpPr>
          <p:nvPr>
            <p:ph type="dt" sz="half" idx="6"/>
          </p:nvPr>
        </p:nvSpPr>
        <p:spPr>
          <a:xfrm>
            <a:off x="8534400" y="5263749"/>
            <a:ext cx="2804160" cy="276999"/>
          </a:xfrm>
        </p:spPr>
        <p:txBody>
          <a:bodyPr lIns="0" tIns="0" rIns="0" bIns="0"/>
          <a:lstStyle>
            <a:lvl1pPr algn="ctr">
              <a:defRPr sz="1800">
                <a:solidFill>
                  <a:schemeClr val="accent1">
                    <a:lumMod val="75000"/>
                  </a:schemeClr>
                </a:solidFill>
                <a:latin typeface="Arial" panose="020B0604020202020204" pitchFamily="34" charset="0"/>
                <a:cs typeface="Arial" panose="020B0604020202020204" pitchFamily="34" charset="0"/>
              </a:defRPr>
            </a:lvl1pPr>
          </a:lstStyle>
          <a:p>
            <a:fld id="{CA8C6704-06C0-467E-AB0A-1E5CE2A60392}" type="datetime1">
              <a:rPr lang="en-US" altLang="zh-CN" smtClean="0"/>
              <a:t>6/18/2026</a:t>
            </a:fld>
            <a:endParaRPr lang="en-US" dirty="0"/>
          </a:p>
        </p:txBody>
      </p:sp>
      <p:sp>
        <p:nvSpPr>
          <p:cNvPr id="24" name="Text Placeholder 33">
            <a:extLst>
              <a:ext uri="{FF2B5EF4-FFF2-40B4-BE49-F238E27FC236}">
                <a16:creationId xmlns:a16="http://schemas.microsoft.com/office/drawing/2014/main" id="{6AEDF7C6-FA00-43C6-B661-ABFBE7E93D0E}"/>
              </a:ext>
            </a:extLst>
          </p:cNvPr>
          <p:cNvSpPr>
            <a:spLocks noGrp="1"/>
          </p:cNvSpPr>
          <p:nvPr>
            <p:ph type="body" sz="quarter" idx="15"/>
          </p:nvPr>
        </p:nvSpPr>
        <p:spPr>
          <a:xfrm>
            <a:off x="228600" y="2514600"/>
            <a:ext cx="11734800" cy="713860"/>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3600" b="1" kern="1200" spc="0" baseline="0" dirty="0">
                <a:solidFill>
                  <a:schemeClr val="bg1"/>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5" name="Text Placeholder 33">
            <a:extLst>
              <a:ext uri="{FF2B5EF4-FFF2-40B4-BE49-F238E27FC236}">
                <a16:creationId xmlns:a16="http://schemas.microsoft.com/office/drawing/2014/main" id="{9E96DA51-90A3-4042-9798-778086FEE763}"/>
              </a:ext>
            </a:extLst>
          </p:cNvPr>
          <p:cNvSpPr>
            <a:spLocks noGrp="1"/>
          </p:cNvSpPr>
          <p:nvPr>
            <p:ph type="body" sz="quarter" idx="16"/>
          </p:nvPr>
        </p:nvSpPr>
        <p:spPr>
          <a:xfrm>
            <a:off x="7391400" y="4487430"/>
            <a:ext cx="4572000" cy="713860"/>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2400"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6477818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1_Title Slide—Short title, 1 line subtitle">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015D5969-1F85-42C5-919C-8BFCCF2B9542}"/>
              </a:ext>
            </a:extLst>
          </p:cNvPr>
          <p:cNvSpPr>
            <a:spLocks noGrp="1"/>
          </p:cNvSpPr>
          <p:nvPr>
            <p:ph idx="1" hasCustomPrompt="1"/>
          </p:nvPr>
        </p:nvSpPr>
        <p:spPr>
          <a:xfrm>
            <a:off x="468191" y="889003"/>
            <a:ext cx="5366833"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17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600"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400">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1" name="bg object 17">
            <a:extLst>
              <a:ext uri="{FF2B5EF4-FFF2-40B4-BE49-F238E27FC236}">
                <a16:creationId xmlns:a16="http://schemas.microsoft.com/office/drawing/2014/main" id="{3030BBAA-DB89-4F4A-8DA4-52797FCB7210}"/>
              </a:ext>
            </a:extLst>
          </p:cNvPr>
          <p:cNvSpPr/>
          <p:nvPr userDrawn="1"/>
        </p:nvSpPr>
        <p:spPr>
          <a:xfrm>
            <a:off x="8094905" y="6096"/>
            <a:ext cx="4084779" cy="696467"/>
          </a:xfrm>
          <a:prstGeom prst="rect">
            <a:avLst/>
          </a:prstGeom>
          <a:blipFill>
            <a:blip r:embed="rId2" cstate="print"/>
            <a:stretch>
              <a:fillRect/>
            </a:stretch>
          </a:blipFill>
        </p:spPr>
        <p:txBody>
          <a:bodyPr wrap="square" lIns="0" tIns="0" rIns="0" bIns="0" rtlCol="0"/>
          <a:lstStyle/>
          <a:p>
            <a:endParaRPr sz="1100" dirty="0">
              <a:latin typeface="微软雅黑" panose="020B0503020204020204" pitchFamily="34" charset="-122"/>
              <a:ea typeface="微软雅黑" panose="020B0503020204020204" pitchFamily="34" charset="-122"/>
            </a:endParaRPr>
          </a:p>
        </p:txBody>
      </p:sp>
      <p:sp>
        <p:nvSpPr>
          <p:cNvPr id="22" name="bg object 19">
            <a:extLst>
              <a:ext uri="{FF2B5EF4-FFF2-40B4-BE49-F238E27FC236}">
                <a16:creationId xmlns:a16="http://schemas.microsoft.com/office/drawing/2014/main" id="{CB7012CF-E297-45A6-84E9-A644BC2480AF}"/>
              </a:ext>
            </a:extLst>
          </p:cNvPr>
          <p:cNvSpPr/>
          <p:nvPr userDrawn="1"/>
        </p:nvSpPr>
        <p:spPr>
          <a:xfrm>
            <a:off x="0" y="702577"/>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1799"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userDrawn="1"/>
        </p:nvSpPr>
        <p:spPr>
          <a:xfrm rot="10800000">
            <a:off x="-1" y="-1527"/>
            <a:ext cx="8104045" cy="696469"/>
          </a:xfrm>
          <a:prstGeom prst="rect">
            <a:avLst/>
          </a:prstGeom>
          <a:blipFill>
            <a:blip r:embed="rId3" cstate="print"/>
            <a:stretch>
              <a:fillRect/>
            </a:stretch>
          </a:blipFill>
        </p:spPr>
        <p:txBody>
          <a:bodyPr wrap="square" lIns="0" tIns="0" rIns="0" bIns="0" rtlCol="0"/>
          <a:lstStyle/>
          <a:p>
            <a:endParaRPr sz="1100"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480888" y="-27384"/>
            <a:ext cx="11230225" cy="792163"/>
          </a:xfrm>
          <a:prstGeom prst="rect">
            <a:avLst/>
          </a:prstGeom>
        </p:spPr>
        <p:txBody>
          <a:bodyPr vert="horz" lIns="0" tIns="0" rIns="0" bIns="0" rtlCol="0" anchor="ctr">
            <a:noAutofit/>
          </a:bodyPr>
          <a:lstStyle>
            <a:lvl1pPr>
              <a:defRPr lang="en-US" sz="1999"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en-US" dirty="0"/>
              <a:t>Click to edit Master title style</a:t>
            </a:r>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6344281" y="889003"/>
            <a:ext cx="5366833"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17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600"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400">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cxnSp>
        <p:nvCxnSpPr>
          <p:cNvPr id="9" name="Straight Connector 21">
            <a:extLst>
              <a:ext uri="{FF2B5EF4-FFF2-40B4-BE49-F238E27FC236}">
                <a16:creationId xmlns:a16="http://schemas.microsoft.com/office/drawing/2014/main" id="{B60A3EB3-2C68-4A2C-932B-520D2430C8E1}"/>
              </a:ext>
            </a:extLst>
          </p:cNvPr>
          <p:cNvCxnSpPr>
            <a:cxnSpLocks/>
          </p:cNvCxnSpPr>
          <p:nvPr userDrawn="1"/>
        </p:nvCxnSpPr>
        <p:spPr>
          <a:xfrm>
            <a:off x="0" y="6477000"/>
            <a:ext cx="12188826" cy="0"/>
          </a:xfrm>
          <a:prstGeom prst="line">
            <a:avLst/>
          </a:prstGeom>
          <a:ln>
            <a:solidFill>
              <a:srgbClr val="58595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3764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Blank">
    <p:bg>
      <p:bgPr>
        <a:solidFill>
          <a:schemeClr val="bg1"/>
        </a:solidFill>
        <a:effectLst/>
      </p:bgPr>
    </p:bg>
    <p:spTree>
      <p:nvGrpSpPr>
        <p:cNvPr id="1" name=""/>
        <p:cNvGrpSpPr/>
        <p:nvPr/>
      </p:nvGrpSpPr>
      <p:grpSpPr>
        <a:xfrm>
          <a:off x="0" y="0"/>
          <a:ext cx="0" cy="0"/>
          <a:chOff x="0" y="0"/>
          <a:chExt cx="0" cy="0"/>
        </a:xfrm>
      </p:grpSpPr>
      <p:sp>
        <p:nvSpPr>
          <p:cNvPr id="18" name="bg object 18"/>
          <p:cNvSpPr/>
          <p:nvPr/>
        </p:nvSpPr>
        <p:spPr>
          <a:xfrm>
            <a:off x="7121652" y="2563367"/>
            <a:ext cx="3901438" cy="4023359"/>
          </a:xfrm>
          <a:prstGeom prst="rect">
            <a:avLst/>
          </a:prstGeom>
          <a:blipFill>
            <a:blip r:embed="rId2" cstate="print"/>
            <a:stretch>
              <a:fillRect/>
            </a:stretch>
          </a:blipFill>
        </p:spPr>
        <p:txBody>
          <a:bodyPr wrap="square" lIns="0" tIns="0" rIns="0" bIns="0" rtlCol="0"/>
          <a:lstStyle/>
          <a:p>
            <a:endParaRPr dirty="0"/>
          </a:p>
        </p:txBody>
      </p:sp>
      <p:sp>
        <p:nvSpPr>
          <p:cNvPr id="9" name="bg object 19">
            <a:extLst>
              <a:ext uri="{FF2B5EF4-FFF2-40B4-BE49-F238E27FC236}">
                <a16:creationId xmlns:a16="http://schemas.microsoft.com/office/drawing/2014/main" id="{A7F47312-0BE8-4532-9A93-48DB4021D9FB}"/>
              </a:ext>
            </a:extLst>
          </p:cNvPr>
          <p:cNvSpPr/>
          <p:nvPr userDrawn="1"/>
        </p:nvSpPr>
        <p:spPr>
          <a:xfrm>
            <a:off x="0" y="702576"/>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dirty="0"/>
          </a:p>
        </p:txBody>
      </p:sp>
      <p:sp>
        <p:nvSpPr>
          <p:cNvPr id="10" name="bg object 16">
            <a:extLst>
              <a:ext uri="{FF2B5EF4-FFF2-40B4-BE49-F238E27FC236}">
                <a16:creationId xmlns:a16="http://schemas.microsoft.com/office/drawing/2014/main" id="{D419FD50-21C1-45BC-9750-E7CC13DA767D}"/>
              </a:ext>
            </a:extLst>
          </p:cNvPr>
          <p:cNvSpPr/>
          <p:nvPr userDrawn="1"/>
        </p:nvSpPr>
        <p:spPr>
          <a:xfrm rot="10800000">
            <a:off x="-1" y="-1527"/>
            <a:ext cx="8106155" cy="696469"/>
          </a:xfrm>
          <a:prstGeom prst="rect">
            <a:avLst/>
          </a:prstGeom>
          <a:blipFill>
            <a:blip r:embed="rId3" cstate="print"/>
            <a:stretch>
              <a:fillRect/>
            </a:stretch>
          </a:blipFill>
        </p:spPr>
        <p:txBody>
          <a:bodyPr wrap="square" lIns="0" tIns="0" rIns="0" bIns="0" rtlCol="0"/>
          <a:lstStyle/>
          <a:p>
            <a:endParaRPr dirty="0"/>
          </a:p>
        </p:txBody>
      </p:sp>
      <p:sp>
        <p:nvSpPr>
          <p:cNvPr id="19" name="Text Placeholder 33">
            <a:extLst>
              <a:ext uri="{FF2B5EF4-FFF2-40B4-BE49-F238E27FC236}">
                <a16:creationId xmlns:a16="http://schemas.microsoft.com/office/drawing/2014/main" id="{4203621A-5679-4A2A-8C98-375173F42AB8}"/>
              </a:ext>
            </a:extLst>
          </p:cNvPr>
          <p:cNvSpPr>
            <a:spLocks noGrp="1"/>
          </p:cNvSpPr>
          <p:nvPr>
            <p:ph type="body" sz="quarter" idx="14" hasCustomPrompt="1"/>
          </p:nvPr>
        </p:nvSpPr>
        <p:spPr>
          <a:xfrm>
            <a:off x="156000" y="857104"/>
            <a:ext cx="5760000" cy="5472000"/>
          </a:xfrm>
          <a:prstGeom prst="rect">
            <a:avLst/>
          </a:prstGeom>
        </p:spPr>
        <p:txBody>
          <a:bodyPr vert="horz" lIns="72000" tIns="36000" rIns="72000" bIns="36000" rtlCol="0">
            <a:noAutofit/>
          </a:bodyPr>
          <a:lstStyle>
            <a:lvl1pPr>
              <a:defRPr lang="en-US" sz="2800" b="0" kern="1200" baseline="0"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a:defRPr lang="en-US" sz="2400" kern="1200" baseline="0"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defRPr>
            </a:lvl2pPr>
            <a:lvl3pPr>
              <a:defRPr lang="en-US" sz="2400" kern="1200" baseline="0"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defRPr>
            </a:lvl3pPr>
            <a:lvl4pPr>
              <a:defRPr lang="en-US" sz="2400" kern="1200" baseline="0"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defRPr>
            </a:lvl4pPr>
            <a:lvl5pPr>
              <a:defRPr lang="en-US" sz="2400" kern="1200" baseline="0" dirty="0">
                <a:solidFill>
                  <a:schemeClr val="tx1"/>
                </a:solidFill>
                <a:latin typeface="微软雅黑" panose="020B0503020204020204" pitchFamily="34" charset="-122"/>
                <a:ea typeface="微软雅黑" panose="020B0503020204020204" pitchFamily="34" charset="-122"/>
                <a:cs typeface="Arial" panose="020B0604020202020204" pitchFamily="34" charset="0"/>
              </a:defRPr>
            </a:lvl5pPr>
          </a:lstStyle>
          <a:p>
            <a:pPr marL="288000" lvl="0" indent="-288000" algn="l" defTabSz="914400" rtl="0" eaLnBrk="1" latinLnBrk="0" hangingPunct="1">
              <a:spcBef>
                <a:spcPts val="600"/>
              </a:spcBef>
              <a:spcAft>
                <a:spcPts val="400"/>
              </a:spcAft>
              <a:buClrTx/>
              <a:buSzPct val="90000"/>
              <a:buFont typeface="Arial" pitchFamily="34" charset="0"/>
              <a:buChar char="•"/>
            </a:pPr>
            <a:r>
              <a:rPr lang="en-US" dirty="0"/>
              <a:t>Edit Master text styles</a:t>
            </a:r>
          </a:p>
          <a:p>
            <a:pPr marL="576000" lvl="1" indent="-288000" algn="l" defTabSz="914400" rtl="0" eaLnBrk="1" latinLnBrk="0" hangingPunct="1">
              <a:spcBef>
                <a:spcPts val="0"/>
              </a:spcBef>
              <a:spcAft>
                <a:spcPts val="600"/>
              </a:spcAft>
              <a:buClrTx/>
              <a:buSzPct val="90000"/>
              <a:buFont typeface="Arial" pitchFamily="34" charset="0"/>
              <a:buChar char="•"/>
            </a:pPr>
            <a:r>
              <a:rPr lang="en-US" dirty="0"/>
              <a:t>Second level</a:t>
            </a:r>
          </a:p>
          <a:p>
            <a:pPr marL="864000" lvl="2" indent="-288000" algn="l" defTabSz="914400" rtl="0" eaLnBrk="1" latinLnBrk="0" hangingPunct="1">
              <a:spcBef>
                <a:spcPts val="0"/>
              </a:spcBef>
              <a:spcAft>
                <a:spcPts val="600"/>
              </a:spcAft>
              <a:buClrTx/>
              <a:buSzPct val="90000"/>
              <a:buFont typeface="Arial" pitchFamily="34" charset="0"/>
              <a:buChar char="•"/>
            </a:pPr>
            <a:r>
              <a:rPr lang="en-US" dirty="0"/>
              <a:t>Third level</a:t>
            </a:r>
          </a:p>
          <a:p>
            <a:pPr marL="1152000" lvl="3" indent="-288000" algn="l" defTabSz="914400" rtl="0" eaLnBrk="1" latinLnBrk="0" hangingPunct="1">
              <a:spcBef>
                <a:spcPts val="0"/>
              </a:spcBef>
              <a:spcAft>
                <a:spcPts val="600"/>
              </a:spcAft>
              <a:buClrTx/>
              <a:buSzPct val="90000"/>
              <a:buFont typeface="Arial" pitchFamily="34" charset="0"/>
              <a:buChar char="•"/>
            </a:pPr>
            <a:r>
              <a:rPr lang="en-US" dirty="0"/>
              <a:t>Fourth level</a:t>
            </a:r>
          </a:p>
          <a:p>
            <a:pPr marL="1440000" lvl="4" indent="-288000" algn="l" defTabSz="914400" rtl="0" eaLnBrk="1" latinLnBrk="0" hangingPunct="1">
              <a:spcBef>
                <a:spcPts val="0"/>
              </a:spcBef>
              <a:spcAft>
                <a:spcPts val="600"/>
              </a:spcAft>
              <a:buClrTx/>
              <a:buSzPct val="90000"/>
              <a:buFont typeface="Arial" pitchFamily="34" charset="0"/>
              <a:buChar char="•"/>
            </a:pPr>
            <a:r>
              <a:rPr lang="en-US" dirty="0"/>
              <a:t>Fifth level</a:t>
            </a:r>
          </a:p>
        </p:txBody>
      </p:sp>
      <p:sp>
        <p:nvSpPr>
          <p:cNvPr id="20" name="Text Placeholder 33">
            <a:extLst>
              <a:ext uri="{FF2B5EF4-FFF2-40B4-BE49-F238E27FC236}">
                <a16:creationId xmlns:a16="http://schemas.microsoft.com/office/drawing/2014/main" id="{F7A65749-E80A-47A2-B98A-E41F6F1B3DE5}"/>
              </a:ext>
            </a:extLst>
          </p:cNvPr>
          <p:cNvSpPr>
            <a:spLocks noGrp="1"/>
          </p:cNvSpPr>
          <p:nvPr>
            <p:ph type="body" sz="quarter" idx="15" hasCustomPrompt="1"/>
          </p:nvPr>
        </p:nvSpPr>
        <p:spPr>
          <a:xfrm>
            <a:off x="6269456" y="857104"/>
            <a:ext cx="5760000" cy="5472000"/>
          </a:xfrm>
          <a:prstGeom prst="rect">
            <a:avLst/>
          </a:prstGeom>
        </p:spPr>
        <p:txBody>
          <a:bodyPr vert="horz" lIns="72000" tIns="36000" rIns="72000" bIns="36000" rtlCol="0">
            <a:noAutofit/>
          </a:bodyPr>
          <a:lstStyle>
            <a:lvl1pPr>
              <a:defRPr lang="en-US" sz="2800" b="0" kern="1200" baseline="0"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a:defRPr lang="en-US" sz="2400" kern="1200" baseline="0"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defRPr>
            </a:lvl2pPr>
            <a:lvl3pPr>
              <a:defRPr lang="en-US" sz="2400" kern="1200" baseline="0"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defRPr>
            </a:lvl3pPr>
            <a:lvl4pPr>
              <a:defRPr lang="en-US" sz="2400" kern="1200" baseline="0"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defRPr>
            </a:lvl4pPr>
            <a:lvl5pPr>
              <a:defRPr lang="en-US" sz="2400" kern="1200" baseline="0" dirty="0">
                <a:solidFill>
                  <a:schemeClr val="tx1"/>
                </a:solidFill>
                <a:latin typeface="微软雅黑" panose="020B0503020204020204" pitchFamily="34" charset="-122"/>
                <a:ea typeface="微软雅黑" panose="020B0503020204020204" pitchFamily="34" charset="-122"/>
                <a:cs typeface="Arial" panose="020B0604020202020204" pitchFamily="34" charset="0"/>
              </a:defRPr>
            </a:lvl5pPr>
          </a:lstStyle>
          <a:p>
            <a:pPr marL="288000" lvl="0" indent="-288000" algn="l" defTabSz="914400" rtl="0" eaLnBrk="1" latinLnBrk="0" hangingPunct="1">
              <a:spcBef>
                <a:spcPts val="600"/>
              </a:spcBef>
              <a:spcAft>
                <a:spcPts val="400"/>
              </a:spcAft>
              <a:buClrTx/>
              <a:buSzPct val="90000"/>
              <a:buFont typeface="Arial" pitchFamily="34" charset="0"/>
              <a:buChar char="•"/>
            </a:pPr>
            <a:r>
              <a:rPr lang="en-US" dirty="0"/>
              <a:t>Edit Master text styles</a:t>
            </a:r>
          </a:p>
          <a:p>
            <a:pPr marL="576000" lvl="1" indent="-288000" algn="l" defTabSz="914400" rtl="0" eaLnBrk="1" latinLnBrk="0" hangingPunct="1">
              <a:spcBef>
                <a:spcPts val="0"/>
              </a:spcBef>
              <a:spcAft>
                <a:spcPts val="600"/>
              </a:spcAft>
              <a:buClrTx/>
              <a:buSzPct val="90000"/>
              <a:buFont typeface="Arial" pitchFamily="34" charset="0"/>
              <a:buChar char="•"/>
            </a:pPr>
            <a:r>
              <a:rPr lang="en-US" dirty="0"/>
              <a:t>Second level</a:t>
            </a:r>
          </a:p>
          <a:p>
            <a:pPr marL="864000" lvl="2" indent="-288000" algn="l" defTabSz="914400" rtl="0" eaLnBrk="1" latinLnBrk="0" hangingPunct="1">
              <a:spcBef>
                <a:spcPts val="0"/>
              </a:spcBef>
              <a:spcAft>
                <a:spcPts val="600"/>
              </a:spcAft>
              <a:buClrTx/>
              <a:buSzPct val="90000"/>
              <a:buFont typeface="Arial" pitchFamily="34" charset="0"/>
              <a:buChar char="•"/>
            </a:pPr>
            <a:r>
              <a:rPr lang="en-US" dirty="0"/>
              <a:t>Third level</a:t>
            </a:r>
          </a:p>
          <a:p>
            <a:pPr marL="1152000" lvl="3" indent="-288000" algn="l" defTabSz="914400" rtl="0" eaLnBrk="1" latinLnBrk="0" hangingPunct="1">
              <a:spcBef>
                <a:spcPts val="0"/>
              </a:spcBef>
              <a:spcAft>
                <a:spcPts val="600"/>
              </a:spcAft>
              <a:buClrTx/>
              <a:buSzPct val="90000"/>
              <a:buFont typeface="Arial" pitchFamily="34" charset="0"/>
              <a:buChar char="•"/>
            </a:pPr>
            <a:r>
              <a:rPr lang="en-US" dirty="0"/>
              <a:t>Fourth level</a:t>
            </a:r>
          </a:p>
          <a:p>
            <a:pPr marL="1440000" lvl="4" indent="-288000" algn="l" defTabSz="914400" rtl="0" eaLnBrk="1" latinLnBrk="0" hangingPunct="1">
              <a:spcBef>
                <a:spcPts val="0"/>
              </a:spcBef>
              <a:spcAft>
                <a:spcPts val="600"/>
              </a:spcAft>
              <a:buClrTx/>
              <a:buSzPct val="90000"/>
              <a:buFont typeface="Arial" pitchFamily="34" charset="0"/>
              <a:buChar char="•"/>
            </a:pPr>
            <a:r>
              <a:rPr lang="en-US" dirty="0"/>
              <a:t>Fifth level</a:t>
            </a:r>
          </a:p>
        </p:txBody>
      </p:sp>
      <p:sp>
        <p:nvSpPr>
          <p:cNvPr id="13" name="Title 8">
            <a:extLst>
              <a:ext uri="{FF2B5EF4-FFF2-40B4-BE49-F238E27FC236}">
                <a16:creationId xmlns:a16="http://schemas.microsoft.com/office/drawing/2014/main" id="{AF97FAB4-EAFD-7E48-B425-DEB84DA4BA0A}"/>
              </a:ext>
            </a:extLst>
          </p:cNvPr>
          <p:cNvSpPr>
            <a:spLocks noGrp="1"/>
          </p:cNvSpPr>
          <p:nvPr>
            <p:ph type="title" hasCustomPrompt="1"/>
          </p:nvPr>
        </p:nvSpPr>
        <p:spPr>
          <a:xfrm>
            <a:off x="-1" y="49"/>
            <a:ext cx="7845000" cy="755489"/>
          </a:xfrm>
          <a:prstGeom prst="rect">
            <a:avLst/>
          </a:prstGeom>
        </p:spPr>
        <p:txBody>
          <a:bodyPr vert="horz" lIns="0" tIns="0" rIns="0" bIns="0" rtlCol="0" anchor="ctr">
            <a:noAutofit/>
          </a:bodyPr>
          <a:lstStyle>
            <a:lvl1pPr>
              <a:defRPr lang="en-US" sz="2800" b="1" kern="1200" spc="0" baseline="0" dirty="0">
                <a:solidFill>
                  <a:schemeClr val="accent1">
                    <a:lumMod val="75000"/>
                  </a:schemeClr>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indent="0" algn="l" defTabSz="914400" rtl="0" eaLnBrk="1" latinLnBrk="0" hangingPunct="1">
              <a:spcBef>
                <a:spcPts val="600"/>
              </a:spcBef>
              <a:spcAft>
                <a:spcPts val="400"/>
              </a:spcAft>
              <a:buClrTx/>
              <a:buSzPct val="90000"/>
              <a:buFont typeface="Arial" pitchFamily="34" charset="0"/>
              <a:buNone/>
            </a:pPr>
            <a:r>
              <a:rPr lang="en-US" dirty="0"/>
              <a:t>Click to edit Master title style</a:t>
            </a:r>
          </a:p>
        </p:txBody>
      </p:sp>
    </p:spTree>
    <p:extLst>
      <p:ext uri="{BB962C8B-B14F-4D97-AF65-F5344CB8AC3E}">
        <p14:creationId xmlns:p14="http://schemas.microsoft.com/office/powerpoint/2010/main" val="41194796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2_Title Only">
    <p:bg>
      <p:bgPr>
        <a:solidFill>
          <a:schemeClr val="bg1"/>
        </a:solidFill>
        <a:effectLst/>
      </p:bgPr>
    </p:bg>
    <p:spTree>
      <p:nvGrpSpPr>
        <p:cNvPr id="1" name=""/>
        <p:cNvGrpSpPr/>
        <p:nvPr/>
      </p:nvGrpSpPr>
      <p:grpSpPr>
        <a:xfrm>
          <a:off x="0" y="0"/>
          <a:ext cx="0" cy="0"/>
          <a:chOff x="0" y="0"/>
          <a:chExt cx="0" cy="0"/>
        </a:xfrm>
      </p:grpSpPr>
      <p:sp>
        <p:nvSpPr>
          <p:cNvPr id="16" name="object 2">
            <a:extLst>
              <a:ext uri="{FF2B5EF4-FFF2-40B4-BE49-F238E27FC236}">
                <a16:creationId xmlns:a16="http://schemas.microsoft.com/office/drawing/2014/main" id="{3B80480E-176E-49D8-9E64-93D43AD3D8F2}"/>
              </a:ext>
            </a:extLst>
          </p:cNvPr>
          <p:cNvSpPr/>
          <p:nvPr/>
        </p:nvSpPr>
        <p:spPr>
          <a:xfrm>
            <a:off x="0" y="812291"/>
            <a:ext cx="12191998" cy="3403091"/>
          </a:xfrm>
          <a:prstGeom prst="rect">
            <a:avLst/>
          </a:prstGeom>
          <a:blipFill>
            <a:blip r:embed="rId2" cstate="print"/>
            <a:stretch>
              <a:fillRect/>
            </a:stretch>
          </a:blipFill>
        </p:spPr>
        <p:txBody>
          <a:bodyPr wrap="square" lIns="0" tIns="0" rIns="0" bIns="0" rtlCol="0"/>
          <a:lstStyle/>
          <a:p>
            <a:endParaRPr dirty="0"/>
          </a:p>
        </p:txBody>
      </p:sp>
      <p:sp>
        <p:nvSpPr>
          <p:cNvPr id="17" name="bg object 17"/>
          <p:cNvSpPr/>
          <p:nvPr/>
        </p:nvSpPr>
        <p:spPr>
          <a:xfrm>
            <a:off x="8097012" y="6095"/>
            <a:ext cx="4085843" cy="696467"/>
          </a:xfrm>
          <a:prstGeom prst="rect">
            <a:avLst/>
          </a:prstGeom>
          <a:blipFill>
            <a:blip r:embed="rId3" cstate="print"/>
            <a:stretch>
              <a:fillRect/>
            </a:stretch>
          </a:blipFill>
        </p:spPr>
        <p:txBody>
          <a:bodyPr wrap="square" lIns="0" tIns="0" rIns="0" bIns="0" rtlCol="0"/>
          <a:lstStyle/>
          <a:p>
            <a:endParaRPr dirty="0"/>
          </a:p>
        </p:txBody>
      </p:sp>
      <p:sp>
        <p:nvSpPr>
          <p:cNvPr id="19" name="bg object 19"/>
          <p:cNvSpPr/>
          <p:nvPr/>
        </p:nvSpPr>
        <p:spPr>
          <a:xfrm>
            <a:off x="0" y="702576"/>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dirty="0"/>
          </a:p>
        </p:txBody>
      </p:sp>
      <p:sp>
        <p:nvSpPr>
          <p:cNvPr id="11" name="bg object 16">
            <a:extLst>
              <a:ext uri="{FF2B5EF4-FFF2-40B4-BE49-F238E27FC236}">
                <a16:creationId xmlns:a16="http://schemas.microsoft.com/office/drawing/2014/main" id="{95A8F8BB-853E-4412-9039-81FA5694B3C9}"/>
              </a:ext>
            </a:extLst>
          </p:cNvPr>
          <p:cNvSpPr/>
          <p:nvPr/>
        </p:nvSpPr>
        <p:spPr>
          <a:xfrm rot="10800000">
            <a:off x="-1" y="-1527"/>
            <a:ext cx="8106155" cy="696469"/>
          </a:xfrm>
          <a:prstGeom prst="rect">
            <a:avLst/>
          </a:prstGeom>
          <a:blipFill>
            <a:blip r:embed="rId4" cstate="print"/>
            <a:stretch>
              <a:fillRect/>
            </a:stretch>
          </a:blipFill>
        </p:spPr>
        <p:txBody>
          <a:bodyPr wrap="square" lIns="0" tIns="0" rIns="0" bIns="0" rtlCol="0"/>
          <a:lstStyle/>
          <a:p>
            <a:endParaRPr dirty="0"/>
          </a:p>
        </p:txBody>
      </p:sp>
      <p:cxnSp>
        <p:nvCxnSpPr>
          <p:cNvPr id="21" name="Straight Connector 21">
            <a:extLst>
              <a:ext uri="{FF2B5EF4-FFF2-40B4-BE49-F238E27FC236}">
                <a16:creationId xmlns:a16="http://schemas.microsoft.com/office/drawing/2014/main" id="{BA2CEA4D-1D2A-4D9D-A664-E69DE43659A7}"/>
              </a:ext>
            </a:extLst>
          </p:cNvPr>
          <p:cNvCxnSpPr>
            <a:cxnSpLocks/>
          </p:cNvCxnSpPr>
          <p:nvPr/>
        </p:nvCxnSpPr>
        <p:spPr>
          <a:xfrm>
            <a:off x="0" y="6477000"/>
            <a:ext cx="12192000" cy="0"/>
          </a:xfrm>
          <a:prstGeom prst="line">
            <a:avLst/>
          </a:prstGeom>
          <a:ln>
            <a:solidFill>
              <a:srgbClr val="58595B"/>
            </a:solidFill>
          </a:ln>
        </p:spPr>
        <p:style>
          <a:lnRef idx="1">
            <a:schemeClr val="accent1"/>
          </a:lnRef>
          <a:fillRef idx="0">
            <a:schemeClr val="accent1"/>
          </a:fillRef>
          <a:effectRef idx="0">
            <a:schemeClr val="accent1"/>
          </a:effectRef>
          <a:fontRef idx="minor">
            <a:schemeClr val="tx1"/>
          </a:fontRef>
        </p:style>
      </p:cxnSp>
      <p:sp>
        <p:nvSpPr>
          <p:cNvPr id="20" name="Text Placeholder 33">
            <a:extLst>
              <a:ext uri="{FF2B5EF4-FFF2-40B4-BE49-F238E27FC236}">
                <a16:creationId xmlns:a16="http://schemas.microsoft.com/office/drawing/2014/main" id="{C3655063-941C-43C8-AAF0-4F38949C105D}"/>
              </a:ext>
            </a:extLst>
          </p:cNvPr>
          <p:cNvSpPr>
            <a:spLocks noGrp="1"/>
          </p:cNvSpPr>
          <p:nvPr>
            <p:ph type="body" sz="quarter" idx="17"/>
          </p:nvPr>
        </p:nvSpPr>
        <p:spPr>
          <a:xfrm>
            <a:off x="152400" y="54373"/>
            <a:ext cx="4572000" cy="555227"/>
          </a:xfrm>
          <a:prstGeom prst="rect">
            <a:avLst/>
          </a:prstGeom>
        </p:spPr>
        <p:txBody>
          <a:bodyPr vert="horz" lIns="0" tIns="0" rIns="0" bIns="0" rtlCol="0" anchor="ctr">
            <a:noAutofit/>
          </a:bodyPr>
          <a:lstStyle>
            <a:lvl1pPr marL="0" indent="0" algn="l" defTabSz="914400" rtl="0" eaLnBrk="1" latinLnBrk="0" hangingPunct="1">
              <a:spcBef>
                <a:spcPts val="600"/>
              </a:spcBef>
              <a:spcAft>
                <a:spcPts val="400"/>
              </a:spcAft>
              <a:buClrTx/>
              <a:buSzPct val="90000"/>
              <a:buFont typeface="Arial" pitchFamily="34" charset="0"/>
              <a:buNone/>
              <a:defRPr lang="en-US" sz="2800" b="1" kern="1200" spc="0" baseline="0" dirty="0">
                <a:solidFill>
                  <a:schemeClr val="accent1">
                    <a:lumMod val="75000"/>
                  </a:schemeClr>
                </a:solidFill>
                <a:latin typeface="微软雅黑" panose="020B0503020204020204" pitchFamily="34" charset="-122"/>
                <a:ea typeface="微软雅黑" panose="020B0503020204020204" pitchFamily="34"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zh-CN" altLang="en-US"/>
              <a:t>单击此处编辑母版文本样式</a:t>
            </a:r>
          </a:p>
        </p:txBody>
      </p:sp>
      <p:sp>
        <p:nvSpPr>
          <p:cNvPr id="22" name="Text Placeholder 33">
            <a:extLst>
              <a:ext uri="{FF2B5EF4-FFF2-40B4-BE49-F238E27FC236}">
                <a16:creationId xmlns:a16="http://schemas.microsoft.com/office/drawing/2014/main" id="{593AFCAE-1DE7-4429-8138-3E51782F7811}"/>
              </a:ext>
            </a:extLst>
          </p:cNvPr>
          <p:cNvSpPr>
            <a:spLocks noGrp="1"/>
          </p:cNvSpPr>
          <p:nvPr>
            <p:ph type="body" sz="quarter" idx="14"/>
          </p:nvPr>
        </p:nvSpPr>
        <p:spPr>
          <a:xfrm>
            <a:off x="228600" y="1835677"/>
            <a:ext cx="11734800" cy="1467969"/>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4800" b="1" kern="1200" spc="0" baseline="0" dirty="0">
                <a:solidFill>
                  <a:schemeClr val="bg1"/>
                </a:solidFill>
                <a:latin typeface="微软雅黑" panose="020B0503020204020204" pitchFamily="34" charset="-122"/>
                <a:ea typeface="微软雅黑" panose="020B0503020204020204" pitchFamily="34"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zh-CN" altLang="en-US"/>
              <a:t>单击此处编辑母版文本样式</a:t>
            </a:r>
          </a:p>
        </p:txBody>
      </p:sp>
      <p:sp>
        <p:nvSpPr>
          <p:cNvPr id="24" name="Text Placeholder 33">
            <a:extLst>
              <a:ext uri="{FF2B5EF4-FFF2-40B4-BE49-F238E27FC236}">
                <a16:creationId xmlns:a16="http://schemas.microsoft.com/office/drawing/2014/main" id="{6AEDF7C6-FA00-43C6-B661-ABFBE7E93D0E}"/>
              </a:ext>
            </a:extLst>
          </p:cNvPr>
          <p:cNvSpPr>
            <a:spLocks noGrp="1"/>
          </p:cNvSpPr>
          <p:nvPr>
            <p:ph type="body" sz="quarter" idx="15"/>
          </p:nvPr>
        </p:nvSpPr>
        <p:spPr>
          <a:xfrm>
            <a:off x="228599" y="3341607"/>
            <a:ext cx="11734800" cy="713860"/>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3600" b="1" kern="1200" spc="0" baseline="0" dirty="0">
                <a:solidFill>
                  <a:schemeClr val="bg1"/>
                </a:solidFill>
                <a:latin typeface="微软雅黑" panose="020B0503020204020204" pitchFamily="34" charset="-122"/>
                <a:ea typeface="微软雅黑" panose="020B0503020204020204" pitchFamily="34"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zh-CN" altLang="en-US"/>
              <a:t>单击此处编辑母版文本样式</a:t>
            </a:r>
          </a:p>
        </p:txBody>
      </p:sp>
      <p:sp>
        <p:nvSpPr>
          <p:cNvPr id="25" name="Text Placeholder 33">
            <a:extLst>
              <a:ext uri="{FF2B5EF4-FFF2-40B4-BE49-F238E27FC236}">
                <a16:creationId xmlns:a16="http://schemas.microsoft.com/office/drawing/2014/main" id="{9E96DA51-90A3-4042-9798-778086FEE763}"/>
              </a:ext>
            </a:extLst>
          </p:cNvPr>
          <p:cNvSpPr>
            <a:spLocks noGrp="1"/>
          </p:cNvSpPr>
          <p:nvPr>
            <p:ph type="body" sz="quarter" idx="16"/>
          </p:nvPr>
        </p:nvSpPr>
        <p:spPr>
          <a:xfrm>
            <a:off x="271370" y="4487429"/>
            <a:ext cx="11692030" cy="1558279"/>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2400" b="1" kern="1200" spc="0" baseline="0" dirty="0">
                <a:solidFill>
                  <a:schemeClr val="accent1">
                    <a:lumMod val="75000"/>
                  </a:schemeClr>
                </a:solidFill>
                <a:latin typeface="微软雅黑" panose="020B0503020204020204" pitchFamily="34" charset="-122"/>
                <a:ea typeface="微软雅黑" panose="020B0503020204020204" pitchFamily="34"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zh-CN" altLang="en-US"/>
              <a:t>单击此处编辑母版文本样式</a:t>
            </a:r>
          </a:p>
        </p:txBody>
      </p:sp>
    </p:spTree>
    <p:extLst>
      <p:ext uri="{BB962C8B-B14F-4D97-AF65-F5344CB8AC3E}">
        <p14:creationId xmlns:p14="http://schemas.microsoft.com/office/powerpoint/2010/main" val="38332997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右图标标题页">
    <p:bg>
      <p:bgPr>
        <a:solidFill>
          <a:schemeClr val="bg1"/>
        </a:solidFill>
        <a:effectLst/>
      </p:bgPr>
    </p:bg>
    <p:spTree>
      <p:nvGrpSpPr>
        <p:cNvPr id="1" name=""/>
        <p:cNvGrpSpPr/>
        <p:nvPr/>
      </p:nvGrpSpPr>
      <p:grpSpPr>
        <a:xfrm>
          <a:off x="0" y="0"/>
          <a:ext cx="0" cy="0"/>
          <a:chOff x="0" y="0"/>
          <a:chExt cx="0" cy="0"/>
        </a:xfrm>
      </p:grpSpPr>
      <p:sp>
        <p:nvSpPr>
          <p:cNvPr id="17" name="bg object 17"/>
          <p:cNvSpPr/>
          <p:nvPr/>
        </p:nvSpPr>
        <p:spPr>
          <a:xfrm>
            <a:off x="8097012" y="6095"/>
            <a:ext cx="4085843" cy="696467"/>
          </a:xfrm>
          <a:prstGeom prst="rect">
            <a:avLst/>
          </a:prstGeom>
          <a:blipFill>
            <a:blip r:embed="rId2" cstate="print"/>
            <a:stretch>
              <a:fillRect/>
            </a:stretch>
          </a:blipFill>
        </p:spPr>
        <p:txBody>
          <a:bodyPr wrap="square" lIns="0" tIns="0" rIns="0" bIns="0" rtlCol="0"/>
          <a:lstStyle/>
          <a:p>
            <a:endParaRPr dirty="0"/>
          </a:p>
        </p:txBody>
      </p:sp>
      <p:sp>
        <p:nvSpPr>
          <p:cNvPr id="18" name="bg object 18"/>
          <p:cNvSpPr/>
          <p:nvPr/>
        </p:nvSpPr>
        <p:spPr>
          <a:xfrm>
            <a:off x="7121652" y="2563367"/>
            <a:ext cx="3901438" cy="4023359"/>
          </a:xfrm>
          <a:prstGeom prst="rect">
            <a:avLst/>
          </a:prstGeom>
          <a:blipFill>
            <a:blip r:embed="rId3" cstate="print"/>
            <a:stretch>
              <a:fillRect/>
            </a:stretch>
          </a:blipFill>
        </p:spPr>
        <p:txBody>
          <a:bodyPr wrap="square" lIns="0" tIns="0" rIns="0" bIns="0" rtlCol="0"/>
          <a:lstStyle/>
          <a:p>
            <a:endParaRPr dirty="0"/>
          </a:p>
        </p:txBody>
      </p:sp>
      <p:sp>
        <p:nvSpPr>
          <p:cNvPr id="19" name="bg object 19"/>
          <p:cNvSpPr/>
          <p:nvPr/>
        </p:nvSpPr>
        <p:spPr>
          <a:xfrm>
            <a:off x="0" y="702576"/>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dirty="0"/>
          </a:p>
        </p:txBody>
      </p:sp>
      <p:sp>
        <p:nvSpPr>
          <p:cNvPr id="11" name="bg object 16">
            <a:extLst>
              <a:ext uri="{FF2B5EF4-FFF2-40B4-BE49-F238E27FC236}">
                <a16:creationId xmlns:a16="http://schemas.microsoft.com/office/drawing/2014/main" id="{95A8F8BB-853E-4412-9039-81FA5694B3C9}"/>
              </a:ext>
            </a:extLst>
          </p:cNvPr>
          <p:cNvSpPr/>
          <p:nvPr/>
        </p:nvSpPr>
        <p:spPr>
          <a:xfrm rot="10800000">
            <a:off x="-1" y="-1527"/>
            <a:ext cx="8106155" cy="696469"/>
          </a:xfrm>
          <a:prstGeom prst="rect">
            <a:avLst/>
          </a:prstGeom>
          <a:blipFill>
            <a:blip r:embed="rId4" cstate="print"/>
            <a:stretch>
              <a:fillRect/>
            </a:stretch>
          </a:blipFill>
        </p:spPr>
        <p:txBody>
          <a:bodyPr wrap="square" lIns="0" tIns="0" rIns="0" bIns="0" rtlCol="0"/>
          <a:lstStyle/>
          <a:p>
            <a:endParaRPr dirty="0"/>
          </a:p>
        </p:txBody>
      </p:sp>
      <p:cxnSp>
        <p:nvCxnSpPr>
          <p:cNvPr id="21" name="Straight Connector 21">
            <a:extLst>
              <a:ext uri="{FF2B5EF4-FFF2-40B4-BE49-F238E27FC236}">
                <a16:creationId xmlns:a16="http://schemas.microsoft.com/office/drawing/2014/main" id="{BA2CEA4D-1D2A-4D9D-A664-E69DE43659A7}"/>
              </a:ext>
            </a:extLst>
          </p:cNvPr>
          <p:cNvCxnSpPr>
            <a:cxnSpLocks/>
          </p:cNvCxnSpPr>
          <p:nvPr/>
        </p:nvCxnSpPr>
        <p:spPr>
          <a:xfrm>
            <a:off x="0" y="6477000"/>
            <a:ext cx="12192000" cy="0"/>
          </a:xfrm>
          <a:prstGeom prst="line">
            <a:avLst/>
          </a:prstGeom>
          <a:ln>
            <a:solidFill>
              <a:srgbClr val="58595B"/>
            </a:solidFill>
          </a:ln>
        </p:spPr>
        <p:style>
          <a:lnRef idx="1">
            <a:schemeClr val="accent1"/>
          </a:lnRef>
          <a:fillRef idx="0">
            <a:schemeClr val="accent1"/>
          </a:fillRef>
          <a:effectRef idx="0">
            <a:schemeClr val="accent1"/>
          </a:effectRef>
          <a:fontRef idx="minor">
            <a:schemeClr val="tx1"/>
          </a:fontRef>
        </p:style>
      </p:cxnSp>
      <p:sp>
        <p:nvSpPr>
          <p:cNvPr id="22" name="Text Placeholder 33">
            <a:extLst>
              <a:ext uri="{FF2B5EF4-FFF2-40B4-BE49-F238E27FC236}">
                <a16:creationId xmlns:a16="http://schemas.microsoft.com/office/drawing/2014/main" id="{B807D3CD-B789-4013-86F6-4F05EBAF180E}"/>
              </a:ext>
            </a:extLst>
          </p:cNvPr>
          <p:cNvSpPr>
            <a:spLocks noGrp="1"/>
          </p:cNvSpPr>
          <p:nvPr>
            <p:ph type="body" sz="quarter" idx="17"/>
          </p:nvPr>
        </p:nvSpPr>
        <p:spPr>
          <a:xfrm>
            <a:off x="152400" y="85905"/>
            <a:ext cx="4572000" cy="555227"/>
          </a:xfrm>
          <a:prstGeom prst="rect">
            <a:avLst/>
          </a:prstGeom>
        </p:spPr>
        <p:txBody>
          <a:bodyPr vert="horz" lIns="0" tIns="0" rIns="0" bIns="0" rtlCol="0" anchor="ctr">
            <a:noAutofit/>
          </a:bodyPr>
          <a:lstStyle>
            <a:lvl1pPr marL="0" indent="0" algn="l" defTabSz="914400" rtl="0" eaLnBrk="1" latinLnBrk="0" hangingPunct="1">
              <a:spcBef>
                <a:spcPts val="600"/>
              </a:spcBef>
              <a:spcAft>
                <a:spcPts val="400"/>
              </a:spcAft>
              <a:buClrTx/>
              <a:buSzPct val="90000"/>
              <a:buFont typeface="Arial" pitchFamily="34" charset="0"/>
              <a:buNone/>
              <a:defRPr lang="en-US" sz="3200" b="1" kern="1200" spc="0" baseline="0" dirty="0">
                <a:solidFill>
                  <a:schemeClr val="accent1">
                    <a:lumMod val="75000"/>
                  </a:schemeClr>
                </a:solidFill>
                <a:latin typeface="微软雅黑" panose="020B0503020204020204" pitchFamily="34" charset="-122"/>
                <a:ea typeface="微软雅黑" panose="020B0503020204020204" pitchFamily="34"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zh-CN" altLang="en-US"/>
              <a:t>单击此处编辑母版文本样式</a:t>
            </a:r>
          </a:p>
        </p:txBody>
      </p:sp>
      <p:sp>
        <p:nvSpPr>
          <p:cNvPr id="23" name="Text Placeholder 33">
            <a:extLst>
              <a:ext uri="{FF2B5EF4-FFF2-40B4-BE49-F238E27FC236}">
                <a16:creationId xmlns:a16="http://schemas.microsoft.com/office/drawing/2014/main" id="{5745A1CD-4242-4254-8BE6-73AF4BFAAA61}"/>
              </a:ext>
            </a:extLst>
          </p:cNvPr>
          <p:cNvSpPr>
            <a:spLocks noGrp="1"/>
          </p:cNvSpPr>
          <p:nvPr>
            <p:ph type="body" sz="quarter" idx="14"/>
          </p:nvPr>
        </p:nvSpPr>
        <p:spPr>
          <a:xfrm>
            <a:off x="433552" y="2543126"/>
            <a:ext cx="11335407" cy="1280076"/>
          </a:xfrm>
          <a:prstGeom prst="rect">
            <a:avLst/>
          </a:prstGeom>
        </p:spPr>
        <p:txBody>
          <a:bodyPr vert="horz" lIns="0" tIns="0" rIns="0" bIns="0" rtlCol="0" anchor="ctr">
            <a:noAutofit/>
          </a:bodyPr>
          <a:lstStyle>
            <a:lvl1pPr marL="0" indent="0" algn="l" defTabSz="914400" rtl="0" eaLnBrk="1" latinLnBrk="0" hangingPunct="1">
              <a:spcBef>
                <a:spcPts val="600"/>
              </a:spcBef>
              <a:spcAft>
                <a:spcPts val="400"/>
              </a:spcAft>
              <a:buClrTx/>
              <a:buSzPct val="90000"/>
              <a:buFont typeface="Arial" pitchFamily="34" charset="0"/>
              <a:buNone/>
              <a:defRPr kumimoji="1" lang="en-US" sz="5400" b="1" dirty="0">
                <a:solidFill>
                  <a:srgbClr val="336699"/>
                </a:solidFill>
                <a:latin typeface="微软雅黑" panose="020B0503020204020204" pitchFamily="34" charset="-122"/>
                <a:ea typeface="微软雅黑" panose="020B0503020204020204" pitchFamily="34" charset="-122"/>
                <a:cs typeface="+mj-cs"/>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zh-CN" altLang="en-US"/>
              <a:t>单击此处编辑母版文本样式</a:t>
            </a:r>
          </a:p>
        </p:txBody>
      </p:sp>
      <p:sp>
        <p:nvSpPr>
          <p:cNvPr id="25" name="Text Placeholder 33">
            <a:extLst>
              <a:ext uri="{FF2B5EF4-FFF2-40B4-BE49-F238E27FC236}">
                <a16:creationId xmlns:a16="http://schemas.microsoft.com/office/drawing/2014/main" id="{AC2140D0-F90B-4015-B037-A63974689D27}"/>
              </a:ext>
            </a:extLst>
          </p:cNvPr>
          <p:cNvSpPr>
            <a:spLocks noGrp="1"/>
          </p:cNvSpPr>
          <p:nvPr>
            <p:ph type="body" sz="quarter" idx="15"/>
          </p:nvPr>
        </p:nvSpPr>
        <p:spPr>
          <a:xfrm>
            <a:off x="433552" y="3987933"/>
            <a:ext cx="11335407" cy="713860"/>
          </a:xfrm>
          <a:prstGeom prst="rect">
            <a:avLst/>
          </a:prstGeom>
        </p:spPr>
        <p:txBody>
          <a:bodyPr vert="horz" lIns="0" tIns="0" rIns="0" bIns="0" rtlCol="0" anchor="ctr">
            <a:noAutofit/>
          </a:bodyPr>
          <a:lstStyle>
            <a:lvl1pPr marL="0" indent="0" algn="l" defTabSz="914400" rtl="0" eaLnBrk="1" latinLnBrk="0" hangingPunct="1">
              <a:spcBef>
                <a:spcPts val="600"/>
              </a:spcBef>
              <a:spcAft>
                <a:spcPts val="400"/>
              </a:spcAft>
              <a:buClrTx/>
              <a:buSzPct val="90000"/>
              <a:buFont typeface="Arial" pitchFamily="34" charset="0"/>
              <a:buNone/>
              <a:defRPr lang="en-US" sz="2800" b="1" kern="1200" spc="0" baseline="0" dirty="0">
                <a:solidFill>
                  <a:schemeClr val="accent1">
                    <a:lumMod val="75000"/>
                  </a:schemeClr>
                </a:solidFill>
                <a:latin typeface="微软雅黑" panose="020B0503020204020204" pitchFamily="34" charset="-122"/>
                <a:ea typeface="微软雅黑" panose="020B0503020204020204" pitchFamily="34"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zh-CN" altLang="en-US"/>
              <a:t>单击此处编辑母版文本样式</a:t>
            </a:r>
          </a:p>
        </p:txBody>
      </p:sp>
    </p:spTree>
    <p:extLst>
      <p:ext uri="{BB962C8B-B14F-4D97-AF65-F5344CB8AC3E}">
        <p14:creationId xmlns:p14="http://schemas.microsoft.com/office/powerpoint/2010/main" val="25200818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左图标标题页">
    <p:spTree>
      <p:nvGrpSpPr>
        <p:cNvPr id="1" name=""/>
        <p:cNvGrpSpPr/>
        <p:nvPr/>
      </p:nvGrpSpPr>
      <p:grpSpPr>
        <a:xfrm>
          <a:off x="0" y="0"/>
          <a:ext cx="0" cy="0"/>
          <a:chOff x="0" y="0"/>
          <a:chExt cx="0" cy="0"/>
        </a:xfrm>
      </p:grpSpPr>
      <p:sp>
        <p:nvSpPr>
          <p:cNvPr id="2" name="标题 1"/>
          <p:cNvSpPr>
            <a:spLocks noGrp="1"/>
          </p:cNvSpPr>
          <p:nvPr>
            <p:ph type="title"/>
          </p:nvPr>
        </p:nvSpPr>
        <p:spPr>
          <a:xfrm>
            <a:off x="760908" y="2537838"/>
            <a:ext cx="10515600" cy="946752"/>
          </a:xfrm>
        </p:spPr>
        <p:txBody>
          <a:bodyPr anchor="b">
            <a:noAutofit/>
          </a:bodyPr>
          <a:lstStyle>
            <a:lvl1pPr>
              <a:defRPr sz="5400" b="1">
                <a:solidFill>
                  <a:srgbClr val="336699"/>
                </a:solidFill>
                <a:latin typeface="微软雅黑" panose="020B0503020204020204" pitchFamily="34" charset="-122"/>
                <a:ea typeface="微软雅黑" panose="020B0503020204020204" pitchFamily="34" charset="-122"/>
              </a:defRPr>
            </a:lvl1pPr>
          </a:lstStyle>
          <a:p>
            <a:r>
              <a:rPr kumimoji="1" lang="zh-CN" altLang="en-US"/>
              <a:t>单击此处编辑母版标题样式</a:t>
            </a:r>
            <a:endParaRPr kumimoji="1" lang="zh-CN" altLang="en-US" dirty="0"/>
          </a:p>
        </p:txBody>
      </p:sp>
      <p:sp>
        <p:nvSpPr>
          <p:cNvPr id="3" name="文本占位符 2"/>
          <p:cNvSpPr>
            <a:spLocks noGrp="1"/>
          </p:cNvSpPr>
          <p:nvPr>
            <p:ph type="body" idx="1"/>
          </p:nvPr>
        </p:nvSpPr>
        <p:spPr>
          <a:xfrm>
            <a:off x="831850" y="3846786"/>
            <a:ext cx="10515600" cy="2242865"/>
          </a:xfrm>
        </p:spPr>
        <p:txBody>
          <a:bodyPr>
            <a:normAutofit/>
          </a:bodyPr>
          <a:lstStyle>
            <a:lvl1pPr marL="0" indent="0">
              <a:buNone/>
              <a:defRPr sz="2400">
                <a:solidFill>
                  <a:schemeClr val="tx1"/>
                </a:solidFill>
                <a:latin typeface="微软雅黑" panose="020B0503020204020204" pitchFamily="34" charset="-122"/>
                <a:ea typeface="微软雅黑" panose="020B0503020204020204" pitchFamily="34" charset="-122"/>
              </a:defRPr>
            </a:lvl1pPr>
            <a:lvl2pPr marL="228600" indent="0">
              <a:buNone/>
              <a:defRPr sz="1000">
                <a:solidFill>
                  <a:schemeClr val="tx1">
                    <a:tint val="75000"/>
                  </a:schemeClr>
                </a:solidFill>
              </a:defRPr>
            </a:lvl2pPr>
            <a:lvl3pPr marL="457200" indent="0">
              <a:buNone/>
              <a:defRPr sz="900">
                <a:solidFill>
                  <a:schemeClr val="tx1">
                    <a:tint val="75000"/>
                  </a:schemeClr>
                </a:solidFill>
              </a:defRPr>
            </a:lvl3pPr>
            <a:lvl4pPr marL="685800" indent="0">
              <a:buNone/>
              <a:defRPr sz="800">
                <a:solidFill>
                  <a:schemeClr val="tx1">
                    <a:tint val="75000"/>
                  </a:schemeClr>
                </a:solidFill>
              </a:defRPr>
            </a:lvl4pPr>
            <a:lvl5pPr marL="914400" indent="0">
              <a:buNone/>
              <a:defRPr sz="800">
                <a:solidFill>
                  <a:schemeClr val="tx1">
                    <a:tint val="75000"/>
                  </a:schemeClr>
                </a:solidFill>
              </a:defRPr>
            </a:lvl5pPr>
            <a:lvl6pPr marL="1143000" indent="0">
              <a:buNone/>
              <a:defRPr sz="800">
                <a:solidFill>
                  <a:schemeClr val="tx1">
                    <a:tint val="75000"/>
                  </a:schemeClr>
                </a:solidFill>
              </a:defRPr>
            </a:lvl6pPr>
            <a:lvl7pPr marL="1371600" indent="0">
              <a:buNone/>
              <a:defRPr sz="800">
                <a:solidFill>
                  <a:schemeClr val="tx1">
                    <a:tint val="75000"/>
                  </a:schemeClr>
                </a:solidFill>
              </a:defRPr>
            </a:lvl7pPr>
            <a:lvl8pPr marL="1600200" indent="0">
              <a:buNone/>
              <a:defRPr sz="800">
                <a:solidFill>
                  <a:schemeClr val="tx1">
                    <a:tint val="75000"/>
                  </a:schemeClr>
                </a:solidFill>
              </a:defRPr>
            </a:lvl8pPr>
            <a:lvl9pPr marL="1828800" indent="0">
              <a:buNone/>
              <a:defRPr sz="800">
                <a:solidFill>
                  <a:schemeClr val="tx1">
                    <a:tint val="75000"/>
                  </a:schemeClr>
                </a:solidFill>
              </a:defRPr>
            </a:lvl9pPr>
          </a:lstStyle>
          <a:p>
            <a:pPr lvl="0"/>
            <a:r>
              <a:rPr kumimoji="1" lang="zh-CN" altLang="en-US"/>
              <a:t>单击此处编辑母版文本样式</a:t>
            </a:r>
          </a:p>
        </p:txBody>
      </p:sp>
    </p:spTree>
    <p:extLst>
      <p:ext uri="{BB962C8B-B14F-4D97-AF65-F5344CB8AC3E}">
        <p14:creationId xmlns:p14="http://schemas.microsoft.com/office/powerpoint/2010/main" val="19785880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1_单栏文字图片">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015D5969-1F85-42C5-919C-8BFCCF2B9542}"/>
              </a:ext>
            </a:extLst>
          </p:cNvPr>
          <p:cNvSpPr>
            <a:spLocks noGrp="1"/>
          </p:cNvSpPr>
          <p:nvPr>
            <p:ph idx="1" hasCustomPrompt="1"/>
          </p:nvPr>
        </p:nvSpPr>
        <p:spPr>
          <a:xfrm>
            <a:off x="157656" y="889003"/>
            <a:ext cx="11855668" cy="5716749"/>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0">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2" name="bg object 19">
            <a:extLst>
              <a:ext uri="{FF2B5EF4-FFF2-40B4-BE49-F238E27FC236}">
                <a16:creationId xmlns:a16="http://schemas.microsoft.com/office/drawing/2014/main" id="{CB7012CF-E297-45A6-84E9-A644BC2480AF}"/>
              </a:ext>
            </a:extLst>
          </p:cNvPr>
          <p:cNvSpPr/>
          <p:nvPr/>
        </p:nvSpPr>
        <p:spPr>
          <a:xfrm>
            <a:off x="0" y="702579"/>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8"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1" y="-1528"/>
            <a:ext cx="9318495" cy="696469"/>
          </a:xfrm>
          <a:prstGeom prst="rect">
            <a:avLst/>
          </a:prstGeom>
          <a:blipFill>
            <a:blip r:embed="rId2" cstate="print"/>
            <a:stretch>
              <a:fillRect/>
            </a:stretch>
          </a:blipFill>
        </p:spPr>
        <p:txBody>
          <a:bodyPr wrap="square" lIns="0" tIns="0" rIns="0" bIns="0" rtlCol="0"/>
          <a:lstStyle/>
          <a:p>
            <a:endParaRPr sz="1798"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12315" y="-1528"/>
            <a:ext cx="9306179" cy="792163"/>
          </a:xfrm>
          <a:prstGeom prst="rect">
            <a:avLst/>
          </a:prstGeom>
        </p:spPr>
        <p:txBody>
          <a:bodyPr vert="horz" lIns="0" tIns="0" rIns="0" bIns="0" rtlCol="0" anchor="ctr">
            <a:noAutofit/>
          </a:bodyPr>
          <a:lstStyle>
            <a:lvl1pPr>
              <a:defRPr lang="en-US" sz="2798"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a:t>单击此处编辑母版标题样式</a:t>
            </a:r>
            <a:endParaRPr lang="en-US" dirty="0"/>
          </a:p>
        </p:txBody>
      </p:sp>
      <p:sp>
        <p:nvSpPr>
          <p:cNvPr id="2" name="bg object 17">
            <a:extLst>
              <a:ext uri="{FF2B5EF4-FFF2-40B4-BE49-F238E27FC236}">
                <a16:creationId xmlns:a16="http://schemas.microsoft.com/office/drawing/2014/main" id="{B68CA0FA-9739-ACE1-F83C-E85BECA2F22F}"/>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16427341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5_单栏文字图片">
    <p:spTree>
      <p:nvGrpSpPr>
        <p:cNvPr id="1" name=""/>
        <p:cNvGrpSpPr/>
        <p:nvPr/>
      </p:nvGrpSpPr>
      <p:grpSpPr>
        <a:xfrm>
          <a:off x="0" y="0"/>
          <a:ext cx="0" cy="0"/>
          <a:chOff x="0" y="0"/>
          <a:chExt cx="0" cy="0"/>
        </a:xfrm>
      </p:grpSpPr>
      <p:sp>
        <p:nvSpPr>
          <p:cNvPr id="22" name="bg object 19">
            <a:extLst>
              <a:ext uri="{FF2B5EF4-FFF2-40B4-BE49-F238E27FC236}">
                <a16:creationId xmlns:a16="http://schemas.microsoft.com/office/drawing/2014/main" id="{CB7012CF-E297-45A6-84E9-A644BC2480AF}"/>
              </a:ext>
            </a:extLst>
          </p:cNvPr>
          <p:cNvSpPr/>
          <p:nvPr/>
        </p:nvSpPr>
        <p:spPr>
          <a:xfrm>
            <a:off x="0" y="702579"/>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8"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2" y="-1529"/>
            <a:ext cx="12038121" cy="696469"/>
          </a:xfrm>
          <a:prstGeom prst="rect">
            <a:avLst/>
          </a:prstGeom>
          <a:blipFill>
            <a:blip r:embed="rId2" cstate="print"/>
            <a:stretch>
              <a:fillRect/>
            </a:stretch>
          </a:blipFill>
        </p:spPr>
        <p:txBody>
          <a:bodyPr wrap="square" lIns="0" tIns="0" rIns="0" bIns="0" rtlCol="0"/>
          <a:lstStyle/>
          <a:p>
            <a:endParaRPr sz="1798"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12315" y="-1528"/>
            <a:ext cx="9306179" cy="792163"/>
          </a:xfrm>
          <a:prstGeom prst="rect">
            <a:avLst/>
          </a:prstGeom>
        </p:spPr>
        <p:txBody>
          <a:bodyPr vert="horz" lIns="0" tIns="0" rIns="0" bIns="0" rtlCol="0" anchor="ctr">
            <a:noAutofit/>
          </a:bodyPr>
          <a:lstStyle>
            <a:lvl1pPr>
              <a:defRPr lang="en-US" sz="2798"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a:t>单击此处编辑母版标题样式</a:t>
            </a:r>
            <a:endParaRPr lang="en-US" dirty="0"/>
          </a:p>
        </p:txBody>
      </p:sp>
    </p:spTree>
    <p:extLst>
      <p:ext uri="{BB962C8B-B14F-4D97-AF65-F5344CB8AC3E}">
        <p14:creationId xmlns:p14="http://schemas.microsoft.com/office/powerpoint/2010/main" val="34743732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3_单栏文字图片">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015D5969-1F85-42C5-919C-8BFCCF2B9542}"/>
              </a:ext>
            </a:extLst>
          </p:cNvPr>
          <p:cNvSpPr>
            <a:spLocks noGrp="1"/>
          </p:cNvSpPr>
          <p:nvPr>
            <p:ph idx="1" hasCustomPrompt="1"/>
          </p:nvPr>
        </p:nvSpPr>
        <p:spPr>
          <a:xfrm>
            <a:off x="157656" y="1034533"/>
            <a:ext cx="11855668" cy="5571219"/>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0">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2" name="bg object 19">
            <a:extLst>
              <a:ext uri="{FF2B5EF4-FFF2-40B4-BE49-F238E27FC236}">
                <a16:creationId xmlns:a16="http://schemas.microsoft.com/office/drawing/2014/main" id="{CB7012CF-E297-45A6-84E9-A644BC2480AF}"/>
              </a:ext>
            </a:extLst>
          </p:cNvPr>
          <p:cNvSpPr/>
          <p:nvPr/>
        </p:nvSpPr>
        <p:spPr>
          <a:xfrm>
            <a:off x="-10241" y="840829"/>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8"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4" y="-1530"/>
            <a:ext cx="12013327" cy="842357"/>
          </a:xfrm>
          <a:prstGeom prst="rect">
            <a:avLst/>
          </a:prstGeom>
          <a:blipFill>
            <a:blip r:embed="rId2" cstate="print"/>
            <a:stretch>
              <a:fillRect/>
            </a:stretch>
          </a:blipFill>
        </p:spPr>
        <p:txBody>
          <a:bodyPr wrap="square" lIns="0" tIns="0" rIns="0" bIns="0" rtlCol="0"/>
          <a:lstStyle/>
          <a:p>
            <a:endParaRPr sz="1798"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hasCustomPrompt="1"/>
          </p:nvPr>
        </p:nvSpPr>
        <p:spPr>
          <a:xfrm>
            <a:off x="12315" y="-1528"/>
            <a:ext cx="9306179" cy="792163"/>
          </a:xfrm>
          <a:prstGeom prst="rect">
            <a:avLst/>
          </a:prstGeom>
        </p:spPr>
        <p:txBody>
          <a:bodyPr vert="horz" lIns="0" tIns="0" rIns="0" bIns="0" rtlCol="0" anchor="ctr">
            <a:noAutofit/>
          </a:bodyPr>
          <a:lstStyle>
            <a:lvl1pPr>
              <a:defRPr lang="en-US" sz="2798"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dirty="0"/>
              <a:t>单击此处编辑母版标题样式</a:t>
            </a:r>
            <a:br>
              <a:rPr lang="en-US" altLang="zh-CN" dirty="0"/>
            </a:br>
            <a:r>
              <a:rPr lang="zh-CN" altLang="en-US" dirty="0"/>
              <a:t>单击此处编辑母版标题样式</a:t>
            </a:r>
            <a:endParaRPr lang="en-US" dirty="0"/>
          </a:p>
        </p:txBody>
      </p:sp>
    </p:spTree>
    <p:extLst>
      <p:ext uri="{BB962C8B-B14F-4D97-AF65-F5344CB8AC3E}">
        <p14:creationId xmlns:p14="http://schemas.microsoft.com/office/powerpoint/2010/main" val="15314465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1_双栏文字图片">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015D5969-1F85-42C5-919C-8BFCCF2B9542}"/>
              </a:ext>
            </a:extLst>
          </p:cNvPr>
          <p:cNvSpPr>
            <a:spLocks noGrp="1"/>
          </p:cNvSpPr>
          <p:nvPr>
            <p:ph idx="1" hasCustomPrompt="1"/>
          </p:nvPr>
        </p:nvSpPr>
        <p:spPr>
          <a:xfrm>
            <a:off x="468191" y="889003"/>
            <a:ext cx="5366833"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2" name="bg object 19">
            <a:extLst>
              <a:ext uri="{FF2B5EF4-FFF2-40B4-BE49-F238E27FC236}">
                <a16:creationId xmlns:a16="http://schemas.microsoft.com/office/drawing/2014/main" id="{CB7012CF-E297-45A6-84E9-A644BC2480AF}"/>
              </a:ext>
            </a:extLst>
          </p:cNvPr>
          <p:cNvSpPr/>
          <p:nvPr/>
        </p:nvSpPr>
        <p:spPr>
          <a:xfrm>
            <a:off x="0" y="702577"/>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399"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1" y="-1527"/>
            <a:ext cx="8104045" cy="696469"/>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12317" y="-27384"/>
            <a:ext cx="9149972" cy="792163"/>
          </a:xfrm>
          <a:prstGeom prst="rect">
            <a:avLst/>
          </a:prstGeom>
        </p:spPr>
        <p:txBody>
          <a:bodyPr vert="horz" lIns="0" tIns="0" rIns="0" bIns="0" rtlCol="0" anchor="ctr">
            <a:noAutofit/>
          </a:bodyPr>
          <a:lstStyle>
            <a:lvl1pPr>
              <a:defRPr lang="en-US" sz="2799"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a:t>单击此处编辑母版标题样式</a:t>
            </a:r>
            <a:endParaRPr lang="en-US" dirty="0"/>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6344281" y="889003"/>
            <a:ext cx="5366833"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 name="bg object 17">
            <a:extLst>
              <a:ext uri="{FF2B5EF4-FFF2-40B4-BE49-F238E27FC236}">
                <a16:creationId xmlns:a16="http://schemas.microsoft.com/office/drawing/2014/main" id="{D923A07D-7932-47A1-7B14-8519DD1A653D}"/>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7191180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5_Title Slide—Short title, 1 line subtitle">
    <p:spTree>
      <p:nvGrpSpPr>
        <p:cNvPr id="1" name=""/>
        <p:cNvGrpSpPr/>
        <p:nvPr/>
      </p:nvGrpSpPr>
      <p:grpSpPr>
        <a:xfrm>
          <a:off x="0" y="0"/>
          <a:ext cx="0" cy="0"/>
          <a:chOff x="0" y="0"/>
          <a:chExt cx="0" cy="0"/>
        </a:xfrm>
      </p:grpSpPr>
      <p:sp>
        <p:nvSpPr>
          <p:cNvPr id="22" name="bg object 19">
            <a:extLst>
              <a:ext uri="{FF2B5EF4-FFF2-40B4-BE49-F238E27FC236}">
                <a16:creationId xmlns:a16="http://schemas.microsoft.com/office/drawing/2014/main" id="{CB7012CF-E297-45A6-84E9-A644BC2480AF}"/>
              </a:ext>
            </a:extLst>
          </p:cNvPr>
          <p:cNvSpPr/>
          <p:nvPr/>
        </p:nvSpPr>
        <p:spPr>
          <a:xfrm>
            <a:off x="0" y="702577"/>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9"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1" y="-1527"/>
            <a:ext cx="8104045" cy="696469"/>
          </a:xfrm>
          <a:prstGeom prst="rect">
            <a:avLst/>
          </a:prstGeom>
          <a:blipFill>
            <a:blip r:embed="rId2" cstate="print"/>
            <a:stretch>
              <a:fillRect/>
            </a:stretch>
          </a:blipFill>
        </p:spPr>
        <p:txBody>
          <a:bodyPr wrap="square" lIns="0" tIns="0" rIns="0" bIns="0" rtlCol="0"/>
          <a:lstStyle/>
          <a:p>
            <a:endParaRPr sz="1799"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152400" y="-27384"/>
            <a:ext cx="11558713" cy="792163"/>
          </a:xfrm>
          <a:prstGeom prst="rect">
            <a:avLst/>
          </a:prstGeom>
        </p:spPr>
        <p:txBody>
          <a:bodyPr vert="horz" lIns="0" tIns="0" rIns="0" bIns="0" rtlCol="0" anchor="ctr">
            <a:noAutofit/>
          </a:bodyPr>
          <a:lstStyle>
            <a:lvl1pPr>
              <a:defRPr lang="en-US" sz="2799"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a:t>单击此处编辑母版标题样式</a:t>
            </a:r>
            <a:endParaRPr lang="en-US" dirty="0"/>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492884" y="889000"/>
            <a:ext cx="5366833" cy="2612008"/>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 name="bg object 17">
            <a:extLst>
              <a:ext uri="{FF2B5EF4-FFF2-40B4-BE49-F238E27FC236}">
                <a16:creationId xmlns:a16="http://schemas.microsoft.com/office/drawing/2014/main" id="{685A9F8D-2BD0-D956-A1E6-AB07CFFA22E5}"/>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
        <p:nvSpPr>
          <p:cNvPr id="10" name="Content Placeholder 2">
            <a:extLst>
              <a:ext uri="{FF2B5EF4-FFF2-40B4-BE49-F238E27FC236}">
                <a16:creationId xmlns:a16="http://schemas.microsoft.com/office/drawing/2014/main" id="{0D0EFBE5-D591-4FF7-88EB-449A6A770098}"/>
              </a:ext>
            </a:extLst>
          </p:cNvPr>
          <p:cNvSpPr>
            <a:spLocks noGrp="1"/>
          </p:cNvSpPr>
          <p:nvPr>
            <p:ph idx="14" hasCustomPrompt="1"/>
          </p:nvPr>
        </p:nvSpPr>
        <p:spPr>
          <a:xfrm>
            <a:off x="6291662" y="895106"/>
            <a:ext cx="5366833" cy="2612008"/>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2">
            <a:extLst>
              <a:ext uri="{FF2B5EF4-FFF2-40B4-BE49-F238E27FC236}">
                <a16:creationId xmlns:a16="http://schemas.microsoft.com/office/drawing/2014/main" id="{F4D7AA97-3078-4E6D-BD39-0FAD02A9EBF3}"/>
              </a:ext>
            </a:extLst>
          </p:cNvPr>
          <p:cNvSpPr>
            <a:spLocks noGrp="1"/>
          </p:cNvSpPr>
          <p:nvPr>
            <p:ph idx="15" hasCustomPrompt="1"/>
          </p:nvPr>
        </p:nvSpPr>
        <p:spPr>
          <a:xfrm>
            <a:off x="6311629" y="3652855"/>
            <a:ext cx="5366833" cy="2612008"/>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4" name="Content Placeholder 2">
            <a:extLst>
              <a:ext uri="{FF2B5EF4-FFF2-40B4-BE49-F238E27FC236}">
                <a16:creationId xmlns:a16="http://schemas.microsoft.com/office/drawing/2014/main" id="{C274AB19-5B29-4BCD-9E01-B64ACCFE5664}"/>
              </a:ext>
            </a:extLst>
          </p:cNvPr>
          <p:cNvSpPr>
            <a:spLocks noGrp="1"/>
          </p:cNvSpPr>
          <p:nvPr>
            <p:ph idx="16" hasCustomPrompt="1"/>
          </p:nvPr>
        </p:nvSpPr>
        <p:spPr>
          <a:xfrm>
            <a:off x="513538" y="3652855"/>
            <a:ext cx="5366833" cy="2612008"/>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6429032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4_Title Only">
    <p:bg>
      <p:bgPr>
        <a:solidFill>
          <a:schemeClr val="bg1"/>
        </a:solidFill>
        <a:effectLst/>
      </p:bgPr>
    </p:bg>
    <p:spTree>
      <p:nvGrpSpPr>
        <p:cNvPr id="1" name=""/>
        <p:cNvGrpSpPr/>
        <p:nvPr/>
      </p:nvGrpSpPr>
      <p:grpSpPr>
        <a:xfrm>
          <a:off x="0" y="0"/>
          <a:ext cx="0" cy="0"/>
          <a:chOff x="0" y="0"/>
          <a:chExt cx="0" cy="0"/>
        </a:xfrm>
      </p:grpSpPr>
      <p:sp>
        <p:nvSpPr>
          <p:cNvPr id="18" name="bg object 18"/>
          <p:cNvSpPr/>
          <p:nvPr/>
        </p:nvSpPr>
        <p:spPr>
          <a:xfrm>
            <a:off x="7121652" y="2563367"/>
            <a:ext cx="3901438" cy="4023359"/>
          </a:xfrm>
          <a:prstGeom prst="rect">
            <a:avLst/>
          </a:prstGeom>
          <a:blipFill>
            <a:blip r:embed="rId2" cstate="print"/>
            <a:stretch>
              <a:fillRect/>
            </a:stretch>
          </a:blipFill>
        </p:spPr>
        <p:txBody>
          <a:bodyPr wrap="square" lIns="0" tIns="0" rIns="0" bIns="0" rtlCol="0"/>
          <a:lstStyle/>
          <a:p>
            <a:endParaRPr dirty="0"/>
          </a:p>
        </p:txBody>
      </p:sp>
      <p:sp>
        <p:nvSpPr>
          <p:cNvPr id="12" name="bg object 16">
            <a:extLst>
              <a:ext uri="{FF2B5EF4-FFF2-40B4-BE49-F238E27FC236}">
                <a16:creationId xmlns:a16="http://schemas.microsoft.com/office/drawing/2014/main" id="{FBDA0469-C2E0-4110-B87E-1D8D52E7E32F}"/>
              </a:ext>
            </a:extLst>
          </p:cNvPr>
          <p:cNvSpPr/>
          <p:nvPr/>
        </p:nvSpPr>
        <p:spPr>
          <a:xfrm>
            <a:off x="4085844" y="0"/>
            <a:ext cx="8106155" cy="725423"/>
          </a:xfrm>
          <a:prstGeom prst="rect">
            <a:avLst/>
          </a:prstGeom>
          <a:blipFill>
            <a:blip r:embed="rId3" cstate="print"/>
            <a:stretch>
              <a:fillRect/>
            </a:stretch>
          </a:blipFill>
        </p:spPr>
        <p:txBody>
          <a:bodyPr wrap="square" lIns="0" tIns="0" rIns="0" bIns="0" rtlCol="0"/>
          <a:lstStyle/>
          <a:p>
            <a:endParaRPr dirty="0"/>
          </a:p>
        </p:txBody>
      </p:sp>
      <p:sp>
        <p:nvSpPr>
          <p:cNvPr id="13" name="bg object 17">
            <a:extLst>
              <a:ext uri="{FF2B5EF4-FFF2-40B4-BE49-F238E27FC236}">
                <a16:creationId xmlns:a16="http://schemas.microsoft.com/office/drawing/2014/main" id="{B0B5B43B-3B1C-48C0-8CF9-A328EB20FC98}"/>
              </a:ext>
            </a:extLst>
          </p:cNvPr>
          <p:cNvSpPr/>
          <p:nvPr/>
        </p:nvSpPr>
        <p:spPr>
          <a:xfrm>
            <a:off x="128069" y="128773"/>
            <a:ext cx="3775997" cy="442122"/>
          </a:xfrm>
          <a:prstGeom prst="rect">
            <a:avLst/>
          </a:prstGeom>
          <a:blipFill>
            <a:blip r:embed="rId4" cstate="print"/>
            <a:stretch>
              <a:fillRect/>
            </a:stretch>
          </a:blipFill>
        </p:spPr>
        <p:txBody>
          <a:bodyPr wrap="square" lIns="0" tIns="0" rIns="0" bIns="0" rtlCol="0"/>
          <a:lstStyle/>
          <a:p>
            <a:endParaRPr dirty="0"/>
          </a:p>
        </p:txBody>
      </p:sp>
      <p:sp>
        <p:nvSpPr>
          <p:cNvPr id="14" name="bg object 19">
            <a:extLst>
              <a:ext uri="{FF2B5EF4-FFF2-40B4-BE49-F238E27FC236}">
                <a16:creationId xmlns:a16="http://schemas.microsoft.com/office/drawing/2014/main" id="{1E879C8E-5F86-4AB1-917F-94C045702088}"/>
              </a:ext>
            </a:extLst>
          </p:cNvPr>
          <p:cNvSpPr/>
          <p:nvPr/>
        </p:nvSpPr>
        <p:spPr>
          <a:xfrm>
            <a:off x="0" y="702576"/>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400" dirty="0"/>
          </a:p>
        </p:txBody>
      </p:sp>
      <p:sp>
        <p:nvSpPr>
          <p:cNvPr id="15" name="Title 8">
            <a:extLst>
              <a:ext uri="{FF2B5EF4-FFF2-40B4-BE49-F238E27FC236}">
                <a16:creationId xmlns:a16="http://schemas.microsoft.com/office/drawing/2014/main" id="{74F4E91B-10C2-486E-9CA2-12FB21C35475}"/>
              </a:ext>
            </a:extLst>
          </p:cNvPr>
          <p:cNvSpPr>
            <a:spLocks noGrp="1"/>
          </p:cNvSpPr>
          <p:nvPr>
            <p:ph type="title" hasCustomPrompt="1"/>
          </p:nvPr>
        </p:nvSpPr>
        <p:spPr>
          <a:xfrm>
            <a:off x="3962400" y="-15034"/>
            <a:ext cx="8001000" cy="755489"/>
          </a:xfrm>
          <a:prstGeom prst="rect">
            <a:avLst/>
          </a:prstGeom>
        </p:spPr>
        <p:txBody>
          <a:bodyPr vert="horz" lIns="0" tIns="0" rIns="0" bIns="0" rtlCol="0" anchor="ctr">
            <a:noAutofit/>
          </a:bodyPr>
          <a:lstStyle>
            <a:lvl1pPr>
              <a:defRPr lang="en-US" sz="2800" b="1" kern="1200" spc="0" baseline="0" dirty="0">
                <a:solidFill>
                  <a:schemeClr val="accent1">
                    <a:lumMod val="75000"/>
                  </a:schemeClr>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indent="0" algn="r" defTabSz="914400" rtl="0" eaLnBrk="1" latinLnBrk="0" hangingPunct="1">
              <a:spcBef>
                <a:spcPts val="600"/>
              </a:spcBef>
              <a:spcAft>
                <a:spcPts val="400"/>
              </a:spcAft>
              <a:buClrTx/>
              <a:buSzPct val="90000"/>
              <a:buFont typeface="Arial" pitchFamily="34" charset="0"/>
              <a:buNone/>
            </a:pPr>
            <a:r>
              <a:rPr lang="en-US" dirty="0"/>
              <a:t>Click to edit Master title style</a:t>
            </a:r>
          </a:p>
        </p:txBody>
      </p:sp>
      <p:sp>
        <p:nvSpPr>
          <p:cNvPr id="11" name="Content Placeholder 2">
            <a:extLst>
              <a:ext uri="{FF2B5EF4-FFF2-40B4-BE49-F238E27FC236}">
                <a16:creationId xmlns:a16="http://schemas.microsoft.com/office/drawing/2014/main" id="{01A3FAC9-6973-4180-A5A4-39BC10AC88C2}"/>
              </a:ext>
            </a:extLst>
          </p:cNvPr>
          <p:cNvSpPr>
            <a:spLocks noGrp="1"/>
          </p:cNvSpPr>
          <p:nvPr>
            <p:ph idx="1" hasCustomPrompt="1"/>
          </p:nvPr>
        </p:nvSpPr>
        <p:spPr>
          <a:xfrm>
            <a:off x="157656" y="1034533"/>
            <a:ext cx="11855668" cy="5571219"/>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1238840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1_Title Slide—Long title">
    <p:spTree>
      <p:nvGrpSpPr>
        <p:cNvPr id="1" name=""/>
        <p:cNvGrpSpPr/>
        <p:nvPr/>
      </p:nvGrpSpPr>
      <p:grpSpPr>
        <a:xfrm>
          <a:off x="0" y="0"/>
          <a:ext cx="0" cy="0"/>
          <a:chOff x="0" y="0"/>
          <a:chExt cx="0" cy="0"/>
        </a:xfrm>
      </p:grpSpPr>
      <p:sp>
        <p:nvSpPr>
          <p:cNvPr id="29" name="bg object 18">
            <a:extLst>
              <a:ext uri="{FF2B5EF4-FFF2-40B4-BE49-F238E27FC236}">
                <a16:creationId xmlns:a16="http://schemas.microsoft.com/office/drawing/2014/main" id="{5634CEEA-6D3F-4B96-BE3B-75D64E98AE55}"/>
              </a:ext>
            </a:extLst>
          </p:cNvPr>
          <p:cNvSpPr/>
          <p:nvPr/>
        </p:nvSpPr>
        <p:spPr>
          <a:xfrm>
            <a:off x="7121652" y="2563367"/>
            <a:ext cx="3901438" cy="4023359"/>
          </a:xfrm>
          <a:prstGeom prst="rect">
            <a:avLst/>
          </a:prstGeom>
          <a:blipFill>
            <a:blip r:embed="rId2" cstate="print"/>
            <a:stretch>
              <a:fillRect/>
            </a:stretch>
          </a:blipFill>
        </p:spPr>
        <p:txBody>
          <a:bodyPr wrap="square" lIns="0" tIns="0" rIns="0" bIns="0" rtlCol="0"/>
          <a:lstStyle/>
          <a:p>
            <a:endParaRPr dirty="0"/>
          </a:p>
        </p:txBody>
      </p:sp>
      <p:sp>
        <p:nvSpPr>
          <p:cNvPr id="14" name="bg object 16">
            <a:extLst>
              <a:ext uri="{FF2B5EF4-FFF2-40B4-BE49-F238E27FC236}">
                <a16:creationId xmlns:a16="http://schemas.microsoft.com/office/drawing/2014/main" id="{15D35439-4B6F-419A-B425-59DF3C77B6ED}"/>
              </a:ext>
            </a:extLst>
          </p:cNvPr>
          <p:cNvSpPr/>
          <p:nvPr/>
        </p:nvSpPr>
        <p:spPr>
          <a:xfrm>
            <a:off x="4085844" y="0"/>
            <a:ext cx="8106155" cy="725423"/>
          </a:xfrm>
          <a:prstGeom prst="rect">
            <a:avLst/>
          </a:prstGeom>
          <a:blipFill>
            <a:blip r:embed="rId3" cstate="print"/>
            <a:stretch>
              <a:fillRect/>
            </a:stretch>
          </a:blipFill>
        </p:spPr>
        <p:txBody>
          <a:bodyPr wrap="square" lIns="0" tIns="0" rIns="0" bIns="0" rtlCol="0"/>
          <a:lstStyle/>
          <a:p>
            <a:endParaRPr dirty="0"/>
          </a:p>
        </p:txBody>
      </p:sp>
      <p:sp>
        <p:nvSpPr>
          <p:cNvPr id="17" name="bg object 17">
            <a:extLst>
              <a:ext uri="{FF2B5EF4-FFF2-40B4-BE49-F238E27FC236}">
                <a16:creationId xmlns:a16="http://schemas.microsoft.com/office/drawing/2014/main" id="{72DAD3E6-6114-4FC4-88F1-76B5C4B657C3}"/>
              </a:ext>
            </a:extLst>
          </p:cNvPr>
          <p:cNvSpPr/>
          <p:nvPr/>
        </p:nvSpPr>
        <p:spPr>
          <a:xfrm>
            <a:off x="128069" y="128773"/>
            <a:ext cx="3775997" cy="442122"/>
          </a:xfrm>
          <a:prstGeom prst="rect">
            <a:avLst/>
          </a:prstGeom>
          <a:blipFill>
            <a:blip r:embed="rId4" cstate="print"/>
            <a:stretch>
              <a:fillRect/>
            </a:stretch>
          </a:blipFill>
        </p:spPr>
        <p:txBody>
          <a:bodyPr wrap="square" lIns="0" tIns="0" rIns="0" bIns="0" rtlCol="0"/>
          <a:lstStyle/>
          <a:p>
            <a:endParaRPr dirty="0"/>
          </a:p>
        </p:txBody>
      </p:sp>
      <p:sp>
        <p:nvSpPr>
          <p:cNvPr id="18" name="bg object 19">
            <a:extLst>
              <a:ext uri="{FF2B5EF4-FFF2-40B4-BE49-F238E27FC236}">
                <a16:creationId xmlns:a16="http://schemas.microsoft.com/office/drawing/2014/main" id="{2B6F67DF-0645-41F1-B01A-D387C7F26B51}"/>
              </a:ext>
            </a:extLst>
          </p:cNvPr>
          <p:cNvSpPr/>
          <p:nvPr/>
        </p:nvSpPr>
        <p:spPr>
          <a:xfrm>
            <a:off x="0" y="702576"/>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400" dirty="0"/>
          </a:p>
        </p:txBody>
      </p:sp>
      <p:sp>
        <p:nvSpPr>
          <p:cNvPr id="9" name="Title 8"/>
          <p:cNvSpPr>
            <a:spLocks noGrp="1"/>
          </p:cNvSpPr>
          <p:nvPr>
            <p:ph type="title" hasCustomPrompt="1"/>
          </p:nvPr>
        </p:nvSpPr>
        <p:spPr>
          <a:xfrm>
            <a:off x="3962400" y="-15034"/>
            <a:ext cx="8001000" cy="755489"/>
          </a:xfrm>
          <a:prstGeom prst="rect">
            <a:avLst/>
          </a:prstGeom>
        </p:spPr>
        <p:txBody>
          <a:bodyPr vert="horz" lIns="0" tIns="0" rIns="0" bIns="0" rtlCol="0" anchor="ctr">
            <a:noAutofit/>
          </a:bodyPr>
          <a:lstStyle>
            <a:lvl1pPr>
              <a:defRPr lang="en-US" sz="2800" b="1" kern="1200" spc="0" baseline="0" dirty="0">
                <a:solidFill>
                  <a:schemeClr val="accent1">
                    <a:lumMod val="75000"/>
                  </a:schemeClr>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indent="0" algn="r" defTabSz="914400" rtl="0" eaLnBrk="1" latinLnBrk="0" hangingPunct="1">
              <a:spcBef>
                <a:spcPts val="600"/>
              </a:spcBef>
              <a:spcAft>
                <a:spcPts val="400"/>
              </a:spcAft>
              <a:buClrTx/>
              <a:buSzPct val="90000"/>
              <a:buFont typeface="Arial" pitchFamily="34" charset="0"/>
              <a:buNone/>
            </a:pPr>
            <a:r>
              <a:rPr lang="en-US" dirty="0"/>
              <a:t>Click to edit Master title style</a:t>
            </a:r>
          </a:p>
        </p:txBody>
      </p:sp>
      <p:sp>
        <p:nvSpPr>
          <p:cNvPr id="11" name="Content Placeholder 2">
            <a:extLst>
              <a:ext uri="{FF2B5EF4-FFF2-40B4-BE49-F238E27FC236}">
                <a16:creationId xmlns:a16="http://schemas.microsoft.com/office/drawing/2014/main" id="{5A8E4DB6-BA92-4B7E-BCCF-25F16632576D}"/>
              </a:ext>
            </a:extLst>
          </p:cNvPr>
          <p:cNvSpPr>
            <a:spLocks noGrp="1"/>
          </p:cNvSpPr>
          <p:nvPr>
            <p:ph idx="1" hasCustomPrompt="1"/>
          </p:nvPr>
        </p:nvSpPr>
        <p:spPr>
          <a:xfrm>
            <a:off x="157656" y="1034533"/>
            <a:ext cx="11855668" cy="5571219"/>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4165672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8" name="Title 8">
            <a:extLst>
              <a:ext uri="{FF2B5EF4-FFF2-40B4-BE49-F238E27FC236}">
                <a16:creationId xmlns:a16="http://schemas.microsoft.com/office/drawing/2014/main" id="{B297B837-C9B9-4C57-8167-6D45F364C2F6}"/>
              </a:ext>
            </a:extLst>
          </p:cNvPr>
          <p:cNvSpPr>
            <a:spLocks noGrp="1"/>
          </p:cNvSpPr>
          <p:nvPr>
            <p:ph type="title" hasCustomPrompt="1"/>
          </p:nvPr>
        </p:nvSpPr>
        <p:spPr>
          <a:xfrm>
            <a:off x="3962400" y="-15034"/>
            <a:ext cx="8001000" cy="755489"/>
          </a:xfrm>
          <a:prstGeom prst="rect">
            <a:avLst/>
          </a:prstGeom>
        </p:spPr>
        <p:txBody>
          <a:bodyPr vert="horz" lIns="0" tIns="0" rIns="0" bIns="0" rtlCol="0" anchor="ctr">
            <a:noAutofit/>
          </a:bodyPr>
          <a:lstStyle>
            <a:lvl1pPr>
              <a:defRPr lang="en-US" sz="2800" b="1" kern="1200" spc="0" baseline="0" dirty="0">
                <a:solidFill>
                  <a:schemeClr val="accent1">
                    <a:lumMod val="75000"/>
                  </a:schemeClr>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indent="0" algn="r" defTabSz="914400" rtl="0" eaLnBrk="1" latinLnBrk="0" hangingPunct="1">
              <a:spcBef>
                <a:spcPts val="600"/>
              </a:spcBef>
              <a:spcAft>
                <a:spcPts val="400"/>
              </a:spcAft>
              <a:buClrTx/>
              <a:buSzPct val="90000"/>
              <a:buFont typeface="Arial" pitchFamily="34" charset="0"/>
              <a:buNone/>
            </a:pPr>
            <a:r>
              <a:rPr lang="en-US" dirty="0"/>
              <a:t>Click to edit Master title style</a:t>
            </a:r>
          </a:p>
        </p:txBody>
      </p:sp>
      <p:sp>
        <p:nvSpPr>
          <p:cNvPr id="9" name="Content Placeholder 2">
            <a:extLst>
              <a:ext uri="{FF2B5EF4-FFF2-40B4-BE49-F238E27FC236}">
                <a16:creationId xmlns:a16="http://schemas.microsoft.com/office/drawing/2014/main" id="{B6CE6AF9-47A2-4570-95B1-88F56F6CC93C}"/>
              </a:ext>
            </a:extLst>
          </p:cNvPr>
          <p:cNvSpPr>
            <a:spLocks noGrp="1"/>
          </p:cNvSpPr>
          <p:nvPr>
            <p:ph idx="1" hasCustomPrompt="1"/>
          </p:nvPr>
        </p:nvSpPr>
        <p:spPr>
          <a:xfrm>
            <a:off x="155230" y="1034533"/>
            <a:ext cx="5750775" cy="5571219"/>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3" name="Content Placeholder 2">
            <a:extLst>
              <a:ext uri="{FF2B5EF4-FFF2-40B4-BE49-F238E27FC236}">
                <a16:creationId xmlns:a16="http://schemas.microsoft.com/office/drawing/2014/main" id="{194FBB87-112C-44BD-AE12-1A959BE4454B}"/>
              </a:ext>
            </a:extLst>
          </p:cNvPr>
          <p:cNvSpPr>
            <a:spLocks noGrp="1"/>
          </p:cNvSpPr>
          <p:nvPr>
            <p:ph idx="10" hasCustomPrompt="1"/>
          </p:nvPr>
        </p:nvSpPr>
        <p:spPr>
          <a:xfrm>
            <a:off x="6166338" y="1034533"/>
            <a:ext cx="5846986" cy="5571219"/>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7335012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_Two Content">
    <p:spTree>
      <p:nvGrpSpPr>
        <p:cNvPr id="1" name=""/>
        <p:cNvGrpSpPr/>
        <p:nvPr/>
      </p:nvGrpSpPr>
      <p:grpSpPr>
        <a:xfrm>
          <a:off x="0" y="0"/>
          <a:ext cx="0" cy="0"/>
          <a:chOff x="0" y="0"/>
          <a:chExt cx="0" cy="0"/>
        </a:xfrm>
      </p:grpSpPr>
      <p:sp>
        <p:nvSpPr>
          <p:cNvPr id="8" name="Title 8">
            <a:extLst>
              <a:ext uri="{FF2B5EF4-FFF2-40B4-BE49-F238E27FC236}">
                <a16:creationId xmlns:a16="http://schemas.microsoft.com/office/drawing/2014/main" id="{093EF7A5-066A-408A-9442-0BABD5A8336F}"/>
              </a:ext>
            </a:extLst>
          </p:cNvPr>
          <p:cNvSpPr>
            <a:spLocks noGrp="1"/>
          </p:cNvSpPr>
          <p:nvPr>
            <p:ph type="title" hasCustomPrompt="1"/>
          </p:nvPr>
        </p:nvSpPr>
        <p:spPr>
          <a:xfrm>
            <a:off x="3962400" y="-15034"/>
            <a:ext cx="8001000" cy="755489"/>
          </a:xfrm>
          <a:prstGeom prst="rect">
            <a:avLst/>
          </a:prstGeom>
        </p:spPr>
        <p:txBody>
          <a:bodyPr vert="horz" lIns="0" tIns="0" rIns="0" bIns="0" rtlCol="0" anchor="ctr">
            <a:noAutofit/>
          </a:bodyPr>
          <a:lstStyle>
            <a:lvl1pPr>
              <a:defRPr lang="en-US" sz="2800"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stStyle>
          <a:p>
            <a:pPr marL="0" lvl="0" indent="0" algn="r" defTabSz="914400" rtl="0" eaLnBrk="1" latinLnBrk="0" hangingPunct="1">
              <a:spcBef>
                <a:spcPts val="600"/>
              </a:spcBef>
              <a:spcAft>
                <a:spcPts val="400"/>
              </a:spcAft>
              <a:buClrTx/>
              <a:buSzPct val="90000"/>
              <a:buFont typeface="Arial" pitchFamily="34" charset="0"/>
              <a:buNone/>
            </a:pPr>
            <a:r>
              <a:rPr lang="en-US" dirty="0"/>
              <a:t>Click to edit Master title style</a:t>
            </a:r>
          </a:p>
        </p:txBody>
      </p:sp>
      <p:sp>
        <p:nvSpPr>
          <p:cNvPr id="9" name="Content Placeholder 2">
            <a:extLst>
              <a:ext uri="{FF2B5EF4-FFF2-40B4-BE49-F238E27FC236}">
                <a16:creationId xmlns:a16="http://schemas.microsoft.com/office/drawing/2014/main" id="{FDFE75A2-559F-4BCD-A154-37B52306F8A1}"/>
              </a:ext>
            </a:extLst>
          </p:cNvPr>
          <p:cNvSpPr>
            <a:spLocks noGrp="1"/>
          </p:cNvSpPr>
          <p:nvPr>
            <p:ph idx="1" hasCustomPrompt="1"/>
          </p:nvPr>
        </p:nvSpPr>
        <p:spPr>
          <a:xfrm>
            <a:off x="157656" y="1034533"/>
            <a:ext cx="11855668" cy="2470667"/>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3" name="Content Placeholder 2">
            <a:extLst>
              <a:ext uri="{FF2B5EF4-FFF2-40B4-BE49-F238E27FC236}">
                <a16:creationId xmlns:a16="http://schemas.microsoft.com/office/drawing/2014/main" id="{441F5B8B-A9AF-4AA0-ABDF-9FBCBEDB105E}"/>
              </a:ext>
            </a:extLst>
          </p:cNvPr>
          <p:cNvSpPr>
            <a:spLocks noGrp="1"/>
          </p:cNvSpPr>
          <p:nvPr>
            <p:ph idx="10" hasCustomPrompt="1"/>
          </p:nvPr>
        </p:nvSpPr>
        <p:spPr>
          <a:xfrm>
            <a:off x="157656" y="3604846"/>
            <a:ext cx="11855668" cy="3000906"/>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8069288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4_Two Content">
    <p:spTree>
      <p:nvGrpSpPr>
        <p:cNvPr id="1" name=""/>
        <p:cNvGrpSpPr/>
        <p:nvPr/>
      </p:nvGrpSpPr>
      <p:grpSpPr>
        <a:xfrm>
          <a:off x="0" y="0"/>
          <a:ext cx="0" cy="0"/>
          <a:chOff x="0" y="0"/>
          <a:chExt cx="0" cy="0"/>
        </a:xfrm>
      </p:grpSpPr>
      <p:sp>
        <p:nvSpPr>
          <p:cNvPr id="8" name="Title 8">
            <a:extLst>
              <a:ext uri="{FF2B5EF4-FFF2-40B4-BE49-F238E27FC236}">
                <a16:creationId xmlns:a16="http://schemas.microsoft.com/office/drawing/2014/main" id="{093EF7A5-066A-408A-9442-0BABD5A8336F}"/>
              </a:ext>
            </a:extLst>
          </p:cNvPr>
          <p:cNvSpPr>
            <a:spLocks noGrp="1"/>
          </p:cNvSpPr>
          <p:nvPr>
            <p:ph type="title" hasCustomPrompt="1"/>
          </p:nvPr>
        </p:nvSpPr>
        <p:spPr>
          <a:xfrm>
            <a:off x="3962400" y="-15034"/>
            <a:ext cx="8001000" cy="755489"/>
          </a:xfrm>
          <a:prstGeom prst="rect">
            <a:avLst/>
          </a:prstGeom>
        </p:spPr>
        <p:txBody>
          <a:bodyPr vert="horz" lIns="0" tIns="0" rIns="0" bIns="0" rtlCol="0" anchor="ctr">
            <a:noAutofit/>
          </a:bodyPr>
          <a:lstStyle>
            <a:lvl1pPr>
              <a:defRPr lang="en-US" sz="2800"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stStyle>
          <a:p>
            <a:pPr marL="0" lvl="0" indent="0" algn="r" defTabSz="914400" rtl="0" eaLnBrk="1" latinLnBrk="0" hangingPunct="1">
              <a:spcBef>
                <a:spcPts val="600"/>
              </a:spcBef>
              <a:spcAft>
                <a:spcPts val="400"/>
              </a:spcAft>
              <a:buClrTx/>
              <a:buSzPct val="90000"/>
              <a:buFont typeface="Arial" pitchFamily="34" charset="0"/>
              <a:buNone/>
            </a:pPr>
            <a:r>
              <a:rPr lang="en-US" dirty="0"/>
              <a:t>Click to edit Master title style</a:t>
            </a:r>
          </a:p>
        </p:txBody>
      </p:sp>
      <p:sp>
        <p:nvSpPr>
          <p:cNvPr id="9" name="Content Placeholder 2">
            <a:extLst>
              <a:ext uri="{FF2B5EF4-FFF2-40B4-BE49-F238E27FC236}">
                <a16:creationId xmlns:a16="http://schemas.microsoft.com/office/drawing/2014/main" id="{8C87D340-E1E7-4F97-9028-8FB127C9D434}"/>
              </a:ext>
            </a:extLst>
          </p:cNvPr>
          <p:cNvSpPr>
            <a:spLocks noGrp="1"/>
          </p:cNvSpPr>
          <p:nvPr>
            <p:ph idx="1" hasCustomPrompt="1"/>
          </p:nvPr>
        </p:nvSpPr>
        <p:spPr>
          <a:xfrm>
            <a:off x="157656" y="1034533"/>
            <a:ext cx="11855668" cy="2347575"/>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3" name="Content Placeholder 2">
            <a:extLst>
              <a:ext uri="{FF2B5EF4-FFF2-40B4-BE49-F238E27FC236}">
                <a16:creationId xmlns:a16="http://schemas.microsoft.com/office/drawing/2014/main" id="{F422962E-8E2E-44A5-950D-A1F93BD45A0D}"/>
              </a:ext>
            </a:extLst>
          </p:cNvPr>
          <p:cNvSpPr>
            <a:spLocks noGrp="1"/>
          </p:cNvSpPr>
          <p:nvPr>
            <p:ph idx="10" hasCustomPrompt="1"/>
          </p:nvPr>
        </p:nvSpPr>
        <p:spPr>
          <a:xfrm>
            <a:off x="157656" y="3522785"/>
            <a:ext cx="5897313" cy="3082967"/>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6" name="Content Placeholder 2">
            <a:extLst>
              <a:ext uri="{FF2B5EF4-FFF2-40B4-BE49-F238E27FC236}">
                <a16:creationId xmlns:a16="http://schemas.microsoft.com/office/drawing/2014/main" id="{EE093978-D32A-43A7-86AF-60516D11642B}"/>
              </a:ext>
            </a:extLst>
          </p:cNvPr>
          <p:cNvSpPr>
            <a:spLocks noGrp="1"/>
          </p:cNvSpPr>
          <p:nvPr>
            <p:ph idx="11" hasCustomPrompt="1"/>
          </p:nvPr>
        </p:nvSpPr>
        <p:spPr>
          <a:xfrm>
            <a:off x="6137032" y="3522785"/>
            <a:ext cx="5876291" cy="3082967"/>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3427982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5_Two Content">
    <p:spTree>
      <p:nvGrpSpPr>
        <p:cNvPr id="1" name=""/>
        <p:cNvGrpSpPr/>
        <p:nvPr/>
      </p:nvGrpSpPr>
      <p:grpSpPr>
        <a:xfrm>
          <a:off x="0" y="0"/>
          <a:ext cx="0" cy="0"/>
          <a:chOff x="0" y="0"/>
          <a:chExt cx="0" cy="0"/>
        </a:xfrm>
      </p:grpSpPr>
      <p:sp>
        <p:nvSpPr>
          <p:cNvPr id="8" name="Title 8">
            <a:extLst>
              <a:ext uri="{FF2B5EF4-FFF2-40B4-BE49-F238E27FC236}">
                <a16:creationId xmlns:a16="http://schemas.microsoft.com/office/drawing/2014/main" id="{093EF7A5-066A-408A-9442-0BABD5A8336F}"/>
              </a:ext>
            </a:extLst>
          </p:cNvPr>
          <p:cNvSpPr>
            <a:spLocks noGrp="1"/>
          </p:cNvSpPr>
          <p:nvPr>
            <p:ph type="title" hasCustomPrompt="1"/>
          </p:nvPr>
        </p:nvSpPr>
        <p:spPr>
          <a:xfrm>
            <a:off x="3962400" y="-15034"/>
            <a:ext cx="8001000" cy="755489"/>
          </a:xfrm>
          <a:prstGeom prst="rect">
            <a:avLst/>
          </a:prstGeom>
        </p:spPr>
        <p:txBody>
          <a:bodyPr vert="horz" lIns="0" tIns="0" rIns="0" bIns="0" rtlCol="0" anchor="ctr">
            <a:noAutofit/>
          </a:bodyPr>
          <a:lstStyle>
            <a:lvl1pPr>
              <a:defRPr lang="en-US" sz="2800"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stStyle>
          <a:p>
            <a:pPr marL="0" lvl="0" indent="0" algn="r" defTabSz="914400" rtl="0" eaLnBrk="1" latinLnBrk="0" hangingPunct="1">
              <a:spcBef>
                <a:spcPts val="600"/>
              </a:spcBef>
              <a:spcAft>
                <a:spcPts val="400"/>
              </a:spcAft>
              <a:buClrTx/>
              <a:buSzPct val="90000"/>
              <a:buFont typeface="Arial" pitchFamily="34" charset="0"/>
              <a:buNone/>
            </a:pPr>
            <a:r>
              <a:rPr lang="en-US" dirty="0"/>
              <a:t>Click to edit Master title style</a:t>
            </a:r>
          </a:p>
        </p:txBody>
      </p:sp>
      <p:sp>
        <p:nvSpPr>
          <p:cNvPr id="9" name="Content Placeholder 2">
            <a:extLst>
              <a:ext uri="{FF2B5EF4-FFF2-40B4-BE49-F238E27FC236}">
                <a16:creationId xmlns:a16="http://schemas.microsoft.com/office/drawing/2014/main" id="{D8AA763B-40A9-427D-9BF6-708A0EBE3A2B}"/>
              </a:ext>
            </a:extLst>
          </p:cNvPr>
          <p:cNvSpPr>
            <a:spLocks noGrp="1"/>
          </p:cNvSpPr>
          <p:nvPr>
            <p:ph idx="1" hasCustomPrompt="1"/>
          </p:nvPr>
        </p:nvSpPr>
        <p:spPr>
          <a:xfrm>
            <a:off x="169231" y="4179464"/>
            <a:ext cx="11855668" cy="2408831"/>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3" name="Content Placeholder 2">
            <a:extLst>
              <a:ext uri="{FF2B5EF4-FFF2-40B4-BE49-F238E27FC236}">
                <a16:creationId xmlns:a16="http://schemas.microsoft.com/office/drawing/2014/main" id="{E90B6785-CA11-47F2-8C93-F084F4D09535}"/>
              </a:ext>
            </a:extLst>
          </p:cNvPr>
          <p:cNvSpPr>
            <a:spLocks noGrp="1"/>
          </p:cNvSpPr>
          <p:nvPr>
            <p:ph idx="10" hasCustomPrompt="1"/>
          </p:nvPr>
        </p:nvSpPr>
        <p:spPr>
          <a:xfrm>
            <a:off x="157656" y="918476"/>
            <a:ext cx="5897313" cy="3082967"/>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4" name="Content Placeholder 2">
            <a:extLst>
              <a:ext uri="{FF2B5EF4-FFF2-40B4-BE49-F238E27FC236}">
                <a16:creationId xmlns:a16="http://schemas.microsoft.com/office/drawing/2014/main" id="{B8C5AB3E-6551-4D38-AD29-58E3E516E36C}"/>
              </a:ext>
            </a:extLst>
          </p:cNvPr>
          <p:cNvSpPr>
            <a:spLocks noGrp="1"/>
          </p:cNvSpPr>
          <p:nvPr>
            <p:ph idx="11" hasCustomPrompt="1"/>
          </p:nvPr>
        </p:nvSpPr>
        <p:spPr>
          <a:xfrm>
            <a:off x="6137032" y="918476"/>
            <a:ext cx="5876291" cy="3082967"/>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488707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6_Two Content">
    <p:spTree>
      <p:nvGrpSpPr>
        <p:cNvPr id="1" name=""/>
        <p:cNvGrpSpPr/>
        <p:nvPr/>
      </p:nvGrpSpPr>
      <p:grpSpPr>
        <a:xfrm>
          <a:off x="0" y="0"/>
          <a:ext cx="0" cy="0"/>
          <a:chOff x="0" y="0"/>
          <a:chExt cx="0" cy="0"/>
        </a:xfrm>
      </p:grpSpPr>
      <p:sp>
        <p:nvSpPr>
          <p:cNvPr id="8" name="Title 8">
            <a:extLst>
              <a:ext uri="{FF2B5EF4-FFF2-40B4-BE49-F238E27FC236}">
                <a16:creationId xmlns:a16="http://schemas.microsoft.com/office/drawing/2014/main" id="{093EF7A5-066A-408A-9442-0BABD5A8336F}"/>
              </a:ext>
            </a:extLst>
          </p:cNvPr>
          <p:cNvSpPr>
            <a:spLocks noGrp="1"/>
          </p:cNvSpPr>
          <p:nvPr>
            <p:ph type="title" hasCustomPrompt="1"/>
          </p:nvPr>
        </p:nvSpPr>
        <p:spPr>
          <a:xfrm>
            <a:off x="3962400" y="-15034"/>
            <a:ext cx="8001000" cy="755489"/>
          </a:xfrm>
          <a:prstGeom prst="rect">
            <a:avLst/>
          </a:prstGeom>
        </p:spPr>
        <p:txBody>
          <a:bodyPr vert="horz" lIns="0" tIns="0" rIns="0" bIns="0" rtlCol="0" anchor="ctr">
            <a:noAutofit/>
          </a:bodyPr>
          <a:lstStyle>
            <a:lvl1pPr>
              <a:defRPr lang="en-US" sz="2800"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stStyle>
          <a:p>
            <a:pPr marL="0" lvl="0" indent="0" algn="r" defTabSz="914400" rtl="0" eaLnBrk="1" latinLnBrk="0" hangingPunct="1">
              <a:spcBef>
                <a:spcPts val="600"/>
              </a:spcBef>
              <a:spcAft>
                <a:spcPts val="400"/>
              </a:spcAft>
              <a:buClrTx/>
              <a:buSzPct val="90000"/>
              <a:buFont typeface="Arial" pitchFamily="34" charset="0"/>
              <a:buNone/>
            </a:pPr>
            <a:r>
              <a:rPr lang="en-US" dirty="0"/>
              <a:t>Click to edit Master title style</a:t>
            </a:r>
          </a:p>
        </p:txBody>
      </p:sp>
      <p:sp>
        <p:nvSpPr>
          <p:cNvPr id="9" name="Content Placeholder 2">
            <a:extLst>
              <a:ext uri="{FF2B5EF4-FFF2-40B4-BE49-F238E27FC236}">
                <a16:creationId xmlns:a16="http://schemas.microsoft.com/office/drawing/2014/main" id="{72C0582A-BA0A-416A-8711-E24A346FD27B}"/>
              </a:ext>
            </a:extLst>
          </p:cNvPr>
          <p:cNvSpPr>
            <a:spLocks noGrp="1"/>
          </p:cNvSpPr>
          <p:nvPr>
            <p:ph idx="1" hasCustomPrompt="1"/>
          </p:nvPr>
        </p:nvSpPr>
        <p:spPr>
          <a:xfrm>
            <a:off x="254644" y="910940"/>
            <a:ext cx="3847183" cy="5698204"/>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3" name="Content Placeholder 2">
            <a:extLst>
              <a:ext uri="{FF2B5EF4-FFF2-40B4-BE49-F238E27FC236}">
                <a16:creationId xmlns:a16="http://schemas.microsoft.com/office/drawing/2014/main" id="{3DD50644-E9C4-425B-B2AC-0F7D226446B3}"/>
              </a:ext>
            </a:extLst>
          </p:cNvPr>
          <p:cNvSpPr>
            <a:spLocks noGrp="1"/>
          </p:cNvSpPr>
          <p:nvPr>
            <p:ph idx="10" hasCustomPrompt="1"/>
          </p:nvPr>
        </p:nvSpPr>
        <p:spPr>
          <a:xfrm>
            <a:off x="4101827" y="910940"/>
            <a:ext cx="4081473" cy="5698204"/>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2">
            <a:extLst>
              <a:ext uri="{FF2B5EF4-FFF2-40B4-BE49-F238E27FC236}">
                <a16:creationId xmlns:a16="http://schemas.microsoft.com/office/drawing/2014/main" id="{6EBD4AD0-1725-45D1-B5E1-C765505E864A}"/>
              </a:ext>
            </a:extLst>
          </p:cNvPr>
          <p:cNvSpPr>
            <a:spLocks noGrp="1"/>
          </p:cNvSpPr>
          <p:nvPr>
            <p:ph idx="11" hasCustomPrompt="1"/>
          </p:nvPr>
        </p:nvSpPr>
        <p:spPr>
          <a:xfrm>
            <a:off x="8183301" y="910940"/>
            <a:ext cx="3754056" cy="5698204"/>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96059955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6_Title Only">
    <p:bg>
      <p:bgPr>
        <a:solidFill>
          <a:schemeClr val="bg1"/>
        </a:solidFill>
        <a:effectLst/>
      </p:bgPr>
    </p:bg>
    <p:spTree>
      <p:nvGrpSpPr>
        <p:cNvPr id="1" name=""/>
        <p:cNvGrpSpPr/>
        <p:nvPr/>
      </p:nvGrpSpPr>
      <p:grpSpPr>
        <a:xfrm>
          <a:off x="0" y="0"/>
          <a:ext cx="0" cy="0"/>
          <a:chOff x="0" y="0"/>
          <a:chExt cx="0" cy="0"/>
        </a:xfrm>
      </p:grpSpPr>
      <p:sp>
        <p:nvSpPr>
          <p:cNvPr id="18" name="bg object 18"/>
          <p:cNvSpPr/>
          <p:nvPr/>
        </p:nvSpPr>
        <p:spPr>
          <a:xfrm>
            <a:off x="7121652" y="2563369"/>
            <a:ext cx="3901438" cy="4023359"/>
          </a:xfrm>
          <a:prstGeom prst="rect">
            <a:avLst/>
          </a:prstGeom>
          <a:blipFill>
            <a:blip r:embed="rId2" cstate="print"/>
            <a:stretch>
              <a:fillRect/>
            </a:stretch>
          </a:blipFill>
        </p:spPr>
        <p:txBody>
          <a:bodyPr wrap="square" lIns="0" tIns="0" rIns="0" bIns="0" rtlCol="0"/>
          <a:lstStyle/>
          <a:p>
            <a:endParaRPr sz="1400" dirty="0"/>
          </a:p>
        </p:txBody>
      </p:sp>
      <p:sp>
        <p:nvSpPr>
          <p:cNvPr id="19" name="bg object 19"/>
          <p:cNvSpPr/>
          <p:nvPr/>
        </p:nvSpPr>
        <p:spPr>
          <a:xfrm>
            <a:off x="0" y="702578"/>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1400" dirty="0"/>
          </a:p>
        </p:txBody>
      </p:sp>
      <p:sp>
        <p:nvSpPr>
          <p:cNvPr id="11" name="bg object 16">
            <a:extLst>
              <a:ext uri="{FF2B5EF4-FFF2-40B4-BE49-F238E27FC236}">
                <a16:creationId xmlns:a16="http://schemas.microsoft.com/office/drawing/2014/main" id="{95A8F8BB-853E-4412-9039-81FA5694B3C9}"/>
              </a:ext>
            </a:extLst>
          </p:cNvPr>
          <p:cNvSpPr/>
          <p:nvPr/>
        </p:nvSpPr>
        <p:spPr>
          <a:xfrm rot="10800000">
            <a:off x="-1" y="-1527"/>
            <a:ext cx="8106155" cy="696469"/>
          </a:xfrm>
          <a:prstGeom prst="rect">
            <a:avLst/>
          </a:prstGeom>
          <a:blipFill>
            <a:blip r:embed="rId3" cstate="print"/>
            <a:stretch>
              <a:fillRect/>
            </a:stretch>
          </a:blipFill>
        </p:spPr>
        <p:txBody>
          <a:bodyPr wrap="square" lIns="0" tIns="0" rIns="0" bIns="0" rtlCol="0"/>
          <a:lstStyle/>
          <a:p>
            <a:endParaRPr sz="1400" dirty="0"/>
          </a:p>
        </p:txBody>
      </p:sp>
      <p:sp>
        <p:nvSpPr>
          <p:cNvPr id="12" name="Text Placeholder 33">
            <a:extLst>
              <a:ext uri="{FF2B5EF4-FFF2-40B4-BE49-F238E27FC236}">
                <a16:creationId xmlns:a16="http://schemas.microsoft.com/office/drawing/2014/main" id="{D08E2D55-CFB2-F54E-9DED-FC65384DAC2D}"/>
              </a:ext>
            </a:extLst>
          </p:cNvPr>
          <p:cNvSpPr>
            <a:spLocks noGrp="1"/>
          </p:cNvSpPr>
          <p:nvPr>
            <p:ph type="body" sz="quarter" idx="17"/>
          </p:nvPr>
        </p:nvSpPr>
        <p:spPr>
          <a:xfrm>
            <a:off x="13415" y="-6547"/>
            <a:ext cx="9305080" cy="709110"/>
          </a:xfrm>
          <a:prstGeom prst="rect">
            <a:avLst/>
          </a:prstGeom>
        </p:spPr>
        <p:txBody>
          <a:bodyPr vert="horz" lIns="0" tIns="0" rIns="0" bIns="0" rtlCol="0" anchor="ctr">
            <a:noAutofit/>
          </a:bodyPr>
          <a:lstStyle>
            <a:lvl1pPr marL="0" indent="0" algn="l" defTabSz="914126" rtl="0" eaLnBrk="1" latinLnBrk="0" hangingPunct="1">
              <a:spcBef>
                <a:spcPts val="600"/>
              </a:spcBef>
              <a:spcAft>
                <a:spcPts val="400"/>
              </a:spcAft>
              <a:buClrTx/>
              <a:buSzPct val="90000"/>
              <a:buFont typeface="Arial" pitchFamily="34" charset="0"/>
              <a:buNone/>
              <a:defRPr lang="en-US" sz="2799" b="1" kern="1200" spc="0" baseline="0"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vl2pPr marL="355493" indent="-177747" algn="l" defTabSz="914126" rtl="0" eaLnBrk="1" latinLnBrk="0" hangingPunct="1">
              <a:spcBef>
                <a:spcPts val="0"/>
              </a:spcBef>
              <a:spcAft>
                <a:spcPts val="600"/>
              </a:spcAft>
              <a:buClrTx/>
              <a:buSzPct val="90000"/>
              <a:buFont typeface="Arial" pitchFamily="34" charset="0"/>
              <a:buChar char="•"/>
              <a:defRPr sz="1799"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240" indent="-179334" algn="l" defTabSz="914126" rtl="0" eaLnBrk="1" latinLnBrk="0" hangingPunct="1">
              <a:spcBef>
                <a:spcPts val="0"/>
              </a:spcBef>
              <a:spcAft>
                <a:spcPts val="600"/>
              </a:spcAft>
              <a:buClrTx/>
              <a:buSzPct val="90000"/>
              <a:buFont typeface="Arial" pitchFamily="34" charset="0"/>
              <a:buChar char="•"/>
              <a:defRPr sz="1799"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6857" indent="-179334" algn="l" defTabSz="914126" rtl="0" eaLnBrk="1" latinLnBrk="0" hangingPunct="1">
              <a:spcBef>
                <a:spcPts val="0"/>
              </a:spcBef>
              <a:spcAft>
                <a:spcPts val="600"/>
              </a:spcAft>
              <a:buClrTx/>
              <a:buSzPct val="90000"/>
              <a:buFont typeface="Arial" pitchFamily="34" charset="0"/>
              <a:buChar char="•"/>
              <a:defRPr sz="1799"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191" indent="-179334" algn="l" defTabSz="914126" rtl="0" eaLnBrk="1" latinLnBrk="0" hangingPunct="1">
              <a:spcBef>
                <a:spcPts val="0"/>
              </a:spcBef>
              <a:spcAft>
                <a:spcPts val="600"/>
              </a:spcAft>
              <a:buClrTx/>
              <a:buSzPct val="90000"/>
              <a:buFont typeface="Arial" pitchFamily="34" charset="0"/>
              <a:buChar char="•"/>
              <a:defRPr sz="1799"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3846"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908"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971"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5034"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lvl="0"/>
            <a:r>
              <a:rPr lang="zh-CN" altLang="en-US"/>
              <a:t>单击此处编辑母版文本样式</a:t>
            </a:r>
          </a:p>
        </p:txBody>
      </p:sp>
      <p:sp>
        <p:nvSpPr>
          <p:cNvPr id="7" name="bg object 17">
            <a:extLst>
              <a:ext uri="{FF2B5EF4-FFF2-40B4-BE49-F238E27FC236}">
                <a16:creationId xmlns:a16="http://schemas.microsoft.com/office/drawing/2014/main" id="{59C02681-2239-A422-BB49-CAEC472ED1CC}"/>
              </a:ext>
            </a:extLst>
          </p:cNvPr>
          <p:cNvSpPr>
            <a:spLocks noChangeAspect="1"/>
          </p:cNvSpPr>
          <p:nvPr/>
        </p:nvSpPr>
        <p:spPr>
          <a:xfrm>
            <a:off x="9318495" y="102943"/>
            <a:ext cx="2860090" cy="487527"/>
          </a:xfrm>
          <a:prstGeom prst="rect">
            <a:avLst/>
          </a:prstGeom>
          <a:blipFill>
            <a:blip r:embed="rId4"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136790938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60908" y="2537838"/>
            <a:ext cx="10515600" cy="946752"/>
          </a:xfrm>
        </p:spPr>
        <p:txBody>
          <a:bodyPr anchor="b">
            <a:noAutofit/>
          </a:bodyPr>
          <a:lstStyle>
            <a:lvl1pPr>
              <a:defRPr sz="5400">
                <a:solidFill>
                  <a:srgbClr val="336699"/>
                </a:solidFill>
                <a:latin typeface="微软雅黑" panose="020B0503020204020204" pitchFamily="34" charset="-122"/>
                <a:ea typeface="微软雅黑" panose="020B0503020204020204" pitchFamily="34" charset="-122"/>
              </a:defRPr>
            </a:lvl1pPr>
          </a:lstStyle>
          <a:p>
            <a:r>
              <a:rPr kumimoji="1" lang="zh-CN" altLang="en-US"/>
              <a:t>单击此处编辑母版标题样式</a:t>
            </a:r>
            <a:endParaRPr kumimoji="1" lang="zh-CN" altLang="en-US" dirty="0"/>
          </a:p>
        </p:txBody>
      </p:sp>
      <p:sp>
        <p:nvSpPr>
          <p:cNvPr id="3" name="文本占位符 2"/>
          <p:cNvSpPr>
            <a:spLocks noGrp="1"/>
          </p:cNvSpPr>
          <p:nvPr>
            <p:ph type="body" idx="1"/>
          </p:nvPr>
        </p:nvSpPr>
        <p:spPr>
          <a:xfrm>
            <a:off x="831850" y="3846786"/>
            <a:ext cx="10515600" cy="2242865"/>
          </a:xfrm>
        </p:spPr>
        <p:txBody>
          <a:bodyPr>
            <a:normAutofit/>
          </a:bodyPr>
          <a:lstStyle>
            <a:lvl1pPr marL="0" indent="0">
              <a:buNone/>
              <a:defRPr sz="2400">
                <a:solidFill>
                  <a:schemeClr val="tx1"/>
                </a:solidFill>
                <a:latin typeface="微软雅黑" panose="020B0503020204020204" pitchFamily="34" charset="-122"/>
                <a:ea typeface="微软雅黑" panose="020B0503020204020204" pitchFamily="34" charset="-122"/>
              </a:defRPr>
            </a:lvl1pPr>
            <a:lvl2pPr marL="228600" indent="0">
              <a:buNone/>
              <a:defRPr sz="1000">
                <a:solidFill>
                  <a:schemeClr val="tx1">
                    <a:tint val="75000"/>
                  </a:schemeClr>
                </a:solidFill>
              </a:defRPr>
            </a:lvl2pPr>
            <a:lvl3pPr marL="457200" indent="0">
              <a:buNone/>
              <a:defRPr sz="900">
                <a:solidFill>
                  <a:schemeClr val="tx1">
                    <a:tint val="75000"/>
                  </a:schemeClr>
                </a:solidFill>
              </a:defRPr>
            </a:lvl3pPr>
            <a:lvl4pPr marL="685800" indent="0">
              <a:buNone/>
              <a:defRPr sz="800">
                <a:solidFill>
                  <a:schemeClr val="tx1">
                    <a:tint val="75000"/>
                  </a:schemeClr>
                </a:solidFill>
              </a:defRPr>
            </a:lvl4pPr>
            <a:lvl5pPr marL="914400" indent="0">
              <a:buNone/>
              <a:defRPr sz="800">
                <a:solidFill>
                  <a:schemeClr val="tx1">
                    <a:tint val="75000"/>
                  </a:schemeClr>
                </a:solidFill>
              </a:defRPr>
            </a:lvl5pPr>
            <a:lvl6pPr marL="1143000" indent="0">
              <a:buNone/>
              <a:defRPr sz="800">
                <a:solidFill>
                  <a:schemeClr val="tx1">
                    <a:tint val="75000"/>
                  </a:schemeClr>
                </a:solidFill>
              </a:defRPr>
            </a:lvl6pPr>
            <a:lvl7pPr marL="1371600" indent="0">
              <a:buNone/>
              <a:defRPr sz="800">
                <a:solidFill>
                  <a:schemeClr val="tx1">
                    <a:tint val="75000"/>
                  </a:schemeClr>
                </a:solidFill>
              </a:defRPr>
            </a:lvl7pPr>
            <a:lvl8pPr marL="1600200" indent="0">
              <a:buNone/>
              <a:defRPr sz="800">
                <a:solidFill>
                  <a:schemeClr val="tx1">
                    <a:tint val="75000"/>
                  </a:schemeClr>
                </a:solidFill>
              </a:defRPr>
            </a:lvl8pPr>
            <a:lvl9pPr marL="1828800" indent="0">
              <a:buNone/>
              <a:defRPr sz="800">
                <a:solidFill>
                  <a:schemeClr val="tx1">
                    <a:tint val="75000"/>
                  </a:schemeClr>
                </a:solidFill>
              </a:defRPr>
            </a:lvl9pPr>
          </a:lstStyle>
          <a:p>
            <a:pPr lvl="0"/>
            <a:r>
              <a:rPr kumimoji="1" lang="zh-CN" altLang="en-US"/>
              <a:t>单击此处编辑母版文本样式</a:t>
            </a:r>
          </a:p>
        </p:txBody>
      </p:sp>
    </p:spTree>
    <p:extLst>
      <p:ext uri="{BB962C8B-B14F-4D97-AF65-F5344CB8AC3E}">
        <p14:creationId xmlns:p14="http://schemas.microsoft.com/office/powerpoint/2010/main" val="227119905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2_单栏文字图片">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015D5969-1F85-42C5-919C-8BFCCF2B9542}"/>
              </a:ext>
            </a:extLst>
          </p:cNvPr>
          <p:cNvSpPr>
            <a:spLocks noGrp="1"/>
          </p:cNvSpPr>
          <p:nvPr>
            <p:ph idx="1" hasCustomPrompt="1"/>
          </p:nvPr>
        </p:nvSpPr>
        <p:spPr>
          <a:xfrm>
            <a:off x="157656" y="1034533"/>
            <a:ext cx="11855668" cy="5571219"/>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2" name="bg object 19">
            <a:extLst>
              <a:ext uri="{FF2B5EF4-FFF2-40B4-BE49-F238E27FC236}">
                <a16:creationId xmlns:a16="http://schemas.microsoft.com/office/drawing/2014/main" id="{CB7012CF-E297-45A6-84E9-A644BC2480AF}"/>
              </a:ext>
            </a:extLst>
          </p:cNvPr>
          <p:cNvSpPr/>
          <p:nvPr/>
        </p:nvSpPr>
        <p:spPr>
          <a:xfrm>
            <a:off x="-10241" y="840829"/>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8"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3" y="-1529"/>
            <a:ext cx="9318495" cy="842357"/>
          </a:xfrm>
          <a:prstGeom prst="rect">
            <a:avLst/>
          </a:prstGeom>
          <a:blipFill>
            <a:blip r:embed="rId2" cstate="print"/>
            <a:stretch>
              <a:fillRect/>
            </a:stretch>
          </a:blipFill>
        </p:spPr>
        <p:txBody>
          <a:bodyPr wrap="square" lIns="0" tIns="0" rIns="0" bIns="0" rtlCol="0"/>
          <a:lstStyle/>
          <a:p>
            <a:endParaRPr sz="1798"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hasCustomPrompt="1"/>
          </p:nvPr>
        </p:nvSpPr>
        <p:spPr>
          <a:xfrm>
            <a:off x="12315" y="-1528"/>
            <a:ext cx="9306179" cy="792163"/>
          </a:xfrm>
          <a:prstGeom prst="rect">
            <a:avLst/>
          </a:prstGeom>
        </p:spPr>
        <p:txBody>
          <a:bodyPr vert="horz" lIns="0" tIns="0" rIns="0" bIns="0" rtlCol="0" anchor="ctr">
            <a:noAutofit/>
          </a:bodyPr>
          <a:lstStyle>
            <a:lvl1pPr>
              <a:defRPr lang="en-US" sz="2798"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dirty="0"/>
              <a:t>单击此处编辑母版标题样式</a:t>
            </a:r>
            <a:br>
              <a:rPr lang="en-US" altLang="zh-CN" dirty="0"/>
            </a:br>
            <a:r>
              <a:rPr lang="zh-CN" altLang="en-US" dirty="0"/>
              <a:t>单击此处编辑母版标题样式</a:t>
            </a:r>
            <a:endParaRPr lang="en-US" dirty="0"/>
          </a:p>
        </p:txBody>
      </p:sp>
      <p:sp>
        <p:nvSpPr>
          <p:cNvPr id="2" name="bg object 17">
            <a:extLst>
              <a:ext uri="{FF2B5EF4-FFF2-40B4-BE49-F238E27FC236}">
                <a16:creationId xmlns:a16="http://schemas.microsoft.com/office/drawing/2014/main" id="{B68CA0FA-9739-ACE1-F83C-E85BECA2F22F}"/>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
        <p:nvSpPr>
          <p:cNvPr id="7" name="bg object 17">
            <a:extLst>
              <a:ext uri="{FF2B5EF4-FFF2-40B4-BE49-F238E27FC236}">
                <a16:creationId xmlns:a16="http://schemas.microsoft.com/office/drawing/2014/main" id="{FA6D22A6-224A-471C-AA13-EE0F59A1F039}"/>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19825834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4_单栏文字图片">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015D5969-1F85-42C5-919C-8BFCCF2B9542}"/>
              </a:ext>
            </a:extLst>
          </p:cNvPr>
          <p:cNvSpPr>
            <a:spLocks noGrp="1"/>
          </p:cNvSpPr>
          <p:nvPr>
            <p:ph idx="1" hasCustomPrompt="1"/>
          </p:nvPr>
        </p:nvSpPr>
        <p:spPr>
          <a:xfrm>
            <a:off x="157656" y="1162943"/>
            <a:ext cx="11855668" cy="5442809"/>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1">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2" name="bg object 19">
            <a:extLst>
              <a:ext uri="{FF2B5EF4-FFF2-40B4-BE49-F238E27FC236}">
                <a16:creationId xmlns:a16="http://schemas.microsoft.com/office/drawing/2014/main" id="{CB7012CF-E297-45A6-84E9-A644BC2480AF}"/>
              </a:ext>
            </a:extLst>
          </p:cNvPr>
          <p:cNvSpPr/>
          <p:nvPr/>
        </p:nvSpPr>
        <p:spPr>
          <a:xfrm>
            <a:off x="-10241" y="1030043"/>
            <a:ext cx="12188826" cy="45719"/>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8"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6" y="-1531"/>
            <a:ext cx="9318495" cy="1031574"/>
          </a:xfrm>
          <a:prstGeom prst="rect">
            <a:avLst/>
          </a:prstGeom>
          <a:blipFill>
            <a:blip r:embed="rId2" cstate="print"/>
            <a:stretch>
              <a:fillRect/>
            </a:stretch>
          </a:blipFill>
        </p:spPr>
        <p:txBody>
          <a:bodyPr wrap="square" lIns="0" tIns="0" rIns="0" bIns="0" rtlCol="0"/>
          <a:lstStyle/>
          <a:p>
            <a:endParaRPr sz="1798"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hasCustomPrompt="1"/>
          </p:nvPr>
        </p:nvSpPr>
        <p:spPr>
          <a:xfrm>
            <a:off x="12315" y="-1528"/>
            <a:ext cx="9306179" cy="1031571"/>
          </a:xfrm>
          <a:prstGeom prst="rect">
            <a:avLst/>
          </a:prstGeom>
        </p:spPr>
        <p:txBody>
          <a:bodyPr vert="horz" lIns="0" tIns="0" rIns="0" bIns="0" rtlCol="0" anchor="ctr">
            <a:noAutofit/>
          </a:bodyPr>
          <a:lstStyle>
            <a:lvl1pPr>
              <a:defRPr lang="en-US" sz="2798"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dirty="0"/>
              <a:t>单击此处编辑母版标题样式</a:t>
            </a:r>
            <a:br>
              <a:rPr lang="en-US" altLang="zh-CN" dirty="0"/>
            </a:br>
            <a:r>
              <a:rPr lang="zh-CN" altLang="en-US" dirty="0"/>
              <a:t>单击此处编辑母版标题样式</a:t>
            </a:r>
            <a:endParaRPr lang="en-US" dirty="0"/>
          </a:p>
        </p:txBody>
      </p:sp>
      <p:sp>
        <p:nvSpPr>
          <p:cNvPr id="2" name="bg object 17">
            <a:extLst>
              <a:ext uri="{FF2B5EF4-FFF2-40B4-BE49-F238E27FC236}">
                <a16:creationId xmlns:a16="http://schemas.microsoft.com/office/drawing/2014/main" id="{B68CA0FA-9739-ACE1-F83C-E85BECA2F22F}"/>
              </a:ext>
            </a:extLst>
          </p:cNvPr>
          <p:cNvSpPr>
            <a:spLocks noChangeAspect="1"/>
          </p:cNvSpPr>
          <p:nvPr/>
        </p:nvSpPr>
        <p:spPr>
          <a:xfrm>
            <a:off x="9318489" y="-1532"/>
            <a:ext cx="2860090" cy="487527"/>
          </a:xfrm>
          <a:prstGeom prst="rect">
            <a:avLst/>
          </a:prstGeom>
          <a:blipFill>
            <a:blip r:embed="rId3"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47714480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cSld name="单栏文字图片-小肖像">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015D5969-1F85-42C5-919C-8BFCCF2B9542}"/>
              </a:ext>
            </a:extLst>
          </p:cNvPr>
          <p:cNvSpPr>
            <a:spLocks noGrp="1"/>
          </p:cNvSpPr>
          <p:nvPr>
            <p:ph idx="1" hasCustomPrompt="1"/>
          </p:nvPr>
        </p:nvSpPr>
        <p:spPr>
          <a:xfrm>
            <a:off x="157656" y="889003"/>
            <a:ext cx="11855668" cy="5716749"/>
          </a:xfrm>
          <a:prstGeom prst="rect">
            <a:avLst/>
          </a:prstGeom>
        </p:spPr>
        <p:txBody>
          <a:bodyPr/>
          <a:lstStyle>
            <a:lvl1pPr marL="171348" indent="-251848">
              <a:spcBef>
                <a:spcPts val="1200"/>
              </a:spcBef>
              <a:spcAft>
                <a:spcPts val="300"/>
              </a:spcAft>
              <a:buFont typeface="Wingdings" panose="05000000000000000000" pitchFamily="2" charset="2"/>
              <a:buChar char="l"/>
              <a:tabLst>
                <a:tab pos="7168022" algn="r"/>
              </a:tabLst>
              <a:defRPr sz="2398" b="0">
                <a:solidFill>
                  <a:schemeClr val="tx1"/>
                </a:solidFill>
                <a:latin typeface="微软雅黑" panose="020B0503020204020204" pitchFamily="34" charset="-122"/>
                <a:ea typeface="微软雅黑" panose="020B0503020204020204" pitchFamily="34" charset="-122"/>
              </a:defRPr>
            </a:lvl1pPr>
            <a:lvl2pPr marL="575654" indent="-251848">
              <a:spcBef>
                <a:spcPts val="0"/>
              </a:spcBef>
              <a:spcAft>
                <a:spcPts val="300"/>
              </a:spcAft>
              <a:buFont typeface="Wingdings" panose="05000000000000000000" pitchFamily="2" charset="2"/>
              <a:buChar char="l"/>
              <a:tabLst>
                <a:tab pos="7168022" algn="r"/>
              </a:tabLst>
              <a:defRPr sz="1998" b="0">
                <a:solidFill>
                  <a:schemeClr val="tx1"/>
                </a:solidFill>
                <a:latin typeface="微软雅黑" panose="020B0503020204020204" pitchFamily="34" charset="-122"/>
                <a:ea typeface="微软雅黑" panose="020B0503020204020204" pitchFamily="34" charset="-122"/>
              </a:defRPr>
            </a:lvl2pPr>
            <a:lvl3pPr marL="863482" indent="-251848">
              <a:spcBef>
                <a:spcPts val="0"/>
              </a:spcBef>
              <a:spcAft>
                <a:spcPts val="300"/>
              </a:spcAft>
              <a:buFont typeface="Wingdings" panose="05000000000000000000" pitchFamily="2" charset="2"/>
              <a:buChar char="l"/>
              <a:tabLst>
                <a:tab pos="7168022" algn="r"/>
              </a:tabLst>
              <a:defRPr sz="1798" b="0">
                <a:solidFill>
                  <a:schemeClr val="tx1"/>
                </a:solidFill>
                <a:latin typeface="微软雅黑" panose="020B0503020204020204" pitchFamily="34" charset="-122"/>
                <a:ea typeface="微软雅黑" panose="020B0503020204020204" pitchFamily="34" charset="-122"/>
              </a:defRPr>
            </a:lvl3pPr>
            <a:lvl4pPr marL="726639" indent="-179280">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2" name="bg object 19">
            <a:extLst>
              <a:ext uri="{FF2B5EF4-FFF2-40B4-BE49-F238E27FC236}">
                <a16:creationId xmlns:a16="http://schemas.microsoft.com/office/drawing/2014/main" id="{CB7012CF-E297-45A6-84E9-A644BC2480AF}"/>
              </a:ext>
            </a:extLst>
          </p:cNvPr>
          <p:cNvSpPr/>
          <p:nvPr/>
        </p:nvSpPr>
        <p:spPr>
          <a:xfrm>
            <a:off x="0" y="702579"/>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8"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0" y="-1527"/>
            <a:ext cx="8104045" cy="696469"/>
          </a:xfrm>
          <a:prstGeom prst="rect">
            <a:avLst/>
          </a:prstGeom>
          <a:blipFill>
            <a:blip r:embed="rId2" cstate="print"/>
            <a:stretch>
              <a:fillRect/>
            </a:stretch>
          </a:blipFill>
        </p:spPr>
        <p:txBody>
          <a:bodyPr wrap="square" lIns="0" tIns="0" rIns="0" bIns="0" rtlCol="0"/>
          <a:lstStyle/>
          <a:p>
            <a:endParaRPr sz="1798"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78828" y="-27384"/>
            <a:ext cx="9326429" cy="792163"/>
          </a:xfrm>
          <a:prstGeom prst="rect">
            <a:avLst/>
          </a:prstGeom>
        </p:spPr>
        <p:txBody>
          <a:bodyPr vert="horz" lIns="0" tIns="0" rIns="0" bIns="0" rtlCol="0" anchor="ctr">
            <a:noAutofit/>
          </a:bodyPr>
          <a:lstStyle>
            <a:lvl1pPr>
              <a:defRPr lang="en-US" sz="2798"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a:t>单击此处编辑母版标题样式</a:t>
            </a:r>
            <a:endParaRPr lang="en-US" dirty="0"/>
          </a:p>
        </p:txBody>
      </p:sp>
      <p:sp>
        <p:nvSpPr>
          <p:cNvPr id="7" name="bg object 17">
            <a:extLst>
              <a:ext uri="{FF2B5EF4-FFF2-40B4-BE49-F238E27FC236}">
                <a16:creationId xmlns:a16="http://schemas.microsoft.com/office/drawing/2014/main" id="{04256FBE-5EA3-42C4-357B-19BB60808F5E}"/>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15350063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cSld name="双栏文字图片">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015D5969-1F85-42C5-919C-8BFCCF2B9542}"/>
              </a:ext>
            </a:extLst>
          </p:cNvPr>
          <p:cNvSpPr>
            <a:spLocks noGrp="1"/>
          </p:cNvSpPr>
          <p:nvPr>
            <p:ph idx="1" hasCustomPrompt="1"/>
          </p:nvPr>
        </p:nvSpPr>
        <p:spPr>
          <a:xfrm>
            <a:off x="468191" y="889003"/>
            <a:ext cx="5366833"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2" name="bg object 19">
            <a:extLst>
              <a:ext uri="{FF2B5EF4-FFF2-40B4-BE49-F238E27FC236}">
                <a16:creationId xmlns:a16="http://schemas.microsoft.com/office/drawing/2014/main" id="{CB7012CF-E297-45A6-84E9-A644BC2480AF}"/>
              </a:ext>
            </a:extLst>
          </p:cNvPr>
          <p:cNvSpPr/>
          <p:nvPr/>
        </p:nvSpPr>
        <p:spPr>
          <a:xfrm>
            <a:off x="0" y="702577"/>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399"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1" y="-1527"/>
            <a:ext cx="8104045" cy="696469"/>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12316" y="-27384"/>
            <a:ext cx="11698797" cy="792163"/>
          </a:xfrm>
          <a:prstGeom prst="rect">
            <a:avLst/>
          </a:prstGeom>
        </p:spPr>
        <p:txBody>
          <a:bodyPr vert="horz" lIns="0" tIns="0" rIns="0" bIns="0" rtlCol="0" anchor="ctr">
            <a:noAutofit/>
          </a:bodyPr>
          <a:lstStyle>
            <a:lvl1pPr>
              <a:defRPr lang="en-US" sz="2799"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a:t>单击此处编辑母版标题样式</a:t>
            </a:r>
            <a:endParaRPr lang="en-US" dirty="0"/>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6344281" y="889003"/>
            <a:ext cx="5366833"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0" name="bg object 17">
            <a:extLst>
              <a:ext uri="{FF2B5EF4-FFF2-40B4-BE49-F238E27FC236}">
                <a16:creationId xmlns:a16="http://schemas.microsoft.com/office/drawing/2014/main" id="{37565BE8-E900-832C-0126-225993F18DBB}"/>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36518642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_双栏文字图片">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015D5969-1F85-42C5-919C-8BFCCF2B9542}"/>
              </a:ext>
            </a:extLst>
          </p:cNvPr>
          <p:cNvSpPr>
            <a:spLocks noGrp="1"/>
          </p:cNvSpPr>
          <p:nvPr>
            <p:ph idx="1" hasCustomPrompt="1"/>
          </p:nvPr>
        </p:nvSpPr>
        <p:spPr>
          <a:xfrm>
            <a:off x="249393" y="1155221"/>
            <a:ext cx="5618972"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2" name="bg object 19">
            <a:extLst>
              <a:ext uri="{FF2B5EF4-FFF2-40B4-BE49-F238E27FC236}">
                <a16:creationId xmlns:a16="http://schemas.microsoft.com/office/drawing/2014/main" id="{CB7012CF-E297-45A6-84E9-A644BC2480AF}"/>
              </a:ext>
            </a:extLst>
          </p:cNvPr>
          <p:cNvSpPr/>
          <p:nvPr/>
        </p:nvSpPr>
        <p:spPr>
          <a:xfrm>
            <a:off x="0" y="1049819"/>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399"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1" y="-18787"/>
            <a:ext cx="9355035" cy="107895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hasCustomPrompt="1"/>
          </p:nvPr>
        </p:nvSpPr>
        <p:spPr>
          <a:xfrm>
            <a:off x="55183" y="-18787"/>
            <a:ext cx="9355035" cy="1043556"/>
          </a:xfrm>
          <a:prstGeom prst="rect">
            <a:avLst/>
          </a:prstGeom>
        </p:spPr>
        <p:txBody>
          <a:bodyPr vert="horz" lIns="0" tIns="0" rIns="0" bIns="0" rtlCol="0" anchor="ctr">
            <a:noAutofit/>
          </a:bodyPr>
          <a:lstStyle>
            <a:lvl1pPr>
              <a:defRPr lang="en-US" sz="2799"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en-US" dirty="0"/>
              <a:t>Click to edit Master title style</a:t>
            </a:r>
            <a:br>
              <a:rPr lang="en-US" dirty="0"/>
            </a:br>
            <a:r>
              <a:rPr lang="en-US" altLang="zh-CN" dirty="0"/>
              <a:t>Click to edit Master title style</a:t>
            </a:r>
            <a:endParaRPr lang="en-US" dirty="0"/>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5995686" y="1155220"/>
            <a:ext cx="5946921"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0" name="bg object 17">
            <a:extLst>
              <a:ext uri="{FF2B5EF4-FFF2-40B4-BE49-F238E27FC236}">
                <a16:creationId xmlns:a16="http://schemas.microsoft.com/office/drawing/2014/main" id="{37565BE8-E900-832C-0126-225993F18DBB}"/>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118800643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cSld name="4_Title Slide—Short title, 1 line subtitle">
    <p:spTree>
      <p:nvGrpSpPr>
        <p:cNvPr id="1" name=""/>
        <p:cNvGrpSpPr/>
        <p:nvPr/>
      </p:nvGrpSpPr>
      <p:grpSpPr>
        <a:xfrm>
          <a:off x="0" y="0"/>
          <a:ext cx="0" cy="0"/>
          <a:chOff x="0" y="0"/>
          <a:chExt cx="0" cy="0"/>
        </a:xfrm>
      </p:grpSpPr>
      <p:sp>
        <p:nvSpPr>
          <p:cNvPr id="22" name="bg object 19">
            <a:extLst>
              <a:ext uri="{FF2B5EF4-FFF2-40B4-BE49-F238E27FC236}">
                <a16:creationId xmlns:a16="http://schemas.microsoft.com/office/drawing/2014/main" id="{CB7012CF-E297-45A6-84E9-A644BC2480AF}"/>
              </a:ext>
            </a:extLst>
          </p:cNvPr>
          <p:cNvSpPr/>
          <p:nvPr/>
        </p:nvSpPr>
        <p:spPr>
          <a:xfrm>
            <a:off x="0" y="702577"/>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9"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1" y="-1527"/>
            <a:ext cx="8104045" cy="696469"/>
          </a:xfrm>
          <a:prstGeom prst="rect">
            <a:avLst/>
          </a:prstGeom>
          <a:blipFill>
            <a:blip r:embed="rId2" cstate="print"/>
            <a:stretch>
              <a:fillRect/>
            </a:stretch>
          </a:blipFill>
        </p:spPr>
        <p:txBody>
          <a:bodyPr wrap="square" lIns="0" tIns="0" rIns="0" bIns="0" rtlCol="0"/>
          <a:lstStyle/>
          <a:p>
            <a:endParaRPr sz="1799"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152400" y="-27384"/>
            <a:ext cx="11558713" cy="792163"/>
          </a:xfrm>
          <a:prstGeom prst="rect">
            <a:avLst/>
          </a:prstGeom>
        </p:spPr>
        <p:txBody>
          <a:bodyPr vert="horz" lIns="0" tIns="0" rIns="0" bIns="0" rtlCol="0" anchor="ctr">
            <a:noAutofit/>
          </a:bodyPr>
          <a:lstStyle>
            <a:lvl1pPr>
              <a:defRPr lang="en-US" sz="2799"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a:t>单击此处编辑母版标题样式</a:t>
            </a:r>
            <a:endParaRPr lang="en-US" dirty="0"/>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492884" y="889000"/>
            <a:ext cx="5366833" cy="2612008"/>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9" name="Content Placeholder 2">
            <a:extLst>
              <a:ext uri="{FF2B5EF4-FFF2-40B4-BE49-F238E27FC236}">
                <a16:creationId xmlns:a16="http://schemas.microsoft.com/office/drawing/2014/main" id="{1814A08C-A1EF-432E-B9A5-10E6F172DB07}"/>
              </a:ext>
            </a:extLst>
          </p:cNvPr>
          <p:cNvSpPr>
            <a:spLocks noGrp="1"/>
          </p:cNvSpPr>
          <p:nvPr>
            <p:ph idx="11" hasCustomPrompt="1"/>
          </p:nvPr>
        </p:nvSpPr>
        <p:spPr>
          <a:xfrm>
            <a:off x="492884" y="3789041"/>
            <a:ext cx="5366833" cy="2616191"/>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2">
            <a:extLst>
              <a:ext uri="{FF2B5EF4-FFF2-40B4-BE49-F238E27FC236}">
                <a16:creationId xmlns:a16="http://schemas.microsoft.com/office/drawing/2014/main" id="{A3CFAB8B-FE0D-4D84-B2D6-D48CA4FEDBF0}"/>
              </a:ext>
            </a:extLst>
          </p:cNvPr>
          <p:cNvSpPr>
            <a:spLocks noGrp="1"/>
          </p:cNvSpPr>
          <p:nvPr>
            <p:ph idx="12" hasCustomPrompt="1"/>
          </p:nvPr>
        </p:nvSpPr>
        <p:spPr>
          <a:xfrm>
            <a:off x="6344281" y="889000"/>
            <a:ext cx="5366833" cy="2612008"/>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3" name="Content Placeholder 2">
            <a:extLst>
              <a:ext uri="{FF2B5EF4-FFF2-40B4-BE49-F238E27FC236}">
                <a16:creationId xmlns:a16="http://schemas.microsoft.com/office/drawing/2014/main" id="{FF889F08-E36B-4026-9B21-0A5A76467AAD}"/>
              </a:ext>
            </a:extLst>
          </p:cNvPr>
          <p:cNvSpPr>
            <a:spLocks noGrp="1"/>
          </p:cNvSpPr>
          <p:nvPr>
            <p:ph idx="13" hasCustomPrompt="1"/>
          </p:nvPr>
        </p:nvSpPr>
        <p:spPr>
          <a:xfrm>
            <a:off x="6329599" y="3789041"/>
            <a:ext cx="5366833" cy="2616191"/>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4" name="bg object 17">
            <a:extLst>
              <a:ext uri="{FF2B5EF4-FFF2-40B4-BE49-F238E27FC236}">
                <a16:creationId xmlns:a16="http://schemas.microsoft.com/office/drawing/2014/main" id="{7DF2497C-8F27-070D-BE18-0F6CD4A765BE}"/>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191790577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9_Title Slide—Short title, 1 line subtitle">
    <p:spTree>
      <p:nvGrpSpPr>
        <p:cNvPr id="1" name=""/>
        <p:cNvGrpSpPr/>
        <p:nvPr/>
      </p:nvGrpSpPr>
      <p:grpSpPr>
        <a:xfrm>
          <a:off x="0" y="0"/>
          <a:ext cx="0" cy="0"/>
          <a:chOff x="0" y="0"/>
          <a:chExt cx="0" cy="0"/>
        </a:xfrm>
      </p:grpSpPr>
      <p:sp>
        <p:nvSpPr>
          <p:cNvPr id="11" name="bg object 16">
            <a:extLst>
              <a:ext uri="{FF2B5EF4-FFF2-40B4-BE49-F238E27FC236}">
                <a16:creationId xmlns:a16="http://schemas.microsoft.com/office/drawing/2014/main" id="{AECF450B-AC96-4B51-AC5B-8EB5F7ED97B5}"/>
              </a:ext>
            </a:extLst>
          </p:cNvPr>
          <p:cNvSpPr/>
          <p:nvPr/>
        </p:nvSpPr>
        <p:spPr>
          <a:xfrm rot="10800000">
            <a:off x="0" y="0"/>
            <a:ext cx="9386621" cy="1073897"/>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bg object 19">
            <a:extLst>
              <a:ext uri="{FF2B5EF4-FFF2-40B4-BE49-F238E27FC236}">
                <a16:creationId xmlns:a16="http://schemas.microsoft.com/office/drawing/2014/main" id="{CB7012CF-E297-45A6-84E9-A644BC2480AF}"/>
              </a:ext>
            </a:extLst>
          </p:cNvPr>
          <p:cNvSpPr/>
          <p:nvPr/>
        </p:nvSpPr>
        <p:spPr>
          <a:xfrm>
            <a:off x="0" y="1080128"/>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9" dirty="0">
              <a:latin typeface="微软雅黑" panose="020B0503020204020204" pitchFamily="34" charset="-122"/>
              <a:ea typeface="微软雅黑" panose="020B0503020204020204" pitchFamily="34" charset="-122"/>
            </a:endParaRPr>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492884" y="1266551"/>
            <a:ext cx="5366833" cy="2612008"/>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9" name="Content Placeholder 2">
            <a:extLst>
              <a:ext uri="{FF2B5EF4-FFF2-40B4-BE49-F238E27FC236}">
                <a16:creationId xmlns:a16="http://schemas.microsoft.com/office/drawing/2014/main" id="{1814A08C-A1EF-432E-B9A5-10E6F172DB07}"/>
              </a:ext>
            </a:extLst>
          </p:cNvPr>
          <p:cNvSpPr>
            <a:spLocks noGrp="1"/>
          </p:cNvSpPr>
          <p:nvPr>
            <p:ph idx="11" hasCustomPrompt="1"/>
          </p:nvPr>
        </p:nvSpPr>
        <p:spPr>
          <a:xfrm>
            <a:off x="492884" y="4166592"/>
            <a:ext cx="5366833" cy="2616191"/>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2">
            <a:extLst>
              <a:ext uri="{FF2B5EF4-FFF2-40B4-BE49-F238E27FC236}">
                <a16:creationId xmlns:a16="http://schemas.microsoft.com/office/drawing/2014/main" id="{A3CFAB8B-FE0D-4D84-B2D6-D48CA4FEDBF0}"/>
              </a:ext>
            </a:extLst>
          </p:cNvPr>
          <p:cNvSpPr>
            <a:spLocks noGrp="1"/>
          </p:cNvSpPr>
          <p:nvPr>
            <p:ph idx="12" hasCustomPrompt="1"/>
          </p:nvPr>
        </p:nvSpPr>
        <p:spPr>
          <a:xfrm>
            <a:off x="6344281" y="1266551"/>
            <a:ext cx="5366833" cy="2612008"/>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3" name="Content Placeholder 2">
            <a:extLst>
              <a:ext uri="{FF2B5EF4-FFF2-40B4-BE49-F238E27FC236}">
                <a16:creationId xmlns:a16="http://schemas.microsoft.com/office/drawing/2014/main" id="{FF889F08-E36B-4026-9B21-0A5A76467AAD}"/>
              </a:ext>
            </a:extLst>
          </p:cNvPr>
          <p:cNvSpPr>
            <a:spLocks noGrp="1"/>
          </p:cNvSpPr>
          <p:nvPr>
            <p:ph idx="13" hasCustomPrompt="1"/>
          </p:nvPr>
        </p:nvSpPr>
        <p:spPr>
          <a:xfrm>
            <a:off x="6329599" y="4166592"/>
            <a:ext cx="5366833" cy="2616191"/>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4" name="bg object 17">
            <a:extLst>
              <a:ext uri="{FF2B5EF4-FFF2-40B4-BE49-F238E27FC236}">
                <a16:creationId xmlns:a16="http://schemas.microsoft.com/office/drawing/2014/main" id="{7DF2497C-8F27-070D-BE18-0F6CD4A765BE}"/>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
        <p:nvSpPr>
          <p:cNvPr id="10" name="Title 1">
            <a:extLst>
              <a:ext uri="{FF2B5EF4-FFF2-40B4-BE49-F238E27FC236}">
                <a16:creationId xmlns:a16="http://schemas.microsoft.com/office/drawing/2014/main" id="{73487BB4-E97F-4E81-84FF-7F621A810883}"/>
              </a:ext>
            </a:extLst>
          </p:cNvPr>
          <p:cNvSpPr>
            <a:spLocks noGrp="1"/>
          </p:cNvSpPr>
          <p:nvPr>
            <p:ph type="title" hasCustomPrompt="1"/>
          </p:nvPr>
        </p:nvSpPr>
        <p:spPr>
          <a:xfrm>
            <a:off x="94390" y="68692"/>
            <a:ext cx="9292231" cy="1043556"/>
          </a:xfrm>
          <a:prstGeom prst="rect">
            <a:avLst/>
          </a:prstGeom>
        </p:spPr>
        <p:txBody>
          <a:bodyPr vert="horz" lIns="0" tIns="0" rIns="0" bIns="0" rtlCol="0" anchor="ctr">
            <a:noAutofit/>
          </a:bodyPr>
          <a:lstStyle>
            <a:lvl1pPr>
              <a:defRPr lang="en-US" sz="2799"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en-US" dirty="0"/>
              <a:t>Click to edit Master title style</a:t>
            </a:r>
            <a:br>
              <a:rPr lang="en-US" dirty="0"/>
            </a:br>
            <a:r>
              <a:rPr lang="en-US" altLang="zh-CN" dirty="0"/>
              <a:t>Click to edit Master title style</a:t>
            </a:r>
            <a:endParaRPr lang="en-US" dirty="0"/>
          </a:p>
        </p:txBody>
      </p:sp>
    </p:spTree>
    <p:extLst>
      <p:ext uri="{BB962C8B-B14F-4D97-AF65-F5344CB8AC3E}">
        <p14:creationId xmlns:p14="http://schemas.microsoft.com/office/powerpoint/2010/main" val="6235396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cSld name="3_Title Slide—Short title, 1 line subtitle">
    <p:spTree>
      <p:nvGrpSpPr>
        <p:cNvPr id="1" name=""/>
        <p:cNvGrpSpPr/>
        <p:nvPr/>
      </p:nvGrpSpPr>
      <p:grpSpPr>
        <a:xfrm>
          <a:off x="0" y="0"/>
          <a:ext cx="0" cy="0"/>
          <a:chOff x="0" y="0"/>
          <a:chExt cx="0" cy="0"/>
        </a:xfrm>
      </p:grpSpPr>
      <p:sp>
        <p:nvSpPr>
          <p:cNvPr id="22" name="bg object 19">
            <a:extLst>
              <a:ext uri="{FF2B5EF4-FFF2-40B4-BE49-F238E27FC236}">
                <a16:creationId xmlns:a16="http://schemas.microsoft.com/office/drawing/2014/main" id="{CB7012CF-E297-45A6-84E9-A644BC2480AF}"/>
              </a:ext>
            </a:extLst>
          </p:cNvPr>
          <p:cNvSpPr/>
          <p:nvPr/>
        </p:nvSpPr>
        <p:spPr>
          <a:xfrm>
            <a:off x="0" y="702577"/>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9"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1" y="-1527"/>
            <a:ext cx="8104045" cy="696469"/>
          </a:xfrm>
          <a:prstGeom prst="rect">
            <a:avLst/>
          </a:prstGeom>
          <a:blipFill>
            <a:blip r:embed="rId2" cstate="print"/>
            <a:stretch>
              <a:fillRect/>
            </a:stretch>
          </a:blipFill>
        </p:spPr>
        <p:txBody>
          <a:bodyPr wrap="square" lIns="0" tIns="0" rIns="0" bIns="0" rtlCol="0"/>
          <a:lstStyle/>
          <a:p>
            <a:endParaRPr sz="1799"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100584" y="-27384"/>
            <a:ext cx="11610529" cy="792163"/>
          </a:xfrm>
          <a:prstGeom prst="rect">
            <a:avLst/>
          </a:prstGeom>
        </p:spPr>
        <p:txBody>
          <a:bodyPr vert="horz" lIns="0" tIns="0" rIns="0" bIns="0" rtlCol="0" anchor="ctr">
            <a:noAutofit/>
          </a:bodyPr>
          <a:lstStyle>
            <a:lvl1pPr>
              <a:defRPr lang="en-US" sz="2799"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a:t>单击此处编辑母版标题样式</a:t>
            </a:r>
            <a:endParaRPr lang="en-US" dirty="0"/>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492884" y="884816"/>
            <a:ext cx="5366833" cy="2616192"/>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9" name="Content Placeholder 2">
            <a:extLst>
              <a:ext uri="{FF2B5EF4-FFF2-40B4-BE49-F238E27FC236}">
                <a16:creationId xmlns:a16="http://schemas.microsoft.com/office/drawing/2014/main" id="{1814A08C-A1EF-432E-B9A5-10E6F172DB07}"/>
              </a:ext>
            </a:extLst>
          </p:cNvPr>
          <p:cNvSpPr>
            <a:spLocks noGrp="1"/>
          </p:cNvSpPr>
          <p:nvPr>
            <p:ph idx="11" hasCustomPrompt="1"/>
          </p:nvPr>
        </p:nvSpPr>
        <p:spPr>
          <a:xfrm>
            <a:off x="492884" y="3789041"/>
            <a:ext cx="5366833" cy="2616191"/>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2">
            <a:extLst>
              <a:ext uri="{FF2B5EF4-FFF2-40B4-BE49-F238E27FC236}">
                <a16:creationId xmlns:a16="http://schemas.microsoft.com/office/drawing/2014/main" id="{C6172E60-F4B0-47E5-9EA9-F3A0BB8D6786}"/>
              </a:ext>
            </a:extLst>
          </p:cNvPr>
          <p:cNvSpPr>
            <a:spLocks noGrp="1"/>
          </p:cNvSpPr>
          <p:nvPr>
            <p:ph idx="1" hasCustomPrompt="1"/>
          </p:nvPr>
        </p:nvSpPr>
        <p:spPr>
          <a:xfrm>
            <a:off x="6322125" y="889001"/>
            <a:ext cx="5366833" cy="5516231"/>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 name="bg object 17">
            <a:extLst>
              <a:ext uri="{FF2B5EF4-FFF2-40B4-BE49-F238E27FC236}">
                <a16:creationId xmlns:a16="http://schemas.microsoft.com/office/drawing/2014/main" id="{5EA77A7C-40DC-70EA-B8B0-0783615CAA8B}"/>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391609489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cSld name="2_Title Slide—Short title, 1 line subtitle">
    <p:spTree>
      <p:nvGrpSpPr>
        <p:cNvPr id="1" name=""/>
        <p:cNvGrpSpPr/>
        <p:nvPr/>
      </p:nvGrpSpPr>
      <p:grpSpPr>
        <a:xfrm>
          <a:off x="0" y="0"/>
          <a:ext cx="0" cy="0"/>
          <a:chOff x="0" y="0"/>
          <a:chExt cx="0" cy="0"/>
        </a:xfrm>
      </p:grpSpPr>
      <p:sp>
        <p:nvSpPr>
          <p:cNvPr id="22" name="bg object 19">
            <a:extLst>
              <a:ext uri="{FF2B5EF4-FFF2-40B4-BE49-F238E27FC236}">
                <a16:creationId xmlns:a16="http://schemas.microsoft.com/office/drawing/2014/main" id="{CB7012CF-E297-45A6-84E9-A644BC2480AF}"/>
              </a:ext>
            </a:extLst>
          </p:cNvPr>
          <p:cNvSpPr/>
          <p:nvPr/>
        </p:nvSpPr>
        <p:spPr>
          <a:xfrm>
            <a:off x="0" y="702577"/>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9"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1" y="-1527"/>
            <a:ext cx="8104045" cy="696469"/>
          </a:xfrm>
          <a:prstGeom prst="rect">
            <a:avLst/>
          </a:prstGeom>
          <a:blipFill>
            <a:blip r:embed="rId2" cstate="print"/>
            <a:stretch>
              <a:fillRect/>
            </a:stretch>
          </a:blipFill>
        </p:spPr>
        <p:txBody>
          <a:bodyPr wrap="square" lIns="0" tIns="0" rIns="0" bIns="0" rtlCol="0"/>
          <a:lstStyle/>
          <a:p>
            <a:endParaRPr sz="1799"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100584" y="-9162"/>
            <a:ext cx="11610529" cy="773941"/>
          </a:xfrm>
          <a:prstGeom prst="rect">
            <a:avLst/>
          </a:prstGeom>
        </p:spPr>
        <p:txBody>
          <a:bodyPr vert="horz" lIns="0" tIns="0" rIns="0" bIns="0" rtlCol="0" anchor="ctr">
            <a:noAutofit/>
          </a:bodyPr>
          <a:lstStyle>
            <a:lvl1pPr>
              <a:defRPr lang="en-US" sz="2799"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a:t>单击此处编辑母版标题样式</a:t>
            </a:r>
            <a:endParaRPr lang="en-US" dirty="0"/>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6344281" y="884816"/>
            <a:ext cx="5366833" cy="2616192"/>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9" name="Content Placeholder 2">
            <a:extLst>
              <a:ext uri="{FF2B5EF4-FFF2-40B4-BE49-F238E27FC236}">
                <a16:creationId xmlns:a16="http://schemas.microsoft.com/office/drawing/2014/main" id="{1814A08C-A1EF-432E-B9A5-10E6F172DB07}"/>
              </a:ext>
            </a:extLst>
          </p:cNvPr>
          <p:cNvSpPr>
            <a:spLocks noGrp="1"/>
          </p:cNvSpPr>
          <p:nvPr>
            <p:ph idx="11" hasCustomPrompt="1"/>
          </p:nvPr>
        </p:nvSpPr>
        <p:spPr>
          <a:xfrm>
            <a:off x="6329599" y="3789041"/>
            <a:ext cx="5366833" cy="2616191"/>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2">
            <a:extLst>
              <a:ext uri="{FF2B5EF4-FFF2-40B4-BE49-F238E27FC236}">
                <a16:creationId xmlns:a16="http://schemas.microsoft.com/office/drawing/2014/main" id="{C6172E60-F4B0-47E5-9EA9-F3A0BB8D6786}"/>
              </a:ext>
            </a:extLst>
          </p:cNvPr>
          <p:cNvSpPr>
            <a:spLocks noGrp="1"/>
          </p:cNvSpPr>
          <p:nvPr>
            <p:ph idx="1" hasCustomPrompt="1"/>
          </p:nvPr>
        </p:nvSpPr>
        <p:spPr>
          <a:xfrm>
            <a:off x="468191" y="889001"/>
            <a:ext cx="5366833" cy="5516231"/>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 name="bg object 17">
            <a:extLst>
              <a:ext uri="{FF2B5EF4-FFF2-40B4-BE49-F238E27FC236}">
                <a16:creationId xmlns:a16="http://schemas.microsoft.com/office/drawing/2014/main" id="{1B789FE3-8210-525E-9B03-38FAB9C2E10A}"/>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181429323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cSld name="6_Title Slide—Short title, 1 line subtitle">
    <p:spTree>
      <p:nvGrpSpPr>
        <p:cNvPr id="1" name=""/>
        <p:cNvGrpSpPr/>
        <p:nvPr/>
      </p:nvGrpSpPr>
      <p:grpSpPr>
        <a:xfrm>
          <a:off x="0" y="0"/>
          <a:ext cx="0" cy="0"/>
          <a:chOff x="0" y="0"/>
          <a:chExt cx="0" cy="0"/>
        </a:xfrm>
      </p:grpSpPr>
      <p:sp>
        <p:nvSpPr>
          <p:cNvPr id="22" name="bg object 19">
            <a:extLst>
              <a:ext uri="{FF2B5EF4-FFF2-40B4-BE49-F238E27FC236}">
                <a16:creationId xmlns:a16="http://schemas.microsoft.com/office/drawing/2014/main" id="{CB7012CF-E297-45A6-84E9-A644BC2480AF}"/>
              </a:ext>
            </a:extLst>
          </p:cNvPr>
          <p:cNvSpPr/>
          <p:nvPr/>
        </p:nvSpPr>
        <p:spPr>
          <a:xfrm>
            <a:off x="0" y="702577"/>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9"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1" y="-1527"/>
            <a:ext cx="8104045" cy="696469"/>
          </a:xfrm>
          <a:prstGeom prst="rect">
            <a:avLst/>
          </a:prstGeom>
          <a:blipFill>
            <a:blip r:embed="rId2" cstate="print"/>
            <a:stretch>
              <a:fillRect/>
            </a:stretch>
          </a:blipFill>
        </p:spPr>
        <p:txBody>
          <a:bodyPr wrap="square" lIns="0" tIns="0" rIns="0" bIns="0" rtlCol="0"/>
          <a:lstStyle/>
          <a:p>
            <a:endParaRPr sz="1799"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91440" y="-27384"/>
            <a:ext cx="11619673" cy="792163"/>
          </a:xfrm>
          <a:prstGeom prst="rect">
            <a:avLst/>
          </a:prstGeom>
        </p:spPr>
        <p:txBody>
          <a:bodyPr vert="horz" lIns="0" tIns="0" rIns="0" bIns="0" rtlCol="0" anchor="ctr">
            <a:noAutofit/>
          </a:bodyPr>
          <a:lstStyle>
            <a:lvl1pPr>
              <a:defRPr lang="en-US" sz="2799"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a:t>单击此处编辑母版标题样式</a:t>
            </a:r>
            <a:endParaRPr lang="en-US" dirty="0"/>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492885" y="889000"/>
            <a:ext cx="11188074" cy="2612008"/>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2">
            <a:extLst>
              <a:ext uri="{FF2B5EF4-FFF2-40B4-BE49-F238E27FC236}">
                <a16:creationId xmlns:a16="http://schemas.microsoft.com/office/drawing/2014/main" id="{5886FA82-941C-42B3-885D-8B4FF8F3596C}"/>
              </a:ext>
            </a:extLst>
          </p:cNvPr>
          <p:cNvSpPr>
            <a:spLocks noGrp="1"/>
          </p:cNvSpPr>
          <p:nvPr>
            <p:ph idx="11" hasCustomPrompt="1"/>
          </p:nvPr>
        </p:nvSpPr>
        <p:spPr>
          <a:xfrm>
            <a:off x="492884" y="3789041"/>
            <a:ext cx="5366833" cy="2616191"/>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2">
            <a:extLst>
              <a:ext uri="{FF2B5EF4-FFF2-40B4-BE49-F238E27FC236}">
                <a16:creationId xmlns:a16="http://schemas.microsoft.com/office/drawing/2014/main" id="{42B57093-BE13-4606-9AD6-FA8B8E885A29}"/>
              </a:ext>
            </a:extLst>
          </p:cNvPr>
          <p:cNvSpPr>
            <a:spLocks noGrp="1"/>
          </p:cNvSpPr>
          <p:nvPr>
            <p:ph idx="13" hasCustomPrompt="1"/>
          </p:nvPr>
        </p:nvSpPr>
        <p:spPr>
          <a:xfrm>
            <a:off x="6329599" y="3789041"/>
            <a:ext cx="5366833" cy="2616191"/>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 name="bg object 17">
            <a:extLst>
              <a:ext uri="{FF2B5EF4-FFF2-40B4-BE49-F238E27FC236}">
                <a16:creationId xmlns:a16="http://schemas.microsoft.com/office/drawing/2014/main" id="{F4A2C63A-41A2-4ECA-5AF3-5E814C28A782}"/>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36763608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cSld name="7_Title Slide—Short title, 1 line subtitle">
    <p:spTree>
      <p:nvGrpSpPr>
        <p:cNvPr id="1" name=""/>
        <p:cNvGrpSpPr/>
        <p:nvPr/>
      </p:nvGrpSpPr>
      <p:grpSpPr>
        <a:xfrm>
          <a:off x="0" y="0"/>
          <a:ext cx="0" cy="0"/>
          <a:chOff x="0" y="0"/>
          <a:chExt cx="0" cy="0"/>
        </a:xfrm>
      </p:grpSpPr>
      <p:sp>
        <p:nvSpPr>
          <p:cNvPr id="22" name="bg object 19">
            <a:extLst>
              <a:ext uri="{FF2B5EF4-FFF2-40B4-BE49-F238E27FC236}">
                <a16:creationId xmlns:a16="http://schemas.microsoft.com/office/drawing/2014/main" id="{CB7012CF-E297-45A6-84E9-A644BC2480AF}"/>
              </a:ext>
            </a:extLst>
          </p:cNvPr>
          <p:cNvSpPr/>
          <p:nvPr/>
        </p:nvSpPr>
        <p:spPr>
          <a:xfrm>
            <a:off x="0" y="702577"/>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9"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1" y="-1527"/>
            <a:ext cx="8104045" cy="696469"/>
          </a:xfrm>
          <a:prstGeom prst="rect">
            <a:avLst/>
          </a:prstGeom>
          <a:blipFill>
            <a:blip r:embed="rId2" cstate="print"/>
            <a:stretch>
              <a:fillRect/>
            </a:stretch>
          </a:blipFill>
        </p:spPr>
        <p:txBody>
          <a:bodyPr wrap="square" lIns="0" tIns="0" rIns="0" bIns="0" rtlCol="0"/>
          <a:lstStyle/>
          <a:p>
            <a:endParaRPr sz="1799"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480888" y="-27384"/>
            <a:ext cx="11230225" cy="792163"/>
          </a:xfrm>
          <a:prstGeom prst="rect">
            <a:avLst/>
          </a:prstGeom>
        </p:spPr>
        <p:txBody>
          <a:bodyPr vert="horz" lIns="0" tIns="0" rIns="0" bIns="0" rtlCol="0" anchor="ctr">
            <a:noAutofit/>
          </a:bodyPr>
          <a:lstStyle>
            <a:lvl1pPr>
              <a:defRPr lang="en-US" sz="2799"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a:t>单击此处编辑母版标题样式</a:t>
            </a:r>
            <a:endParaRPr lang="en-US" dirty="0"/>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492885" y="889000"/>
            <a:ext cx="11188074" cy="2612008"/>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9" name="Content Placeholder 2">
            <a:extLst>
              <a:ext uri="{FF2B5EF4-FFF2-40B4-BE49-F238E27FC236}">
                <a16:creationId xmlns:a16="http://schemas.microsoft.com/office/drawing/2014/main" id="{1814A08C-A1EF-432E-B9A5-10E6F172DB07}"/>
              </a:ext>
            </a:extLst>
          </p:cNvPr>
          <p:cNvSpPr>
            <a:spLocks noGrp="1"/>
          </p:cNvSpPr>
          <p:nvPr>
            <p:ph idx="11" hasCustomPrompt="1"/>
          </p:nvPr>
        </p:nvSpPr>
        <p:spPr>
          <a:xfrm>
            <a:off x="492885" y="3789041"/>
            <a:ext cx="11188074" cy="2616191"/>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 name="bg object 17">
            <a:extLst>
              <a:ext uri="{FF2B5EF4-FFF2-40B4-BE49-F238E27FC236}">
                <a16:creationId xmlns:a16="http://schemas.microsoft.com/office/drawing/2014/main" id="{2F04BA6C-6C92-027E-AC7E-EF35B07A6BD4}"/>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182671657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cSld name="8_Title Slide—Short title, 1 line subtitle">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015D5969-1F85-42C5-919C-8BFCCF2B9542}"/>
              </a:ext>
            </a:extLst>
          </p:cNvPr>
          <p:cNvSpPr>
            <a:spLocks noGrp="1"/>
          </p:cNvSpPr>
          <p:nvPr>
            <p:ph idx="1" hasCustomPrompt="1"/>
          </p:nvPr>
        </p:nvSpPr>
        <p:spPr>
          <a:xfrm>
            <a:off x="468190" y="889003"/>
            <a:ext cx="3527081"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2" name="bg object 19">
            <a:extLst>
              <a:ext uri="{FF2B5EF4-FFF2-40B4-BE49-F238E27FC236}">
                <a16:creationId xmlns:a16="http://schemas.microsoft.com/office/drawing/2014/main" id="{CB7012CF-E297-45A6-84E9-A644BC2480AF}"/>
              </a:ext>
            </a:extLst>
          </p:cNvPr>
          <p:cNvSpPr/>
          <p:nvPr/>
        </p:nvSpPr>
        <p:spPr>
          <a:xfrm>
            <a:off x="0" y="702577"/>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2399"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p:nvSpPr>
        <p:spPr>
          <a:xfrm rot="10800000">
            <a:off x="-1" y="-1527"/>
            <a:ext cx="8104045" cy="696469"/>
          </a:xfrm>
          <a:prstGeom prst="rect">
            <a:avLst/>
          </a:prstGeom>
          <a:blipFill>
            <a:blip r:embed="rId2" cstate="print"/>
            <a:stretch>
              <a:fillRect/>
            </a:stretch>
          </a:blipFill>
        </p:spPr>
        <p:txBody>
          <a:bodyPr wrap="square" lIns="0" tIns="0" rIns="0" bIns="0" rtlCol="0"/>
          <a:lstStyle/>
          <a:p>
            <a:endParaRPr sz="1799"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82296" y="-27384"/>
            <a:ext cx="9236199" cy="792163"/>
          </a:xfrm>
          <a:prstGeom prst="rect">
            <a:avLst/>
          </a:prstGeom>
        </p:spPr>
        <p:txBody>
          <a:bodyPr vert="horz" lIns="0" tIns="0" rIns="0" bIns="0" rtlCol="0" anchor="ctr">
            <a:noAutofit/>
          </a:bodyPr>
          <a:lstStyle>
            <a:lvl1pPr>
              <a:defRPr lang="en-US" sz="2799" b="1"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zh-CN" altLang="en-US"/>
              <a:t>单击此处编辑母版标题样式</a:t>
            </a:r>
            <a:endParaRPr lang="en-US" dirty="0"/>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4296660" y="889003"/>
            <a:ext cx="3527081"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2">
            <a:extLst>
              <a:ext uri="{FF2B5EF4-FFF2-40B4-BE49-F238E27FC236}">
                <a16:creationId xmlns:a16="http://schemas.microsoft.com/office/drawing/2014/main" id="{BEDF535E-12BD-4B83-90E5-D09696A4597B}"/>
              </a:ext>
            </a:extLst>
          </p:cNvPr>
          <p:cNvSpPr>
            <a:spLocks noGrp="1"/>
          </p:cNvSpPr>
          <p:nvPr>
            <p:ph idx="11" hasCustomPrompt="1"/>
          </p:nvPr>
        </p:nvSpPr>
        <p:spPr>
          <a:xfrm>
            <a:off x="8162486" y="889003"/>
            <a:ext cx="3527081"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23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999"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799">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 name="bg object 17">
            <a:extLst>
              <a:ext uri="{FF2B5EF4-FFF2-40B4-BE49-F238E27FC236}">
                <a16:creationId xmlns:a16="http://schemas.microsoft.com/office/drawing/2014/main" id="{06AAA684-EEB6-C923-E4BA-44C848F75108}"/>
              </a:ext>
            </a:extLst>
          </p:cNvPr>
          <p:cNvSpPr>
            <a:spLocks noChangeAspect="1"/>
          </p:cNvSpPr>
          <p:nvPr/>
        </p:nvSpPr>
        <p:spPr>
          <a:xfrm>
            <a:off x="9318495" y="102943"/>
            <a:ext cx="2860090" cy="487527"/>
          </a:xfrm>
          <a:prstGeom prst="rect">
            <a:avLst/>
          </a:prstGeom>
          <a:blipFill>
            <a:blip r:embed="rId3" cstate="print"/>
            <a:stretch>
              <a:fillRect/>
            </a:stretch>
          </a:blipFill>
        </p:spPr>
        <p:txBody>
          <a:bodyPr wrap="square" lIns="0" tIns="0" rIns="0" bIns="0" rtlCol="0"/>
          <a:lstStyle/>
          <a:p>
            <a:endParaRPr sz="1400" dirty="0"/>
          </a:p>
        </p:txBody>
      </p:sp>
    </p:spTree>
    <p:extLst>
      <p:ext uri="{BB962C8B-B14F-4D97-AF65-F5344CB8AC3E}">
        <p14:creationId xmlns:p14="http://schemas.microsoft.com/office/powerpoint/2010/main" val="283999880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889753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991226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1_节标题">
    <p:spTree>
      <p:nvGrpSpPr>
        <p:cNvPr id="1" name=""/>
        <p:cNvGrpSpPr/>
        <p:nvPr/>
      </p:nvGrpSpPr>
      <p:grpSpPr>
        <a:xfrm>
          <a:off x="0" y="0"/>
          <a:ext cx="0" cy="0"/>
          <a:chOff x="0" y="0"/>
          <a:chExt cx="0" cy="0"/>
        </a:xfrm>
      </p:grpSpPr>
      <p:cxnSp>
        <p:nvCxnSpPr>
          <p:cNvPr id="8" name="直接连接符 7"/>
          <p:cNvCxnSpPr/>
          <p:nvPr/>
        </p:nvCxnSpPr>
        <p:spPr>
          <a:xfrm>
            <a:off x="0" y="722375"/>
            <a:ext cx="12192000" cy="0"/>
          </a:xfrm>
          <a:prstGeom prst="line">
            <a:avLst/>
          </a:prstGeom>
          <a:ln w="57150">
            <a:solidFill>
              <a:srgbClr val="0038A8"/>
            </a:solidFill>
          </a:ln>
        </p:spPr>
        <p:style>
          <a:lnRef idx="1">
            <a:schemeClr val="accent1"/>
          </a:lnRef>
          <a:fillRef idx="0">
            <a:schemeClr val="accent1"/>
          </a:fillRef>
          <a:effectRef idx="0">
            <a:schemeClr val="accent1"/>
          </a:effectRef>
          <a:fontRef idx="minor">
            <a:schemeClr val="tx1"/>
          </a:fontRef>
        </p:style>
      </p:cxnSp>
      <p:sp>
        <p:nvSpPr>
          <p:cNvPr id="9" name="任意多边形: 形状 8"/>
          <p:cNvSpPr/>
          <p:nvPr>
            <p:custDataLst>
              <p:tags r:id="rId1"/>
            </p:custDataLst>
          </p:nvPr>
        </p:nvSpPr>
        <p:spPr>
          <a:xfrm>
            <a:off x="0" y="219084"/>
            <a:ext cx="662715" cy="501005"/>
          </a:xfrm>
          <a:custGeom>
            <a:avLst/>
            <a:gdLst>
              <a:gd name="connsiteX0" fmla="*/ 0 w 834582"/>
              <a:gd name="connsiteY0" fmla="*/ 0 h 720090"/>
              <a:gd name="connsiteX1" fmla="*/ 518469 w 834582"/>
              <a:gd name="connsiteY1" fmla="*/ 0 h 720090"/>
              <a:gd name="connsiteX2" fmla="*/ 518469 w 834582"/>
              <a:gd name="connsiteY2" fmla="*/ 4132 h 720090"/>
              <a:gd name="connsiteX3" fmla="*/ 519428 w 834582"/>
              <a:gd name="connsiteY3" fmla="*/ 0 h 720090"/>
              <a:gd name="connsiteX4" fmla="*/ 834582 w 834582"/>
              <a:gd name="connsiteY4" fmla="*/ 720090 h 720090"/>
              <a:gd name="connsiteX5" fmla="*/ 518469 w 834582"/>
              <a:gd name="connsiteY5" fmla="*/ 720090 h 720090"/>
              <a:gd name="connsiteX6" fmla="*/ 352209 w 834582"/>
              <a:gd name="connsiteY6" fmla="*/ 720090 h 720090"/>
              <a:gd name="connsiteX7" fmla="*/ 0 w 834582"/>
              <a:gd name="connsiteY7" fmla="*/ 720090 h 72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4582" h="720090">
                <a:moveTo>
                  <a:pt x="0" y="0"/>
                </a:moveTo>
                <a:lnTo>
                  <a:pt x="518469" y="0"/>
                </a:lnTo>
                <a:lnTo>
                  <a:pt x="518469" y="4132"/>
                </a:lnTo>
                <a:lnTo>
                  <a:pt x="519428" y="0"/>
                </a:lnTo>
                <a:lnTo>
                  <a:pt x="834582" y="720090"/>
                </a:lnTo>
                <a:lnTo>
                  <a:pt x="518469" y="720090"/>
                </a:lnTo>
                <a:lnTo>
                  <a:pt x="352209" y="720090"/>
                </a:lnTo>
                <a:lnTo>
                  <a:pt x="0" y="720090"/>
                </a:lnTo>
                <a:close/>
              </a:path>
            </a:pathLst>
          </a:custGeom>
          <a:solidFill>
            <a:srgbClr val="0038A8"/>
          </a:solidFill>
          <a:ln w="25400" cap="flat" cmpd="sng" algn="ctr">
            <a:noFill/>
            <a:prstDash val="solid"/>
          </a:ln>
          <a:effectLst/>
        </p:spPr>
        <p:txBody>
          <a:bodyPr wrap="square" anchor="ctr">
            <a:noAutofit/>
          </a:bodyPr>
          <a:lstStyle/>
          <a:p>
            <a:pPr algn="ctr" defTabSz="514350">
              <a:defRPr/>
            </a:pPr>
            <a:endParaRPr lang="zh-CN" altLang="en-US" sz="1015" kern="0">
              <a:solidFill>
                <a:srgbClr val="FFFFFF"/>
              </a:solidFill>
              <a:latin typeface="Calibri" panose="020F0502020204030204"/>
            </a:endParaRPr>
          </a:p>
        </p:txBody>
      </p:sp>
      <p:sp>
        <p:nvSpPr>
          <p:cNvPr id="12" name="文本占位符 11"/>
          <p:cNvSpPr>
            <a:spLocks noGrp="1"/>
          </p:cNvSpPr>
          <p:nvPr>
            <p:ph type="body" sz="quarter" idx="14"/>
          </p:nvPr>
        </p:nvSpPr>
        <p:spPr>
          <a:xfrm>
            <a:off x="635818" y="197313"/>
            <a:ext cx="6631487" cy="514067"/>
          </a:xfrm>
          <a:prstGeom prst="rect">
            <a:avLst/>
          </a:prstGeom>
        </p:spPr>
        <p:txBody>
          <a:bodyPr>
            <a:normAutofit/>
          </a:bodyPr>
          <a:lstStyle>
            <a:lvl1pPr marL="0" indent="0">
              <a:buNone/>
              <a:defRPr lang="zh-CN" altLang="en-US" sz="2400" b="1" kern="1200" dirty="0" smtClean="0">
                <a:solidFill>
                  <a:srgbClr val="0038A8"/>
                </a:solidFill>
                <a:latin typeface="微软雅黑" panose="020B0503020204020204" pitchFamily="34" charset="-122"/>
                <a:ea typeface="微软雅黑" panose="020B0503020204020204" pitchFamily="34" charset="-122"/>
                <a:cs typeface="+mn-cs"/>
              </a:defRPr>
            </a:lvl1pPr>
          </a:lstStyle>
          <a:p>
            <a:pPr marL="0" lvl="0" indent="0" algn="l" defTabSz="685800" rtl="0" eaLnBrk="1" latinLnBrk="0" hangingPunct="1">
              <a:lnSpc>
                <a:spcPct val="90000"/>
              </a:lnSpc>
              <a:spcBef>
                <a:spcPts val="750"/>
              </a:spcBef>
              <a:buFont typeface="Arial" panose="020B0604020202020204" pitchFamily="34" charset="0"/>
              <a:buNone/>
            </a:pPr>
            <a:r>
              <a:rPr lang="zh-CN" altLang="en-US"/>
              <a:t>单击此处编辑母版文本样式</a:t>
            </a:r>
          </a:p>
        </p:txBody>
      </p:sp>
      <p:sp>
        <p:nvSpPr>
          <p:cNvPr id="15" name="灯片编号占位符 14"/>
          <p:cNvSpPr>
            <a:spLocks noGrp="1"/>
          </p:cNvSpPr>
          <p:nvPr>
            <p:ph type="sldNum" sz="quarter" idx="17"/>
          </p:nvPr>
        </p:nvSpPr>
        <p:spPr>
          <a:xfrm>
            <a:off x="9257147" y="6356352"/>
            <a:ext cx="2743200" cy="365125"/>
          </a:xfrm>
          <a:prstGeom prst="rect">
            <a:avLst/>
          </a:prstGeom>
        </p:spPr>
        <p:txBody>
          <a:bodyPr/>
          <a:lstStyle>
            <a:lvl1pPr>
              <a:defRPr sz="1050"/>
            </a:lvl1pPr>
          </a:lstStyle>
          <a:p>
            <a:fld id="{7F133B4C-0234-4BEC-9908-F3DECE96F910}" type="slidenum">
              <a:rPr lang="zh-CN" altLang="en-US" smtClean="0"/>
              <a:t>‹#›</a:t>
            </a:fld>
            <a:endParaRPr lang="zh-CN" altLang="en-US" dirty="0"/>
          </a:p>
        </p:txBody>
      </p:sp>
    </p:spTree>
    <p:extLst>
      <p:ext uri="{BB962C8B-B14F-4D97-AF65-F5344CB8AC3E}">
        <p14:creationId xmlns:p14="http://schemas.microsoft.com/office/powerpoint/2010/main" val="86242964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3_Title Only">
    <p:bg>
      <p:bgPr>
        <a:solidFill>
          <a:schemeClr val="bg1"/>
        </a:solidFill>
        <a:effectLst/>
      </p:bgPr>
    </p:bg>
    <p:spTree>
      <p:nvGrpSpPr>
        <p:cNvPr id="1" name=""/>
        <p:cNvGrpSpPr/>
        <p:nvPr/>
      </p:nvGrpSpPr>
      <p:grpSpPr>
        <a:xfrm>
          <a:off x="0" y="0"/>
          <a:ext cx="0" cy="0"/>
          <a:chOff x="0" y="0"/>
          <a:chExt cx="0" cy="0"/>
        </a:xfrm>
      </p:grpSpPr>
      <p:sp>
        <p:nvSpPr>
          <p:cNvPr id="16" name="object 2">
            <a:extLst>
              <a:ext uri="{FF2B5EF4-FFF2-40B4-BE49-F238E27FC236}">
                <a16:creationId xmlns:a16="http://schemas.microsoft.com/office/drawing/2014/main" id="{3B80480E-176E-49D8-9E64-93D43AD3D8F2}"/>
              </a:ext>
            </a:extLst>
          </p:cNvPr>
          <p:cNvSpPr/>
          <p:nvPr userDrawn="1"/>
        </p:nvSpPr>
        <p:spPr>
          <a:xfrm>
            <a:off x="0" y="812291"/>
            <a:ext cx="12191998" cy="3403091"/>
          </a:xfrm>
          <a:prstGeom prst="rect">
            <a:avLst/>
          </a:prstGeom>
          <a:blipFill>
            <a:blip r:embed="rId2" cstate="print"/>
            <a:stretch>
              <a:fillRect/>
            </a:stretch>
          </a:blipFill>
        </p:spPr>
        <p:txBody>
          <a:bodyPr wrap="square" lIns="0" tIns="0" rIns="0" bIns="0" rtlCol="0"/>
          <a:lstStyle/>
          <a:p>
            <a:endParaRPr dirty="0"/>
          </a:p>
        </p:txBody>
      </p:sp>
      <p:sp>
        <p:nvSpPr>
          <p:cNvPr id="17" name="bg object 17"/>
          <p:cNvSpPr/>
          <p:nvPr/>
        </p:nvSpPr>
        <p:spPr>
          <a:xfrm>
            <a:off x="167640" y="11193"/>
            <a:ext cx="4056017" cy="691383"/>
          </a:xfrm>
          <a:prstGeom prst="rect">
            <a:avLst/>
          </a:prstGeom>
          <a:blipFill>
            <a:blip r:embed="rId3" cstate="print"/>
            <a:stretch>
              <a:fillRect/>
            </a:stretch>
          </a:blipFill>
        </p:spPr>
        <p:txBody>
          <a:bodyPr wrap="square" lIns="0" tIns="0" rIns="0" bIns="0" rtlCol="0"/>
          <a:lstStyle/>
          <a:p>
            <a:endParaRPr dirty="0"/>
          </a:p>
        </p:txBody>
      </p:sp>
      <p:sp>
        <p:nvSpPr>
          <p:cNvPr id="18" name="bg object 18"/>
          <p:cNvSpPr/>
          <p:nvPr/>
        </p:nvSpPr>
        <p:spPr>
          <a:xfrm>
            <a:off x="7121652" y="2563367"/>
            <a:ext cx="3901438" cy="4023359"/>
          </a:xfrm>
          <a:prstGeom prst="rect">
            <a:avLst/>
          </a:prstGeom>
          <a:blipFill>
            <a:blip r:embed="rId4" cstate="print"/>
            <a:stretch>
              <a:fillRect/>
            </a:stretch>
          </a:blipFill>
        </p:spPr>
        <p:txBody>
          <a:bodyPr wrap="square" lIns="0" tIns="0" rIns="0" bIns="0" rtlCol="0"/>
          <a:lstStyle/>
          <a:p>
            <a:endParaRPr dirty="0"/>
          </a:p>
        </p:txBody>
      </p:sp>
      <p:sp>
        <p:nvSpPr>
          <p:cNvPr id="19" name="bg object 19"/>
          <p:cNvSpPr/>
          <p:nvPr/>
        </p:nvSpPr>
        <p:spPr>
          <a:xfrm>
            <a:off x="0" y="702576"/>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dirty="0"/>
          </a:p>
        </p:txBody>
      </p:sp>
      <p:sp>
        <p:nvSpPr>
          <p:cNvPr id="22" name="Text Placeholder 33">
            <a:extLst>
              <a:ext uri="{FF2B5EF4-FFF2-40B4-BE49-F238E27FC236}">
                <a16:creationId xmlns:a16="http://schemas.microsoft.com/office/drawing/2014/main" id="{593AFCAE-1DE7-4429-8138-3E51782F7811}"/>
              </a:ext>
            </a:extLst>
          </p:cNvPr>
          <p:cNvSpPr>
            <a:spLocks noGrp="1"/>
          </p:cNvSpPr>
          <p:nvPr>
            <p:ph type="body" sz="quarter" idx="14"/>
          </p:nvPr>
        </p:nvSpPr>
        <p:spPr>
          <a:xfrm>
            <a:off x="228600" y="1835678"/>
            <a:ext cx="11734800" cy="713860"/>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4800" b="1" kern="1200" spc="0" baseline="0" dirty="0">
                <a:solidFill>
                  <a:schemeClr val="bg1"/>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3" name="Holder 5">
            <a:extLst>
              <a:ext uri="{FF2B5EF4-FFF2-40B4-BE49-F238E27FC236}">
                <a16:creationId xmlns:a16="http://schemas.microsoft.com/office/drawing/2014/main" id="{7711E4E7-94C3-4114-9D86-E535471DB2EE}"/>
              </a:ext>
            </a:extLst>
          </p:cNvPr>
          <p:cNvSpPr>
            <a:spLocks noGrp="1"/>
          </p:cNvSpPr>
          <p:nvPr>
            <p:ph type="dt" sz="half" idx="6"/>
          </p:nvPr>
        </p:nvSpPr>
        <p:spPr>
          <a:xfrm>
            <a:off x="8534400" y="5263749"/>
            <a:ext cx="2804160" cy="276999"/>
          </a:xfrm>
        </p:spPr>
        <p:txBody>
          <a:bodyPr lIns="0" tIns="0" rIns="0" bIns="0"/>
          <a:lstStyle>
            <a:lvl1pPr algn="ctr">
              <a:defRPr sz="1800">
                <a:solidFill>
                  <a:schemeClr val="accent1">
                    <a:lumMod val="75000"/>
                  </a:schemeClr>
                </a:solidFill>
                <a:latin typeface="Arial" panose="020B0604020202020204" pitchFamily="34" charset="0"/>
                <a:cs typeface="Arial" panose="020B0604020202020204" pitchFamily="34" charset="0"/>
              </a:defRPr>
            </a:lvl1pPr>
          </a:lstStyle>
          <a:p>
            <a:fld id="{CA8C6704-06C0-467E-AB0A-1E5CE2A60392}" type="datetime1">
              <a:rPr lang="en-US" altLang="zh-CN" smtClean="0"/>
              <a:t>6/18/2026</a:t>
            </a:fld>
            <a:endParaRPr lang="en-US" dirty="0"/>
          </a:p>
        </p:txBody>
      </p:sp>
      <p:sp>
        <p:nvSpPr>
          <p:cNvPr id="24" name="Text Placeholder 33">
            <a:extLst>
              <a:ext uri="{FF2B5EF4-FFF2-40B4-BE49-F238E27FC236}">
                <a16:creationId xmlns:a16="http://schemas.microsoft.com/office/drawing/2014/main" id="{6AEDF7C6-FA00-43C6-B661-ABFBE7E93D0E}"/>
              </a:ext>
            </a:extLst>
          </p:cNvPr>
          <p:cNvSpPr>
            <a:spLocks noGrp="1"/>
          </p:cNvSpPr>
          <p:nvPr>
            <p:ph type="body" sz="quarter" idx="15"/>
          </p:nvPr>
        </p:nvSpPr>
        <p:spPr>
          <a:xfrm>
            <a:off x="228600" y="2514600"/>
            <a:ext cx="11734800" cy="713860"/>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3600" b="1" kern="1200" spc="0" baseline="0" dirty="0">
                <a:solidFill>
                  <a:schemeClr val="bg1"/>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5" name="Text Placeholder 33">
            <a:extLst>
              <a:ext uri="{FF2B5EF4-FFF2-40B4-BE49-F238E27FC236}">
                <a16:creationId xmlns:a16="http://schemas.microsoft.com/office/drawing/2014/main" id="{9E96DA51-90A3-4042-9798-778086FEE763}"/>
              </a:ext>
            </a:extLst>
          </p:cNvPr>
          <p:cNvSpPr>
            <a:spLocks noGrp="1"/>
          </p:cNvSpPr>
          <p:nvPr>
            <p:ph type="body" sz="quarter" idx="16"/>
          </p:nvPr>
        </p:nvSpPr>
        <p:spPr>
          <a:xfrm>
            <a:off x="7391400" y="4487430"/>
            <a:ext cx="4572000" cy="713860"/>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2400"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pic>
        <p:nvPicPr>
          <p:cNvPr id="3" name="图片 2">
            <a:extLst>
              <a:ext uri="{FF2B5EF4-FFF2-40B4-BE49-F238E27FC236}">
                <a16:creationId xmlns:a16="http://schemas.microsoft.com/office/drawing/2014/main" id="{AEFF4843-CF20-4622-9728-045675267ACB}"/>
              </a:ext>
            </a:extLst>
          </p:cNvPr>
          <p:cNvPicPr>
            <a:picLocks noChangeAspect="1"/>
          </p:cNvPicPr>
          <p:nvPr userDrawn="1"/>
        </p:nvPicPr>
        <p:blipFill rotWithShape="1">
          <a:blip r:embed="rId5"/>
          <a:srcRect t="12355" b="-1"/>
          <a:stretch/>
        </p:blipFill>
        <p:spPr>
          <a:xfrm>
            <a:off x="9720943" y="69617"/>
            <a:ext cx="1771988" cy="470626"/>
          </a:xfrm>
          <a:prstGeom prst="rect">
            <a:avLst/>
          </a:prstGeom>
        </p:spPr>
      </p:pic>
    </p:spTree>
    <p:extLst>
      <p:ext uri="{BB962C8B-B14F-4D97-AF65-F5344CB8AC3E}">
        <p14:creationId xmlns:p14="http://schemas.microsoft.com/office/powerpoint/2010/main" val="396135447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Blank">
    <p:bg>
      <p:bgPr>
        <a:solidFill>
          <a:schemeClr val="bg1"/>
        </a:solidFill>
        <a:effectLst/>
      </p:bgPr>
    </p:bg>
    <p:spTree>
      <p:nvGrpSpPr>
        <p:cNvPr id="1" name=""/>
        <p:cNvGrpSpPr/>
        <p:nvPr/>
      </p:nvGrpSpPr>
      <p:grpSpPr>
        <a:xfrm>
          <a:off x="0" y="0"/>
          <a:ext cx="0" cy="0"/>
          <a:chOff x="0" y="0"/>
          <a:chExt cx="0" cy="0"/>
        </a:xfrm>
      </p:grpSpPr>
      <p:sp>
        <p:nvSpPr>
          <p:cNvPr id="18" name="bg object 18"/>
          <p:cNvSpPr/>
          <p:nvPr/>
        </p:nvSpPr>
        <p:spPr>
          <a:xfrm>
            <a:off x="7121652" y="2563369"/>
            <a:ext cx="3901438" cy="4023359"/>
          </a:xfrm>
          <a:prstGeom prst="rect">
            <a:avLst/>
          </a:prstGeom>
          <a:blipFill>
            <a:blip r:embed="rId2" cstate="print"/>
            <a:stretch>
              <a:fillRect/>
            </a:stretch>
          </a:blipFill>
        </p:spPr>
        <p:txBody>
          <a:bodyPr wrap="square" lIns="0" tIns="0" rIns="0" bIns="0" rtlCol="0"/>
          <a:lstStyle/>
          <a:p>
            <a:endParaRPr sz="1400" dirty="0"/>
          </a:p>
        </p:txBody>
      </p:sp>
      <p:sp>
        <p:nvSpPr>
          <p:cNvPr id="9" name="bg object 19">
            <a:extLst>
              <a:ext uri="{FF2B5EF4-FFF2-40B4-BE49-F238E27FC236}">
                <a16:creationId xmlns:a16="http://schemas.microsoft.com/office/drawing/2014/main" id="{A7F47312-0BE8-4532-9A93-48DB4021D9FB}"/>
              </a:ext>
            </a:extLst>
          </p:cNvPr>
          <p:cNvSpPr/>
          <p:nvPr userDrawn="1"/>
        </p:nvSpPr>
        <p:spPr>
          <a:xfrm>
            <a:off x="0" y="702578"/>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1400" dirty="0"/>
          </a:p>
        </p:txBody>
      </p:sp>
      <p:sp>
        <p:nvSpPr>
          <p:cNvPr id="10" name="bg object 16">
            <a:extLst>
              <a:ext uri="{FF2B5EF4-FFF2-40B4-BE49-F238E27FC236}">
                <a16:creationId xmlns:a16="http://schemas.microsoft.com/office/drawing/2014/main" id="{D419FD50-21C1-45BC-9750-E7CC13DA767D}"/>
              </a:ext>
            </a:extLst>
          </p:cNvPr>
          <p:cNvSpPr/>
          <p:nvPr userDrawn="1"/>
        </p:nvSpPr>
        <p:spPr>
          <a:xfrm rot="10800000">
            <a:off x="-1" y="-1527"/>
            <a:ext cx="8106155" cy="696469"/>
          </a:xfrm>
          <a:prstGeom prst="rect">
            <a:avLst/>
          </a:prstGeom>
          <a:blipFill>
            <a:blip r:embed="rId3" cstate="print"/>
            <a:stretch>
              <a:fillRect/>
            </a:stretch>
          </a:blipFill>
        </p:spPr>
        <p:txBody>
          <a:bodyPr wrap="square" lIns="0" tIns="0" rIns="0" bIns="0" rtlCol="0"/>
          <a:lstStyle/>
          <a:p>
            <a:endParaRPr sz="1400" dirty="0"/>
          </a:p>
        </p:txBody>
      </p:sp>
      <p:sp>
        <p:nvSpPr>
          <p:cNvPr id="11" name="Title 8">
            <a:extLst>
              <a:ext uri="{FF2B5EF4-FFF2-40B4-BE49-F238E27FC236}">
                <a16:creationId xmlns:a16="http://schemas.microsoft.com/office/drawing/2014/main" id="{EB875CB1-6A58-4D4D-80EB-DD6B102AE687}"/>
              </a:ext>
            </a:extLst>
          </p:cNvPr>
          <p:cNvSpPr>
            <a:spLocks noGrp="1"/>
          </p:cNvSpPr>
          <p:nvPr>
            <p:ph type="title" hasCustomPrompt="1"/>
          </p:nvPr>
        </p:nvSpPr>
        <p:spPr>
          <a:xfrm>
            <a:off x="156001" y="-15034"/>
            <a:ext cx="7845000" cy="755489"/>
          </a:xfrm>
          <a:prstGeom prst="rect">
            <a:avLst/>
          </a:prstGeom>
        </p:spPr>
        <p:txBody>
          <a:bodyPr vert="horz" lIns="0" tIns="0" rIns="0" bIns="0" rtlCol="0" anchor="ctr">
            <a:noAutofit/>
          </a:bodyPr>
          <a:lstStyle>
            <a:lvl1pPr>
              <a:defRPr lang="en-US" sz="2799"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stStyle>
          <a:p>
            <a:pPr marL="0" lvl="0" indent="0" algn="l" defTabSz="914126" rtl="0" eaLnBrk="1" latinLnBrk="0" hangingPunct="1">
              <a:spcBef>
                <a:spcPts val="600"/>
              </a:spcBef>
              <a:spcAft>
                <a:spcPts val="400"/>
              </a:spcAft>
              <a:buClrTx/>
              <a:buSzPct val="90000"/>
              <a:buFont typeface="Arial" pitchFamily="34" charset="0"/>
              <a:buNone/>
            </a:pPr>
            <a:r>
              <a:rPr lang="en-US" dirty="0"/>
              <a:t>Click to edit Master title style</a:t>
            </a:r>
          </a:p>
        </p:txBody>
      </p:sp>
      <p:cxnSp>
        <p:nvCxnSpPr>
          <p:cNvPr id="12" name="Straight Connector 21">
            <a:extLst>
              <a:ext uri="{FF2B5EF4-FFF2-40B4-BE49-F238E27FC236}">
                <a16:creationId xmlns:a16="http://schemas.microsoft.com/office/drawing/2014/main" id="{97F9D291-32D6-457A-AD1A-313176C46A74}"/>
              </a:ext>
            </a:extLst>
          </p:cNvPr>
          <p:cNvCxnSpPr>
            <a:cxnSpLocks/>
          </p:cNvCxnSpPr>
          <p:nvPr userDrawn="1"/>
        </p:nvCxnSpPr>
        <p:spPr>
          <a:xfrm>
            <a:off x="228600" y="6460260"/>
            <a:ext cx="11734800" cy="0"/>
          </a:xfrm>
          <a:prstGeom prst="line">
            <a:avLst/>
          </a:prstGeom>
          <a:ln>
            <a:solidFill>
              <a:srgbClr val="58595B"/>
            </a:solidFill>
          </a:ln>
        </p:spPr>
        <p:style>
          <a:lnRef idx="1">
            <a:schemeClr val="accent1"/>
          </a:lnRef>
          <a:fillRef idx="0">
            <a:schemeClr val="accent1"/>
          </a:fillRef>
          <a:effectRef idx="0">
            <a:schemeClr val="accent1"/>
          </a:effectRef>
          <a:fontRef idx="minor">
            <a:schemeClr val="tx1"/>
          </a:fontRef>
        </p:style>
      </p:cxnSp>
      <p:sp>
        <p:nvSpPr>
          <p:cNvPr id="13" name="Holder 4">
            <a:extLst>
              <a:ext uri="{FF2B5EF4-FFF2-40B4-BE49-F238E27FC236}">
                <a16:creationId xmlns:a16="http://schemas.microsoft.com/office/drawing/2014/main" id="{19C42766-0F6E-4BB1-AE4E-F940FA12DD90}"/>
              </a:ext>
            </a:extLst>
          </p:cNvPr>
          <p:cNvSpPr>
            <a:spLocks noGrp="1"/>
          </p:cNvSpPr>
          <p:nvPr>
            <p:ph type="ftr" sz="quarter" idx="5"/>
          </p:nvPr>
        </p:nvSpPr>
        <p:spPr>
          <a:xfrm>
            <a:off x="4145280" y="6522720"/>
            <a:ext cx="3901440" cy="184666"/>
          </a:xfrm>
        </p:spPr>
        <p:txBody>
          <a:bodyPr lIns="0" tIns="0" rIns="0" bIns="0"/>
          <a:lstStyle>
            <a:lvl1pPr algn="ctr">
              <a:defRPr>
                <a:solidFill>
                  <a:schemeClr val="tx1">
                    <a:tint val="75000"/>
                  </a:schemeClr>
                </a:solidFill>
              </a:defRPr>
            </a:lvl1pPr>
          </a:lstStyle>
          <a:p>
            <a:endParaRPr dirty="0"/>
          </a:p>
        </p:txBody>
      </p:sp>
      <p:sp>
        <p:nvSpPr>
          <p:cNvPr id="14" name="Holder 5">
            <a:extLst>
              <a:ext uri="{FF2B5EF4-FFF2-40B4-BE49-F238E27FC236}">
                <a16:creationId xmlns:a16="http://schemas.microsoft.com/office/drawing/2014/main" id="{360CB01A-9DD4-4160-BB1F-20BB658BDDF9}"/>
              </a:ext>
            </a:extLst>
          </p:cNvPr>
          <p:cNvSpPr>
            <a:spLocks noGrp="1"/>
          </p:cNvSpPr>
          <p:nvPr>
            <p:ph type="dt" sz="half" idx="6"/>
          </p:nvPr>
        </p:nvSpPr>
        <p:spPr>
          <a:xfrm>
            <a:off x="609600" y="6522720"/>
            <a:ext cx="2804160" cy="184666"/>
          </a:xfrm>
        </p:spPr>
        <p:txBody>
          <a:bodyPr lIns="0" tIns="0" rIns="0" bIns="0"/>
          <a:lstStyle>
            <a:lvl1pPr algn="l">
              <a:defRPr>
                <a:solidFill>
                  <a:schemeClr val="tx1">
                    <a:tint val="75000"/>
                  </a:schemeClr>
                </a:solidFill>
              </a:defRPr>
            </a:lvl1pPr>
          </a:lstStyle>
          <a:p>
            <a:fld id="{1D8BD707-D9CF-40AE-B4C6-C98DA3205C09}" type="datetimeFigureOut">
              <a:rPr lang="en-US"/>
              <a:t>6/18/2026</a:t>
            </a:fld>
            <a:endParaRPr lang="en-US" dirty="0"/>
          </a:p>
        </p:txBody>
      </p:sp>
      <p:sp>
        <p:nvSpPr>
          <p:cNvPr id="15" name="Holder 6">
            <a:extLst>
              <a:ext uri="{FF2B5EF4-FFF2-40B4-BE49-F238E27FC236}">
                <a16:creationId xmlns:a16="http://schemas.microsoft.com/office/drawing/2014/main" id="{71DEF5C0-8E8D-45CD-AABC-120A60B037A0}"/>
              </a:ext>
            </a:extLst>
          </p:cNvPr>
          <p:cNvSpPr>
            <a:spLocks noGrp="1"/>
          </p:cNvSpPr>
          <p:nvPr>
            <p:ph type="sldNum" sz="quarter" idx="7"/>
          </p:nvPr>
        </p:nvSpPr>
        <p:spPr>
          <a:xfrm>
            <a:off x="8778240" y="6522720"/>
            <a:ext cx="2804160" cy="184666"/>
          </a:xfrm>
        </p:spPr>
        <p:txBody>
          <a:bodyPr lIns="0" tIns="0" rIns="0" bIns="0"/>
          <a:lstStyle>
            <a:lvl1pPr algn="r">
              <a:defRPr>
                <a:solidFill>
                  <a:schemeClr val="tx1">
                    <a:tint val="75000"/>
                  </a:schemeClr>
                </a:solidFill>
              </a:defRPr>
            </a:lvl1pPr>
          </a:lstStyle>
          <a:p>
            <a:fld id="{B6F15528-21DE-4FAA-801E-634DDDAF4B2B}" type="slidenum">
              <a:t>‹#›</a:t>
            </a:fld>
            <a:endParaRPr dirty="0"/>
          </a:p>
        </p:txBody>
      </p:sp>
      <p:sp>
        <p:nvSpPr>
          <p:cNvPr id="19" name="Text Placeholder 33">
            <a:extLst>
              <a:ext uri="{FF2B5EF4-FFF2-40B4-BE49-F238E27FC236}">
                <a16:creationId xmlns:a16="http://schemas.microsoft.com/office/drawing/2014/main" id="{4203621A-5679-4A2A-8C98-375173F42AB8}"/>
              </a:ext>
            </a:extLst>
          </p:cNvPr>
          <p:cNvSpPr>
            <a:spLocks noGrp="1"/>
          </p:cNvSpPr>
          <p:nvPr>
            <p:ph type="body" sz="quarter" idx="14" hasCustomPrompt="1"/>
          </p:nvPr>
        </p:nvSpPr>
        <p:spPr>
          <a:xfrm>
            <a:off x="156000" y="857104"/>
            <a:ext cx="5760000" cy="5472000"/>
          </a:xfrm>
          <a:prstGeom prst="rect">
            <a:avLst/>
          </a:prstGeom>
        </p:spPr>
        <p:txBody>
          <a:bodyPr vert="horz" lIns="72000" tIns="36000" rIns="72000" bIns="36000" rtlCol="0">
            <a:noAutofit/>
          </a:bodyPr>
          <a:lstStyle>
            <a:lvl1pPr>
              <a:defRPr lang="en-US" sz="2799" b="0"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1pPr>
            <a:lvl2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2pPr>
            <a:lvl3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3pPr>
            <a:lvl4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4pPr>
            <a:lvl5pPr>
              <a:defRPr lang="en-US" sz="2399"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5pPr>
          </a:lstStyle>
          <a:p>
            <a:pPr marL="287914" lvl="0" indent="-287914" algn="l" defTabSz="914126" rtl="0" eaLnBrk="1" latinLnBrk="0" hangingPunct="1">
              <a:spcBef>
                <a:spcPts val="600"/>
              </a:spcBef>
              <a:spcAft>
                <a:spcPts val="400"/>
              </a:spcAft>
              <a:buClrTx/>
              <a:buSzPct val="90000"/>
              <a:buFont typeface="Arial" pitchFamily="34" charset="0"/>
              <a:buChar char="•"/>
            </a:pPr>
            <a:r>
              <a:rPr lang="en-US" dirty="0"/>
              <a:t>Edit Master text styles</a:t>
            </a:r>
          </a:p>
          <a:p>
            <a:pPr marL="575827" lvl="1" indent="-287914" algn="l" defTabSz="914126" rtl="0" eaLnBrk="1" latinLnBrk="0" hangingPunct="1">
              <a:spcBef>
                <a:spcPts val="0"/>
              </a:spcBef>
              <a:spcAft>
                <a:spcPts val="600"/>
              </a:spcAft>
              <a:buClrTx/>
              <a:buSzPct val="90000"/>
              <a:buFont typeface="Arial" pitchFamily="34" charset="0"/>
              <a:buChar char="•"/>
            </a:pPr>
            <a:r>
              <a:rPr lang="en-US" dirty="0"/>
              <a:t>Second level</a:t>
            </a:r>
          </a:p>
          <a:p>
            <a:pPr marL="863741" lvl="2" indent="-287914" algn="l" defTabSz="914126" rtl="0" eaLnBrk="1" latinLnBrk="0" hangingPunct="1">
              <a:spcBef>
                <a:spcPts val="0"/>
              </a:spcBef>
              <a:spcAft>
                <a:spcPts val="600"/>
              </a:spcAft>
              <a:buClrTx/>
              <a:buSzPct val="90000"/>
              <a:buFont typeface="Arial" pitchFamily="34" charset="0"/>
              <a:buChar char="•"/>
            </a:pPr>
            <a:r>
              <a:rPr lang="en-US" dirty="0"/>
              <a:t>Third level</a:t>
            </a:r>
          </a:p>
          <a:p>
            <a:pPr marL="1151654" lvl="3" indent="-287914" algn="l" defTabSz="914126" rtl="0" eaLnBrk="1" latinLnBrk="0" hangingPunct="1">
              <a:spcBef>
                <a:spcPts val="0"/>
              </a:spcBef>
              <a:spcAft>
                <a:spcPts val="600"/>
              </a:spcAft>
              <a:buClrTx/>
              <a:buSzPct val="90000"/>
              <a:buFont typeface="Arial" pitchFamily="34" charset="0"/>
              <a:buChar char="•"/>
            </a:pPr>
            <a:r>
              <a:rPr lang="en-US" dirty="0"/>
              <a:t>Fourth level</a:t>
            </a:r>
          </a:p>
          <a:p>
            <a:pPr marL="1439568" lvl="4" indent="-287914" algn="l" defTabSz="914126" rtl="0" eaLnBrk="1" latinLnBrk="0" hangingPunct="1">
              <a:spcBef>
                <a:spcPts val="0"/>
              </a:spcBef>
              <a:spcAft>
                <a:spcPts val="600"/>
              </a:spcAft>
              <a:buClrTx/>
              <a:buSzPct val="90000"/>
              <a:buFont typeface="Arial" pitchFamily="34" charset="0"/>
              <a:buChar char="•"/>
            </a:pPr>
            <a:r>
              <a:rPr lang="en-US" dirty="0"/>
              <a:t>Fifth level</a:t>
            </a:r>
          </a:p>
        </p:txBody>
      </p:sp>
      <p:sp>
        <p:nvSpPr>
          <p:cNvPr id="20" name="Text Placeholder 33">
            <a:extLst>
              <a:ext uri="{FF2B5EF4-FFF2-40B4-BE49-F238E27FC236}">
                <a16:creationId xmlns:a16="http://schemas.microsoft.com/office/drawing/2014/main" id="{F7A65749-E80A-47A2-B98A-E41F6F1B3DE5}"/>
              </a:ext>
            </a:extLst>
          </p:cNvPr>
          <p:cNvSpPr>
            <a:spLocks noGrp="1"/>
          </p:cNvSpPr>
          <p:nvPr>
            <p:ph type="body" sz="quarter" idx="15" hasCustomPrompt="1"/>
          </p:nvPr>
        </p:nvSpPr>
        <p:spPr>
          <a:xfrm>
            <a:off x="6269456" y="857104"/>
            <a:ext cx="5760000" cy="5472000"/>
          </a:xfrm>
          <a:prstGeom prst="rect">
            <a:avLst/>
          </a:prstGeom>
        </p:spPr>
        <p:txBody>
          <a:bodyPr vert="horz" lIns="72000" tIns="36000" rIns="72000" bIns="36000" rtlCol="0">
            <a:noAutofit/>
          </a:bodyPr>
          <a:lstStyle>
            <a:lvl1pPr>
              <a:defRPr lang="en-US" sz="2799" b="0"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1pPr>
            <a:lvl2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2pPr>
            <a:lvl3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3pPr>
            <a:lvl4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4pPr>
            <a:lvl5pPr>
              <a:defRPr lang="en-US" sz="2399"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5pPr>
          </a:lstStyle>
          <a:p>
            <a:pPr marL="287914" lvl="0" indent="-287914" algn="l" defTabSz="914126" rtl="0" eaLnBrk="1" latinLnBrk="0" hangingPunct="1">
              <a:spcBef>
                <a:spcPts val="600"/>
              </a:spcBef>
              <a:spcAft>
                <a:spcPts val="400"/>
              </a:spcAft>
              <a:buClrTx/>
              <a:buSzPct val="90000"/>
              <a:buFont typeface="Arial" pitchFamily="34" charset="0"/>
              <a:buChar char="•"/>
            </a:pPr>
            <a:r>
              <a:rPr lang="en-US" dirty="0"/>
              <a:t>Edit Master text styles</a:t>
            </a:r>
          </a:p>
          <a:p>
            <a:pPr marL="575827" lvl="1" indent="-287914" algn="l" defTabSz="914126" rtl="0" eaLnBrk="1" latinLnBrk="0" hangingPunct="1">
              <a:spcBef>
                <a:spcPts val="0"/>
              </a:spcBef>
              <a:spcAft>
                <a:spcPts val="600"/>
              </a:spcAft>
              <a:buClrTx/>
              <a:buSzPct val="90000"/>
              <a:buFont typeface="Arial" pitchFamily="34" charset="0"/>
              <a:buChar char="•"/>
            </a:pPr>
            <a:r>
              <a:rPr lang="en-US" dirty="0"/>
              <a:t>Second level</a:t>
            </a:r>
          </a:p>
          <a:p>
            <a:pPr marL="863741" lvl="2" indent="-287914" algn="l" defTabSz="914126" rtl="0" eaLnBrk="1" latinLnBrk="0" hangingPunct="1">
              <a:spcBef>
                <a:spcPts val="0"/>
              </a:spcBef>
              <a:spcAft>
                <a:spcPts val="600"/>
              </a:spcAft>
              <a:buClrTx/>
              <a:buSzPct val="90000"/>
              <a:buFont typeface="Arial" pitchFamily="34" charset="0"/>
              <a:buChar char="•"/>
            </a:pPr>
            <a:r>
              <a:rPr lang="en-US" dirty="0"/>
              <a:t>Third level</a:t>
            </a:r>
          </a:p>
          <a:p>
            <a:pPr marL="1151654" lvl="3" indent="-287914" algn="l" defTabSz="914126" rtl="0" eaLnBrk="1" latinLnBrk="0" hangingPunct="1">
              <a:spcBef>
                <a:spcPts val="0"/>
              </a:spcBef>
              <a:spcAft>
                <a:spcPts val="600"/>
              </a:spcAft>
              <a:buClrTx/>
              <a:buSzPct val="90000"/>
              <a:buFont typeface="Arial" pitchFamily="34" charset="0"/>
              <a:buChar char="•"/>
            </a:pPr>
            <a:r>
              <a:rPr lang="en-US" dirty="0"/>
              <a:t>Fourth level</a:t>
            </a:r>
          </a:p>
          <a:p>
            <a:pPr marL="1439568" lvl="4" indent="-287914" algn="l" defTabSz="914126" rtl="0" eaLnBrk="1" latinLnBrk="0" hangingPunct="1">
              <a:spcBef>
                <a:spcPts val="0"/>
              </a:spcBef>
              <a:spcAft>
                <a:spcPts val="600"/>
              </a:spcAft>
              <a:buClrTx/>
              <a:buSzPct val="90000"/>
              <a:buFont typeface="Arial" pitchFamily="34" charset="0"/>
              <a:buChar char="•"/>
            </a:pPr>
            <a:r>
              <a:rPr lang="en-US" dirty="0"/>
              <a:t>Fifth level</a:t>
            </a:r>
          </a:p>
        </p:txBody>
      </p:sp>
    </p:spTree>
    <p:extLst>
      <p:ext uri="{BB962C8B-B14F-4D97-AF65-F5344CB8AC3E}">
        <p14:creationId xmlns:p14="http://schemas.microsoft.com/office/powerpoint/2010/main" val="317994776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userDrawn="1">
  <p:cSld name="1_Title Slide—Short title, 1 line subtitle">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015D5969-1F85-42C5-919C-8BFCCF2B9542}"/>
              </a:ext>
            </a:extLst>
          </p:cNvPr>
          <p:cNvSpPr>
            <a:spLocks noGrp="1"/>
          </p:cNvSpPr>
          <p:nvPr>
            <p:ph idx="1" hasCustomPrompt="1"/>
          </p:nvPr>
        </p:nvSpPr>
        <p:spPr>
          <a:xfrm>
            <a:off x="468191" y="889003"/>
            <a:ext cx="5366833"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17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600"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400">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sp>
        <p:nvSpPr>
          <p:cNvPr id="21" name="bg object 17">
            <a:extLst>
              <a:ext uri="{FF2B5EF4-FFF2-40B4-BE49-F238E27FC236}">
                <a16:creationId xmlns:a16="http://schemas.microsoft.com/office/drawing/2014/main" id="{3030BBAA-DB89-4F4A-8DA4-52797FCB7210}"/>
              </a:ext>
            </a:extLst>
          </p:cNvPr>
          <p:cNvSpPr/>
          <p:nvPr userDrawn="1"/>
        </p:nvSpPr>
        <p:spPr>
          <a:xfrm>
            <a:off x="8094905" y="6096"/>
            <a:ext cx="4084779" cy="696467"/>
          </a:xfrm>
          <a:prstGeom prst="rect">
            <a:avLst/>
          </a:prstGeom>
          <a:blipFill>
            <a:blip r:embed="rId2" cstate="print"/>
            <a:stretch>
              <a:fillRect/>
            </a:stretch>
          </a:blipFill>
        </p:spPr>
        <p:txBody>
          <a:bodyPr wrap="square" lIns="0" tIns="0" rIns="0" bIns="0" rtlCol="0"/>
          <a:lstStyle/>
          <a:p>
            <a:endParaRPr sz="1100" dirty="0">
              <a:latin typeface="微软雅黑" panose="020B0503020204020204" pitchFamily="34" charset="-122"/>
              <a:ea typeface="微软雅黑" panose="020B0503020204020204" pitchFamily="34" charset="-122"/>
            </a:endParaRPr>
          </a:p>
        </p:txBody>
      </p:sp>
      <p:sp>
        <p:nvSpPr>
          <p:cNvPr id="22" name="bg object 19">
            <a:extLst>
              <a:ext uri="{FF2B5EF4-FFF2-40B4-BE49-F238E27FC236}">
                <a16:creationId xmlns:a16="http://schemas.microsoft.com/office/drawing/2014/main" id="{CB7012CF-E297-45A6-84E9-A644BC2480AF}"/>
              </a:ext>
            </a:extLst>
          </p:cNvPr>
          <p:cNvSpPr/>
          <p:nvPr userDrawn="1"/>
        </p:nvSpPr>
        <p:spPr>
          <a:xfrm>
            <a:off x="0" y="702577"/>
            <a:ext cx="12188826"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1799" dirty="0">
              <a:latin typeface="微软雅黑" panose="020B0503020204020204" pitchFamily="34" charset="-122"/>
              <a:ea typeface="微软雅黑" panose="020B0503020204020204" pitchFamily="34" charset="-122"/>
            </a:endParaRPr>
          </a:p>
        </p:txBody>
      </p:sp>
      <p:sp>
        <p:nvSpPr>
          <p:cNvPr id="23" name="bg object 16">
            <a:extLst>
              <a:ext uri="{FF2B5EF4-FFF2-40B4-BE49-F238E27FC236}">
                <a16:creationId xmlns:a16="http://schemas.microsoft.com/office/drawing/2014/main" id="{388CD90B-D81D-4A41-B560-722AFA202E0F}"/>
              </a:ext>
            </a:extLst>
          </p:cNvPr>
          <p:cNvSpPr/>
          <p:nvPr userDrawn="1"/>
        </p:nvSpPr>
        <p:spPr>
          <a:xfrm rot="10800000">
            <a:off x="-1" y="-1527"/>
            <a:ext cx="8104045" cy="696469"/>
          </a:xfrm>
          <a:prstGeom prst="rect">
            <a:avLst/>
          </a:prstGeom>
          <a:blipFill>
            <a:blip r:embed="rId3" cstate="print"/>
            <a:stretch>
              <a:fillRect/>
            </a:stretch>
          </a:blipFill>
        </p:spPr>
        <p:txBody>
          <a:bodyPr wrap="square" lIns="0" tIns="0" rIns="0" bIns="0" rtlCol="0"/>
          <a:lstStyle/>
          <a:p>
            <a:endParaRPr sz="1100" dirty="0">
              <a:latin typeface="微软雅黑" panose="020B0503020204020204" pitchFamily="34" charset="-122"/>
              <a:ea typeface="微软雅黑" panose="020B0503020204020204" pitchFamily="34" charset="-122"/>
            </a:endParaRPr>
          </a:p>
        </p:txBody>
      </p:sp>
      <p:sp>
        <p:nvSpPr>
          <p:cNvPr id="16" name="Title 1">
            <a:extLst>
              <a:ext uri="{FF2B5EF4-FFF2-40B4-BE49-F238E27FC236}">
                <a16:creationId xmlns:a16="http://schemas.microsoft.com/office/drawing/2014/main" id="{BFC3AFD2-FB0A-4E28-856D-CE8E19B61B83}"/>
              </a:ext>
            </a:extLst>
          </p:cNvPr>
          <p:cNvSpPr>
            <a:spLocks noGrp="1"/>
          </p:cNvSpPr>
          <p:nvPr>
            <p:ph type="title"/>
          </p:nvPr>
        </p:nvSpPr>
        <p:spPr>
          <a:xfrm>
            <a:off x="480888" y="-27384"/>
            <a:ext cx="11230225" cy="792163"/>
          </a:xfrm>
          <a:prstGeom prst="rect">
            <a:avLst/>
          </a:prstGeom>
        </p:spPr>
        <p:txBody>
          <a:bodyPr vert="horz" lIns="0" tIns="0" rIns="0" bIns="0" rtlCol="0" anchor="ctr">
            <a:noAutofit/>
          </a:bodyPr>
          <a:lstStyle>
            <a:lvl1pPr>
              <a:defRPr lang="en-US" sz="1999" dirty="0">
                <a:solidFill>
                  <a:srgbClr val="376092"/>
                </a:solidFill>
                <a:latin typeface="微软雅黑" panose="020B0503020204020204" pitchFamily="34" charset="-122"/>
                <a:ea typeface="微软雅黑" panose="020B0503020204020204" pitchFamily="34" charset="-122"/>
                <a:cs typeface="Arial" panose="020B0604020202020204" pitchFamily="34" charset="0"/>
              </a:defRPr>
            </a:lvl1pPr>
          </a:lstStyle>
          <a:p>
            <a:pPr marL="0" lvl="0">
              <a:spcBef>
                <a:spcPts val="600"/>
              </a:spcBef>
              <a:spcAft>
                <a:spcPts val="400"/>
              </a:spcAft>
              <a:buSzPct val="90000"/>
              <a:buFont typeface="Arial" pitchFamily="34" charset="0"/>
            </a:pPr>
            <a:r>
              <a:rPr lang="en-US" dirty="0"/>
              <a:t>Click to edit Master title style</a:t>
            </a:r>
          </a:p>
        </p:txBody>
      </p:sp>
      <p:sp>
        <p:nvSpPr>
          <p:cNvPr id="8" name="Content Placeholder 2">
            <a:extLst>
              <a:ext uri="{FF2B5EF4-FFF2-40B4-BE49-F238E27FC236}">
                <a16:creationId xmlns:a16="http://schemas.microsoft.com/office/drawing/2014/main" id="{C14637CA-8300-46CD-8A22-5AFEBEF751F4}"/>
              </a:ext>
            </a:extLst>
          </p:cNvPr>
          <p:cNvSpPr>
            <a:spLocks noGrp="1"/>
          </p:cNvSpPr>
          <p:nvPr>
            <p:ph idx="10" hasCustomPrompt="1"/>
          </p:nvPr>
        </p:nvSpPr>
        <p:spPr>
          <a:xfrm>
            <a:off x="6344281" y="889003"/>
            <a:ext cx="5366833" cy="5516229"/>
          </a:xfrm>
          <a:prstGeom prst="rect">
            <a:avLst/>
          </a:prstGeom>
        </p:spPr>
        <p:txBody>
          <a:bodyPr/>
          <a:lstStyle>
            <a:lvl1pPr marL="171399" indent="-251924">
              <a:spcBef>
                <a:spcPts val="1200"/>
              </a:spcBef>
              <a:spcAft>
                <a:spcPts val="300"/>
              </a:spcAft>
              <a:buFont typeface="Wingdings" panose="05000000000000000000" pitchFamily="2" charset="2"/>
              <a:buChar char="l"/>
              <a:tabLst>
                <a:tab pos="7170173" algn="r"/>
              </a:tabLst>
              <a:defRPr sz="1799" b="1">
                <a:solidFill>
                  <a:schemeClr val="tx1"/>
                </a:solidFill>
                <a:latin typeface="微软雅黑" panose="020B0503020204020204" pitchFamily="34" charset="-122"/>
                <a:ea typeface="微软雅黑" panose="020B0503020204020204" pitchFamily="34" charset="-122"/>
              </a:defRPr>
            </a:lvl1pPr>
            <a:lvl2pPr marL="575827" indent="-251924">
              <a:spcBef>
                <a:spcPts val="0"/>
              </a:spcBef>
              <a:spcAft>
                <a:spcPts val="300"/>
              </a:spcAft>
              <a:buFont typeface="Wingdings" panose="05000000000000000000" pitchFamily="2" charset="2"/>
              <a:buChar char="l"/>
              <a:tabLst>
                <a:tab pos="7170173" algn="r"/>
              </a:tabLst>
              <a:defRPr sz="1600" b="0">
                <a:solidFill>
                  <a:schemeClr val="tx1"/>
                </a:solidFill>
                <a:latin typeface="微软雅黑" panose="020B0503020204020204" pitchFamily="34" charset="-122"/>
                <a:ea typeface="微软雅黑" panose="020B0503020204020204" pitchFamily="34" charset="-122"/>
              </a:defRPr>
            </a:lvl2pPr>
            <a:lvl3pPr marL="863741" indent="-251924">
              <a:spcBef>
                <a:spcPts val="0"/>
              </a:spcBef>
              <a:spcAft>
                <a:spcPts val="300"/>
              </a:spcAft>
              <a:buFont typeface="Wingdings" panose="05000000000000000000" pitchFamily="2" charset="2"/>
              <a:buChar char="l"/>
              <a:tabLst>
                <a:tab pos="7170173" algn="r"/>
              </a:tabLst>
              <a:defRPr sz="1400">
                <a:solidFill>
                  <a:schemeClr val="tx1"/>
                </a:solidFill>
                <a:latin typeface="微软雅黑" panose="020B0503020204020204" pitchFamily="34" charset="-122"/>
                <a:ea typeface="微软雅黑" panose="020B0503020204020204" pitchFamily="34" charset="-122"/>
              </a:defRPr>
            </a:lvl3pPr>
            <a:lvl4pPr marL="726857" indent="-179334">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p:txBody>
      </p:sp>
      <p:cxnSp>
        <p:nvCxnSpPr>
          <p:cNvPr id="9" name="Straight Connector 21">
            <a:extLst>
              <a:ext uri="{FF2B5EF4-FFF2-40B4-BE49-F238E27FC236}">
                <a16:creationId xmlns:a16="http://schemas.microsoft.com/office/drawing/2014/main" id="{B60A3EB3-2C68-4A2C-932B-520D2430C8E1}"/>
              </a:ext>
            </a:extLst>
          </p:cNvPr>
          <p:cNvCxnSpPr>
            <a:cxnSpLocks/>
          </p:cNvCxnSpPr>
          <p:nvPr userDrawn="1"/>
        </p:nvCxnSpPr>
        <p:spPr>
          <a:xfrm>
            <a:off x="0" y="6477000"/>
            <a:ext cx="12188826" cy="0"/>
          </a:xfrm>
          <a:prstGeom prst="line">
            <a:avLst/>
          </a:prstGeom>
          <a:ln>
            <a:solidFill>
              <a:srgbClr val="58595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9254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3.xml"/><Relationship Id="rId18" Type="http://schemas.openxmlformats.org/officeDocument/2006/relationships/slideLayout" Target="../slideLayouts/slideLayout48.xml"/><Relationship Id="rId26" Type="http://schemas.openxmlformats.org/officeDocument/2006/relationships/slideLayout" Target="../slideLayouts/slideLayout56.xml"/><Relationship Id="rId39" Type="http://schemas.openxmlformats.org/officeDocument/2006/relationships/image" Target="../media/image7.jpg"/><Relationship Id="rId21" Type="http://schemas.openxmlformats.org/officeDocument/2006/relationships/slideLayout" Target="../slideLayouts/slideLayout51.xml"/><Relationship Id="rId34" Type="http://schemas.openxmlformats.org/officeDocument/2006/relationships/slideLayout" Target="../slideLayouts/slideLayout64.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33" Type="http://schemas.openxmlformats.org/officeDocument/2006/relationships/slideLayout" Target="../slideLayouts/slideLayout63.xml"/><Relationship Id="rId38" Type="http://schemas.openxmlformats.org/officeDocument/2006/relationships/image" Target="../media/image6.png"/><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slideLayout" Target="../slideLayouts/slideLayout50.xml"/><Relationship Id="rId29" Type="http://schemas.openxmlformats.org/officeDocument/2006/relationships/slideLayout" Target="../slideLayouts/slideLayout59.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24" Type="http://schemas.openxmlformats.org/officeDocument/2006/relationships/slideLayout" Target="../slideLayouts/slideLayout54.xml"/><Relationship Id="rId32" Type="http://schemas.openxmlformats.org/officeDocument/2006/relationships/slideLayout" Target="../slideLayouts/slideLayout62.xml"/><Relationship Id="rId37" Type="http://schemas.openxmlformats.org/officeDocument/2006/relationships/image" Target="../media/image4.png"/><Relationship Id="rId40" Type="http://schemas.openxmlformats.org/officeDocument/2006/relationships/image" Target="../media/image1.png"/><Relationship Id="rId5" Type="http://schemas.openxmlformats.org/officeDocument/2006/relationships/slideLayout" Target="../slideLayouts/slideLayout35.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28" Type="http://schemas.openxmlformats.org/officeDocument/2006/relationships/slideLayout" Target="../slideLayouts/slideLayout58.xml"/><Relationship Id="rId36" Type="http://schemas.openxmlformats.org/officeDocument/2006/relationships/theme" Target="../theme/theme3.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31" Type="http://schemas.openxmlformats.org/officeDocument/2006/relationships/slideLayout" Target="../slideLayouts/slideLayout61.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slideLayout" Target="../slideLayouts/slideLayout57.xml"/><Relationship Id="rId30" Type="http://schemas.openxmlformats.org/officeDocument/2006/relationships/slideLayout" Target="../slideLayouts/slideLayout60.xml"/><Relationship Id="rId35" Type="http://schemas.openxmlformats.org/officeDocument/2006/relationships/slideLayout" Target="../slideLayouts/slideLayout65.xml"/><Relationship Id="rId8" Type="http://schemas.openxmlformats.org/officeDocument/2006/relationships/slideLayout" Target="../slideLayouts/slideLayout38.xml"/><Relationship Id="rId3"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矩形 3"/>
          <p:cNvSpPr/>
          <p:nvPr userDrawn="1"/>
        </p:nvSpPr>
        <p:spPr>
          <a:xfrm>
            <a:off x="4086225" y="0"/>
            <a:ext cx="8105775" cy="724706"/>
          </a:xfrm>
          <a:prstGeom prst="rect">
            <a:avLst/>
          </a:prstGeom>
          <a:gradFill flip="none" rotWithShape="1">
            <a:gsLst>
              <a:gs pos="12000">
                <a:schemeClr val="accent1">
                  <a:lumMod val="0"/>
                  <a:lumOff val="100000"/>
                  <a:alpha val="20000"/>
                </a:schemeClr>
              </a:gs>
              <a:gs pos="80000">
                <a:schemeClr val="accent1">
                  <a:lumMod val="45000"/>
                  <a:lumOff val="55000"/>
                </a:schemeClr>
              </a:gs>
              <a:gs pos="65000">
                <a:schemeClr val="accent1">
                  <a:lumMod val="45000"/>
                  <a:lumOff val="55000"/>
                </a:schemeClr>
              </a:gs>
              <a:gs pos="100000">
                <a:schemeClr val="accent1">
                  <a:lumMod val="30000"/>
                  <a:lumOff val="7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2" name="标题占位符 1"/>
          <p:cNvSpPr>
            <a:spLocks noGrp="1"/>
          </p:cNvSpPr>
          <p:nvPr>
            <p:ph type="title"/>
          </p:nvPr>
        </p:nvSpPr>
        <p:spPr>
          <a:xfrm>
            <a:off x="838200" y="810477"/>
            <a:ext cx="10515600" cy="555075"/>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451322"/>
            <a:ext cx="10515600" cy="5235229"/>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pic>
        <p:nvPicPr>
          <p:cNvPr id="8" name="图片 7" descr="研究院LOGO-渐变-转曲_画板 1.png"/>
          <p:cNvPicPr>
            <a:picLocks noChangeAspect="1"/>
          </p:cNvPicPr>
          <p:nvPr userDrawn="1"/>
        </p:nvPicPr>
        <p:blipFill>
          <a:blip r:embed="rId17">
            <a:alphaModFix amt="5000"/>
            <a:extLst>
              <a:ext uri="{28A0092B-C50C-407E-A947-70E740481C1C}">
                <a14:useLocalDpi xmlns:a14="http://schemas.microsoft.com/office/drawing/2010/main" val="0"/>
              </a:ext>
            </a:extLst>
          </a:blip>
          <a:stretch>
            <a:fillRect/>
          </a:stretch>
        </p:blipFill>
        <p:spPr>
          <a:xfrm>
            <a:off x="7122319" y="2562740"/>
            <a:ext cx="3900488" cy="4023798"/>
          </a:xfrm>
          <a:prstGeom prst="rect">
            <a:avLst/>
          </a:prstGeom>
        </p:spPr>
      </p:pic>
      <p:sp>
        <p:nvSpPr>
          <p:cNvPr id="11" name="矩形 10"/>
          <p:cNvSpPr/>
          <p:nvPr userDrawn="1"/>
        </p:nvSpPr>
        <p:spPr>
          <a:xfrm>
            <a:off x="0" y="702305"/>
            <a:ext cx="12192000" cy="7240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2724793950"/>
      </p:ext>
    </p:extLst>
  </p:cSld>
  <p:clrMap bg1="lt1" tx1="dk1" bg2="lt2" tx2="dk2" accent1="accent1" accent2="accent2" accent3="accent3" accent4="accent4" accent5="accent5" accent6="accent6" hlink="hlink" folHlink="folHlink"/>
  <p:sldLayoutIdLst>
    <p:sldLayoutId id="214748390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737" r:id="rId12"/>
    <p:sldLayoutId id="2147483803" r:id="rId13"/>
    <p:sldLayoutId id="2147483904" r:id="rId14"/>
    <p:sldLayoutId id="2147483905" r:id="rId15"/>
  </p:sldLayoutIdLst>
  <p:txStyles>
    <p:titleStyle>
      <a:lvl1pPr algn="l" defTabSz="457200" rtl="0" eaLnBrk="1" latinLnBrk="0" hangingPunct="1">
        <a:lnSpc>
          <a:spcPct val="90000"/>
        </a:lnSpc>
        <a:spcBef>
          <a:spcPct val="0"/>
        </a:spcBef>
        <a:buNone/>
        <a:defRPr sz="3000" b="1" kern="1200">
          <a:solidFill>
            <a:schemeClr val="tx1"/>
          </a:solidFill>
          <a:latin typeface="SimSun" charset="-122"/>
          <a:ea typeface="SimSun" charset="-122"/>
          <a:cs typeface="SimSun" charset="-122"/>
        </a:defRPr>
      </a:lvl1pPr>
    </p:titleStyle>
    <p:bodyStyle>
      <a:lvl1pPr marL="535782" indent="-535782" algn="l" defTabSz="457200" rtl="0" eaLnBrk="1" latinLnBrk="0" hangingPunct="1">
        <a:lnSpc>
          <a:spcPct val="100000"/>
        </a:lnSpc>
        <a:spcBef>
          <a:spcPts val="500"/>
        </a:spcBef>
        <a:buFont typeface="Wingdings" charset="2"/>
        <a:buChar char="n"/>
        <a:tabLst/>
        <a:defRPr sz="2700" kern="1200">
          <a:solidFill>
            <a:schemeClr val="tx1"/>
          </a:solidFill>
          <a:latin typeface="SimSun" charset="-122"/>
          <a:ea typeface="SimSun" charset="-122"/>
          <a:cs typeface="SimSun" charset="-122"/>
        </a:defRPr>
      </a:lvl1pPr>
      <a:lvl2pPr marL="577850" indent="565150" algn="l" defTabSz="457200" rtl="0" eaLnBrk="1" latinLnBrk="0" hangingPunct="1">
        <a:lnSpc>
          <a:spcPct val="100000"/>
        </a:lnSpc>
        <a:spcBef>
          <a:spcPts val="250"/>
        </a:spcBef>
        <a:buFont typeface="Wingdings" charset="2"/>
        <a:buChar char="p"/>
        <a:tabLst/>
        <a:defRPr sz="2700" kern="1200">
          <a:solidFill>
            <a:schemeClr val="tx1"/>
          </a:solidFill>
          <a:latin typeface="SimSun" charset="-122"/>
          <a:ea typeface="SimSun" charset="-122"/>
          <a:cs typeface="SimSun" charset="-122"/>
        </a:defRPr>
      </a:lvl2pPr>
      <a:lvl3pPr marL="1100138" indent="508000" algn="l" defTabSz="457200" rtl="0" eaLnBrk="1" latinLnBrk="0" hangingPunct="1">
        <a:lnSpc>
          <a:spcPct val="100000"/>
        </a:lnSpc>
        <a:spcBef>
          <a:spcPts val="250"/>
        </a:spcBef>
        <a:buFont typeface="Wingdings" charset="2"/>
        <a:buChar char="n"/>
        <a:tabLst/>
        <a:defRPr sz="2700" kern="1200">
          <a:solidFill>
            <a:schemeClr val="tx1"/>
          </a:solidFill>
          <a:latin typeface="SimSun" charset="-122"/>
          <a:ea typeface="SimSun" charset="-122"/>
          <a:cs typeface="SimSun" charset="-122"/>
        </a:defRPr>
      </a:lvl3pPr>
      <a:lvl4pPr marL="1608138" indent="465932" algn="l" defTabSz="457200" rtl="0" eaLnBrk="1" latinLnBrk="0" hangingPunct="1">
        <a:lnSpc>
          <a:spcPct val="100000"/>
        </a:lnSpc>
        <a:spcBef>
          <a:spcPts val="250"/>
        </a:spcBef>
        <a:buFont typeface="Wingdings" charset="2"/>
        <a:buChar char="p"/>
        <a:tabLst/>
        <a:defRPr sz="2400" kern="1200">
          <a:solidFill>
            <a:schemeClr val="tx1"/>
          </a:solidFill>
          <a:latin typeface="SimSun" charset="-122"/>
          <a:ea typeface="SimSun" charset="-122"/>
          <a:cs typeface="SimSun" charset="-122"/>
        </a:defRPr>
      </a:lvl4pPr>
      <a:lvl5pPr marL="2045494" indent="381000" algn="l" defTabSz="457200" rtl="0" eaLnBrk="1" latinLnBrk="0" hangingPunct="1">
        <a:lnSpc>
          <a:spcPct val="100000"/>
        </a:lnSpc>
        <a:spcBef>
          <a:spcPts val="250"/>
        </a:spcBef>
        <a:buFont typeface="Wingdings" charset="2"/>
        <a:buChar char="n"/>
        <a:tabLst/>
        <a:defRPr sz="2200" kern="1200">
          <a:solidFill>
            <a:schemeClr val="tx1"/>
          </a:solidFill>
          <a:latin typeface="SimSun" charset="-122"/>
          <a:ea typeface="SimSun" charset="-122"/>
          <a:cs typeface="SimSun" charset="-122"/>
        </a:defRPr>
      </a:lvl5pPr>
      <a:lvl6pPr marL="12573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9pPr>
    </p:bodyStyle>
    <p:otherStyle>
      <a:defPPr>
        <a:defRPr lang="zh-CN"/>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315B8D2-8713-4484-AF99-AEB692B4BA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5A47608-124D-4DF2-9936-5F9315AAE5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0C2B4E-0B20-4732-82BB-E5DD6A939B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247629-ACA5-4119-A07E-A16F4A240F05}" type="datetimeFigureOut">
              <a:rPr lang="zh-CN" altLang="en-US" smtClean="0"/>
              <a:t>2026/6/18</a:t>
            </a:fld>
            <a:endParaRPr lang="zh-CN" altLang="en-US"/>
          </a:p>
        </p:txBody>
      </p:sp>
      <p:sp>
        <p:nvSpPr>
          <p:cNvPr id="5" name="页脚占位符 4">
            <a:extLst>
              <a:ext uri="{FF2B5EF4-FFF2-40B4-BE49-F238E27FC236}">
                <a16:creationId xmlns:a16="http://schemas.microsoft.com/office/drawing/2014/main" id="{9465A313-6A9C-4B3B-B55D-12E16DB79F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32201FC-FB94-42C1-97F5-BCD9017ED4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4E3BB-8B06-46B3-B9FF-811E23AED9F0}" type="slidenum">
              <a:rPr lang="zh-CN" altLang="en-US" smtClean="0"/>
              <a:t>‹#›</a:t>
            </a:fld>
            <a:endParaRPr lang="zh-CN" altLang="en-US"/>
          </a:p>
        </p:txBody>
      </p:sp>
    </p:spTree>
    <p:extLst>
      <p:ext uri="{BB962C8B-B14F-4D97-AF65-F5344CB8AC3E}">
        <p14:creationId xmlns:p14="http://schemas.microsoft.com/office/powerpoint/2010/main" val="1272307123"/>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bg object 18">
            <a:extLst>
              <a:ext uri="{FF2B5EF4-FFF2-40B4-BE49-F238E27FC236}">
                <a16:creationId xmlns:a16="http://schemas.microsoft.com/office/drawing/2014/main" id="{CBD6AE35-2452-4602-BF9B-A1B592D1B0C0}"/>
              </a:ext>
            </a:extLst>
          </p:cNvPr>
          <p:cNvSpPr/>
          <p:nvPr/>
        </p:nvSpPr>
        <p:spPr>
          <a:xfrm>
            <a:off x="7121652" y="2563367"/>
            <a:ext cx="3901438" cy="4023359"/>
          </a:xfrm>
          <a:prstGeom prst="rect">
            <a:avLst/>
          </a:prstGeom>
          <a:blipFill>
            <a:blip r:embed="rId37" cstate="print"/>
            <a:stretch>
              <a:fillRect/>
            </a:stretch>
          </a:blipFill>
        </p:spPr>
        <p:txBody>
          <a:bodyPr wrap="square" lIns="0" tIns="0" rIns="0" bIns="0" rtlCol="0"/>
          <a:lstStyle/>
          <a:p>
            <a:endParaRPr dirty="0"/>
          </a:p>
        </p:txBody>
      </p:sp>
      <p:sp>
        <p:nvSpPr>
          <p:cNvPr id="16" name="bg object 16"/>
          <p:cNvSpPr/>
          <p:nvPr/>
        </p:nvSpPr>
        <p:spPr>
          <a:xfrm>
            <a:off x="4085844" y="0"/>
            <a:ext cx="8106155" cy="725423"/>
          </a:xfrm>
          <a:prstGeom prst="rect">
            <a:avLst/>
          </a:prstGeom>
          <a:blipFill>
            <a:blip r:embed="rId38" cstate="print"/>
            <a:stretch>
              <a:fillRect/>
            </a:stretch>
          </a:blipFill>
        </p:spPr>
        <p:txBody>
          <a:bodyPr wrap="square" lIns="0" tIns="0" rIns="0" bIns="0" rtlCol="0"/>
          <a:lstStyle/>
          <a:p>
            <a:endParaRPr dirty="0"/>
          </a:p>
        </p:txBody>
      </p:sp>
      <p:sp>
        <p:nvSpPr>
          <p:cNvPr id="17" name="bg object 17"/>
          <p:cNvSpPr/>
          <p:nvPr/>
        </p:nvSpPr>
        <p:spPr>
          <a:xfrm>
            <a:off x="128069" y="128773"/>
            <a:ext cx="3775997" cy="442122"/>
          </a:xfrm>
          <a:prstGeom prst="rect">
            <a:avLst/>
          </a:prstGeom>
          <a:blipFill>
            <a:blip r:embed="rId39" cstate="print"/>
            <a:stretch>
              <a:fillRect/>
            </a:stretch>
          </a:blipFill>
        </p:spPr>
        <p:txBody>
          <a:bodyPr wrap="square" lIns="0" tIns="0" rIns="0" bIns="0" rtlCol="0"/>
          <a:lstStyle/>
          <a:p>
            <a:endParaRPr dirty="0"/>
          </a:p>
        </p:txBody>
      </p:sp>
      <p:sp>
        <p:nvSpPr>
          <p:cNvPr id="19" name="bg object 19"/>
          <p:cNvSpPr/>
          <p:nvPr/>
        </p:nvSpPr>
        <p:spPr>
          <a:xfrm>
            <a:off x="0" y="702576"/>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dirty="0"/>
          </a:p>
        </p:txBody>
      </p:sp>
      <p:sp>
        <p:nvSpPr>
          <p:cNvPr id="6" name="矩形 5">
            <a:extLst>
              <a:ext uri="{FF2B5EF4-FFF2-40B4-BE49-F238E27FC236}">
                <a16:creationId xmlns:a16="http://schemas.microsoft.com/office/drawing/2014/main" id="{4845B8CF-2151-43B0-AD40-91F7A9154B19}"/>
              </a:ext>
            </a:extLst>
          </p:cNvPr>
          <p:cNvSpPr/>
          <p:nvPr userDrawn="1"/>
        </p:nvSpPr>
        <p:spPr>
          <a:xfrm>
            <a:off x="4086225" y="0"/>
            <a:ext cx="8105775" cy="724706"/>
          </a:xfrm>
          <a:prstGeom prst="rect">
            <a:avLst/>
          </a:prstGeom>
          <a:gradFill flip="none" rotWithShape="1">
            <a:gsLst>
              <a:gs pos="12000">
                <a:schemeClr val="accent1">
                  <a:lumMod val="0"/>
                  <a:lumOff val="100000"/>
                  <a:alpha val="20000"/>
                </a:schemeClr>
              </a:gs>
              <a:gs pos="80000">
                <a:schemeClr val="accent1">
                  <a:lumMod val="45000"/>
                  <a:lumOff val="55000"/>
                </a:schemeClr>
              </a:gs>
              <a:gs pos="65000">
                <a:schemeClr val="accent1">
                  <a:lumMod val="45000"/>
                  <a:lumOff val="55000"/>
                </a:schemeClr>
              </a:gs>
              <a:gs pos="100000">
                <a:schemeClr val="accent1">
                  <a:lumMod val="30000"/>
                  <a:lumOff val="7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pic>
        <p:nvPicPr>
          <p:cNvPr id="7" name="图片 6" descr="研究院LOGO-渐变-转曲_画板 1.png">
            <a:extLst>
              <a:ext uri="{FF2B5EF4-FFF2-40B4-BE49-F238E27FC236}">
                <a16:creationId xmlns:a16="http://schemas.microsoft.com/office/drawing/2014/main" id="{3DE1B9EE-ECAA-4713-A341-8B9DE5261D53}"/>
              </a:ext>
            </a:extLst>
          </p:cNvPr>
          <p:cNvPicPr>
            <a:picLocks noChangeAspect="1"/>
          </p:cNvPicPr>
          <p:nvPr userDrawn="1"/>
        </p:nvPicPr>
        <p:blipFill>
          <a:blip r:embed="rId40">
            <a:alphaModFix amt="5000"/>
            <a:extLst>
              <a:ext uri="{28A0092B-C50C-407E-A947-70E740481C1C}">
                <a14:useLocalDpi xmlns:a14="http://schemas.microsoft.com/office/drawing/2010/main" val="0"/>
              </a:ext>
            </a:extLst>
          </a:blip>
          <a:stretch>
            <a:fillRect/>
          </a:stretch>
        </p:blipFill>
        <p:spPr>
          <a:xfrm>
            <a:off x="7122319" y="2562740"/>
            <a:ext cx="3900488" cy="4023798"/>
          </a:xfrm>
          <a:prstGeom prst="rect">
            <a:avLst/>
          </a:prstGeom>
        </p:spPr>
      </p:pic>
      <p:sp>
        <p:nvSpPr>
          <p:cNvPr id="8" name="矩形 7">
            <a:extLst>
              <a:ext uri="{FF2B5EF4-FFF2-40B4-BE49-F238E27FC236}">
                <a16:creationId xmlns:a16="http://schemas.microsoft.com/office/drawing/2014/main" id="{80CDB54B-D4A8-4C1F-B141-635BF5B9A6BA}"/>
              </a:ext>
            </a:extLst>
          </p:cNvPr>
          <p:cNvSpPr/>
          <p:nvPr userDrawn="1"/>
        </p:nvSpPr>
        <p:spPr>
          <a:xfrm>
            <a:off x="0" y="702305"/>
            <a:ext cx="12192000" cy="7240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4186742724"/>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 id="2147483934" r:id="rId12"/>
    <p:sldLayoutId id="2147483935" r:id="rId13"/>
    <p:sldLayoutId id="2147483936" r:id="rId14"/>
    <p:sldLayoutId id="2147483937" r:id="rId15"/>
    <p:sldLayoutId id="2147483938" r:id="rId16"/>
    <p:sldLayoutId id="2147483939" r:id="rId17"/>
    <p:sldLayoutId id="2147483940" r:id="rId18"/>
    <p:sldLayoutId id="2147483941" r:id="rId19"/>
    <p:sldLayoutId id="2147483942" r:id="rId20"/>
    <p:sldLayoutId id="2147483943" r:id="rId21"/>
    <p:sldLayoutId id="2147483944" r:id="rId22"/>
    <p:sldLayoutId id="2147483945" r:id="rId23"/>
    <p:sldLayoutId id="2147483946" r:id="rId24"/>
    <p:sldLayoutId id="2147483947" r:id="rId25"/>
    <p:sldLayoutId id="2147483948" r:id="rId26"/>
    <p:sldLayoutId id="2147483949" r:id="rId27"/>
    <p:sldLayoutId id="2147483950" r:id="rId28"/>
    <p:sldLayoutId id="2147483951" r:id="rId29"/>
    <p:sldLayoutId id="2147483952" r:id="rId30"/>
    <p:sldLayoutId id="2147483953" r:id="rId31"/>
    <p:sldLayoutId id="2147483954" r:id="rId32"/>
    <p:sldLayoutId id="2147483955" r:id="rId33"/>
    <p:sldLayoutId id="2147483956" r:id="rId34"/>
    <p:sldLayoutId id="2147483957" r:id="rId35"/>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8.emf"/><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1.xml"/><Relationship Id="rId5" Type="http://schemas.openxmlformats.org/officeDocument/2006/relationships/slideLayout" Target="../slideLayouts/slideLayout63.xml"/><Relationship Id="rId4" Type="http://schemas.openxmlformats.org/officeDocument/2006/relationships/tags" Target="../tags/tag5.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4.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notesSlide" Target="../notesSlides/notesSlide3.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slideLayout" Target="../slideLayouts/slideLayout6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4.xml"/><Relationship Id="rId1" Type="http://schemas.openxmlformats.org/officeDocument/2006/relationships/tags" Target="../tags/tag2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24.xml"/><Relationship Id="rId7" Type="http://schemas.openxmlformats.org/officeDocument/2006/relationships/notesSlide" Target="../notesSlides/notesSlide5.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Layout" Target="../slideLayouts/slideLayout64.xml"/><Relationship Id="rId11" Type="http://schemas.openxmlformats.org/officeDocument/2006/relationships/image" Target="../media/image12.png"/><Relationship Id="rId5" Type="http://schemas.openxmlformats.org/officeDocument/2006/relationships/tags" Target="../tags/tag26.xml"/><Relationship Id="rId10" Type="http://schemas.openxmlformats.org/officeDocument/2006/relationships/image" Target="../media/image11.png"/><Relationship Id="rId4" Type="http://schemas.openxmlformats.org/officeDocument/2006/relationships/tags" Target="../tags/tag25.xml"/><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0.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4.xml"/><Relationship Id="rId1" Type="http://schemas.openxmlformats.org/officeDocument/2006/relationships/tags" Target="../tags/tag29.xml"/></Relationships>
</file>

<file path=ppt/slides/_rels/slide9.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tags" Target="../tags/tag42.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tags" Target="../tags/tag41.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5" Type="http://schemas.openxmlformats.org/officeDocument/2006/relationships/tags" Target="../tags/tag34.xml"/><Relationship Id="rId15" Type="http://schemas.openxmlformats.org/officeDocument/2006/relationships/notesSlide" Target="../notesSlides/notesSlide9.xml"/><Relationship Id="rId10" Type="http://schemas.openxmlformats.org/officeDocument/2006/relationships/tags" Target="../tags/tag39.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slideLayout" Target="../slideLayouts/slideLayout6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4.xml"/><Relationship Id="rId1" Type="http://schemas.openxmlformats.org/officeDocument/2006/relationships/tags" Target="../tags/tag43.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4.xml"/><Relationship Id="rId1" Type="http://schemas.openxmlformats.org/officeDocument/2006/relationships/tags" Target="../tags/tag44.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4.xml"/><Relationship Id="rId1" Type="http://schemas.openxmlformats.org/officeDocument/2006/relationships/tags" Target="../tags/tag45.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tags" Target="../tags/tag53.xml"/><Relationship Id="rId13" Type="http://schemas.openxmlformats.org/officeDocument/2006/relationships/tags" Target="../tags/tag58.xml"/><Relationship Id="rId3" Type="http://schemas.openxmlformats.org/officeDocument/2006/relationships/tags" Target="../tags/tag48.xml"/><Relationship Id="rId7" Type="http://schemas.openxmlformats.org/officeDocument/2006/relationships/tags" Target="../tags/tag52.xml"/><Relationship Id="rId12" Type="http://schemas.openxmlformats.org/officeDocument/2006/relationships/tags" Target="../tags/tag57.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5" Type="http://schemas.openxmlformats.org/officeDocument/2006/relationships/tags" Target="../tags/tag50.xml"/><Relationship Id="rId15" Type="http://schemas.openxmlformats.org/officeDocument/2006/relationships/notesSlide" Target="../notesSlides/notesSlide13.xml"/><Relationship Id="rId10" Type="http://schemas.openxmlformats.org/officeDocument/2006/relationships/tags" Target="../tags/tag55.xml"/><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slideLayout" Target="../slideLayouts/slideLayout65.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35.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4.xml"/><Relationship Id="rId1" Type="http://schemas.openxmlformats.org/officeDocument/2006/relationships/tags" Target="../tags/tag59.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4.xml"/><Relationship Id="rId1" Type="http://schemas.openxmlformats.org/officeDocument/2006/relationships/tags" Target="../tags/tag60.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17.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tags" Target="../tags/tag73.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tags" Target="../tags/tag72.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5" Type="http://schemas.openxmlformats.org/officeDocument/2006/relationships/notesSlide" Target="../notesSlides/notesSlide17.xml"/><Relationship Id="rId10" Type="http://schemas.openxmlformats.org/officeDocument/2006/relationships/tags" Target="../tags/tag70.xml"/><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slideLayout" Target="../slideLayouts/slideLayout6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4.xml"/><Relationship Id="rId1" Type="http://schemas.openxmlformats.org/officeDocument/2006/relationships/tags" Target="../tags/tag74.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4.xml"/><Relationship Id="rId1" Type="http://schemas.openxmlformats.org/officeDocument/2006/relationships/tags" Target="../tags/tag75.xml"/><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4.xml"/><Relationship Id="rId1" Type="http://schemas.openxmlformats.org/officeDocument/2006/relationships/tags" Target="../tags/tag7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37CB2B1-4824-46B1-AEDE-8C4AA47B3BAA}"/>
              </a:ext>
            </a:extLst>
          </p:cNvPr>
          <p:cNvSpPr>
            <a:spLocks noGrp="1"/>
          </p:cNvSpPr>
          <p:nvPr>
            <p:ph type="body" sz="quarter" idx="14"/>
            <p:custDataLst>
              <p:tags r:id="rId1"/>
            </p:custDataLst>
          </p:nvPr>
        </p:nvSpPr>
        <p:spPr>
          <a:xfrm>
            <a:off x="448541" y="1847215"/>
            <a:ext cx="11294918" cy="1306266"/>
          </a:xfrm>
        </p:spPr>
        <p:txBody>
          <a:bodyPr/>
          <a:lstStyle/>
          <a:p>
            <a:pPr>
              <a:spcBef>
                <a:spcPts val="0"/>
              </a:spcBef>
              <a:spcAft>
                <a:spcPts val="0"/>
              </a:spcAft>
            </a:pPr>
            <a:r>
              <a:rPr lang="en-US" altLang="zh-CN" sz="4400" dirty="0">
                <a:ea typeface="微软雅黑" panose="020B0503020204020204" pitchFamily="34" charset="-122"/>
              </a:rPr>
              <a:t>Assessment of Low-Carbon Technologies in the Iron and Steel Industry</a:t>
            </a:r>
            <a:endParaRPr lang="zh-CN" altLang="en-US" sz="4400" dirty="0">
              <a:ea typeface="微软雅黑" panose="020B0503020204020204" pitchFamily="34" charset="-122"/>
            </a:endParaRPr>
          </a:p>
        </p:txBody>
      </p:sp>
      <p:sp>
        <p:nvSpPr>
          <p:cNvPr id="3" name="文本占位符 2">
            <a:extLst>
              <a:ext uri="{FF2B5EF4-FFF2-40B4-BE49-F238E27FC236}">
                <a16:creationId xmlns:a16="http://schemas.microsoft.com/office/drawing/2014/main" id="{F314D586-61FB-423D-8A3B-C5D3F8A50713}"/>
              </a:ext>
            </a:extLst>
          </p:cNvPr>
          <p:cNvSpPr>
            <a:spLocks noGrp="1"/>
          </p:cNvSpPr>
          <p:nvPr>
            <p:ph type="body" sz="quarter" idx="15"/>
            <p:custDataLst>
              <p:tags r:id="rId2"/>
            </p:custDataLst>
          </p:nvPr>
        </p:nvSpPr>
        <p:spPr>
          <a:xfrm>
            <a:off x="878477" y="4639608"/>
            <a:ext cx="10435046" cy="1306267"/>
          </a:xfrm>
        </p:spPr>
        <p:txBody>
          <a:bodyPr/>
          <a:lstStyle/>
          <a:p>
            <a:pPr algn="ctr" eaLnBrk="1" hangingPunct="1">
              <a:defRPr/>
            </a:pPr>
            <a:r>
              <a:rPr lang="en-US" altLang="zh-CN" sz="2400" dirty="0">
                <a:solidFill>
                  <a:schemeClr val="tx1"/>
                </a:solidFill>
                <a:ea typeface="微软雅黑" panose="020B0503020204020204" pitchFamily="34" charset="-122"/>
              </a:rPr>
              <a:t>Prof. LI Zheng</a:t>
            </a:r>
          </a:p>
          <a:p>
            <a:pPr algn="ctr" eaLnBrk="1" hangingPunct="1">
              <a:defRPr/>
            </a:pPr>
            <a:r>
              <a:rPr lang="en-US" altLang="zh-CN" sz="1800" b="0" dirty="0">
                <a:solidFill>
                  <a:schemeClr val="tx1"/>
                </a:solidFill>
                <a:ea typeface="微软雅黑" panose="020B0503020204020204" pitchFamily="34" charset="-122"/>
              </a:rPr>
              <a:t>Institute of Climate Change and Sustainable Development</a:t>
            </a:r>
            <a:r>
              <a:rPr lang="zh-CN" altLang="en-US" sz="1800" b="0" dirty="0">
                <a:solidFill>
                  <a:schemeClr val="tx1"/>
                </a:solidFill>
                <a:ea typeface="微软雅黑" panose="020B0503020204020204" pitchFamily="34" charset="-122"/>
              </a:rPr>
              <a:t>，</a:t>
            </a:r>
            <a:r>
              <a:rPr lang="en-US" altLang="zh-CN" sz="1800" b="0" dirty="0">
                <a:solidFill>
                  <a:schemeClr val="tx1"/>
                </a:solidFill>
                <a:ea typeface="微软雅黑" panose="020B0503020204020204" pitchFamily="34" charset="-122"/>
              </a:rPr>
              <a:t>Tsinghua University</a:t>
            </a:r>
          </a:p>
          <a:p>
            <a:pPr algn="ctr" eaLnBrk="1" hangingPunct="1">
              <a:defRPr/>
            </a:pPr>
            <a:r>
              <a:rPr lang="en-US" altLang="zh-CN" sz="1800" b="0" dirty="0">
                <a:solidFill>
                  <a:schemeClr val="tx1"/>
                </a:solidFill>
                <a:ea typeface="微软雅黑" panose="020B0503020204020204" pitchFamily="34" charset="-122"/>
              </a:rPr>
              <a:t>February 21, 2025</a:t>
            </a:r>
          </a:p>
        </p:txBody>
      </p:sp>
      <p:sp>
        <p:nvSpPr>
          <p:cNvPr id="5" name="文本框 4">
            <a:extLst>
              <a:ext uri="{FF2B5EF4-FFF2-40B4-BE49-F238E27FC236}">
                <a16:creationId xmlns:a16="http://schemas.microsoft.com/office/drawing/2014/main" id="{E9B82E6C-74BC-D703-587F-F126814E9864}"/>
              </a:ext>
            </a:extLst>
          </p:cNvPr>
          <p:cNvSpPr txBox="1"/>
          <p:nvPr>
            <p:custDataLst>
              <p:tags r:id="rId3"/>
            </p:custDataLst>
          </p:nvPr>
        </p:nvSpPr>
        <p:spPr>
          <a:xfrm>
            <a:off x="3048000" y="3494968"/>
            <a:ext cx="6096000" cy="461665"/>
          </a:xfrm>
          <a:prstGeom prst="rect">
            <a:avLst/>
          </a:prstGeom>
          <a:noFill/>
        </p:spPr>
        <p:txBody>
          <a:bodyPr wrap="square">
            <a:spAutoFit/>
          </a:bodyPr>
          <a:lstStyle/>
          <a:p>
            <a:pPr algn="ctr"/>
            <a:r>
              <a:rPr lang="en-US" altLang="zh-CN" sz="2400" dirty="0">
                <a:solidFill>
                  <a:schemeClr val="bg1"/>
                </a:solidFill>
                <a:effectLst/>
                <a:latin typeface="Arial" panose="020B0604020202020204" pitchFamily="34" charset="0"/>
                <a:ea typeface="宋体" panose="02010600030101010101" pitchFamily="2" charset="-122"/>
                <a:cs typeface="Arial" panose="020B0604020202020204" pitchFamily="34" charset="0"/>
              </a:rPr>
              <a:t>Tsinghua University</a:t>
            </a:r>
            <a:r>
              <a:rPr lang="zh-CN" altLang="zh-CN" sz="2400" dirty="0">
                <a:solidFill>
                  <a:schemeClr val="bg1"/>
                </a:solidFill>
                <a:effectLst/>
                <a:latin typeface="Arial" panose="020B0604020202020204" pitchFamily="34" charset="0"/>
                <a:cs typeface="Arial" panose="020B0604020202020204" pitchFamily="34" charset="0"/>
              </a:rPr>
              <a:t> </a:t>
            </a:r>
            <a:r>
              <a:rPr lang="en-US" altLang="zh-CN" sz="2400" dirty="0">
                <a:solidFill>
                  <a:schemeClr val="bg1"/>
                </a:solidFill>
                <a:latin typeface="Arial" panose="020B0604020202020204" pitchFamily="34" charset="0"/>
                <a:ea typeface="宋体" panose="02010600030101010101" pitchFamily="2" charset="-122"/>
                <a:cs typeface="Arial" panose="020B0604020202020204" pitchFamily="34" charset="0"/>
              </a:rPr>
              <a:t>&amp; Saudi Aramco</a:t>
            </a:r>
            <a:endParaRPr lang="zh-CN" altLang="en-US" sz="2400" dirty="0">
              <a:solidFill>
                <a:schemeClr val="bg1"/>
              </a:solidFill>
              <a:latin typeface="Arial" panose="020B0604020202020204" pitchFamily="34" charset="0"/>
              <a:cs typeface="Arial" panose="020B0604020202020204" pitchFamily="34" charset="0"/>
            </a:endParaRPr>
          </a:p>
        </p:txBody>
      </p:sp>
      <p:pic>
        <p:nvPicPr>
          <p:cNvPr id="6" name="图片 5">
            <a:extLst>
              <a:ext uri="{FF2B5EF4-FFF2-40B4-BE49-F238E27FC236}">
                <a16:creationId xmlns:a16="http://schemas.microsoft.com/office/drawing/2014/main" id="{8AF554DF-8422-CC22-752D-929665BFA15F}"/>
              </a:ext>
            </a:extLst>
          </p:cNvPr>
          <p:cNvPicPr>
            <a:picLocks noChangeAspect="1"/>
          </p:cNvPicPr>
          <p:nvPr>
            <p:custDataLst>
              <p:tags r:id="rId4"/>
            </p:custDataLst>
          </p:nvPr>
        </p:nvPicPr>
        <p:blipFill>
          <a:blip r:embed="rId7">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spTree>
    <p:extLst>
      <p:ext uri="{BB962C8B-B14F-4D97-AF65-F5344CB8AC3E}">
        <p14:creationId xmlns:p14="http://schemas.microsoft.com/office/powerpoint/2010/main" val="3674204521"/>
      </p:ext>
    </p:extLst>
  </p:cSld>
  <p:clrMapOvr>
    <a:masterClrMapping/>
  </p:clrMapOvr>
  <p:transition advTm="7211"/>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3D130B-99BA-4BB2-80B5-9C601D751EA8}"/>
              </a:ext>
            </a:extLst>
          </p:cNvPr>
          <p:cNvSpPr>
            <a:spLocks noGrp="1"/>
          </p:cNvSpPr>
          <p:nvPr>
            <p:ph type="title"/>
            <p:custDataLst>
              <p:tags r:id="rId1"/>
            </p:custDataLst>
          </p:nvPr>
        </p:nvSpPr>
        <p:spPr>
          <a:xfrm>
            <a:off x="-2" y="49"/>
            <a:ext cx="8191437" cy="755489"/>
          </a:xfrm>
        </p:spPr>
        <p:txBody>
          <a:bodyPr/>
          <a:lstStyle/>
          <a:p>
            <a:r>
              <a:rPr lang="en-US" altLang="zh-CN" sz="3200" dirty="0">
                <a:solidFill>
                  <a:srgbClr val="376092"/>
                </a:solidFill>
                <a:latin typeface="微软雅黑" panose="020B0503020204020204" pitchFamily="34" charset="-122"/>
                <a:ea typeface="微软雅黑" panose="020B0503020204020204" pitchFamily="34" charset="-122"/>
              </a:rPr>
              <a:t> Overview of Research</a:t>
            </a:r>
            <a:r>
              <a:rPr lang="zh-CN" altLang="en-US" sz="3200" dirty="0">
                <a:solidFill>
                  <a:srgbClr val="376092"/>
                </a:solidFill>
                <a:latin typeface="微软雅黑" panose="020B0503020204020204" pitchFamily="34" charset="-122"/>
                <a:ea typeface="微软雅黑" panose="020B0503020204020204" pitchFamily="34" charset="-122"/>
              </a:rPr>
              <a:t>丨研究概览</a:t>
            </a:r>
            <a:endParaRPr lang="en-US" altLang="zh-CN" sz="3200" dirty="0">
              <a:solidFill>
                <a:srgbClr val="376092"/>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07FB4EF8-ABE0-4297-B8E8-DAE96DD50603}"/>
              </a:ext>
            </a:extLst>
          </p:cNvPr>
          <p:cNvSpPr/>
          <p:nvPr>
            <p:custDataLst>
              <p:tags r:id="rId2"/>
            </p:custDataLst>
          </p:nvPr>
        </p:nvSpPr>
        <p:spPr>
          <a:xfrm>
            <a:off x="501650" y="1028588"/>
            <a:ext cx="11188700" cy="5093702"/>
          </a:xfrm>
          <a:prstGeom prst="rect">
            <a:avLst/>
          </a:prstGeom>
        </p:spPr>
        <p:txBody>
          <a:bodyPr wrap="square">
            <a:spAutoFit/>
          </a:bodyPr>
          <a:lstStyle/>
          <a:p>
            <a:pPr marL="285750" indent="-285750" algn="just">
              <a:spcAft>
                <a:spcPts val="600"/>
              </a:spcAft>
              <a:buClr>
                <a:schemeClr val="tx1"/>
              </a:buClr>
              <a:buFont typeface="Wingdings" panose="05000000000000000000" pitchFamily="2" charset="2"/>
              <a:buChar char="n"/>
            </a:pPr>
            <a:r>
              <a:rPr lang="zh-CN" altLang="en-US" sz="2400" b="1" dirty="0">
                <a:solidFill>
                  <a:srgbClr val="0070C0"/>
                </a:solidFill>
              </a:rPr>
              <a:t>Subject</a:t>
            </a:r>
            <a:r>
              <a:rPr lang="en-US" altLang="zh-CN" sz="2400" b="1" dirty="0">
                <a:solidFill>
                  <a:srgbClr val="0070C0"/>
                </a:solidFill>
              </a:rPr>
              <a:t>: </a:t>
            </a:r>
            <a:r>
              <a:rPr lang="en-US" altLang="zh-CN" sz="2000" b="1" dirty="0"/>
              <a:t>    Assessment of Low-Carbon Technologies in the Iron and Steel Industry</a:t>
            </a:r>
          </a:p>
          <a:p>
            <a:pPr marL="285750" indent="-285750" algn="just">
              <a:spcAft>
                <a:spcPts val="600"/>
              </a:spcAft>
              <a:buClr>
                <a:schemeClr val="tx1"/>
              </a:buClr>
              <a:buFont typeface="Wingdings" panose="05000000000000000000" pitchFamily="2" charset="2"/>
              <a:buChar char="n"/>
            </a:pPr>
            <a:r>
              <a:rPr lang="en-US" altLang="zh-CN" sz="2400" b="1" dirty="0">
                <a:solidFill>
                  <a:srgbClr val="0070C0"/>
                </a:solidFill>
              </a:rPr>
              <a:t>Sponsored by: </a:t>
            </a:r>
            <a:r>
              <a:rPr lang="en-US" altLang="zh-CN" sz="2000" b="1" dirty="0"/>
              <a:t>    Technology Strategy &amp; Planning Department, Saudi Aramco</a:t>
            </a:r>
          </a:p>
          <a:p>
            <a:pPr marL="285750" indent="-285750" algn="just">
              <a:spcAft>
                <a:spcPts val="600"/>
              </a:spcAft>
              <a:buClr>
                <a:schemeClr val="tx1"/>
              </a:buClr>
              <a:buFont typeface="Wingdings" panose="05000000000000000000" pitchFamily="2" charset="2"/>
              <a:buChar char="n"/>
            </a:pPr>
            <a:r>
              <a:rPr lang="en-US" altLang="zh-CN" sz="2400" b="1" dirty="0">
                <a:solidFill>
                  <a:srgbClr val="0070C0"/>
                </a:solidFill>
              </a:rPr>
              <a:t>Objective:</a:t>
            </a:r>
            <a:endParaRPr lang="zh-CN" altLang="en-US" sz="2400" b="1" dirty="0">
              <a:solidFill>
                <a:srgbClr val="0070C0"/>
              </a:solidFill>
            </a:endParaRPr>
          </a:p>
          <a:p>
            <a:pPr marL="266700" lvl="1" algn="just">
              <a:spcAft>
                <a:spcPts val="600"/>
              </a:spcAft>
              <a:buClr>
                <a:schemeClr val="tx1"/>
              </a:buClr>
            </a:pPr>
            <a:r>
              <a:rPr lang="en-US" altLang="zh-CN" sz="2000" b="1" dirty="0"/>
              <a:t>The impending energy transition could usher in profound transformations within the steel sector. We aspire that this research can serve as a valuable decision-making support for policy makers and stakeholders in steel, hydrogen, and energy sectors in China, Saudi Arabia, and other regions around the world.</a:t>
            </a:r>
          </a:p>
          <a:p>
            <a:pPr marL="285750" indent="-285750" algn="just">
              <a:spcAft>
                <a:spcPts val="600"/>
              </a:spcAft>
              <a:buClr>
                <a:schemeClr val="tx1"/>
              </a:buClr>
              <a:buFont typeface="Wingdings" panose="05000000000000000000" pitchFamily="2" charset="2"/>
              <a:buChar char="n"/>
            </a:pPr>
            <a:r>
              <a:rPr lang="en-US" altLang="zh-CN" sz="2400" b="1" dirty="0">
                <a:solidFill>
                  <a:srgbClr val="0070C0"/>
                </a:solidFill>
              </a:rPr>
              <a:t>Project schedule:</a:t>
            </a:r>
          </a:p>
          <a:p>
            <a:pPr lvl="1" indent="-190500" algn="just">
              <a:spcAft>
                <a:spcPts val="600"/>
              </a:spcAft>
              <a:buClr>
                <a:schemeClr val="tx1"/>
              </a:buClr>
            </a:pPr>
            <a:r>
              <a:rPr lang="en-US" altLang="zh-CN" sz="2000" b="1" dirty="0"/>
              <a:t>Phase I</a:t>
            </a:r>
            <a:r>
              <a:rPr lang="zh-CN" altLang="en-US" sz="2000" b="1" dirty="0"/>
              <a:t>： </a:t>
            </a:r>
            <a:r>
              <a:rPr lang="en-US" altLang="zh-CN" sz="2000" b="1" dirty="0"/>
              <a:t>October, 2023-April, 2025</a:t>
            </a:r>
          </a:p>
          <a:p>
            <a:pPr marL="285750" indent="-285750" algn="just">
              <a:spcAft>
                <a:spcPts val="600"/>
              </a:spcAft>
              <a:buClr>
                <a:schemeClr val="tx1"/>
              </a:buClr>
              <a:buFont typeface="Wingdings" panose="05000000000000000000" pitchFamily="2" charset="2"/>
              <a:buChar char="n"/>
            </a:pPr>
            <a:r>
              <a:rPr lang="en-US" altLang="zh-CN" sz="2400" b="1" dirty="0">
                <a:solidFill>
                  <a:srgbClr val="0070C0"/>
                </a:solidFill>
              </a:rPr>
              <a:t>Major collaborators from Aramco:</a:t>
            </a:r>
          </a:p>
          <a:p>
            <a:pPr marL="266700" lvl="1" algn="just">
              <a:spcAft>
                <a:spcPts val="600"/>
              </a:spcAft>
              <a:buClr>
                <a:schemeClr val="tx1"/>
              </a:buClr>
            </a:pPr>
            <a:r>
              <a:rPr lang="en-US" altLang="zh-CN" sz="2000" b="1" dirty="0"/>
              <a:t>Dr. Daniel De Castro Gomez		Technology Strategy &amp; Planning, Saudi Aramco</a:t>
            </a:r>
          </a:p>
          <a:p>
            <a:pPr marL="266700" lvl="1" algn="just">
              <a:spcAft>
                <a:spcPts val="600"/>
              </a:spcAft>
              <a:buClr>
                <a:schemeClr val="tx1"/>
              </a:buClr>
            </a:pPr>
            <a:r>
              <a:rPr lang="en-US" altLang="zh-CN" sz="2000" b="1" dirty="0"/>
              <a:t>Dr. Mohammed Moniee		Aramco Asia, Aramco Research Center - Beijing</a:t>
            </a:r>
          </a:p>
          <a:p>
            <a:pPr marL="266700" lvl="1">
              <a:spcAft>
                <a:spcPts val="600"/>
              </a:spcAft>
              <a:buClr>
                <a:schemeClr val="tx1"/>
              </a:buClr>
            </a:pPr>
            <a:r>
              <a:rPr lang="en-US" altLang="zh-CN" sz="2000" b="1" dirty="0"/>
              <a:t>Dr. Xin He				Aramco Americas, Aramco Research Center - Detroit</a:t>
            </a:r>
            <a:endParaRPr lang="en-US" altLang="zh-CN" sz="2000" dirty="0">
              <a:solidFill>
                <a:schemeClr val="accent1"/>
              </a:solidFill>
            </a:endParaRPr>
          </a:p>
        </p:txBody>
      </p:sp>
    </p:spTree>
    <p:extLst>
      <p:ext uri="{BB962C8B-B14F-4D97-AF65-F5344CB8AC3E}">
        <p14:creationId xmlns:p14="http://schemas.microsoft.com/office/powerpoint/2010/main" val="4208159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559AB29-A2C4-4189-A08A-76B125E2DD06}"/>
              </a:ext>
            </a:extLst>
          </p:cNvPr>
          <p:cNvSpPr>
            <a:spLocks noGrp="1"/>
          </p:cNvSpPr>
          <p:nvPr>
            <p:ph type="title"/>
            <p:custDataLst>
              <p:tags r:id="rId1"/>
            </p:custDataLst>
          </p:nvPr>
        </p:nvSpPr>
        <p:spPr>
          <a:xfrm>
            <a:off x="246906" y="10633"/>
            <a:ext cx="7270865" cy="791957"/>
          </a:xfrm>
        </p:spPr>
        <p:txBody>
          <a:bodyPr/>
          <a:lstStyle/>
          <a:p>
            <a:r>
              <a:rPr kumimoji="0" lang="en-US" altLang="zh-CN" sz="3200" b="1" i="0" u="none" strike="noStrike" kern="1200" cap="none" spc="0" normalizeH="0" baseline="0" noProof="0" dirty="0">
                <a:ln>
                  <a:noFill/>
                </a:ln>
                <a:solidFill>
                  <a:srgbClr val="376092"/>
                </a:solidFill>
                <a:effectLst/>
                <a:uLnTx/>
                <a:uFillTx/>
                <a:latin typeface="微软雅黑" panose="020B0503020204020204" pitchFamily="34" charset="-122"/>
                <a:ea typeface="微软雅黑" panose="020B0503020204020204" pitchFamily="34" charset="-122"/>
                <a:cs typeface="Arial" panose="020B0604020202020204" pitchFamily="34" charset="0"/>
              </a:rPr>
              <a:t>Outline / </a:t>
            </a:r>
            <a:r>
              <a:rPr kumimoji="0" lang="zh-CN" altLang="en-US" sz="3200" b="1" i="0" u="none" strike="noStrike" kern="1200" cap="none" spc="0" normalizeH="0" baseline="0" noProof="0" dirty="0">
                <a:ln>
                  <a:noFill/>
                </a:ln>
                <a:solidFill>
                  <a:srgbClr val="376092"/>
                </a:solidFill>
                <a:effectLst/>
                <a:uLnTx/>
                <a:uFillTx/>
                <a:latin typeface="微软雅黑" panose="020B0503020204020204" pitchFamily="34" charset="-122"/>
                <a:ea typeface="微软雅黑" panose="020B0503020204020204" pitchFamily="34" charset="-122"/>
                <a:cs typeface="Arial" panose="020B0604020202020204" pitchFamily="34" charset="0"/>
              </a:rPr>
              <a:t>主要内容</a:t>
            </a:r>
            <a:endParaRPr kumimoji="1" lang="zh-CN" altLang="en-US" sz="2800" b="1" dirty="0">
              <a:solidFill>
                <a:schemeClr val="accent1">
                  <a:lumMod val="75000"/>
                </a:schemeClr>
              </a:solidFill>
            </a:endParaRPr>
          </a:p>
        </p:txBody>
      </p:sp>
      <p:sp>
        <p:nvSpPr>
          <p:cNvPr id="5" name="文本框 4">
            <a:extLst>
              <a:ext uri="{FF2B5EF4-FFF2-40B4-BE49-F238E27FC236}">
                <a16:creationId xmlns:a16="http://schemas.microsoft.com/office/drawing/2014/main" id="{ACE11846-E2A7-43A7-AC5B-73DA1E2E3D75}"/>
              </a:ext>
            </a:extLst>
          </p:cNvPr>
          <p:cNvSpPr txBox="1"/>
          <p:nvPr>
            <p:custDataLst>
              <p:tags r:id="rId2"/>
            </p:custDataLst>
          </p:nvPr>
        </p:nvSpPr>
        <p:spPr>
          <a:xfrm>
            <a:off x="1834184" y="1356786"/>
            <a:ext cx="8324588" cy="783821"/>
          </a:xfrm>
          <a:prstGeom prst="rect">
            <a:avLst/>
          </a:prstGeom>
          <a:solidFill>
            <a:srgbClr val="D9D9D9"/>
          </a:solidFill>
        </p:spPr>
        <p:txBody>
          <a:bodyPr wrap="square" lIns="1080000" anchor="ctr">
            <a:normAutofit lnSpcReduction="10000"/>
          </a:bodyPr>
          <a:lstStyle>
            <a:defPPr>
              <a:defRPr lang="zh-CN"/>
            </a:defPPr>
            <a:lvl1pPr>
              <a:defRPr sz="28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研究背景和目标</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Background and objectives </a:t>
            </a:r>
          </a:p>
        </p:txBody>
      </p:sp>
      <p:sp>
        <p:nvSpPr>
          <p:cNvPr id="7" name="平行四边形 6">
            <a:extLst>
              <a:ext uri="{FF2B5EF4-FFF2-40B4-BE49-F238E27FC236}">
                <a16:creationId xmlns:a16="http://schemas.microsoft.com/office/drawing/2014/main" id="{CC28CA0B-4EB7-4788-AFB4-C7BD3D77965A}"/>
              </a:ext>
            </a:extLst>
          </p:cNvPr>
          <p:cNvSpPr>
            <a:spLocks noChangeAspect="1"/>
          </p:cNvSpPr>
          <p:nvPr>
            <p:custDataLst>
              <p:tags r:id="rId3"/>
            </p:custDataLst>
          </p:nvPr>
        </p:nvSpPr>
        <p:spPr>
          <a:xfrm rot="5400000" flipH="1">
            <a:off x="1711020" y="1295981"/>
            <a:ext cx="952152" cy="715904"/>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8" name="文本框 7">
            <a:extLst>
              <a:ext uri="{FF2B5EF4-FFF2-40B4-BE49-F238E27FC236}">
                <a16:creationId xmlns:a16="http://schemas.microsoft.com/office/drawing/2014/main" id="{2E1EF6DA-075A-441D-9BF0-0A820A1BD33B}"/>
              </a:ext>
            </a:extLst>
          </p:cNvPr>
          <p:cNvSpPr txBox="1"/>
          <p:nvPr>
            <p:custDataLst>
              <p:tags r:id="rId4"/>
            </p:custDataLst>
          </p:nvPr>
        </p:nvSpPr>
        <p:spPr>
          <a:xfrm>
            <a:off x="1837684" y="1326776"/>
            <a:ext cx="698823"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1</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
        <p:nvSpPr>
          <p:cNvPr id="9" name="文本框 8">
            <a:extLst>
              <a:ext uri="{FF2B5EF4-FFF2-40B4-BE49-F238E27FC236}">
                <a16:creationId xmlns:a16="http://schemas.microsoft.com/office/drawing/2014/main" id="{9B990F21-DB76-4D96-98B8-FAF43962D041}"/>
              </a:ext>
            </a:extLst>
          </p:cNvPr>
          <p:cNvSpPr txBox="1"/>
          <p:nvPr>
            <p:custDataLst>
              <p:tags r:id="rId5"/>
            </p:custDataLst>
          </p:nvPr>
        </p:nvSpPr>
        <p:spPr>
          <a:xfrm>
            <a:off x="1868996" y="2487867"/>
            <a:ext cx="8324588" cy="783821"/>
          </a:xfrm>
          <a:prstGeom prst="rect">
            <a:avLst/>
          </a:prstGeom>
          <a:solidFill>
            <a:srgbClr val="D9D9D9"/>
          </a:solidFill>
        </p:spPr>
        <p:txBody>
          <a:bodyPr wrap="square" lIns="1080000" anchor="ctr">
            <a:noAutofit/>
          </a:bodyPr>
          <a:lstStyle>
            <a:defPPr>
              <a:defRPr lang="zh-CN"/>
            </a:defPPr>
            <a:lvl1pPr>
              <a:defRPr sz="2800"/>
            </a:lvl1pPr>
          </a:lstStyle>
          <a:p>
            <a:pPr>
              <a:defRPr/>
            </a:pPr>
            <a:r>
              <a:rPr lang="zh-CN" altLang="en-US" sz="2000" b="1" dirty="0">
                <a:latin typeface="Arial" panose="020B0604020202020204" pitchFamily="34" charset="0"/>
                <a:ea typeface="微软雅黑" panose="020B0503020204020204" pitchFamily="34" charset="-122"/>
              </a:rPr>
              <a:t>研究设计和创新点</a:t>
            </a:r>
          </a:p>
          <a:p>
            <a:pPr>
              <a:defRPr/>
            </a:pPr>
            <a:r>
              <a:rPr lang="en-US" altLang="zh-CN" b="1" dirty="0">
                <a:latin typeface="Arial" panose="020B0604020202020204" pitchFamily="34" charset="0"/>
                <a:ea typeface="微软雅黑" panose="020B0503020204020204" pitchFamily="34" charset="-122"/>
              </a:rPr>
              <a:t>Content design and novelty </a:t>
            </a:r>
          </a:p>
        </p:txBody>
      </p:sp>
      <p:sp>
        <p:nvSpPr>
          <p:cNvPr id="10" name="平行四边形 9">
            <a:extLst>
              <a:ext uri="{FF2B5EF4-FFF2-40B4-BE49-F238E27FC236}">
                <a16:creationId xmlns:a16="http://schemas.microsoft.com/office/drawing/2014/main" id="{70C0C7C3-C516-4F07-916A-FD0248A76707}"/>
              </a:ext>
            </a:extLst>
          </p:cNvPr>
          <p:cNvSpPr>
            <a:spLocks noChangeAspect="1"/>
          </p:cNvSpPr>
          <p:nvPr>
            <p:custDataLst>
              <p:tags r:id="rId6"/>
            </p:custDataLst>
          </p:nvPr>
        </p:nvSpPr>
        <p:spPr>
          <a:xfrm rot="5400000" flipH="1">
            <a:off x="1710710" y="2432102"/>
            <a:ext cx="952152" cy="727019"/>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文本框 10">
            <a:extLst>
              <a:ext uri="{FF2B5EF4-FFF2-40B4-BE49-F238E27FC236}">
                <a16:creationId xmlns:a16="http://schemas.microsoft.com/office/drawing/2014/main" id="{11EC9E31-9D9A-4AD6-8AD1-47BB9207652E}"/>
              </a:ext>
            </a:extLst>
          </p:cNvPr>
          <p:cNvSpPr txBox="1"/>
          <p:nvPr>
            <p:custDataLst>
              <p:tags r:id="rId7"/>
            </p:custDataLst>
          </p:nvPr>
        </p:nvSpPr>
        <p:spPr>
          <a:xfrm>
            <a:off x="1826055" y="2487866"/>
            <a:ext cx="721462"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2</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
        <p:nvSpPr>
          <p:cNvPr id="12" name="文本框 11">
            <a:extLst>
              <a:ext uri="{FF2B5EF4-FFF2-40B4-BE49-F238E27FC236}">
                <a16:creationId xmlns:a16="http://schemas.microsoft.com/office/drawing/2014/main" id="{2DEE9DFE-6C1C-45AF-8F9E-825368D41615}"/>
              </a:ext>
            </a:extLst>
          </p:cNvPr>
          <p:cNvSpPr txBox="1"/>
          <p:nvPr>
            <p:custDataLst>
              <p:tags r:id="rId8"/>
            </p:custDataLst>
          </p:nvPr>
        </p:nvSpPr>
        <p:spPr>
          <a:xfrm>
            <a:off x="1826055" y="3606458"/>
            <a:ext cx="8324588" cy="1075978"/>
          </a:xfrm>
          <a:prstGeom prst="rect">
            <a:avLst/>
          </a:prstGeom>
          <a:solidFill>
            <a:srgbClr val="D9D9D9"/>
          </a:solidFill>
        </p:spPr>
        <p:txBody>
          <a:bodyPr wrap="square" lIns="1080000" anchor="ctr">
            <a:normAutofit/>
          </a:bodyPr>
          <a:lstStyle>
            <a:defPPr>
              <a:defRPr lang="zh-CN"/>
            </a:defPPr>
            <a:lvl1pPr>
              <a:defRPr sz="2800"/>
            </a:lvl1pPr>
          </a:lstStyle>
          <a:p>
            <a:pPr>
              <a:defRPr/>
            </a:pPr>
            <a:r>
              <a:rPr lang="zh-CN" altLang="en-US" sz="2000" b="1" dirty="0">
                <a:latin typeface="Arial" panose="020B0604020202020204" pitchFamily="34" charset="0"/>
                <a:ea typeface="微软雅黑" panose="020B0503020204020204" pitchFamily="34" charset="-122"/>
              </a:rPr>
              <a:t>初步研究成果</a:t>
            </a:r>
          </a:p>
          <a:p>
            <a:pPr>
              <a:defRPr/>
            </a:pPr>
            <a:r>
              <a:rPr lang="en-US" altLang="zh-CN" b="1" dirty="0">
                <a:latin typeface="Arial" panose="020B0604020202020204" pitchFamily="34" charset="0"/>
                <a:ea typeface="微软雅黑" panose="020B0503020204020204" pitchFamily="34" charset="-122"/>
              </a:rPr>
              <a:t>Preliminary results and highlights</a:t>
            </a:r>
          </a:p>
        </p:txBody>
      </p:sp>
      <p:sp>
        <p:nvSpPr>
          <p:cNvPr id="13" name="平行四边形 12">
            <a:extLst>
              <a:ext uri="{FF2B5EF4-FFF2-40B4-BE49-F238E27FC236}">
                <a16:creationId xmlns:a16="http://schemas.microsoft.com/office/drawing/2014/main" id="{EB588E40-F255-4CDD-83B5-88A0A6C29455}"/>
              </a:ext>
            </a:extLst>
          </p:cNvPr>
          <p:cNvSpPr>
            <a:spLocks noChangeAspect="1"/>
          </p:cNvSpPr>
          <p:nvPr>
            <p:custDataLst>
              <p:tags r:id="rId9"/>
            </p:custDataLst>
          </p:nvPr>
        </p:nvSpPr>
        <p:spPr>
          <a:xfrm rot="5400000" flipH="1">
            <a:off x="1716060" y="3786210"/>
            <a:ext cx="952152" cy="715904"/>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文本框 13">
            <a:extLst>
              <a:ext uri="{FF2B5EF4-FFF2-40B4-BE49-F238E27FC236}">
                <a16:creationId xmlns:a16="http://schemas.microsoft.com/office/drawing/2014/main" id="{9538478C-DD54-4832-95EF-6E7112AEE1A0}"/>
              </a:ext>
            </a:extLst>
          </p:cNvPr>
          <p:cNvSpPr txBox="1"/>
          <p:nvPr>
            <p:custDataLst>
              <p:tags r:id="rId10"/>
            </p:custDataLst>
          </p:nvPr>
        </p:nvSpPr>
        <p:spPr>
          <a:xfrm>
            <a:off x="1826776" y="3841419"/>
            <a:ext cx="698823"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3</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
        <p:nvSpPr>
          <p:cNvPr id="15" name="文本框 14">
            <a:extLst>
              <a:ext uri="{FF2B5EF4-FFF2-40B4-BE49-F238E27FC236}">
                <a16:creationId xmlns:a16="http://schemas.microsoft.com/office/drawing/2014/main" id="{5E291431-54C3-4508-B36A-CFE8E6A5A5DF}"/>
              </a:ext>
            </a:extLst>
          </p:cNvPr>
          <p:cNvSpPr txBox="1"/>
          <p:nvPr>
            <p:custDataLst>
              <p:tags r:id="rId11"/>
            </p:custDataLst>
          </p:nvPr>
        </p:nvSpPr>
        <p:spPr>
          <a:xfrm>
            <a:off x="1823276" y="5142154"/>
            <a:ext cx="8324588" cy="1075978"/>
          </a:xfrm>
          <a:prstGeom prst="rect">
            <a:avLst/>
          </a:prstGeom>
          <a:solidFill>
            <a:srgbClr val="D9D9D9"/>
          </a:solidFill>
        </p:spPr>
        <p:txBody>
          <a:bodyPr wrap="square" lIns="1080000" anchor="ctr">
            <a:normAutofit/>
          </a:bodyPr>
          <a:lstStyle>
            <a:defPPr>
              <a:defRPr lang="zh-CN"/>
            </a:defPPr>
            <a:lvl1pPr>
              <a:defRPr sz="2800"/>
            </a:lvl1pPr>
          </a:lstStyle>
          <a:p>
            <a:pPr>
              <a:defRPr/>
            </a:pPr>
            <a:r>
              <a:rPr lang="zh-CN" altLang="en-US" sz="2000" b="1" dirty="0">
                <a:latin typeface="Arial" panose="020B0604020202020204" pitchFamily="34" charset="0"/>
                <a:ea typeface="微软雅黑" panose="020B0503020204020204" pitchFamily="34" charset="-122"/>
              </a:rPr>
              <a:t>下一步研究计划</a:t>
            </a:r>
          </a:p>
          <a:p>
            <a:pPr>
              <a:defRPr/>
            </a:pPr>
            <a:r>
              <a:rPr lang="en-US" altLang="zh-CN" b="1" dirty="0">
                <a:latin typeface="Arial" panose="020B0604020202020204" pitchFamily="34" charset="0"/>
                <a:ea typeface="微软雅黑" panose="020B0503020204020204" pitchFamily="34" charset="-122"/>
              </a:rPr>
              <a:t>Next step</a:t>
            </a:r>
            <a:endParaRPr lang="zh-CN" altLang="en-US" b="1" dirty="0">
              <a:latin typeface="Arial" panose="020B0604020202020204" pitchFamily="34" charset="0"/>
              <a:ea typeface="微软雅黑" panose="020B0503020204020204" pitchFamily="34" charset="-122"/>
            </a:endParaRPr>
          </a:p>
        </p:txBody>
      </p:sp>
      <p:sp>
        <p:nvSpPr>
          <p:cNvPr id="16" name="平行四边形 15">
            <a:extLst>
              <a:ext uri="{FF2B5EF4-FFF2-40B4-BE49-F238E27FC236}">
                <a16:creationId xmlns:a16="http://schemas.microsoft.com/office/drawing/2014/main" id="{AB89DF93-60F6-4AD5-86AA-0B52FC981237}"/>
              </a:ext>
            </a:extLst>
          </p:cNvPr>
          <p:cNvSpPr>
            <a:spLocks noChangeAspect="1"/>
          </p:cNvSpPr>
          <p:nvPr>
            <p:custDataLst>
              <p:tags r:id="rId12"/>
            </p:custDataLst>
          </p:nvPr>
        </p:nvSpPr>
        <p:spPr>
          <a:xfrm rot="5400000" flipH="1">
            <a:off x="1713281" y="5321906"/>
            <a:ext cx="952152" cy="715904"/>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文本框 16">
            <a:extLst>
              <a:ext uri="{FF2B5EF4-FFF2-40B4-BE49-F238E27FC236}">
                <a16:creationId xmlns:a16="http://schemas.microsoft.com/office/drawing/2014/main" id="{67CAE065-82FF-4645-9039-8C2DD9B8B42D}"/>
              </a:ext>
            </a:extLst>
          </p:cNvPr>
          <p:cNvSpPr txBox="1"/>
          <p:nvPr>
            <p:custDataLst>
              <p:tags r:id="rId13"/>
            </p:custDataLst>
          </p:nvPr>
        </p:nvSpPr>
        <p:spPr>
          <a:xfrm>
            <a:off x="1823997" y="5377115"/>
            <a:ext cx="698823"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4</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053154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9E9BC-A8E6-2C9A-B055-EFC03557F72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A82BE4B-5D8B-B9EB-1E74-2DDE08FAFAB8}"/>
              </a:ext>
            </a:extLst>
          </p:cNvPr>
          <p:cNvSpPr>
            <a:spLocks noGrp="1"/>
          </p:cNvSpPr>
          <p:nvPr>
            <p:ph type="title"/>
            <p:custDataLst>
              <p:tags r:id="rId1"/>
            </p:custDataLst>
          </p:nvPr>
        </p:nvSpPr>
        <p:spPr>
          <a:xfrm>
            <a:off x="156000" y="-15034"/>
            <a:ext cx="11470255" cy="755489"/>
          </a:xfrm>
        </p:spPr>
        <p:txBody>
          <a:bodyPr/>
          <a:lstStyle/>
          <a:p>
            <a:r>
              <a:rPr lang="en-US" altLang="zh-CN" sz="3200" dirty="0">
                <a:solidFill>
                  <a:srgbClr val="376092"/>
                </a:solidFill>
                <a:latin typeface="微软雅黑" panose="020B0503020204020204" pitchFamily="34" charset="-122"/>
                <a:ea typeface="微软雅黑" panose="020B0503020204020204" pitchFamily="34" charset="-122"/>
              </a:rPr>
              <a:t>Background: of direct relevance to Aramco business</a:t>
            </a:r>
          </a:p>
        </p:txBody>
      </p:sp>
      <p:sp>
        <p:nvSpPr>
          <p:cNvPr id="5" name="文本框 4">
            <a:extLst>
              <a:ext uri="{FF2B5EF4-FFF2-40B4-BE49-F238E27FC236}">
                <a16:creationId xmlns:a16="http://schemas.microsoft.com/office/drawing/2014/main" id="{60FEFEFE-F8D4-C56E-53F0-E0F9802B6287}"/>
              </a:ext>
            </a:extLst>
          </p:cNvPr>
          <p:cNvSpPr txBox="1"/>
          <p:nvPr/>
        </p:nvSpPr>
        <p:spPr>
          <a:xfrm>
            <a:off x="597376" y="978302"/>
            <a:ext cx="10997248" cy="1477328"/>
          </a:xfrm>
          <a:prstGeom prst="rect">
            <a:avLst/>
          </a:prstGeom>
          <a:noFill/>
        </p:spPr>
        <p:txBody>
          <a:bodyPr wrap="square">
            <a:spAutoFit/>
          </a:bodyPr>
          <a:lstStyle/>
          <a:p>
            <a:pPr algn="just"/>
            <a:r>
              <a:rPr lang="en-US" altLang="zh-CN" dirty="0">
                <a:latin typeface="微软雅黑" panose="020B0503020204020204" pitchFamily="34" charset="-122"/>
                <a:ea typeface="微软雅黑" panose="020B0503020204020204" pitchFamily="34" charset="-122"/>
              </a:rPr>
              <a:t>In May 2023, </a:t>
            </a:r>
            <a:r>
              <a:rPr lang="en-US" altLang="zh-CN" b="1" dirty="0">
                <a:latin typeface="微软雅黑" panose="020B0503020204020204" pitchFamily="34" charset="-122"/>
                <a:ea typeface="微软雅黑" panose="020B0503020204020204" pitchFamily="34" charset="-122"/>
              </a:rPr>
              <a:t>Saudi Aramco</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Baowu</a:t>
            </a:r>
            <a:r>
              <a:rPr lang="en-US" altLang="zh-CN" dirty="0">
                <a:latin typeface="微软雅黑" panose="020B0503020204020204" pitchFamily="34" charset="-122"/>
                <a:ea typeface="微软雅黑" panose="020B0503020204020204" pitchFamily="34" charset="-122"/>
              </a:rPr>
              <a:t> Iron &amp; Steel Co., and the Saudi Public Investment Fund inked a shareholder agreement to build a state-of-the-art, fully integrated steel factory in the Kingdom of Saudi Arabia (KSA). </a:t>
            </a:r>
          </a:p>
          <a:p>
            <a:pPr algn="just"/>
            <a:r>
              <a:rPr lang="en-US" altLang="zh-CN" dirty="0">
                <a:latin typeface="微软雅黑" panose="020B0503020204020204" pitchFamily="34" charset="-122"/>
                <a:ea typeface="微软雅黑" panose="020B0503020204020204" pitchFamily="34" charset="-122"/>
              </a:rPr>
              <a:t>This strategic move underscores the steel industry‘s commitment to explore new avenues for </a:t>
            </a:r>
            <a:r>
              <a:rPr lang="en-US" altLang="zh-CN" b="1" dirty="0">
                <a:latin typeface="微软雅黑" panose="020B0503020204020204" pitchFamily="34" charset="-122"/>
                <a:ea typeface="微软雅黑" panose="020B0503020204020204" pitchFamily="34" charset="-122"/>
              </a:rPr>
              <a:t>sustainable steel production </a:t>
            </a:r>
            <a:r>
              <a:rPr lang="en-US" altLang="zh-CN" dirty="0">
                <a:latin typeface="微软雅黑" panose="020B0503020204020204" pitchFamily="34" charset="-122"/>
                <a:ea typeface="微软雅黑" panose="020B0503020204020204" pitchFamily="34" charset="-122"/>
              </a:rPr>
              <a:t>in KSA. </a:t>
            </a:r>
            <a:endParaRPr lang="zh-CN" altLang="en-US" b="1"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80030F53-7037-B957-94D2-060F6A478753}"/>
              </a:ext>
            </a:extLst>
          </p:cNvPr>
          <p:cNvPicPr>
            <a:picLocks noChangeAspect="1"/>
          </p:cNvPicPr>
          <p:nvPr/>
        </p:nvPicPr>
        <p:blipFill>
          <a:blip r:embed="rId4"/>
          <a:stretch>
            <a:fillRect/>
          </a:stretch>
        </p:blipFill>
        <p:spPr>
          <a:xfrm>
            <a:off x="2529191" y="2512780"/>
            <a:ext cx="6821221" cy="3820411"/>
          </a:xfrm>
          <a:prstGeom prst="rect">
            <a:avLst/>
          </a:prstGeom>
        </p:spPr>
      </p:pic>
      <p:sp>
        <p:nvSpPr>
          <p:cNvPr id="8" name="矩形 7">
            <a:extLst>
              <a:ext uri="{FF2B5EF4-FFF2-40B4-BE49-F238E27FC236}">
                <a16:creationId xmlns:a16="http://schemas.microsoft.com/office/drawing/2014/main" id="{671EB1FE-399F-771C-E9EC-8353A6BC33C9}"/>
              </a:ext>
            </a:extLst>
          </p:cNvPr>
          <p:cNvSpPr/>
          <p:nvPr/>
        </p:nvSpPr>
        <p:spPr>
          <a:xfrm>
            <a:off x="565745" y="933302"/>
            <a:ext cx="11060510" cy="5462983"/>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8691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3D130B-99BA-4BB2-80B5-9C601D751EA8}"/>
              </a:ext>
            </a:extLst>
          </p:cNvPr>
          <p:cNvSpPr>
            <a:spLocks noGrp="1"/>
          </p:cNvSpPr>
          <p:nvPr>
            <p:ph type="title"/>
            <p:custDataLst>
              <p:tags r:id="rId1"/>
            </p:custDataLst>
          </p:nvPr>
        </p:nvSpPr>
        <p:spPr>
          <a:xfrm>
            <a:off x="-2" y="49"/>
            <a:ext cx="11882488" cy="755489"/>
          </a:xfrm>
        </p:spPr>
        <p:txBody>
          <a:bodyPr/>
          <a:lstStyle/>
          <a:p>
            <a:r>
              <a:rPr lang="en-US" altLang="zh-CN" sz="3200" dirty="0">
                <a:solidFill>
                  <a:srgbClr val="376092"/>
                </a:solidFill>
                <a:latin typeface="微软雅黑" panose="020B0503020204020204" pitchFamily="34" charset="-122"/>
                <a:ea typeface="微软雅黑" panose="020B0503020204020204" pitchFamily="34" charset="-122"/>
              </a:rPr>
              <a:t> Background: decarbonizing China</a:t>
            </a:r>
            <a:r>
              <a:rPr lang="en-US" altLang="zh-CN" sz="3200" dirty="0">
                <a:solidFill>
                  <a:srgbClr val="376092"/>
                </a:solidFill>
                <a:ea typeface="微软雅黑" panose="020B0503020204020204" pitchFamily="34" charset="-122"/>
              </a:rPr>
              <a:t>’</a:t>
            </a:r>
            <a:r>
              <a:rPr lang="en-US" altLang="zh-CN" sz="3200" dirty="0">
                <a:solidFill>
                  <a:srgbClr val="376092"/>
                </a:solidFill>
                <a:latin typeface="微软雅黑" panose="020B0503020204020204" pitchFamily="34" charset="-122"/>
                <a:ea typeface="微软雅黑" panose="020B0503020204020204" pitchFamily="34" charset="-122"/>
              </a:rPr>
              <a:t>s iron &amp; steel industry</a:t>
            </a:r>
          </a:p>
        </p:txBody>
      </p:sp>
      <p:sp>
        <p:nvSpPr>
          <p:cNvPr id="6" name="内容占位符 2">
            <a:extLst>
              <a:ext uri="{FF2B5EF4-FFF2-40B4-BE49-F238E27FC236}">
                <a16:creationId xmlns:a16="http://schemas.microsoft.com/office/drawing/2014/main" id="{8992A9FE-7464-4E4E-918F-23539F83A71E}"/>
              </a:ext>
            </a:extLst>
          </p:cNvPr>
          <p:cNvSpPr txBox="1">
            <a:spLocks/>
          </p:cNvSpPr>
          <p:nvPr/>
        </p:nvSpPr>
        <p:spPr>
          <a:xfrm>
            <a:off x="395818" y="897124"/>
            <a:ext cx="11400364" cy="518960"/>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4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9pPr>
          </a:lstStyle>
          <a:p>
            <a:pPr marL="0" indent="0">
              <a:buFont typeface="Wingdings" pitchFamily="2" charset="2"/>
              <a:buNone/>
            </a:pPr>
            <a:r>
              <a:rPr kumimoji="1" lang="en-US" altLang="zh-CN" sz="2000" kern="0"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China has the world</a:t>
            </a:r>
            <a:r>
              <a:rPr kumimoji="1" lang="en-US" altLang="zh-CN" sz="2000" kern="0" dirty="0">
                <a:solidFill>
                  <a:srgbClr val="002060"/>
                </a:solidFill>
                <a:latin typeface="Arial" panose="020B0604020202020204" pitchFamily="34" charset="0"/>
                <a:ea typeface="微软雅黑" panose="020B0503020204020204" pitchFamily="34" charset="-122"/>
                <a:cs typeface="Arial" panose="020B0604020202020204" pitchFamily="34" charset="0"/>
              </a:rPr>
              <a:t>’</a:t>
            </a:r>
            <a:r>
              <a:rPr kumimoji="1" lang="en-US" altLang="zh-CN" sz="2000" kern="0"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s largest steel industry</a:t>
            </a:r>
          </a:p>
        </p:txBody>
      </p:sp>
      <p:pic>
        <p:nvPicPr>
          <p:cNvPr id="20" name="图片 19">
            <a:extLst>
              <a:ext uri="{FF2B5EF4-FFF2-40B4-BE49-F238E27FC236}">
                <a16:creationId xmlns:a16="http://schemas.microsoft.com/office/drawing/2014/main" id="{D8B8FF06-4422-4894-8036-7F9A64824004}"/>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2983342" y="1416084"/>
            <a:ext cx="63500" cy="76200"/>
          </a:xfrm>
          <a:prstGeom prst="rect">
            <a:avLst/>
          </a:prstGeom>
        </p:spPr>
      </p:pic>
      <p:sp>
        <p:nvSpPr>
          <p:cNvPr id="21" name="文本框 20">
            <a:extLst>
              <a:ext uri="{FF2B5EF4-FFF2-40B4-BE49-F238E27FC236}">
                <a16:creationId xmlns:a16="http://schemas.microsoft.com/office/drawing/2014/main" id="{B2A24816-FBD9-48F2-B669-8835AAE8191B}"/>
              </a:ext>
            </a:extLst>
          </p:cNvPr>
          <p:cNvSpPr txBox="1"/>
          <p:nvPr>
            <p:custDataLst>
              <p:tags r:id="rId3"/>
            </p:custDataLst>
          </p:nvPr>
        </p:nvSpPr>
        <p:spPr>
          <a:xfrm>
            <a:off x="780872" y="5838158"/>
            <a:ext cx="4065299" cy="584775"/>
          </a:xfrm>
          <a:prstGeom prst="rect">
            <a:avLst/>
          </a:prstGeom>
          <a:noFill/>
        </p:spPr>
        <p:txBody>
          <a:bodyPr wrap="square" rtlCol="0">
            <a:spAutoFit/>
          </a:bodyPr>
          <a:lstStyle>
            <a:defPPr>
              <a:defRPr lang="zh-CN"/>
            </a:defPPr>
            <a:lvl1pPr>
              <a:defRPr sz="1600"/>
            </a:lvl1pPr>
          </a:lstStyle>
          <a:p>
            <a:pPr algn="ctr"/>
            <a:r>
              <a:rPr lang="en-US" altLang="zh-CN" b="1" dirty="0">
                <a:latin typeface="微软雅黑" panose="020B0503020204020204" pitchFamily="34" charset="-122"/>
                <a:ea typeface="微软雅黑" panose="020B0503020204020204" pitchFamily="34" charset="-122"/>
              </a:rPr>
              <a:t>Total carbon emissions (100</a:t>
            </a:r>
            <a:r>
              <a:rPr lang="zh-CN" altLang="en-US"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Mt) and average intensity(t/t steel)</a:t>
            </a:r>
          </a:p>
        </p:txBody>
      </p:sp>
      <p:sp>
        <p:nvSpPr>
          <p:cNvPr id="22" name="文本框 21">
            <a:extLst>
              <a:ext uri="{FF2B5EF4-FFF2-40B4-BE49-F238E27FC236}">
                <a16:creationId xmlns:a16="http://schemas.microsoft.com/office/drawing/2014/main" id="{D720DBB6-D07D-4F9E-AF2B-1DE9DF24C631}"/>
              </a:ext>
            </a:extLst>
          </p:cNvPr>
          <p:cNvSpPr txBox="1"/>
          <p:nvPr>
            <p:custDataLst>
              <p:tags r:id="rId4"/>
            </p:custDataLst>
          </p:nvPr>
        </p:nvSpPr>
        <p:spPr>
          <a:xfrm>
            <a:off x="395818" y="6454331"/>
            <a:ext cx="6094939" cy="307777"/>
          </a:xfrm>
          <a:prstGeom prst="rect">
            <a:avLst/>
          </a:prstGeom>
          <a:noFill/>
        </p:spPr>
        <p:txBody>
          <a:bodyPr wrap="square">
            <a:spAutoFit/>
          </a:bodyPr>
          <a:lstStyle/>
          <a:p>
            <a:r>
              <a:rPr lang="en-US" altLang="zh-CN" sz="1400" dirty="0">
                <a:latin typeface="微软雅黑" panose="020B0503020204020204" pitchFamily="34" charset="-122"/>
                <a:ea typeface="微软雅黑" panose="020B0503020204020204" pitchFamily="34" charset="-122"/>
              </a:rPr>
              <a:t>Data source: NBS, Tsinghua-ICCSD.</a:t>
            </a:r>
            <a:endParaRPr lang="zh-CN" altLang="en-US" sz="1400" dirty="0">
              <a:latin typeface="微软雅黑" panose="020B0503020204020204" pitchFamily="34" charset="-122"/>
              <a:ea typeface="微软雅黑" panose="020B0503020204020204" pitchFamily="34" charset="-122"/>
            </a:endParaRPr>
          </a:p>
        </p:txBody>
      </p:sp>
      <p:pic>
        <p:nvPicPr>
          <p:cNvPr id="23" name="图片 22">
            <a:extLst>
              <a:ext uri="{FF2B5EF4-FFF2-40B4-BE49-F238E27FC236}">
                <a16:creationId xmlns:a16="http://schemas.microsoft.com/office/drawing/2014/main" id="{389AD886-2B06-44E4-9F56-734DC0F41C5D}"/>
              </a:ext>
            </a:extLst>
          </p:cNvPr>
          <p:cNvPicPr/>
          <p:nvPr/>
        </p:nvPicPr>
        <p:blipFill rotWithShape="1">
          <a:blip r:embed="rId9" cstate="print">
            <a:extLst>
              <a:ext uri="{28A0092B-C50C-407E-A947-70E740481C1C}">
                <a14:useLocalDpi xmlns:a14="http://schemas.microsoft.com/office/drawing/2010/main" val="0"/>
              </a:ext>
            </a:extLst>
          </a:blip>
          <a:srcRect l="1570" t="8029" r="2551" b="2463"/>
          <a:stretch/>
        </p:blipFill>
        <p:spPr bwMode="auto">
          <a:xfrm>
            <a:off x="731438" y="2825743"/>
            <a:ext cx="4164165" cy="3016813"/>
          </a:xfrm>
          <a:prstGeom prst="rect">
            <a:avLst/>
          </a:prstGeom>
          <a:noFill/>
        </p:spPr>
      </p:pic>
      <p:sp>
        <p:nvSpPr>
          <p:cNvPr id="32" name="文本框 31">
            <a:extLst>
              <a:ext uri="{FF2B5EF4-FFF2-40B4-BE49-F238E27FC236}">
                <a16:creationId xmlns:a16="http://schemas.microsoft.com/office/drawing/2014/main" id="{E3CEE7E6-F3B1-40C8-A7BB-06CDC0789C2F}"/>
              </a:ext>
            </a:extLst>
          </p:cNvPr>
          <p:cNvSpPr txBox="1"/>
          <p:nvPr>
            <p:custDataLst>
              <p:tags r:id="rId5"/>
            </p:custDataLst>
          </p:nvPr>
        </p:nvSpPr>
        <p:spPr>
          <a:xfrm>
            <a:off x="8577411" y="5952293"/>
            <a:ext cx="3479026" cy="584775"/>
          </a:xfrm>
          <a:prstGeom prst="rect">
            <a:avLst/>
          </a:prstGeom>
          <a:noFill/>
        </p:spPr>
        <p:txBody>
          <a:bodyPr wrap="square" rtlCol="0">
            <a:spAutoFit/>
          </a:bodyPr>
          <a:lstStyle>
            <a:defPPr>
              <a:defRPr lang="zh-CN"/>
            </a:defPPr>
            <a:lvl1pPr algn="ctr">
              <a:defRPr sz="1400" b="1"/>
            </a:lvl1pPr>
          </a:lstStyle>
          <a:p>
            <a:r>
              <a:rPr lang="en-US" altLang="zh-CN" sz="1600" dirty="0">
                <a:latin typeface="微软雅黑" panose="020B0503020204020204" pitchFamily="34" charset="-122"/>
                <a:ea typeface="微软雅黑" panose="020B0503020204020204" pitchFamily="34" charset="-122"/>
              </a:rPr>
              <a:t>Carbon emissions sources in China</a:t>
            </a:r>
          </a:p>
        </p:txBody>
      </p:sp>
      <p:pic>
        <p:nvPicPr>
          <p:cNvPr id="2" name="图片 1">
            <a:extLst>
              <a:ext uri="{FF2B5EF4-FFF2-40B4-BE49-F238E27FC236}">
                <a16:creationId xmlns:a16="http://schemas.microsoft.com/office/drawing/2014/main" id="{292E9C30-BE72-4249-9320-34543C1C69D1}"/>
              </a:ext>
            </a:extLst>
          </p:cNvPr>
          <p:cNvPicPr>
            <a:picLocks noChangeAspect="1"/>
          </p:cNvPicPr>
          <p:nvPr/>
        </p:nvPicPr>
        <p:blipFill>
          <a:blip r:embed="rId10"/>
          <a:stretch>
            <a:fillRect/>
          </a:stretch>
        </p:blipFill>
        <p:spPr>
          <a:xfrm>
            <a:off x="8017484" y="2899405"/>
            <a:ext cx="3865002" cy="2815742"/>
          </a:xfrm>
          <a:prstGeom prst="rect">
            <a:avLst/>
          </a:prstGeom>
        </p:spPr>
      </p:pic>
      <p:sp>
        <p:nvSpPr>
          <p:cNvPr id="34" name="内容占位符 6">
            <a:extLst>
              <a:ext uri="{FF2B5EF4-FFF2-40B4-BE49-F238E27FC236}">
                <a16:creationId xmlns:a16="http://schemas.microsoft.com/office/drawing/2014/main" id="{9275A55C-F3F4-480B-88E0-011C646500AC}"/>
              </a:ext>
            </a:extLst>
          </p:cNvPr>
          <p:cNvSpPr txBox="1">
            <a:spLocks/>
          </p:cNvSpPr>
          <p:nvPr/>
        </p:nvSpPr>
        <p:spPr bwMode="auto">
          <a:xfrm>
            <a:off x="385570" y="1429435"/>
            <a:ext cx="11319540" cy="1237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Clr>
                <a:schemeClr val="bg2"/>
              </a:buClr>
              <a:buSzPct val="75000"/>
              <a:buFont typeface="Wingdings" pitchFamily="2" charset="2"/>
              <a:buChar char="n"/>
              <a:defRPr sz="2400" b="1" i="0" baseline="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2"/>
              </a:buClr>
              <a:buSzPct val="80000"/>
              <a:buFont typeface="Wingdings" pitchFamily="2" charset="2"/>
              <a:buChar char="¨"/>
              <a:defRPr sz="1800" b="0" i="0" baseline="0">
                <a:solidFill>
                  <a:schemeClr val="tx1"/>
                </a:solidFill>
                <a:latin typeface="+mn-lt"/>
                <a:ea typeface="+mn-ea"/>
              </a:defRPr>
            </a:lvl2pPr>
            <a:lvl3pPr marL="1142971" indent="-228594" algn="l" rtl="0" eaLnBrk="0" fontAlgn="base" hangingPunct="0">
              <a:spcBef>
                <a:spcPct val="20000"/>
              </a:spcBef>
              <a:spcAft>
                <a:spcPct val="0"/>
              </a:spcAft>
              <a:buClr>
                <a:schemeClr val="bg2"/>
              </a:buClr>
              <a:buSzPct val="65000"/>
              <a:buFont typeface="Wingdings" pitchFamily="2" charset="2"/>
              <a:buChar char="n"/>
              <a:defRPr sz="1800" b="0" i="0" baseline="0">
                <a:solidFill>
                  <a:schemeClr val="tx1"/>
                </a:solidFill>
                <a:latin typeface="+mn-lt"/>
                <a:ea typeface="+mn-ea"/>
              </a:defRPr>
            </a:lvl3pPr>
            <a:lvl4pPr marL="1600160" indent="-228594" algn="l" rtl="0" eaLnBrk="0" fontAlgn="base" hangingPunct="0">
              <a:spcBef>
                <a:spcPct val="20000"/>
              </a:spcBef>
              <a:spcAft>
                <a:spcPct val="0"/>
              </a:spcAft>
              <a:buClr>
                <a:schemeClr val="accent2"/>
              </a:buClr>
              <a:buSzPct val="70000"/>
              <a:buFont typeface="Wingdings" pitchFamily="2" charset="2"/>
              <a:buChar char="¨"/>
              <a:defRPr sz="1800" b="0" i="0" baseline="0">
                <a:solidFill>
                  <a:schemeClr val="tx1"/>
                </a:solidFill>
                <a:latin typeface="+mn-lt"/>
                <a:ea typeface="+mn-ea"/>
              </a:defRPr>
            </a:lvl4pPr>
            <a:lvl5pPr marL="2057349" indent="-228594" algn="l" rtl="0" eaLnBrk="0" fontAlgn="base" hangingPunct="0">
              <a:spcBef>
                <a:spcPct val="20000"/>
              </a:spcBef>
              <a:spcAft>
                <a:spcPct val="0"/>
              </a:spcAft>
              <a:buClr>
                <a:schemeClr val="bg2"/>
              </a:buClr>
              <a:buFont typeface="Wingdings" pitchFamily="2" charset="2"/>
              <a:buChar char="§"/>
              <a:defRPr sz="1800" b="0" i="0" baseline="0">
                <a:solidFill>
                  <a:schemeClr val="tx1"/>
                </a:solidFill>
                <a:latin typeface="+mn-lt"/>
                <a:ea typeface="+mn-ea"/>
              </a:defRPr>
            </a:lvl5pPr>
            <a:lvl6pPr marL="2514537"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9pPr>
          </a:lstStyle>
          <a:p>
            <a:pPr>
              <a:spcBef>
                <a:spcPts val="900"/>
              </a:spcBef>
              <a:buClr>
                <a:schemeClr val="tx1"/>
              </a:buClr>
            </a:pPr>
            <a:r>
              <a:rPr lang="en-US" altLang="zh-CN" sz="1800" kern="0" dirty="0">
                <a:solidFill>
                  <a:srgbClr val="C00000"/>
                </a:solidFill>
                <a:latin typeface="微软雅黑 Light" panose="020B0502040204020203" pitchFamily="34" charset="-122"/>
                <a:ea typeface="微软雅黑 Light" panose="020B0502040204020203" pitchFamily="34" charset="-122"/>
              </a:rPr>
              <a:t>Large scale</a:t>
            </a:r>
            <a:r>
              <a:rPr lang="en-US" altLang="zh-CN" sz="1800" kern="0" dirty="0">
                <a:latin typeface="微软雅黑 Light" panose="020B0502040204020203" pitchFamily="34" charset="-122"/>
                <a:ea typeface="微软雅黑 Light" panose="020B0502040204020203" pitchFamily="34" charset="-122"/>
              </a:rPr>
              <a:t>: China produced 57% of the world‘s steel in 2020</a:t>
            </a:r>
            <a:r>
              <a:rPr lang="zh-CN" altLang="en-US" sz="1800" kern="0" dirty="0">
                <a:latin typeface="微软雅黑 Light" panose="020B0502040204020203" pitchFamily="34" charset="-122"/>
                <a:ea typeface="微软雅黑 Light" panose="020B0502040204020203" pitchFamily="34" charset="-122"/>
              </a:rPr>
              <a:t> </a:t>
            </a:r>
            <a:endParaRPr lang="en-US" altLang="zh-CN" sz="1800" kern="0" dirty="0">
              <a:latin typeface="微软雅黑 Light" panose="020B0502040204020203" pitchFamily="34" charset="-122"/>
              <a:ea typeface="微软雅黑 Light" panose="020B0502040204020203" pitchFamily="34" charset="-122"/>
            </a:endParaRPr>
          </a:p>
          <a:p>
            <a:pPr>
              <a:spcBef>
                <a:spcPts val="900"/>
              </a:spcBef>
              <a:buClr>
                <a:schemeClr val="tx1"/>
              </a:buClr>
            </a:pPr>
            <a:r>
              <a:rPr lang="en-US" altLang="zh-CN" sz="1800" kern="0" dirty="0">
                <a:solidFill>
                  <a:srgbClr val="C00000"/>
                </a:solidFill>
                <a:latin typeface="微软雅黑 Light" panose="020B0502040204020203" pitchFamily="34" charset="-122"/>
                <a:ea typeface="微软雅黑 Light" panose="020B0502040204020203" pitchFamily="34" charset="-122"/>
              </a:rPr>
              <a:t>High dependence on coal</a:t>
            </a:r>
            <a:r>
              <a:rPr lang="en-US" altLang="zh-CN" sz="1800" kern="0" dirty="0">
                <a:latin typeface="微软雅黑 Light" panose="020B0502040204020203" pitchFamily="34" charset="-122"/>
                <a:ea typeface="微软雅黑 Light" panose="020B0502040204020203" pitchFamily="34" charset="-122"/>
              </a:rPr>
              <a:t>: 90% of steel capacity is BF-BOF, primarily coal-dependent.</a:t>
            </a:r>
          </a:p>
          <a:p>
            <a:pPr>
              <a:spcBef>
                <a:spcPts val="900"/>
              </a:spcBef>
              <a:buClr>
                <a:schemeClr val="tx1"/>
              </a:buClr>
            </a:pPr>
            <a:r>
              <a:rPr lang="en-US" altLang="zh-CN" sz="1800" kern="0" dirty="0">
                <a:solidFill>
                  <a:srgbClr val="C00000"/>
                </a:solidFill>
                <a:latin typeface="微软雅黑 Light" panose="020B0502040204020203" pitchFamily="34" charset="-122"/>
                <a:ea typeface="微软雅黑 Light" panose="020B0502040204020203" pitchFamily="34" charset="-122"/>
              </a:rPr>
              <a:t>High carbon emissions:</a:t>
            </a:r>
            <a:r>
              <a:rPr lang="zh-CN" altLang="en-US" sz="1800" b="0" kern="0" dirty="0">
                <a:solidFill>
                  <a:srgbClr val="C00000"/>
                </a:solidFill>
                <a:latin typeface="微软雅黑 Light" panose="020B0502040204020203" pitchFamily="34" charset="-122"/>
                <a:ea typeface="微软雅黑 Light" panose="020B0502040204020203" pitchFamily="34" charset="-122"/>
              </a:rPr>
              <a:t> </a:t>
            </a:r>
            <a:r>
              <a:rPr lang="en-US" altLang="zh-CN" sz="1800" kern="0" dirty="0">
                <a:latin typeface="微软雅黑 Light" panose="020B0502040204020203" pitchFamily="34" charset="-122"/>
                <a:ea typeface="微软雅黑 Light" panose="020B0502040204020203" pitchFamily="34" charset="-122"/>
              </a:rPr>
              <a:t>17% of China’s total carbon emissions in 2020.</a:t>
            </a:r>
          </a:p>
          <a:p>
            <a:pPr>
              <a:buClr>
                <a:schemeClr val="tx1"/>
              </a:buClr>
            </a:pPr>
            <a:endParaRPr lang="en-US" altLang="zh-CN" sz="2000" kern="0" dirty="0"/>
          </a:p>
        </p:txBody>
      </p:sp>
      <p:sp>
        <p:nvSpPr>
          <p:cNvPr id="36" name="矩形 35">
            <a:extLst>
              <a:ext uri="{FF2B5EF4-FFF2-40B4-BE49-F238E27FC236}">
                <a16:creationId xmlns:a16="http://schemas.microsoft.com/office/drawing/2014/main" id="{01AF6631-A0B5-40D4-A327-AF3591E2661E}"/>
              </a:ext>
            </a:extLst>
          </p:cNvPr>
          <p:cNvSpPr/>
          <p:nvPr/>
        </p:nvSpPr>
        <p:spPr>
          <a:xfrm>
            <a:off x="4659251" y="5957034"/>
            <a:ext cx="3918160" cy="584775"/>
          </a:xfrm>
          <a:prstGeom prst="rect">
            <a:avLst/>
          </a:prstGeom>
        </p:spPr>
        <p:txBody>
          <a:bodyPr wrap="square">
            <a:spAutoFit/>
          </a:bodyPr>
          <a:lstStyle/>
          <a:p>
            <a:pPr algn="ctr"/>
            <a:r>
              <a:rPr lang="en-US" altLang="zh-CN" sz="1600" b="1" dirty="0">
                <a:latin typeface="微软雅黑" panose="020B0503020204020204" pitchFamily="34" charset="-122"/>
                <a:ea typeface="微软雅黑" panose="020B0503020204020204" pitchFamily="34" charset="-122"/>
                <a:cs typeface="Arial" panose="020B0604020202020204" pitchFamily="34" charset="0"/>
              </a:rPr>
              <a:t>Crude steel production</a:t>
            </a:r>
            <a:r>
              <a:rPr lang="zh-CN" altLang="en-US" sz="1600" b="1" dirty="0">
                <a:latin typeface="微软雅黑" panose="020B0503020204020204" pitchFamily="34" charset="-122"/>
                <a:ea typeface="微软雅黑" panose="020B0503020204020204" pitchFamily="34" charset="-122"/>
                <a:cs typeface="Arial" panose="020B0604020202020204" pitchFamily="34" charset="0"/>
              </a:rPr>
              <a:t> </a:t>
            </a:r>
            <a:r>
              <a:rPr lang="en-US" altLang="zh-CN" sz="1600" b="1" dirty="0">
                <a:latin typeface="微软雅黑" panose="020B0503020204020204" pitchFamily="34" charset="-122"/>
                <a:ea typeface="微软雅黑" panose="020B0503020204020204" pitchFamily="34" charset="-122"/>
                <a:cs typeface="Arial" panose="020B0604020202020204" pitchFamily="34" charset="0"/>
              </a:rPr>
              <a:t>by</a:t>
            </a:r>
            <a:r>
              <a:rPr lang="zh-CN" altLang="en-US" sz="1600" b="1" dirty="0">
                <a:latin typeface="微软雅黑" panose="020B0503020204020204" pitchFamily="34" charset="-122"/>
                <a:ea typeface="微软雅黑" panose="020B0503020204020204" pitchFamily="34" charset="-122"/>
                <a:cs typeface="Arial" panose="020B0604020202020204" pitchFamily="34" charset="0"/>
              </a:rPr>
              <a:t> </a:t>
            </a:r>
            <a:r>
              <a:rPr lang="en-US" altLang="zh-CN" sz="1600" b="1" dirty="0">
                <a:latin typeface="微软雅黑" panose="020B0503020204020204" pitchFamily="34" charset="-122"/>
                <a:ea typeface="微软雅黑" panose="020B0503020204020204" pitchFamily="34" charset="-122"/>
                <a:cs typeface="Arial" panose="020B0604020202020204" pitchFamily="34" charset="0"/>
              </a:rPr>
              <a:t>route in 2021</a:t>
            </a:r>
          </a:p>
        </p:txBody>
      </p:sp>
      <p:pic>
        <p:nvPicPr>
          <p:cNvPr id="37" name="图片 36">
            <a:extLst>
              <a:ext uri="{FF2B5EF4-FFF2-40B4-BE49-F238E27FC236}">
                <a16:creationId xmlns:a16="http://schemas.microsoft.com/office/drawing/2014/main" id="{623A490B-EBA2-4868-9CAB-EF61E19EAF9E}"/>
              </a:ext>
            </a:extLst>
          </p:cNvPr>
          <p:cNvPicPr>
            <a:picLocks noChangeAspect="1"/>
          </p:cNvPicPr>
          <p:nvPr/>
        </p:nvPicPr>
        <p:blipFill>
          <a:blip r:embed="rId11"/>
          <a:stretch>
            <a:fillRect/>
          </a:stretch>
        </p:blipFill>
        <p:spPr>
          <a:xfrm>
            <a:off x="5219177" y="3127183"/>
            <a:ext cx="2798307" cy="2523963"/>
          </a:xfrm>
          <a:prstGeom prst="rect">
            <a:avLst/>
          </a:prstGeom>
        </p:spPr>
      </p:pic>
    </p:spTree>
    <p:extLst>
      <p:ext uri="{BB962C8B-B14F-4D97-AF65-F5344CB8AC3E}">
        <p14:creationId xmlns:p14="http://schemas.microsoft.com/office/powerpoint/2010/main" val="612919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5771EFC0-D03C-4881-826A-CE1C63BE026B}"/>
              </a:ext>
            </a:extLst>
          </p:cNvPr>
          <p:cNvGrpSpPr>
            <a:grpSpLocks noChangeAspect="1"/>
          </p:cNvGrpSpPr>
          <p:nvPr/>
        </p:nvGrpSpPr>
        <p:grpSpPr>
          <a:xfrm>
            <a:off x="6061334" y="2340914"/>
            <a:ext cx="5642187" cy="3168000"/>
            <a:chOff x="6260894" y="2590800"/>
            <a:chExt cx="6423685" cy="3606800"/>
          </a:xfrm>
        </p:grpSpPr>
        <p:pic>
          <p:nvPicPr>
            <p:cNvPr id="7" name="图片 6">
              <a:extLst>
                <a:ext uri="{FF2B5EF4-FFF2-40B4-BE49-F238E27FC236}">
                  <a16:creationId xmlns:a16="http://schemas.microsoft.com/office/drawing/2014/main" id="{2E0A2B14-F9AA-3967-091F-37A5305C8E3C}"/>
                </a:ext>
              </a:extLst>
            </p:cNvPr>
            <p:cNvPicPr>
              <a:picLocks noChangeAspect="1"/>
            </p:cNvPicPr>
            <p:nvPr/>
          </p:nvPicPr>
          <p:blipFill rotWithShape="1">
            <a:blip r:embed="rId5">
              <a:extLst>
                <a:ext uri="{28A0092B-C50C-407E-A947-70E740481C1C}">
                  <a14:useLocalDpi xmlns:a14="http://schemas.microsoft.com/office/drawing/2010/main" val="0"/>
                </a:ext>
              </a:extLst>
            </a:blip>
            <a:srcRect r="70455"/>
            <a:stretch/>
          </p:blipFill>
          <p:spPr>
            <a:xfrm>
              <a:off x="6260894" y="2590800"/>
              <a:ext cx="2480254" cy="3606800"/>
            </a:xfrm>
            <a:prstGeom prst="rect">
              <a:avLst/>
            </a:prstGeom>
          </p:spPr>
        </p:pic>
        <p:pic>
          <p:nvPicPr>
            <p:cNvPr id="8" name="图片 7">
              <a:extLst>
                <a:ext uri="{FF2B5EF4-FFF2-40B4-BE49-F238E27FC236}">
                  <a16:creationId xmlns:a16="http://schemas.microsoft.com/office/drawing/2014/main" id="{CFD8EDEA-39D6-0620-04E1-6FCFAF2C63CF}"/>
                </a:ext>
              </a:extLst>
            </p:cNvPr>
            <p:cNvPicPr>
              <a:picLocks noChangeAspect="1"/>
            </p:cNvPicPr>
            <p:nvPr/>
          </p:nvPicPr>
          <p:blipFill rotWithShape="1">
            <a:blip r:embed="rId5">
              <a:extLst>
                <a:ext uri="{28A0092B-C50C-407E-A947-70E740481C1C}">
                  <a14:useLocalDpi xmlns:a14="http://schemas.microsoft.com/office/drawing/2010/main" val="0"/>
                </a:ext>
              </a:extLst>
            </a:blip>
            <a:srcRect l="37973" r="38427"/>
            <a:stretch/>
          </p:blipFill>
          <p:spPr>
            <a:xfrm>
              <a:off x="8686800" y="2590800"/>
              <a:ext cx="1981200" cy="3606800"/>
            </a:xfrm>
            <a:prstGeom prst="rect">
              <a:avLst/>
            </a:prstGeom>
          </p:spPr>
        </p:pic>
        <p:pic>
          <p:nvPicPr>
            <p:cNvPr id="9" name="图片 8">
              <a:extLst>
                <a:ext uri="{FF2B5EF4-FFF2-40B4-BE49-F238E27FC236}">
                  <a16:creationId xmlns:a16="http://schemas.microsoft.com/office/drawing/2014/main" id="{2CEB0860-F208-3A05-9D94-8E7A1DB676AF}"/>
                </a:ext>
              </a:extLst>
            </p:cNvPr>
            <p:cNvPicPr>
              <a:picLocks noChangeAspect="1"/>
            </p:cNvPicPr>
            <p:nvPr/>
          </p:nvPicPr>
          <p:blipFill rotWithShape="1">
            <a:blip r:embed="rId5">
              <a:extLst>
                <a:ext uri="{28A0092B-C50C-407E-A947-70E740481C1C}">
                  <a14:useLocalDpi xmlns:a14="http://schemas.microsoft.com/office/drawing/2010/main" val="0"/>
                </a:ext>
              </a:extLst>
            </a:blip>
            <a:srcRect l="67322" r="7261"/>
            <a:stretch/>
          </p:blipFill>
          <p:spPr>
            <a:xfrm>
              <a:off x="10550979" y="2590800"/>
              <a:ext cx="2133600" cy="3606800"/>
            </a:xfrm>
            <a:prstGeom prst="rect">
              <a:avLst/>
            </a:prstGeom>
          </p:spPr>
        </p:pic>
      </p:grpSp>
      <p:sp>
        <p:nvSpPr>
          <p:cNvPr id="11" name="内容占位符 6">
            <a:extLst>
              <a:ext uri="{FF2B5EF4-FFF2-40B4-BE49-F238E27FC236}">
                <a16:creationId xmlns:a16="http://schemas.microsoft.com/office/drawing/2014/main" id="{E3D34152-BF79-3D1E-10E7-51549DCE57BF}"/>
              </a:ext>
            </a:extLst>
          </p:cNvPr>
          <p:cNvSpPr txBox="1">
            <a:spLocks/>
          </p:cNvSpPr>
          <p:nvPr/>
        </p:nvSpPr>
        <p:spPr bwMode="auto">
          <a:xfrm>
            <a:off x="419692" y="903539"/>
            <a:ext cx="11352615" cy="1472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Clr>
                <a:schemeClr val="bg2"/>
              </a:buClr>
              <a:buSzPct val="75000"/>
              <a:buFont typeface="Wingdings" pitchFamily="2" charset="2"/>
              <a:buChar char="n"/>
              <a:defRPr sz="2400" b="1" i="0" baseline="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2"/>
              </a:buClr>
              <a:buSzPct val="80000"/>
              <a:buFont typeface="Wingdings" pitchFamily="2" charset="2"/>
              <a:buChar char="¨"/>
              <a:defRPr sz="1800" b="0" i="0" baseline="0">
                <a:solidFill>
                  <a:schemeClr val="tx1"/>
                </a:solidFill>
                <a:latin typeface="+mn-lt"/>
                <a:ea typeface="+mn-ea"/>
              </a:defRPr>
            </a:lvl2pPr>
            <a:lvl3pPr marL="1142971" indent="-228594" algn="l" rtl="0" eaLnBrk="0" fontAlgn="base" hangingPunct="0">
              <a:spcBef>
                <a:spcPct val="20000"/>
              </a:spcBef>
              <a:spcAft>
                <a:spcPct val="0"/>
              </a:spcAft>
              <a:buClr>
                <a:schemeClr val="bg2"/>
              </a:buClr>
              <a:buSzPct val="65000"/>
              <a:buFont typeface="Wingdings" pitchFamily="2" charset="2"/>
              <a:buChar char="n"/>
              <a:defRPr sz="1800" b="0" i="0" baseline="0">
                <a:solidFill>
                  <a:schemeClr val="tx1"/>
                </a:solidFill>
                <a:latin typeface="+mn-lt"/>
                <a:ea typeface="+mn-ea"/>
              </a:defRPr>
            </a:lvl3pPr>
            <a:lvl4pPr marL="1600160" indent="-228594" algn="l" rtl="0" eaLnBrk="0" fontAlgn="base" hangingPunct="0">
              <a:spcBef>
                <a:spcPct val="20000"/>
              </a:spcBef>
              <a:spcAft>
                <a:spcPct val="0"/>
              </a:spcAft>
              <a:buClr>
                <a:schemeClr val="accent2"/>
              </a:buClr>
              <a:buSzPct val="70000"/>
              <a:buFont typeface="Wingdings" pitchFamily="2" charset="2"/>
              <a:buChar char="¨"/>
              <a:defRPr sz="1800" b="0" i="0" baseline="0">
                <a:solidFill>
                  <a:schemeClr val="tx1"/>
                </a:solidFill>
                <a:latin typeface="+mn-lt"/>
                <a:ea typeface="+mn-ea"/>
              </a:defRPr>
            </a:lvl4pPr>
            <a:lvl5pPr marL="2057349" indent="-228594" algn="l" rtl="0" eaLnBrk="0" fontAlgn="base" hangingPunct="0">
              <a:spcBef>
                <a:spcPct val="20000"/>
              </a:spcBef>
              <a:spcAft>
                <a:spcPct val="0"/>
              </a:spcAft>
              <a:buClr>
                <a:schemeClr val="bg2"/>
              </a:buClr>
              <a:buFont typeface="Wingdings" pitchFamily="2" charset="2"/>
              <a:buChar char="§"/>
              <a:defRPr sz="1800" b="0" i="0" baseline="0">
                <a:solidFill>
                  <a:schemeClr val="tx1"/>
                </a:solidFill>
                <a:latin typeface="+mn-lt"/>
                <a:ea typeface="+mn-ea"/>
              </a:defRPr>
            </a:lvl5pPr>
            <a:lvl6pPr marL="2514537"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9pPr>
          </a:lstStyle>
          <a:p>
            <a:pPr marL="342891" marR="0" lvl="0" indent="-342891" algn="l" defTabSz="914400" rtl="0" eaLnBrk="0" fontAlgn="base" latinLnBrk="0" hangingPunct="0">
              <a:lnSpc>
                <a:spcPct val="100000"/>
              </a:lnSpc>
              <a:spcBef>
                <a:spcPct val="20000"/>
              </a:spcBef>
              <a:spcAft>
                <a:spcPct val="0"/>
              </a:spcAft>
              <a:buClrTx/>
              <a:buSzPct val="75000"/>
              <a:buFont typeface="Wingdings" pitchFamily="2" charset="2"/>
              <a:buChar char="n"/>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The application of carbon intensive BF-BOF will gradually phase down</a:t>
            </a:r>
          </a:p>
          <a:p>
            <a:pPr marL="342891" marR="0" lvl="0" indent="-342891" algn="l" defTabSz="914400" rtl="0" eaLnBrk="0" fontAlgn="base" latinLnBrk="0" hangingPunct="0">
              <a:lnSpc>
                <a:spcPct val="100000"/>
              </a:lnSpc>
              <a:spcBef>
                <a:spcPct val="20000"/>
              </a:spcBef>
              <a:spcAft>
                <a:spcPct val="0"/>
              </a:spcAft>
              <a:buClrTx/>
              <a:buSzPct val="75000"/>
              <a:buFont typeface="Wingdings" pitchFamily="2" charset="2"/>
              <a:buChar char="n"/>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The </a:t>
            </a: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scrap-EAF </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route is constrained by the availability of scrap resources</a:t>
            </a:r>
          </a:p>
          <a:p>
            <a:pPr marL="342891" marR="0" lvl="0" indent="-342891" algn="l" defTabSz="914400" rtl="0" eaLnBrk="0" fontAlgn="base" latinLnBrk="0" hangingPunct="0">
              <a:lnSpc>
                <a:spcPct val="100000"/>
              </a:lnSpc>
              <a:spcBef>
                <a:spcPct val="20000"/>
              </a:spcBef>
              <a:spcAft>
                <a:spcPct val="0"/>
              </a:spcAft>
              <a:buClrTx/>
              <a:buSzPct val="75000"/>
              <a:buFont typeface="Wingdings" pitchFamily="2" charset="2"/>
              <a:buChar char="n"/>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Breakthrough technologies including </a:t>
            </a: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H</a:t>
            </a:r>
            <a:r>
              <a:rPr kumimoji="0" lang="en-US" altLang="zh-CN" sz="2000" b="1"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2</a:t>
            </a: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-DRI</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 </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and </a:t>
            </a: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CCS</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 </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have great emission reduction potential</a:t>
            </a:r>
          </a:p>
        </p:txBody>
      </p:sp>
      <p:graphicFrame>
        <p:nvGraphicFramePr>
          <p:cNvPr id="12" name="表格 11">
            <a:extLst>
              <a:ext uri="{FF2B5EF4-FFF2-40B4-BE49-F238E27FC236}">
                <a16:creationId xmlns:a16="http://schemas.microsoft.com/office/drawing/2014/main" id="{6DB77644-D5F4-4B31-4ACD-07F0D34E0F01}"/>
              </a:ext>
            </a:extLst>
          </p:cNvPr>
          <p:cNvGraphicFramePr>
            <a:graphicFrameLocks noGrp="1"/>
          </p:cNvGraphicFramePr>
          <p:nvPr>
            <p:extLst>
              <p:ext uri="{D42A27DB-BD31-4B8C-83A1-F6EECF244321}">
                <p14:modId xmlns:p14="http://schemas.microsoft.com/office/powerpoint/2010/main" val="3892518634"/>
              </p:ext>
            </p:extLst>
          </p:nvPr>
        </p:nvGraphicFramePr>
        <p:xfrm>
          <a:off x="419692" y="2530277"/>
          <a:ext cx="5356558" cy="2486853"/>
        </p:xfrm>
        <a:graphic>
          <a:graphicData uri="http://schemas.openxmlformats.org/drawingml/2006/table">
            <a:tbl>
              <a:tblPr firstRow="1" bandRow="1">
                <a:tableStyleId>{5C22544A-7EE6-4342-B048-85BDC9FD1C3A}</a:tableStyleId>
              </a:tblPr>
              <a:tblGrid>
                <a:gridCol w="1549396">
                  <a:extLst>
                    <a:ext uri="{9D8B030D-6E8A-4147-A177-3AD203B41FA5}">
                      <a16:colId xmlns:a16="http://schemas.microsoft.com/office/drawing/2014/main" val="20000"/>
                    </a:ext>
                  </a:extLst>
                </a:gridCol>
                <a:gridCol w="1749133">
                  <a:extLst>
                    <a:ext uri="{9D8B030D-6E8A-4147-A177-3AD203B41FA5}">
                      <a16:colId xmlns:a16="http://schemas.microsoft.com/office/drawing/2014/main" val="4052392837"/>
                    </a:ext>
                  </a:extLst>
                </a:gridCol>
                <a:gridCol w="2058029">
                  <a:extLst>
                    <a:ext uri="{9D8B030D-6E8A-4147-A177-3AD203B41FA5}">
                      <a16:colId xmlns:a16="http://schemas.microsoft.com/office/drawing/2014/main" val="2598214007"/>
                    </a:ext>
                  </a:extLst>
                </a:gridCol>
              </a:tblGrid>
              <a:tr h="552067">
                <a:tc>
                  <a:txBody>
                    <a:bodyPr/>
                    <a:lstStyle/>
                    <a:p>
                      <a:pPr algn="ctr"/>
                      <a:r>
                        <a:rPr lang="en-US" altLang="zh-CN" sz="1600" dirty="0"/>
                        <a:t>Route</a:t>
                      </a:r>
                      <a:endParaRPr lang="zh-CN"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t>Raw Material</a:t>
                      </a:r>
                      <a:endParaRPr lang="zh-CN"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t>t</a:t>
                      </a:r>
                      <a:r>
                        <a:rPr lang="zh-CN" altLang="en-US" sz="1600" dirty="0"/>
                        <a:t> </a:t>
                      </a:r>
                      <a:r>
                        <a:rPr lang="en-US" altLang="zh-CN" sz="1600" dirty="0"/>
                        <a:t>CO</a:t>
                      </a:r>
                      <a:r>
                        <a:rPr lang="en-US" altLang="zh-CN" sz="1600" baseline="-25000" dirty="0"/>
                        <a:t>2</a:t>
                      </a:r>
                      <a:r>
                        <a:rPr lang="en-US" altLang="zh-CN" sz="1600" dirty="0"/>
                        <a:t> /t crude steel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00"/>
                  </a:ext>
                </a:extLst>
              </a:tr>
              <a:tr h="451691">
                <a:tc>
                  <a:txBody>
                    <a:bodyPr/>
                    <a:lstStyle/>
                    <a:p>
                      <a:pPr algn="ctr"/>
                      <a:r>
                        <a:rPr lang="en-US" altLang="zh-CN" sz="1200" dirty="0">
                          <a:latin typeface="Arial" panose="020B0604020202020204" pitchFamily="34" charset="0"/>
                          <a:cs typeface="Arial" panose="020B0604020202020204" pitchFamily="34" charset="0"/>
                        </a:rPr>
                        <a:t>BF-BOF</a:t>
                      </a:r>
                      <a:endParaRPr lang="en-US" altLang="zh-CN"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r>
                        <a:rPr lang="en-US" altLang="zh-CN" sz="1200" dirty="0">
                          <a:solidFill>
                            <a:schemeClr val="tx1"/>
                          </a:solidFill>
                        </a:rPr>
                        <a:t>Iron ore based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r>
                        <a:rPr lang="en-US" altLang="zh-CN" sz="1400" dirty="0"/>
                        <a:t>~2.0</a:t>
                      </a:r>
                      <a:endParaRPr lang="zh-CN" altLang="en-US" sz="14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565716965"/>
                  </a:ext>
                </a:extLst>
              </a:tr>
              <a:tr h="494365">
                <a:tc>
                  <a:txBody>
                    <a:bodyPr/>
                    <a:lstStyle/>
                    <a:p>
                      <a:pPr algn="ctr"/>
                      <a:r>
                        <a:rPr lang="en-US" altLang="zh-CN" sz="1200" dirty="0">
                          <a:latin typeface="Arial" panose="020B0604020202020204" pitchFamily="34" charset="0"/>
                          <a:cs typeface="Arial" panose="020B0604020202020204" pitchFamily="34" charset="0"/>
                        </a:rPr>
                        <a:t>Scrap-EAF</a:t>
                      </a:r>
                      <a:endParaRPr lang="en-US" altLang="zh-CN"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CN" sz="1200" dirty="0">
                          <a:solidFill>
                            <a:schemeClr val="tx1"/>
                          </a:solidFill>
                        </a:rPr>
                        <a:t>Scrap</a:t>
                      </a:r>
                      <a:r>
                        <a:rPr lang="zh-CN" altLang="en-US" sz="1200" dirty="0">
                          <a:solidFill>
                            <a:schemeClr val="tx1"/>
                          </a:solidFill>
                        </a:rPr>
                        <a:t> </a:t>
                      </a:r>
                      <a:r>
                        <a:rPr lang="en-US" altLang="zh-CN" sz="1200" dirty="0">
                          <a:solidFill>
                            <a:schemeClr val="tx1"/>
                          </a:solidFill>
                        </a:rPr>
                        <a:t>based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dirty="0"/>
                        <a:t>0.2~0.6</a:t>
                      </a:r>
                      <a:endParaRPr lang="zh-CN" altLang="en-US" sz="14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00884059"/>
                  </a:ext>
                </a:extLst>
              </a:tr>
              <a:tr h="4943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latin typeface="Arial" panose="020B0604020202020204" pitchFamily="34" charset="0"/>
                          <a:cs typeface="Arial" panose="020B0604020202020204" pitchFamily="34" charset="0"/>
                        </a:rPr>
                        <a:t>Gas</a:t>
                      </a:r>
                      <a:r>
                        <a:rPr lang="en-US" altLang="zh-CN" sz="1200" dirty="0"/>
                        <a:t>/</a:t>
                      </a:r>
                      <a:r>
                        <a:rPr lang="en-US" altLang="zh-CN" sz="1200" baseline="0" dirty="0">
                          <a:solidFill>
                            <a:schemeClr val="tx1"/>
                          </a:solidFill>
                          <a:latin typeface="Arial" panose="020B0604020202020204" pitchFamily="34" charset="0"/>
                          <a:cs typeface="Arial" panose="020B0604020202020204" pitchFamily="34" charset="0"/>
                        </a:rPr>
                        <a:t>H</a:t>
                      </a:r>
                      <a:r>
                        <a:rPr lang="en-US" altLang="zh-CN" sz="1200" baseline="-25000" dirty="0">
                          <a:solidFill>
                            <a:schemeClr val="tx1"/>
                          </a:solidFill>
                          <a:latin typeface="Arial" panose="020B0604020202020204" pitchFamily="34" charset="0"/>
                          <a:cs typeface="Arial" panose="020B0604020202020204" pitchFamily="34" charset="0"/>
                        </a:rPr>
                        <a:t>2</a:t>
                      </a:r>
                      <a:r>
                        <a:rPr lang="en-US" altLang="zh-CN" sz="1200" baseline="0" dirty="0">
                          <a:solidFill>
                            <a:schemeClr val="tx1"/>
                          </a:solidFill>
                          <a:latin typeface="Arial" panose="020B0604020202020204" pitchFamily="34" charset="0"/>
                          <a:cs typeface="Arial" panose="020B0604020202020204" pitchFamily="34" charset="0"/>
                        </a:rPr>
                        <a:t>-DRI</a:t>
                      </a:r>
                      <a:endParaRPr lang="zh-CN" alt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CN" sz="1200" dirty="0">
                          <a:solidFill>
                            <a:schemeClr val="tx1"/>
                          </a:solidFill>
                        </a:rPr>
                        <a:t>Iron ore based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CN" sz="1400" dirty="0"/>
                        <a:t>~0.9</a:t>
                      </a:r>
                      <a:r>
                        <a:rPr lang="zh-CN" altLang="en-US" sz="1400" dirty="0"/>
                        <a:t> </a:t>
                      </a:r>
                      <a:r>
                        <a:rPr lang="en-US" altLang="zh-CN" sz="1400" dirty="0"/>
                        <a:t>/</a:t>
                      </a:r>
                      <a:r>
                        <a:rPr lang="zh-CN" altLang="en-US" sz="1400" dirty="0"/>
                        <a:t> </a:t>
                      </a:r>
                      <a:r>
                        <a:rPr lang="en-US" altLang="zh-CN" sz="1400" dirty="0"/>
                        <a:t>0~0.4</a:t>
                      </a:r>
                      <a:endParaRPr lang="zh-CN" altLang="en-US" sz="14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494365">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cs typeface="Arial" panose="020B0604020202020204" pitchFamily="34" charset="0"/>
                        </a:rPr>
                        <a:t>BF-BOF-CCS</a:t>
                      </a:r>
                      <a:endParaRPr lang="zh-CN" alt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CN" sz="1200" dirty="0">
                          <a:solidFill>
                            <a:schemeClr val="tx1"/>
                          </a:solidFill>
                        </a:rPr>
                        <a:t>Iron ore based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dirty="0"/>
                        <a:t>0.3~1.0</a:t>
                      </a:r>
                      <a:endParaRPr lang="zh-CN" altLang="en-US" sz="14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39113928"/>
                  </a:ext>
                </a:extLst>
              </a:tr>
            </a:tbl>
          </a:graphicData>
        </a:graphic>
      </p:graphicFrame>
      <p:sp>
        <p:nvSpPr>
          <p:cNvPr id="16" name="矩形 15">
            <a:extLst>
              <a:ext uri="{FF2B5EF4-FFF2-40B4-BE49-F238E27FC236}">
                <a16:creationId xmlns:a16="http://schemas.microsoft.com/office/drawing/2014/main" id="{8BDB548D-C6D6-251D-F7F4-2B2E7EE2E3F3}"/>
              </a:ext>
            </a:extLst>
          </p:cNvPr>
          <p:cNvSpPr/>
          <p:nvPr/>
        </p:nvSpPr>
        <p:spPr>
          <a:xfrm>
            <a:off x="7029872" y="5467349"/>
            <a:ext cx="4334328"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Steelmaking cost prediction of different routes</a:t>
            </a:r>
            <a:endParaRPr kumimoji="0" lang="zh-CN" altLang="en-US" sz="16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22" name="文本框 21">
            <a:extLst>
              <a:ext uri="{FF2B5EF4-FFF2-40B4-BE49-F238E27FC236}">
                <a16:creationId xmlns:a16="http://schemas.microsoft.com/office/drawing/2014/main" id="{88518BFE-2624-D42C-8C51-0529E7C42883}"/>
              </a:ext>
            </a:extLst>
          </p:cNvPr>
          <p:cNvSpPr txBox="1"/>
          <p:nvPr/>
        </p:nvSpPr>
        <p:spPr>
          <a:xfrm rot="16200000">
            <a:off x="4517774" y="3828481"/>
            <a:ext cx="3407729" cy="277279"/>
          </a:xfrm>
          <a:prstGeom prst="rect">
            <a:avLst/>
          </a:prstGeom>
          <a:solidFill>
            <a:schemeClr val="bg1"/>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Crude steel cost (RMB/ton steel)</a:t>
            </a:r>
            <a:endParaRPr kumimoji="0"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1" name="文本框 20">
            <a:extLst>
              <a:ext uri="{FF2B5EF4-FFF2-40B4-BE49-F238E27FC236}">
                <a16:creationId xmlns:a16="http://schemas.microsoft.com/office/drawing/2014/main" id="{927C3874-27F0-49B9-A931-0EF392F6F796}"/>
              </a:ext>
            </a:extLst>
          </p:cNvPr>
          <p:cNvSpPr txBox="1"/>
          <p:nvPr>
            <p:custDataLst>
              <p:tags r:id="rId1"/>
            </p:custDataLst>
          </p:nvPr>
        </p:nvSpPr>
        <p:spPr>
          <a:xfrm>
            <a:off x="350905" y="5714769"/>
            <a:ext cx="609493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Data source: WRI, Tsinghua-ICCSD.</a:t>
            </a:r>
            <a:endParaRPr kumimoji="0" lang="zh-CN" altLang="en-US" sz="1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 name="矩形 22">
            <a:extLst>
              <a:ext uri="{FF2B5EF4-FFF2-40B4-BE49-F238E27FC236}">
                <a16:creationId xmlns:a16="http://schemas.microsoft.com/office/drawing/2014/main" id="{113DF720-547A-45E6-B35C-322DE2A89052}"/>
              </a:ext>
            </a:extLst>
          </p:cNvPr>
          <p:cNvSpPr/>
          <p:nvPr/>
        </p:nvSpPr>
        <p:spPr>
          <a:xfrm>
            <a:off x="960032" y="5298558"/>
            <a:ext cx="4185248"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Carbon emission intensity of different routes</a:t>
            </a:r>
            <a:endParaRPr kumimoji="0" lang="zh-CN" altLang="en-US" sz="16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endParaRPr>
          </a:p>
        </p:txBody>
      </p:sp>
      <p:pic>
        <p:nvPicPr>
          <p:cNvPr id="10" name="图片 9">
            <a:extLst>
              <a:ext uri="{FF2B5EF4-FFF2-40B4-BE49-F238E27FC236}">
                <a16:creationId xmlns:a16="http://schemas.microsoft.com/office/drawing/2014/main" id="{A3815A18-4C72-463A-99F7-D8EC549905F0}"/>
              </a:ext>
            </a:extLst>
          </p:cNvPr>
          <p:cNvPicPr>
            <a:picLocks noChangeAspect="1"/>
          </p:cNvPicPr>
          <p:nvPr/>
        </p:nvPicPr>
        <p:blipFill rotWithShape="1">
          <a:blip r:embed="rId6"/>
          <a:srcRect t="9068"/>
          <a:stretch/>
        </p:blipFill>
        <p:spPr>
          <a:xfrm>
            <a:off x="10361648" y="2263726"/>
            <a:ext cx="1341872" cy="1452844"/>
          </a:xfrm>
          <a:prstGeom prst="rect">
            <a:avLst/>
          </a:prstGeom>
        </p:spPr>
      </p:pic>
      <p:sp>
        <p:nvSpPr>
          <p:cNvPr id="17" name="标题 2">
            <a:extLst>
              <a:ext uri="{FF2B5EF4-FFF2-40B4-BE49-F238E27FC236}">
                <a16:creationId xmlns:a16="http://schemas.microsoft.com/office/drawing/2014/main" id="{04A0ED21-30D7-4172-9548-A2D0F3ABD0DD}"/>
              </a:ext>
            </a:extLst>
          </p:cNvPr>
          <p:cNvSpPr txBox="1">
            <a:spLocks/>
          </p:cNvSpPr>
          <p:nvPr>
            <p:custDataLst>
              <p:tags r:id="rId2"/>
            </p:custDataLst>
          </p:nvPr>
        </p:nvSpPr>
        <p:spPr>
          <a:xfrm>
            <a:off x="0" y="18407"/>
            <a:ext cx="12104370" cy="755489"/>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lang="en-US" sz="2800" b="1" kern="1200" spc="0" baseline="0" dirty="0">
                <a:solidFill>
                  <a:schemeClr val="accent1">
                    <a:lumMod val="75000"/>
                  </a:schemeClr>
                </a:solidFill>
                <a:latin typeface="微软雅黑" panose="020B0503020204020204" pitchFamily="34" charset="-122"/>
                <a:ea typeface="微软雅黑" panose="020B0503020204020204" pitchFamily="34" charset="-122"/>
                <a:cs typeface="Arial" panose="020B0604020202020204" pitchFamily="34" charset="0"/>
              </a:defRPr>
            </a:lvl1pPr>
          </a:lstStyle>
          <a:p>
            <a:r>
              <a:rPr lang="en-US" altLang="zh-CN" sz="3200" dirty="0">
                <a:solidFill>
                  <a:srgbClr val="376092"/>
                </a:solidFill>
              </a:rPr>
              <a:t> Background: decarbonizing China</a:t>
            </a:r>
            <a:r>
              <a:rPr lang="en-US" altLang="zh-CN" sz="3200" dirty="0">
                <a:solidFill>
                  <a:srgbClr val="376092"/>
                </a:solidFill>
                <a:latin typeface="Arial" panose="020B0604020202020204" pitchFamily="34" charset="0"/>
              </a:rPr>
              <a:t>’</a:t>
            </a:r>
            <a:r>
              <a:rPr lang="en-US" altLang="zh-CN" sz="3200" dirty="0">
                <a:solidFill>
                  <a:srgbClr val="376092"/>
                </a:solidFill>
              </a:rPr>
              <a:t>s iron &amp; steel industry</a:t>
            </a:r>
          </a:p>
        </p:txBody>
      </p:sp>
      <p:sp>
        <p:nvSpPr>
          <p:cNvPr id="19" name="文本框 18">
            <a:extLst>
              <a:ext uri="{FF2B5EF4-FFF2-40B4-BE49-F238E27FC236}">
                <a16:creationId xmlns:a16="http://schemas.microsoft.com/office/drawing/2014/main" id="{C6015339-6E61-4A1C-86D5-4B20E2D12F86}"/>
              </a:ext>
            </a:extLst>
          </p:cNvPr>
          <p:cNvSpPr txBox="1"/>
          <p:nvPr/>
        </p:nvSpPr>
        <p:spPr>
          <a:xfrm>
            <a:off x="148590" y="6228401"/>
            <a:ext cx="11955780" cy="400110"/>
          </a:xfrm>
          <a:prstGeom prst="rect">
            <a:avLst/>
          </a:prstGeom>
          <a:solidFill>
            <a:schemeClr val="accent1">
              <a:lumMod val="75000"/>
            </a:schemeClr>
          </a:solidFill>
        </p:spPr>
        <p:txBody>
          <a:bodyPr wrap="square">
            <a:spAutoFit/>
          </a:bodyPr>
          <a:lstStyle/>
          <a:p>
            <a:pPr marL="0" marR="0" lvl="0" indent="0" algn="ctr" defTabSz="914400" rtl="0" eaLnBrk="0" fontAlgn="base" latinLnBrk="0" hangingPunct="0">
              <a:lnSpc>
                <a:spcPct val="100000"/>
              </a:lnSpc>
              <a:spcBef>
                <a:spcPct val="20000"/>
              </a:spcBef>
              <a:spcAft>
                <a:spcPct val="0"/>
              </a:spcAft>
              <a:buClr>
                <a:srgbClr val="E7E6E6"/>
              </a:buClr>
              <a:buSzPct val="75000"/>
              <a:buFont typeface="Wingdings" pitchFamily="2" charset="2"/>
              <a:buNone/>
              <a:tabLst/>
              <a:defRPr/>
            </a:pPr>
            <a:r>
              <a:rPr kumimoji="1" lang="en-US" altLang="zh-CN" sz="2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There are great need </a:t>
            </a:r>
            <a:r>
              <a:rPr kumimoji="1" lang="en-US" altLang="zh-CN"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to</a:t>
            </a:r>
            <a:r>
              <a:rPr kumimoji="1"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a:t>
            </a:r>
            <a:r>
              <a:rPr kumimoji="1" lang="en-US" altLang="zh-CN"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understand</a:t>
            </a:r>
            <a:r>
              <a:rPr kumimoji="1"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a:t>
            </a:r>
            <a:r>
              <a:rPr kumimoji="1" lang="en-US" altLang="zh-CN"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future</a:t>
            </a:r>
            <a:r>
              <a:rPr kumimoji="1"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 </a:t>
            </a:r>
            <a:r>
              <a:rPr kumimoji="1" lang="en-US" altLang="zh-CN"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pitchFamily="34" charset="0"/>
              </a:rPr>
              <a:t>technology choices for the industry.</a:t>
            </a:r>
            <a:endPar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7977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3D130B-99BA-4BB2-80B5-9C601D751EA8}"/>
              </a:ext>
            </a:extLst>
          </p:cNvPr>
          <p:cNvSpPr>
            <a:spLocks noGrp="1"/>
          </p:cNvSpPr>
          <p:nvPr>
            <p:ph type="title"/>
          </p:nvPr>
        </p:nvSpPr>
        <p:spPr>
          <a:xfrm>
            <a:off x="-2" y="49"/>
            <a:ext cx="11932591" cy="755489"/>
          </a:xfrm>
        </p:spPr>
        <p:txBody>
          <a:bodyPr/>
          <a:lstStyle/>
          <a:p>
            <a:r>
              <a:rPr lang="en-US" altLang="zh-CN" sz="3200" dirty="0">
                <a:solidFill>
                  <a:srgbClr val="376092"/>
                </a:solidFill>
                <a:latin typeface="微软雅黑" panose="020B0503020204020204" pitchFamily="34" charset="-122"/>
                <a:ea typeface="微软雅黑" panose="020B0503020204020204" pitchFamily="34" charset="-122"/>
              </a:rPr>
              <a:t> Background:</a:t>
            </a:r>
            <a:r>
              <a:rPr lang="zh-CN" altLang="en-US" sz="3200" dirty="0">
                <a:solidFill>
                  <a:srgbClr val="376092"/>
                </a:solidFill>
                <a:latin typeface="微软雅黑" panose="020B0503020204020204" pitchFamily="34" charset="-122"/>
                <a:ea typeface="微软雅黑" panose="020B0503020204020204" pitchFamily="34" charset="-122"/>
              </a:rPr>
              <a:t> </a:t>
            </a:r>
            <a:r>
              <a:rPr lang="en-US" altLang="zh-CN" dirty="0">
                <a:solidFill>
                  <a:srgbClr val="376092"/>
                </a:solidFill>
                <a:latin typeface="微软雅黑" panose="020B0503020204020204" pitchFamily="34" charset="-122"/>
                <a:ea typeface="微软雅黑" panose="020B0503020204020204" pitchFamily="34" charset="-122"/>
              </a:rPr>
              <a:t>regional capacity layout imbalance and mismatch</a:t>
            </a:r>
            <a:endParaRPr lang="zh-CN" altLang="en-US" sz="3200" dirty="0">
              <a:solidFill>
                <a:srgbClr val="376092"/>
              </a:solidFill>
              <a:latin typeface="微软雅黑" panose="020B0503020204020204" pitchFamily="34" charset="-122"/>
              <a:ea typeface="微软雅黑" panose="020B0503020204020204" pitchFamily="34" charset="-122"/>
            </a:endParaRPr>
          </a:p>
        </p:txBody>
      </p:sp>
      <p:sp>
        <p:nvSpPr>
          <p:cNvPr id="21" name="内容占位符 6">
            <a:extLst>
              <a:ext uri="{FF2B5EF4-FFF2-40B4-BE49-F238E27FC236}">
                <a16:creationId xmlns:a16="http://schemas.microsoft.com/office/drawing/2014/main" id="{36C5677A-E368-4673-A744-DFBBF51F3CF3}"/>
              </a:ext>
            </a:extLst>
          </p:cNvPr>
          <p:cNvSpPr txBox="1">
            <a:spLocks/>
          </p:cNvSpPr>
          <p:nvPr/>
        </p:nvSpPr>
        <p:spPr bwMode="auto">
          <a:xfrm>
            <a:off x="257661" y="930060"/>
            <a:ext cx="11932591" cy="130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Clr>
                <a:schemeClr val="bg2"/>
              </a:buClr>
              <a:buSzPct val="75000"/>
              <a:buFont typeface="Wingdings" pitchFamily="2" charset="2"/>
              <a:buChar char="n"/>
              <a:defRPr sz="2400" b="1" i="0" baseline="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2"/>
              </a:buClr>
              <a:buSzPct val="80000"/>
              <a:buFont typeface="Wingdings" pitchFamily="2" charset="2"/>
              <a:buChar char="¨"/>
              <a:defRPr sz="1800" b="0" i="0" baseline="0">
                <a:solidFill>
                  <a:schemeClr val="tx1"/>
                </a:solidFill>
                <a:latin typeface="+mn-lt"/>
                <a:ea typeface="+mn-ea"/>
              </a:defRPr>
            </a:lvl2pPr>
            <a:lvl3pPr marL="1142971" indent="-228594" algn="l" rtl="0" eaLnBrk="0" fontAlgn="base" hangingPunct="0">
              <a:spcBef>
                <a:spcPct val="20000"/>
              </a:spcBef>
              <a:spcAft>
                <a:spcPct val="0"/>
              </a:spcAft>
              <a:buClr>
                <a:schemeClr val="bg2"/>
              </a:buClr>
              <a:buSzPct val="65000"/>
              <a:buFont typeface="Wingdings" pitchFamily="2" charset="2"/>
              <a:buChar char="n"/>
              <a:defRPr sz="1800" b="0" i="0" baseline="0">
                <a:solidFill>
                  <a:schemeClr val="tx1"/>
                </a:solidFill>
                <a:latin typeface="+mn-lt"/>
                <a:ea typeface="+mn-ea"/>
              </a:defRPr>
            </a:lvl3pPr>
            <a:lvl4pPr marL="1600160" indent="-228594" algn="l" rtl="0" eaLnBrk="0" fontAlgn="base" hangingPunct="0">
              <a:spcBef>
                <a:spcPct val="20000"/>
              </a:spcBef>
              <a:spcAft>
                <a:spcPct val="0"/>
              </a:spcAft>
              <a:buClr>
                <a:schemeClr val="accent2"/>
              </a:buClr>
              <a:buSzPct val="70000"/>
              <a:buFont typeface="Wingdings" pitchFamily="2" charset="2"/>
              <a:buChar char="¨"/>
              <a:defRPr sz="1800" b="0" i="0" baseline="0">
                <a:solidFill>
                  <a:schemeClr val="tx1"/>
                </a:solidFill>
                <a:latin typeface="+mn-lt"/>
                <a:ea typeface="+mn-ea"/>
              </a:defRPr>
            </a:lvl4pPr>
            <a:lvl5pPr marL="2057349" indent="-228594" algn="l" rtl="0" eaLnBrk="0" fontAlgn="base" hangingPunct="0">
              <a:spcBef>
                <a:spcPct val="20000"/>
              </a:spcBef>
              <a:spcAft>
                <a:spcPct val="0"/>
              </a:spcAft>
              <a:buClr>
                <a:schemeClr val="bg2"/>
              </a:buClr>
              <a:buFont typeface="Wingdings" pitchFamily="2" charset="2"/>
              <a:buChar char="§"/>
              <a:defRPr sz="1800" b="0" i="0" baseline="0">
                <a:solidFill>
                  <a:schemeClr val="tx1"/>
                </a:solidFill>
                <a:latin typeface="+mn-lt"/>
                <a:ea typeface="+mn-ea"/>
              </a:defRPr>
            </a:lvl5pPr>
            <a:lvl6pPr marL="2514537"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9pPr>
          </a:lstStyle>
          <a:p>
            <a:pPr>
              <a:spcBef>
                <a:spcPts val="900"/>
              </a:spcBef>
              <a:buClr>
                <a:schemeClr val="tx1"/>
              </a:buClr>
            </a:pPr>
            <a:r>
              <a:rPr lang="en-US" altLang="zh-CN" sz="1800" i="0" dirty="0">
                <a:solidFill>
                  <a:srgbClr val="C00000"/>
                </a:solidFill>
                <a:effectLst/>
                <a:latin typeface="Arial" panose="020B0604020202020204" pitchFamily="34" charset="0"/>
                <a:cs typeface="Arial" panose="020B0604020202020204" pitchFamily="34" charset="0"/>
              </a:rPr>
              <a:t>Regional Supply-Demand Imbalance:</a:t>
            </a:r>
            <a:r>
              <a:rPr lang="en-US" altLang="zh-CN" sz="1800" i="0" dirty="0">
                <a:effectLst/>
                <a:latin typeface="Arial" panose="020B0604020202020204" pitchFamily="34" charset="0"/>
                <a:cs typeface="Arial" panose="020B0604020202020204" pitchFamily="34" charset="0"/>
              </a:rPr>
              <a:t> Currently, more</a:t>
            </a:r>
            <a:r>
              <a:rPr lang="zh-CN" altLang="en-US" sz="1800" i="0" dirty="0">
                <a:effectLst/>
                <a:latin typeface="Arial" panose="020B0604020202020204" pitchFamily="34" charset="0"/>
                <a:cs typeface="Arial" panose="020B0604020202020204" pitchFamily="34" charset="0"/>
              </a:rPr>
              <a:t> </a:t>
            </a:r>
            <a:r>
              <a:rPr lang="en-US" altLang="zh-CN" sz="1800" i="0" dirty="0">
                <a:effectLst/>
                <a:latin typeface="Arial" panose="020B0604020202020204" pitchFamily="34" charset="0"/>
                <a:cs typeface="Arial" panose="020B0604020202020204" pitchFamily="34" charset="0"/>
              </a:rPr>
              <a:t>capacity</a:t>
            </a:r>
            <a:r>
              <a:rPr lang="zh-CN" altLang="en-US" sz="1800" i="0" dirty="0">
                <a:effectLst/>
                <a:latin typeface="Arial" panose="020B0604020202020204" pitchFamily="34" charset="0"/>
                <a:cs typeface="Arial" panose="020B0604020202020204" pitchFamily="34" charset="0"/>
              </a:rPr>
              <a:t> </a:t>
            </a:r>
            <a:r>
              <a:rPr lang="en-US" altLang="zh-CN" sz="1800" i="0" dirty="0">
                <a:effectLst/>
                <a:latin typeface="Arial" panose="020B0604020202020204" pitchFamily="34" charset="0"/>
                <a:cs typeface="Arial" panose="020B0604020202020204" pitchFamily="34" charset="0"/>
              </a:rPr>
              <a:t>in the north and</a:t>
            </a:r>
            <a:r>
              <a:rPr lang="zh-CN" altLang="en-US" sz="1800" i="0" dirty="0">
                <a:effectLst/>
                <a:latin typeface="Arial" panose="020B0604020202020204" pitchFamily="34" charset="0"/>
                <a:cs typeface="Arial" panose="020B0604020202020204" pitchFamily="34" charset="0"/>
              </a:rPr>
              <a:t> </a:t>
            </a:r>
            <a:r>
              <a:rPr lang="en-US" altLang="zh-CN" sz="1800" i="0" dirty="0">
                <a:effectLst/>
                <a:latin typeface="Arial" panose="020B0604020202020204" pitchFamily="34" charset="0"/>
                <a:cs typeface="Arial" panose="020B0604020202020204" pitchFamily="34" charset="0"/>
              </a:rPr>
              <a:t>the</a:t>
            </a:r>
            <a:r>
              <a:rPr lang="zh-CN" altLang="en-US" sz="1800" i="0" dirty="0">
                <a:effectLst/>
                <a:latin typeface="Arial" panose="020B0604020202020204" pitchFamily="34" charset="0"/>
                <a:cs typeface="Arial" panose="020B0604020202020204" pitchFamily="34" charset="0"/>
              </a:rPr>
              <a:t> </a:t>
            </a:r>
            <a:r>
              <a:rPr lang="en-US" altLang="zh-CN" sz="1800" i="0" dirty="0">
                <a:effectLst/>
                <a:latin typeface="Arial" panose="020B0604020202020204" pitchFamily="34" charset="0"/>
                <a:cs typeface="Arial" panose="020B0604020202020204" pitchFamily="34" charset="0"/>
              </a:rPr>
              <a:t>east, an</a:t>
            </a:r>
            <a:r>
              <a:rPr lang="zh-CN" altLang="en-US" sz="1800" i="0" dirty="0">
                <a:effectLst/>
                <a:latin typeface="Arial" panose="020B0604020202020204" pitchFamily="34" charset="0"/>
                <a:cs typeface="Arial" panose="020B0604020202020204" pitchFamily="34" charset="0"/>
              </a:rPr>
              <a:t> </a:t>
            </a:r>
            <a:r>
              <a:rPr lang="en-US" altLang="zh-CN" sz="1800" i="0" dirty="0">
                <a:effectLst/>
                <a:latin typeface="Arial" panose="020B0604020202020204" pitchFamily="34" charset="0"/>
                <a:cs typeface="Arial" panose="020B0604020202020204" pitchFamily="34" charset="0"/>
              </a:rPr>
              <a:t>imbalance</a:t>
            </a:r>
            <a:r>
              <a:rPr lang="zh-CN" altLang="en-US" sz="1800" i="0" dirty="0">
                <a:effectLst/>
                <a:latin typeface="Arial" panose="020B0604020202020204" pitchFamily="34" charset="0"/>
                <a:cs typeface="Arial" panose="020B0604020202020204" pitchFamily="34" charset="0"/>
              </a:rPr>
              <a:t> </a:t>
            </a:r>
            <a:r>
              <a:rPr lang="en-US" altLang="zh-CN" sz="1800" i="0" dirty="0">
                <a:effectLst/>
                <a:latin typeface="Arial" panose="020B0604020202020204" pitchFamily="34" charset="0"/>
                <a:cs typeface="Arial" panose="020B0604020202020204" pitchFamily="34" charset="0"/>
              </a:rPr>
              <a:t>between steel production and consumption across regions.</a:t>
            </a:r>
          </a:p>
          <a:p>
            <a:pPr>
              <a:spcBef>
                <a:spcPts val="900"/>
              </a:spcBef>
              <a:buClr>
                <a:schemeClr val="tx1"/>
              </a:buClr>
            </a:pPr>
            <a:r>
              <a:rPr lang="en-US" altLang="zh-CN" sz="1800" i="0" dirty="0">
                <a:solidFill>
                  <a:srgbClr val="C00000"/>
                </a:solidFill>
                <a:effectLst/>
                <a:latin typeface="Arial" panose="020B0604020202020204" pitchFamily="34" charset="0"/>
                <a:cs typeface="Arial" panose="020B0604020202020204" pitchFamily="34" charset="0"/>
              </a:rPr>
              <a:t>Technology Potential Mismatch</a:t>
            </a:r>
            <a:r>
              <a:rPr lang="en-US" altLang="zh-CN" sz="1800" i="0" dirty="0">
                <a:effectLst/>
                <a:latin typeface="Arial" panose="020B0604020202020204" pitchFamily="34" charset="0"/>
                <a:cs typeface="Arial" panose="020B0604020202020204" pitchFamily="34" charset="0"/>
              </a:rPr>
              <a:t>: Wind</a:t>
            </a:r>
            <a:r>
              <a:rPr lang="en-US" altLang="zh-CN" sz="1800" dirty="0">
                <a:latin typeface="Arial" panose="020B0604020202020204" pitchFamily="34" charset="0"/>
                <a:cs typeface="Arial" panose="020B0604020202020204" pitchFamily="34" charset="0"/>
              </a:rPr>
              <a:t>,</a:t>
            </a:r>
            <a:r>
              <a:rPr lang="en-US" altLang="zh-CN" sz="1800" i="0" dirty="0">
                <a:effectLst/>
                <a:latin typeface="Arial" panose="020B0604020202020204" pitchFamily="34" charset="0"/>
                <a:cs typeface="Arial" panose="020B0604020202020204" pitchFamily="34" charset="0"/>
              </a:rPr>
              <a:t> solar and</a:t>
            </a:r>
            <a:r>
              <a:rPr lang="zh-CN" altLang="en-US" sz="1800" i="0" dirty="0">
                <a:effectLst/>
                <a:latin typeface="Arial" panose="020B0604020202020204" pitchFamily="34" charset="0"/>
                <a:cs typeface="Arial" panose="020B0604020202020204" pitchFamily="34" charset="0"/>
              </a:rPr>
              <a:t> </a:t>
            </a:r>
            <a:r>
              <a:rPr lang="en-US" altLang="zh-CN" sz="1800" i="0" dirty="0">
                <a:effectLst/>
                <a:latin typeface="Arial" panose="020B0604020202020204" pitchFamily="34" charset="0"/>
                <a:cs typeface="Arial" panose="020B0604020202020204" pitchFamily="34" charset="0"/>
              </a:rPr>
              <a:t>CCS</a:t>
            </a:r>
            <a:r>
              <a:rPr lang="zh-CN" altLang="en-US" sz="1800" i="0" dirty="0">
                <a:effectLst/>
                <a:latin typeface="Arial" panose="020B0604020202020204" pitchFamily="34" charset="0"/>
                <a:cs typeface="Arial" panose="020B0604020202020204" pitchFamily="34" charset="0"/>
              </a:rPr>
              <a:t> </a:t>
            </a:r>
            <a:r>
              <a:rPr lang="en-US" altLang="zh-CN" sz="1800" i="0" dirty="0">
                <a:effectLst/>
                <a:latin typeface="Arial" panose="020B0604020202020204" pitchFamily="34" charset="0"/>
                <a:cs typeface="Arial" panose="020B0604020202020204" pitchFamily="34" charset="0"/>
              </a:rPr>
              <a:t>potential</a:t>
            </a:r>
            <a:r>
              <a:rPr lang="zh-CN" altLang="en-US" sz="1800" i="0" dirty="0">
                <a:effectLst/>
                <a:latin typeface="Arial" panose="020B0604020202020204" pitchFamily="34" charset="0"/>
                <a:cs typeface="Arial" panose="020B0604020202020204" pitchFamily="34" charset="0"/>
              </a:rPr>
              <a:t> </a:t>
            </a:r>
            <a:r>
              <a:rPr lang="en-US" altLang="zh-CN" sz="1800" i="0" dirty="0">
                <a:effectLst/>
                <a:latin typeface="Arial" panose="020B0604020202020204" pitchFamily="34" charset="0"/>
                <a:cs typeface="Arial" panose="020B0604020202020204" pitchFamily="34" charset="0"/>
              </a:rPr>
              <a:t>vary significantly by region,</a:t>
            </a:r>
            <a:r>
              <a:rPr lang="zh-CN" altLang="en-US" sz="1800" i="0" dirty="0">
                <a:effectLst/>
                <a:latin typeface="Arial" panose="020B0604020202020204" pitchFamily="34" charset="0"/>
                <a:cs typeface="Arial" panose="020B0604020202020204" pitchFamily="34" charset="0"/>
              </a:rPr>
              <a:t> </a:t>
            </a:r>
            <a:r>
              <a:rPr lang="en-US" altLang="zh-CN" sz="1800" i="0" dirty="0">
                <a:effectLst/>
                <a:latin typeface="Arial" panose="020B0604020202020204" pitchFamily="34" charset="0"/>
                <a:cs typeface="Arial" panose="020B0604020202020204" pitchFamily="34" charset="0"/>
              </a:rPr>
              <a:t>mismatch</a:t>
            </a:r>
            <a:r>
              <a:rPr lang="zh-CN" altLang="en-US" sz="1800" i="0" dirty="0">
                <a:effectLst/>
                <a:latin typeface="Arial" panose="020B0604020202020204" pitchFamily="34" charset="0"/>
                <a:cs typeface="Arial" panose="020B0604020202020204" pitchFamily="34" charset="0"/>
              </a:rPr>
              <a:t> </a:t>
            </a:r>
            <a:r>
              <a:rPr lang="en-US" altLang="zh-CN" sz="1800" i="0" dirty="0">
                <a:effectLst/>
                <a:latin typeface="Arial" panose="020B0604020202020204" pitchFamily="34" charset="0"/>
                <a:cs typeface="Arial" panose="020B0604020202020204" pitchFamily="34" charset="0"/>
              </a:rPr>
              <a:t>between the existing</a:t>
            </a:r>
            <a:r>
              <a:rPr lang="zh-CN" altLang="en-US" sz="1800" i="0" dirty="0">
                <a:effectLst/>
                <a:latin typeface="Arial" panose="020B0604020202020204" pitchFamily="34" charset="0"/>
                <a:cs typeface="Arial" panose="020B0604020202020204" pitchFamily="34" charset="0"/>
              </a:rPr>
              <a:t> </a:t>
            </a:r>
            <a:r>
              <a:rPr lang="en-US" altLang="zh-CN" sz="1800" i="0" dirty="0">
                <a:effectLst/>
                <a:latin typeface="Arial" panose="020B0604020202020204" pitchFamily="34" charset="0"/>
                <a:cs typeface="Arial" panose="020B0604020202020204" pitchFamily="34" charset="0"/>
              </a:rPr>
              <a:t>capacity and</a:t>
            </a:r>
            <a:r>
              <a:rPr lang="zh-CN" altLang="en-US" sz="1800" i="0" dirty="0">
                <a:effectLst/>
                <a:latin typeface="Arial" panose="020B0604020202020204" pitchFamily="34" charset="0"/>
                <a:cs typeface="Arial" panose="020B0604020202020204" pitchFamily="34" charset="0"/>
              </a:rPr>
              <a:t> </a:t>
            </a:r>
            <a:r>
              <a:rPr lang="en-US" altLang="zh-CN" sz="1800" i="0" dirty="0">
                <a:effectLst/>
                <a:latin typeface="Arial" panose="020B0604020202020204" pitchFamily="34" charset="0"/>
                <a:cs typeface="Arial" panose="020B0604020202020204" pitchFamily="34" charset="0"/>
              </a:rPr>
              <a:t>technology potential.</a:t>
            </a:r>
          </a:p>
        </p:txBody>
      </p:sp>
      <p:pic>
        <p:nvPicPr>
          <p:cNvPr id="86" name="Picture 2" descr="Fig. 4">
            <a:extLst>
              <a:ext uri="{FF2B5EF4-FFF2-40B4-BE49-F238E27FC236}">
                <a16:creationId xmlns:a16="http://schemas.microsoft.com/office/drawing/2014/main" id="{D6B839DF-E782-4FFA-A2D9-9606A2BB9E7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626" t="50192"/>
          <a:stretch/>
        </p:blipFill>
        <p:spPr bwMode="auto">
          <a:xfrm>
            <a:off x="6622235" y="3857710"/>
            <a:ext cx="1841781" cy="1081979"/>
          </a:xfrm>
          <a:prstGeom prst="rect">
            <a:avLst/>
          </a:prstGeom>
          <a:noFill/>
          <a:extLst>
            <a:ext uri="{909E8E84-426E-40DD-AFC4-6F175D3DCCD1}">
              <a14:hiddenFill xmlns:a14="http://schemas.microsoft.com/office/drawing/2010/main">
                <a:solidFill>
                  <a:srgbClr val="FFFFFF"/>
                </a:solidFill>
              </a14:hiddenFill>
            </a:ext>
          </a:extLst>
        </p:spPr>
      </p:pic>
      <p:pic>
        <p:nvPicPr>
          <p:cNvPr id="87" name="图片 86">
            <a:extLst>
              <a:ext uri="{FF2B5EF4-FFF2-40B4-BE49-F238E27FC236}">
                <a16:creationId xmlns:a16="http://schemas.microsoft.com/office/drawing/2014/main" id="{E7E65B32-C514-413D-97CD-6FF01F458F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03800" y="2599024"/>
            <a:ext cx="3108755" cy="2339347"/>
          </a:xfrm>
          <a:prstGeom prst="rect">
            <a:avLst/>
          </a:prstGeom>
        </p:spPr>
      </p:pic>
      <p:pic>
        <p:nvPicPr>
          <p:cNvPr id="88" name="Picture 2" descr="Fig. 4">
            <a:extLst>
              <a:ext uri="{FF2B5EF4-FFF2-40B4-BE49-F238E27FC236}">
                <a16:creationId xmlns:a16="http://schemas.microsoft.com/office/drawing/2014/main" id="{75883FB6-5B21-40A3-B29F-7C6D8180868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0192" r="50626"/>
          <a:stretch/>
        </p:blipFill>
        <p:spPr bwMode="auto">
          <a:xfrm>
            <a:off x="6622235" y="2599025"/>
            <a:ext cx="1841781" cy="1081979"/>
          </a:xfrm>
          <a:prstGeom prst="rect">
            <a:avLst/>
          </a:prstGeom>
          <a:noFill/>
          <a:extLst>
            <a:ext uri="{909E8E84-426E-40DD-AFC4-6F175D3DCCD1}">
              <a14:hiddenFill xmlns:a14="http://schemas.microsoft.com/office/drawing/2010/main">
                <a:solidFill>
                  <a:srgbClr val="FFFFFF"/>
                </a:solidFill>
              </a14:hiddenFill>
            </a:ext>
          </a:extLst>
        </p:spPr>
      </p:pic>
      <p:sp>
        <p:nvSpPr>
          <p:cNvPr id="89" name="文本框 88">
            <a:extLst>
              <a:ext uri="{FF2B5EF4-FFF2-40B4-BE49-F238E27FC236}">
                <a16:creationId xmlns:a16="http://schemas.microsoft.com/office/drawing/2014/main" id="{12500BEA-BFDC-4822-B8F1-A3DB6F4B73B3}"/>
              </a:ext>
            </a:extLst>
          </p:cNvPr>
          <p:cNvSpPr txBox="1"/>
          <p:nvPr/>
        </p:nvSpPr>
        <p:spPr>
          <a:xfrm>
            <a:off x="6779460" y="4931985"/>
            <a:ext cx="4833095" cy="584775"/>
          </a:xfrm>
          <a:prstGeom prst="rect">
            <a:avLst/>
          </a:prstGeom>
          <a:noFill/>
        </p:spPr>
        <p:txBody>
          <a:bodyPr wrap="square">
            <a:spAutoFit/>
          </a:bodyPr>
          <a:lstStyle/>
          <a:p>
            <a:pPr algn="ctr"/>
            <a:r>
              <a:rPr lang="en-US" altLang="zh-CN" sz="1600" dirty="0">
                <a:ea typeface="+mn-ea"/>
                <a:cs typeface="Arial" panose="020B0604020202020204" pitchFamily="34" charset="0"/>
              </a:rPr>
              <a:t>Wind, solar generation and carbon storage potential in China</a:t>
            </a:r>
          </a:p>
        </p:txBody>
      </p:sp>
      <p:sp>
        <p:nvSpPr>
          <p:cNvPr id="10" name="矩形 9">
            <a:extLst>
              <a:ext uri="{FF2B5EF4-FFF2-40B4-BE49-F238E27FC236}">
                <a16:creationId xmlns:a16="http://schemas.microsoft.com/office/drawing/2014/main" id="{5A5ADDD8-833D-4329-B0C8-9934857718FE}"/>
              </a:ext>
            </a:extLst>
          </p:cNvPr>
          <p:cNvSpPr/>
          <p:nvPr/>
        </p:nvSpPr>
        <p:spPr>
          <a:xfrm>
            <a:off x="1520581" y="5129370"/>
            <a:ext cx="2794355" cy="338554"/>
          </a:xfrm>
          <a:prstGeom prst="rect">
            <a:avLst/>
          </a:prstGeom>
        </p:spPr>
        <p:txBody>
          <a:bodyPr wrap="none">
            <a:spAutoFit/>
          </a:bodyPr>
          <a:lstStyle/>
          <a:p>
            <a:r>
              <a:rPr lang="en-US" altLang="zh-CN" sz="1600" dirty="0">
                <a:cs typeface="Arial" panose="020B0604020202020204" pitchFamily="34" charset="0"/>
              </a:rPr>
              <a:t>S</a:t>
            </a:r>
            <a:r>
              <a:rPr lang="en-US" altLang="zh-CN" sz="1600" dirty="0">
                <a:ea typeface="+mn-ea"/>
                <a:cs typeface="Arial" panose="020B0604020202020204" pitchFamily="34" charset="0"/>
              </a:rPr>
              <a:t>teel capacity layout in 2020</a:t>
            </a:r>
          </a:p>
        </p:txBody>
      </p:sp>
      <p:grpSp>
        <p:nvGrpSpPr>
          <p:cNvPr id="11" name="组合 10">
            <a:extLst>
              <a:ext uri="{FF2B5EF4-FFF2-40B4-BE49-F238E27FC236}">
                <a16:creationId xmlns:a16="http://schemas.microsoft.com/office/drawing/2014/main" id="{4F46DF48-B375-4216-9B5E-131D0818329E}"/>
              </a:ext>
            </a:extLst>
          </p:cNvPr>
          <p:cNvGrpSpPr>
            <a:grpSpLocks noChangeAspect="1"/>
          </p:cNvGrpSpPr>
          <p:nvPr/>
        </p:nvGrpSpPr>
        <p:grpSpPr>
          <a:xfrm>
            <a:off x="949426" y="2381895"/>
            <a:ext cx="3952773" cy="2941552"/>
            <a:chOff x="3551618" y="4561371"/>
            <a:chExt cx="2141839" cy="1593900"/>
          </a:xfrm>
        </p:grpSpPr>
        <p:grpSp>
          <p:nvGrpSpPr>
            <p:cNvPr id="12" name="组合 11">
              <a:extLst>
                <a:ext uri="{FF2B5EF4-FFF2-40B4-BE49-F238E27FC236}">
                  <a16:creationId xmlns:a16="http://schemas.microsoft.com/office/drawing/2014/main" id="{3DFB775C-C703-492B-B4FC-923C0E95BC8E}"/>
                </a:ext>
              </a:extLst>
            </p:cNvPr>
            <p:cNvGrpSpPr>
              <a:grpSpLocks noChangeAspect="1"/>
            </p:cNvGrpSpPr>
            <p:nvPr/>
          </p:nvGrpSpPr>
          <p:grpSpPr>
            <a:xfrm>
              <a:off x="3653858" y="4561371"/>
              <a:ext cx="1867150" cy="1530540"/>
              <a:chOff x="5746284" y="1079143"/>
              <a:chExt cx="4749451" cy="4840809"/>
            </a:xfrm>
          </p:grpSpPr>
          <p:grpSp>
            <p:nvGrpSpPr>
              <p:cNvPr id="33" name="组合 32">
                <a:extLst>
                  <a:ext uri="{FF2B5EF4-FFF2-40B4-BE49-F238E27FC236}">
                    <a16:creationId xmlns:a16="http://schemas.microsoft.com/office/drawing/2014/main" id="{8A8FEBE1-74E3-48D2-9C1C-B03F62841C5C}"/>
                  </a:ext>
                </a:extLst>
              </p:cNvPr>
              <p:cNvGrpSpPr>
                <a:grpSpLocks noChangeAspect="1"/>
              </p:cNvGrpSpPr>
              <p:nvPr/>
            </p:nvGrpSpPr>
            <p:grpSpPr bwMode="auto">
              <a:xfrm>
                <a:off x="5927469" y="1079143"/>
                <a:ext cx="4568266" cy="4712450"/>
                <a:chOff x="0" y="0"/>
                <a:chExt cx="5029262" cy="4134065"/>
              </a:xfrm>
            </p:grpSpPr>
            <p:sp>
              <p:nvSpPr>
                <p:cNvPr id="35" name="江西">
                  <a:extLst>
                    <a:ext uri="{FF2B5EF4-FFF2-40B4-BE49-F238E27FC236}">
                      <a16:creationId xmlns:a16="http://schemas.microsoft.com/office/drawing/2014/main" id="{021BAEF1-CB70-4D08-A905-9397D8AA2E3D}"/>
                    </a:ext>
                  </a:extLst>
                </p:cNvPr>
                <p:cNvSpPr>
                  <a:spLocks/>
                </p:cNvSpPr>
                <p:nvPr/>
              </p:nvSpPr>
              <p:spPr bwMode="auto">
                <a:xfrm>
                  <a:off x="3486193" y="2752868"/>
                  <a:ext cx="485781" cy="647734"/>
                </a:xfrm>
                <a:custGeom>
                  <a:avLst/>
                  <a:gdLst>
                    <a:gd name="T0" fmla="*/ 2147483646 w 1831"/>
                    <a:gd name="T1" fmla="*/ 2147483646 h 2473"/>
                    <a:gd name="T2" fmla="*/ 2147483646 w 1831"/>
                    <a:gd name="T3" fmla="*/ 2147483646 h 2473"/>
                    <a:gd name="T4" fmla="*/ 2147483646 w 1831"/>
                    <a:gd name="T5" fmla="*/ 2147483646 h 2473"/>
                    <a:gd name="T6" fmla="*/ 2147483646 w 1831"/>
                    <a:gd name="T7" fmla="*/ 2147483646 h 2473"/>
                    <a:gd name="T8" fmla="*/ 2147483646 w 1831"/>
                    <a:gd name="T9" fmla="*/ 2147483646 h 2473"/>
                    <a:gd name="T10" fmla="*/ 2147483646 w 1831"/>
                    <a:gd name="T11" fmla="*/ 2147483646 h 2473"/>
                    <a:gd name="T12" fmla="*/ 2147483646 w 1831"/>
                    <a:gd name="T13" fmla="*/ 2147483646 h 2473"/>
                    <a:gd name="T14" fmla="*/ 2147483646 w 1831"/>
                    <a:gd name="T15" fmla="*/ 2147483646 h 2473"/>
                    <a:gd name="T16" fmla="*/ 2147483646 w 1831"/>
                    <a:gd name="T17" fmla="*/ 2147483646 h 2473"/>
                    <a:gd name="T18" fmla="*/ 2147483646 w 1831"/>
                    <a:gd name="T19" fmla="*/ 2147483646 h 2473"/>
                    <a:gd name="T20" fmla="*/ 2147483646 w 1831"/>
                    <a:gd name="T21" fmla="*/ 2147483646 h 2473"/>
                    <a:gd name="T22" fmla="*/ 2147483646 w 1831"/>
                    <a:gd name="T23" fmla="*/ 2147483646 h 2473"/>
                    <a:gd name="T24" fmla="*/ 2147483646 w 1831"/>
                    <a:gd name="T25" fmla="*/ 2147483646 h 2473"/>
                    <a:gd name="T26" fmla="*/ 2147483646 w 1831"/>
                    <a:gd name="T27" fmla="*/ 2147483646 h 2473"/>
                    <a:gd name="T28" fmla="*/ 2147483646 w 1831"/>
                    <a:gd name="T29" fmla="*/ 2147483646 h 2473"/>
                    <a:gd name="T30" fmla="*/ 2147483646 w 1831"/>
                    <a:gd name="T31" fmla="*/ 2147483646 h 2473"/>
                    <a:gd name="T32" fmla="*/ 2147483646 w 1831"/>
                    <a:gd name="T33" fmla="*/ 2147483646 h 2473"/>
                    <a:gd name="T34" fmla="*/ 2147483646 w 1831"/>
                    <a:gd name="T35" fmla="*/ 2147483646 h 2473"/>
                    <a:gd name="T36" fmla="*/ 2147483646 w 1831"/>
                    <a:gd name="T37" fmla="*/ 2147483646 h 2473"/>
                    <a:gd name="T38" fmla="*/ 2147483646 w 1831"/>
                    <a:gd name="T39" fmla="*/ 2147483646 h 2473"/>
                    <a:gd name="T40" fmla="*/ 2147483646 w 1831"/>
                    <a:gd name="T41" fmla="*/ 2147483646 h 2473"/>
                    <a:gd name="T42" fmla="*/ 2147483646 w 1831"/>
                    <a:gd name="T43" fmla="*/ 2147483646 h 2473"/>
                    <a:gd name="T44" fmla="*/ 2147483646 w 1831"/>
                    <a:gd name="T45" fmla="*/ 2147483646 h 2473"/>
                    <a:gd name="T46" fmla="*/ 2147483646 w 1831"/>
                    <a:gd name="T47" fmla="*/ 2147483646 h 2473"/>
                    <a:gd name="T48" fmla="*/ 2147483646 w 1831"/>
                    <a:gd name="T49" fmla="*/ 2147483646 h 2473"/>
                    <a:gd name="T50" fmla="*/ 2147483646 w 1831"/>
                    <a:gd name="T51" fmla="*/ 2147483646 h 2473"/>
                    <a:gd name="T52" fmla="*/ 2147483646 w 1831"/>
                    <a:gd name="T53" fmla="*/ 2147483646 h 2473"/>
                    <a:gd name="T54" fmla="*/ 2147483646 w 1831"/>
                    <a:gd name="T55" fmla="*/ 2147483646 h 2473"/>
                    <a:gd name="T56" fmla="*/ 2147483646 w 1831"/>
                    <a:gd name="T57" fmla="*/ 2147483646 h 2473"/>
                    <a:gd name="T58" fmla="*/ 2147483646 w 1831"/>
                    <a:gd name="T59" fmla="*/ 2147483646 h 2473"/>
                    <a:gd name="T60" fmla="*/ 2147483646 w 1831"/>
                    <a:gd name="T61" fmla="*/ 2147483646 h 2473"/>
                    <a:gd name="T62" fmla="*/ 2147483646 w 1831"/>
                    <a:gd name="T63" fmla="*/ 2147483646 h 2473"/>
                    <a:gd name="T64" fmla="*/ 2147483646 w 1831"/>
                    <a:gd name="T65" fmla="*/ 2147483646 h 2473"/>
                    <a:gd name="T66" fmla="*/ 2147483646 w 1831"/>
                    <a:gd name="T67" fmla="*/ 2147483646 h 2473"/>
                    <a:gd name="T68" fmla="*/ 2147483646 w 1831"/>
                    <a:gd name="T69" fmla="*/ 2147483646 h 2473"/>
                    <a:gd name="T70" fmla="*/ 2147483646 w 1831"/>
                    <a:gd name="T71" fmla="*/ 2147483646 h 2473"/>
                    <a:gd name="T72" fmla="*/ 2147483646 w 1831"/>
                    <a:gd name="T73" fmla="*/ 2147483646 h 2473"/>
                    <a:gd name="T74" fmla="*/ 2147483646 w 1831"/>
                    <a:gd name="T75" fmla="*/ 2147483646 h 2473"/>
                    <a:gd name="T76" fmla="*/ 2147483646 w 1831"/>
                    <a:gd name="T77" fmla="*/ 2147483646 h 2473"/>
                    <a:gd name="T78" fmla="*/ 2147483646 w 1831"/>
                    <a:gd name="T79" fmla="*/ 2147483646 h 2473"/>
                    <a:gd name="T80" fmla="*/ 2147483646 w 1831"/>
                    <a:gd name="T81" fmla="*/ 2147483646 h 2473"/>
                    <a:gd name="T82" fmla="*/ 2147483646 w 1831"/>
                    <a:gd name="T83" fmla="*/ 2147483646 h 2473"/>
                    <a:gd name="T84" fmla="*/ 2147483646 w 1831"/>
                    <a:gd name="T85" fmla="*/ 2147483646 h 2473"/>
                    <a:gd name="T86" fmla="*/ 2147483646 w 1831"/>
                    <a:gd name="T87" fmla="*/ 2147483646 h 2473"/>
                    <a:gd name="T88" fmla="*/ 2147483646 w 1831"/>
                    <a:gd name="T89" fmla="*/ 2147483646 h 2473"/>
                    <a:gd name="T90" fmla="*/ 2147483646 w 1831"/>
                    <a:gd name="T91" fmla="*/ 2147483646 h 2473"/>
                    <a:gd name="T92" fmla="*/ 2147483646 w 1831"/>
                    <a:gd name="T93" fmla="*/ 2147483646 h 2473"/>
                    <a:gd name="T94" fmla="*/ 2147483646 w 1831"/>
                    <a:gd name="T95" fmla="*/ 2147483646 h 2473"/>
                    <a:gd name="T96" fmla="*/ 2147483646 w 1831"/>
                    <a:gd name="T97" fmla="*/ 2147483646 h 2473"/>
                    <a:gd name="T98" fmla="*/ 2147483646 w 1831"/>
                    <a:gd name="T99" fmla="*/ 2147483646 h 2473"/>
                    <a:gd name="T100" fmla="*/ 2147483646 w 1831"/>
                    <a:gd name="T101" fmla="*/ 2147483646 h 2473"/>
                    <a:gd name="T102" fmla="*/ 2147483646 w 1831"/>
                    <a:gd name="T103" fmla="*/ 2147483646 h 2473"/>
                    <a:gd name="T104" fmla="*/ 2147483646 w 1831"/>
                    <a:gd name="T105" fmla="*/ 2147483646 h 2473"/>
                    <a:gd name="T106" fmla="*/ 2147483646 w 1831"/>
                    <a:gd name="T107" fmla="*/ 2147483646 h 2473"/>
                    <a:gd name="T108" fmla="*/ 2147483646 w 1831"/>
                    <a:gd name="T109" fmla="*/ 2147483646 h 2473"/>
                    <a:gd name="T110" fmla="*/ 2147483646 w 1831"/>
                    <a:gd name="T111" fmla="*/ 2147483646 h 2473"/>
                    <a:gd name="T112" fmla="*/ 2147483646 w 1831"/>
                    <a:gd name="T113" fmla="*/ 2147483646 h 2473"/>
                    <a:gd name="T114" fmla="*/ 2147483646 w 1831"/>
                    <a:gd name="T115" fmla="*/ 2147483646 h 2473"/>
                    <a:gd name="T116" fmla="*/ 2147483646 w 1831"/>
                    <a:gd name="T117" fmla="*/ 2147483646 h 2473"/>
                    <a:gd name="T118" fmla="*/ 2147483646 w 1831"/>
                    <a:gd name="T119" fmla="*/ 2147483646 h 2473"/>
                    <a:gd name="T120" fmla="*/ 2147483646 w 1831"/>
                    <a:gd name="T121" fmla="*/ 2147483646 h 247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831" h="2473">
                      <a:moveTo>
                        <a:pt x="1143" y="19"/>
                      </a:moveTo>
                      <a:lnTo>
                        <a:pt x="1149" y="27"/>
                      </a:lnTo>
                      <a:lnTo>
                        <a:pt x="1157" y="34"/>
                      </a:lnTo>
                      <a:lnTo>
                        <a:pt x="1162" y="36"/>
                      </a:lnTo>
                      <a:lnTo>
                        <a:pt x="1168" y="39"/>
                      </a:lnTo>
                      <a:lnTo>
                        <a:pt x="1174" y="39"/>
                      </a:lnTo>
                      <a:lnTo>
                        <a:pt x="1179" y="39"/>
                      </a:lnTo>
                      <a:lnTo>
                        <a:pt x="1182" y="40"/>
                      </a:lnTo>
                      <a:lnTo>
                        <a:pt x="1186" y="41"/>
                      </a:lnTo>
                      <a:lnTo>
                        <a:pt x="1188" y="44"/>
                      </a:lnTo>
                      <a:lnTo>
                        <a:pt x="1190" y="47"/>
                      </a:lnTo>
                      <a:lnTo>
                        <a:pt x="1191" y="57"/>
                      </a:lnTo>
                      <a:lnTo>
                        <a:pt x="1190" y="66"/>
                      </a:lnTo>
                      <a:lnTo>
                        <a:pt x="1186" y="76"/>
                      </a:lnTo>
                      <a:lnTo>
                        <a:pt x="1181" y="84"/>
                      </a:lnTo>
                      <a:lnTo>
                        <a:pt x="1174" y="92"/>
                      </a:lnTo>
                      <a:lnTo>
                        <a:pt x="1167" y="101"/>
                      </a:lnTo>
                      <a:lnTo>
                        <a:pt x="1159" y="108"/>
                      </a:lnTo>
                      <a:lnTo>
                        <a:pt x="1150" y="114"/>
                      </a:lnTo>
                      <a:lnTo>
                        <a:pt x="1141" y="118"/>
                      </a:lnTo>
                      <a:lnTo>
                        <a:pt x="1131" y="123"/>
                      </a:lnTo>
                      <a:lnTo>
                        <a:pt x="1128" y="127"/>
                      </a:lnTo>
                      <a:lnTo>
                        <a:pt x="1123" y="130"/>
                      </a:lnTo>
                      <a:lnTo>
                        <a:pt x="1121" y="135"/>
                      </a:lnTo>
                      <a:lnTo>
                        <a:pt x="1117" y="140"/>
                      </a:lnTo>
                      <a:lnTo>
                        <a:pt x="1113" y="152"/>
                      </a:lnTo>
                      <a:lnTo>
                        <a:pt x="1109" y="165"/>
                      </a:lnTo>
                      <a:lnTo>
                        <a:pt x="1105" y="177"/>
                      </a:lnTo>
                      <a:lnTo>
                        <a:pt x="1103" y="185"/>
                      </a:lnTo>
                      <a:lnTo>
                        <a:pt x="1103" y="187"/>
                      </a:lnTo>
                      <a:lnTo>
                        <a:pt x="1103" y="190"/>
                      </a:lnTo>
                      <a:lnTo>
                        <a:pt x="1104" y="193"/>
                      </a:lnTo>
                      <a:lnTo>
                        <a:pt x="1105" y="196"/>
                      </a:lnTo>
                      <a:lnTo>
                        <a:pt x="1111" y="202"/>
                      </a:lnTo>
                      <a:lnTo>
                        <a:pt x="1119" y="208"/>
                      </a:lnTo>
                      <a:lnTo>
                        <a:pt x="1124" y="211"/>
                      </a:lnTo>
                      <a:lnTo>
                        <a:pt x="1130" y="212"/>
                      </a:lnTo>
                      <a:lnTo>
                        <a:pt x="1137" y="214"/>
                      </a:lnTo>
                      <a:lnTo>
                        <a:pt x="1144" y="215"/>
                      </a:lnTo>
                      <a:lnTo>
                        <a:pt x="1157" y="216"/>
                      </a:lnTo>
                      <a:lnTo>
                        <a:pt x="1168" y="215"/>
                      </a:lnTo>
                      <a:lnTo>
                        <a:pt x="1175" y="214"/>
                      </a:lnTo>
                      <a:lnTo>
                        <a:pt x="1185" y="210"/>
                      </a:lnTo>
                      <a:lnTo>
                        <a:pt x="1192" y="205"/>
                      </a:lnTo>
                      <a:lnTo>
                        <a:pt x="1200" y="197"/>
                      </a:lnTo>
                      <a:lnTo>
                        <a:pt x="1209" y="186"/>
                      </a:lnTo>
                      <a:lnTo>
                        <a:pt x="1220" y="175"/>
                      </a:lnTo>
                      <a:lnTo>
                        <a:pt x="1226" y="170"/>
                      </a:lnTo>
                      <a:lnTo>
                        <a:pt x="1234" y="166"/>
                      </a:lnTo>
                      <a:lnTo>
                        <a:pt x="1239" y="162"/>
                      </a:lnTo>
                      <a:lnTo>
                        <a:pt x="1245" y="160"/>
                      </a:lnTo>
                      <a:lnTo>
                        <a:pt x="1255" y="158"/>
                      </a:lnTo>
                      <a:lnTo>
                        <a:pt x="1262" y="154"/>
                      </a:lnTo>
                      <a:lnTo>
                        <a:pt x="1266" y="152"/>
                      </a:lnTo>
                      <a:lnTo>
                        <a:pt x="1268" y="148"/>
                      </a:lnTo>
                      <a:lnTo>
                        <a:pt x="1270" y="145"/>
                      </a:lnTo>
                      <a:lnTo>
                        <a:pt x="1273" y="140"/>
                      </a:lnTo>
                      <a:lnTo>
                        <a:pt x="1274" y="130"/>
                      </a:lnTo>
                      <a:lnTo>
                        <a:pt x="1274" y="120"/>
                      </a:lnTo>
                      <a:lnTo>
                        <a:pt x="1274" y="116"/>
                      </a:lnTo>
                      <a:lnTo>
                        <a:pt x="1272" y="113"/>
                      </a:lnTo>
                      <a:lnTo>
                        <a:pt x="1269" y="109"/>
                      </a:lnTo>
                      <a:lnTo>
                        <a:pt x="1267" y="107"/>
                      </a:lnTo>
                      <a:lnTo>
                        <a:pt x="1263" y="105"/>
                      </a:lnTo>
                      <a:lnTo>
                        <a:pt x="1261" y="102"/>
                      </a:lnTo>
                      <a:lnTo>
                        <a:pt x="1260" y="99"/>
                      </a:lnTo>
                      <a:lnTo>
                        <a:pt x="1259" y="96"/>
                      </a:lnTo>
                      <a:lnTo>
                        <a:pt x="1259" y="92"/>
                      </a:lnTo>
                      <a:lnTo>
                        <a:pt x="1259" y="89"/>
                      </a:lnTo>
                      <a:lnTo>
                        <a:pt x="1261" y="85"/>
                      </a:lnTo>
                      <a:lnTo>
                        <a:pt x="1262" y="83"/>
                      </a:lnTo>
                      <a:lnTo>
                        <a:pt x="1275" y="66"/>
                      </a:lnTo>
                      <a:lnTo>
                        <a:pt x="1288" y="53"/>
                      </a:lnTo>
                      <a:lnTo>
                        <a:pt x="1292" y="51"/>
                      </a:lnTo>
                      <a:lnTo>
                        <a:pt x="1295" y="50"/>
                      </a:lnTo>
                      <a:lnTo>
                        <a:pt x="1300" y="50"/>
                      </a:lnTo>
                      <a:lnTo>
                        <a:pt x="1304" y="50"/>
                      </a:lnTo>
                      <a:lnTo>
                        <a:pt x="1308" y="51"/>
                      </a:lnTo>
                      <a:lnTo>
                        <a:pt x="1312" y="52"/>
                      </a:lnTo>
                      <a:lnTo>
                        <a:pt x="1316" y="55"/>
                      </a:lnTo>
                      <a:lnTo>
                        <a:pt x="1319" y="60"/>
                      </a:lnTo>
                      <a:lnTo>
                        <a:pt x="1324" y="70"/>
                      </a:lnTo>
                      <a:lnTo>
                        <a:pt x="1327" y="78"/>
                      </a:lnTo>
                      <a:lnTo>
                        <a:pt x="1330" y="82"/>
                      </a:lnTo>
                      <a:lnTo>
                        <a:pt x="1332" y="85"/>
                      </a:lnTo>
                      <a:lnTo>
                        <a:pt x="1337" y="86"/>
                      </a:lnTo>
                      <a:lnTo>
                        <a:pt x="1342" y="88"/>
                      </a:lnTo>
                      <a:lnTo>
                        <a:pt x="1355" y="88"/>
                      </a:lnTo>
                      <a:lnTo>
                        <a:pt x="1365" y="88"/>
                      </a:lnTo>
                      <a:lnTo>
                        <a:pt x="1371" y="89"/>
                      </a:lnTo>
                      <a:lnTo>
                        <a:pt x="1376" y="91"/>
                      </a:lnTo>
                      <a:lnTo>
                        <a:pt x="1381" y="95"/>
                      </a:lnTo>
                      <a:lnTo>
                        <a:pt x="1386" y="101"/>
                      </a:lnTo>
                      <a:lnTo>
                        <a:pt x="1396" y="115"/>
                      </a:lnTo>
                      <a:lnTo>
                        <a:pt x="1408" y="134"/>
                      </a:lnTo>
                      <a:lnTo>
                        <a:pt x="1420" y="153"/>
                      </a:lnTo>
                      <a:lnTo>
                        <a:pt x="1428" y="168"/>
                      </a:lnTo>
                      <a:lnTo>
                        <a:pt x="1434" y="180"/>
                      </a:lnTo>
                      <a:lnTo>
                        <a:pt x="1442" y="187"/>
                      </a:lnTo>
                      <a:lnTo>
                        <a:pt x="1444" y="190"/>
                      </a:lnTo>
                      <a:lnTo>
                        <a:pt x="1449" y="190"/>
                      </a:lnTo>
                      <a:lnTo>
                        <a:pt x="1453" y="190"/>
                      </a:lnTo>
                      <a:lnTo>
                        <a:pt x="1458" y="189"/>
                      </a:lnTo>
                      <a:lnTo>
                        <a:pt x="1469" y="184"/>
                      </a:lnTo>
                      <a:lnTo>
                        <a:pt x="1477" y="183"/>
                      </a:lnTo>
                      <a:lnTo>
                        <a:pt x="1480" y="183"/>
                      </a:lnTo>
                      <a:lnTo>
                        <a:pt x="1483" y="184"/>
                      </a:lnTo>
                      <a:lnTo>
                        <a:pt x="1486" y="186"/>
                      </a:lnTo>
                      <a:lnTo>
                        <a:pt x="1488" y="190"/>
                      </a:lnTo>
                      <a:lnTo>
                        <a:pt x="1491" y="195"/>
                      </a:lnTo>
                      <a:lnTo>
                        <a:pt x="1494" y="197"/>
                      </a:lnTo>
                      <a:lnTo>
                        <a:pt x="1497" y="199"/>
                      </a:lnTo>
                      <a:lnTo>
                        <a:pt x="1501" y="199"/>
                      </a:lnTo>
                      <a:lnTo>
                        <a:pt x="1508" y="199"/>
                      </a:lnTo>
                      <a:lnTo>
                        <a:pt x="1515" y="197"/>
                      </a:lnTo>
                      <a:lnTo>
                        <a:pt x="1524" y="195"/>
                      </a:lnTo>
                      <a:lnTo>
                        <a:pt x="1533" y="193"/>
                      </a:lnTo>
                      <a:lnTo>
                        <a:pt x="1543" y="193"/>
                      </a:lnTo>
                      <a:lnTo>
                        <a:pt x="1552" y="196"/>
                      </a:lnTo>
                      <a:lnTo>
                        <a:pt x="1557" y="197"/>
                      </a:lnTo>
                      <a:lnTo>
                        <a:pt x="1562" y="197"/>
                      </a:lnTo>
                      <a:lnTo>
                        <a:pt x="1566" y="197"/>
                      </a:lnTo>
                      <a:lnTo>
                        <a:pt x="1571" y="197"/>
                      </a:lnTo>
                      <a:lnTo>
                        <a:pt x="1579" y="195"/>
                      </a:lnTo>
                      <a:lnTo>
                        <a:pt x="1588" y="190"/>
                      </a:lnTo>
                      <a:lnTo>
                        <a:pt x="1597" y="186"/>
                      </a:lnTo>
                      <a:lnTo>
                        <a:pt x="1608" y="183"/>
                      </a:lnTo>
                      <a:lnTo>
                        <a:pt x="1614" y="183"/>
                      </a:lnTo>
                      <a:lnTo>
                        <a:pt x="1621" y="183"/>
                      </a:lnTo>
                      <a:lnTo>
                        <a:pt x="1629" y="184"/>
                      </a:lnTo>
                      <a:lnTo>
                        <a:pt x="1637" y="186"/>
                      </a:lnTo>
                      <a:lnTo>
                        <a:pt x="1651" y="192"/>
                      </a:lnTo>
                      <a:lnTo>
                        <a:pt x="1661" y="197"/>
                      </a:lnTo>
                      <a:lnTo>
                        <a:pt x="1665" y="199"/>
                      </a:lnTo>
                      <a:lnTo>
                        <a:pt x="1667" y="203"/>
                      </a:lnTo>
                      <a:lnTo>
                        <a:pt x="1670" y="206"/>
                      </a:lnTo>
                      <a:lnTo>
                        <a:pt x="1670" y="212"/>
                      </a:lnTo>
                      <a:lnTo>
                        <a:pt x="1671" y="223"/>
                      </a:lnTo>
                      <a:lnTo>
                        <a:pt x="1672" y="231"/>
                      </a:lnTo>
                      <a:lnTo>
                        <a:pt x="1673" y="235"/>
                      </a:lnTo>
                      <a:lnTo>
                        <a:pt x="1676" y="238"/>
                      </a:lnTo>
                      <a:lnTo>
                        <a:pt x="1679" y="241"/>
                      </a:lnTo>
                      <a:lnTo>
                        <a:pt x="1684" y="243"/>
                      </a:lnTo>
                      <a:lnTo>
                        <a:pt x="1694" y="244"/>
                      </a:lnTo>
                      <a:lnTo>
                        <a:pt x="1698" y="246"/>
                      </a:lnTo>
                      <a:lnTo>
                        <a:pt x="1700" y="250"/>
                      </a:lnTo>
                      <a:lnTo>
                        <a:pt x="1697" y="261"/>
                      </a:lnTo>
                      <a:lnTo>
                        <a:pt x="1696" y="271"/>
                      </a:lnTo>
                      <a:lnTo>
                        <a:pt x="1692" y="280"/>
                      </a:lnTo>
                      <a:lnTo>
                        <a:pt x="1690" y="287"/>
                      </a:lnTo>
                      <a:lnTo>
                        <a:pt x="1686" y="292"/>
                      </a:lnTo>
                      <a:lnTo>
                        <a:pt x="1683" y="296"/>
                      </a:lnTo>
                      <a:lnTo>
                        <a:pt x="1679" y="298"/>
                      </a:lnTo>
                      <a:lnTo>
                        <a:pt x="1671" y="301"/>
                      </a:lnTo>
                      <a:lnTo>
                        <a:pt x="1661" y="303"/>
                      </a:lnTo>
                      <a:lnTo>
                        <a:pt x="1657" y="304"/>
                      </a:lnTo>
                      <a:lnTo>
                        <a:pt x="1653" y="305"/>
                      </a:lnTo>
                      <a:lnTo>
                        <a:pt x="1650" y="307"/>
                      </a:lnTo>
                      <a:lnTo>
                        <a:pt x="1647" y="310"/>
                      </a:lnTo>
                      <a:lnTo>
                        <a:pt x="1646" y="312"/>
                      </a:lnTo>
                      <a:lnTo>
                        <a:pt x="1645" y="316"/>
                      </a:lnTo>
                      <a:lnTo>
                        <a:pt x="1645" y="318"/>
                      </a:lnTo>
                      <a:lnTo>
                        <a:pt x="1645" y="322"/>
                      </a:lnTo>
                      <a:lnTo>
                        <a:pt x="1646" y="326"/>
                      </a:lnTo>
                      <a:lnTo>
                        <a:pt x="1646" y="330"/>
                      </a:lnTo>
                      <a:lnTo>
                        <a:pt x="1644" y="334"/>
                      </a:lnTo>
                      <a:lnTo>
                        <a:pt x="1639" y="337"/>
                      </a:lnTo>
                      <a:lnTo>
                        <a:pt x="1637" y="341"/>
                      </a:lnTo>
                      <a:lnTo>
                        <a:pt x="1635" y="347"/>
                      </a:lnTo>
                      <a:lnTo>
                        <a:pt x="1634" y="354"/>
                      </a:lnTo>
                      <a:lnTo>
                        <a:pt x="1634" y="362"/>
                      </a:lnTo>
                      <a:lnTo>
                        <a:pt x="1635" y="372"/>
                      </a:lnTo>
                      <a:lnTo>
                        <a:pt x="1639" y="381"/>
                      </a:lnTo>
                      <a:lnTo>
                        <a:pt x="1642" y="391"/>
                      </a:lnTo>
                      <a:lnTo>
                        <a:pt x="1647" y="400"/>
                      </a:lnTo>
                      <a:lnTo>
                        <a:pt x="1653" y="408"/>
                      </a:lnTo>
                      <a:lnTo>
                        <a:pt x="1659" y="416"/>
                      </a:lnTo>
                      <a:lnTo>
                        <a:pt x="1665" y="420"/>
                      </a:lnTo>
                      <a:lnTo>
                        <a:pt x="1671" y="425"/>
                      </a:lnTo>
                      <a:lnTo>
                        <a:pt x="1677" y="427"/>
                      </a:lnTo>
                      <a:lnTo>
                        <a:pt x="1683" y="430"/>
                      </a:lnTo>
                      <a:lnTo>
                        <a:pt x="1688" y="431"/>
                      </a:lnTo>
                      <a:lnTo>
                        <a:pt x="1694" y="431"/>
                      </a:lnTo>
                      <a:lnTo>
                        <a:pt x="1702" y="433"/>
                      </a:lnTo>
                      <a:lnTo>
                        <a:pt x="1708" y="436"/>
                      </a:lnTo>
                      <a:lnTo>
                        <a:pt x="1710" y="437"/>
                      </a:lnTo>
                      <a:lnTo>
                        <a:pt x="1713" y="439"/>
                      </a:lnTo>
                      <a:lnTo>
                        <a:pt x="1714" y="442"/>
                      </a:lnTo>
                      <a:lnTo>
                        <a:pt x="1714" y="445"/>
                      </a:lnTo>
                      <a:lnTo>
                        <a:pt x="1714" y="451"/>
                      </a:lnTo>
                      <a:lnTo>
                        <a:pt x="1714" y="456"/>
                      </a:lnTo>
                      <a:lnTo>
                        <a:pt x="1714" y="458"/>
                      </a:lnTo>
                      <a:lnTo>
                        <a:pt x="1715" y="460"/>
                      </a:lnTo>
                      <a:lnTo>
                        <a:pt x="1716" y="460"/>
                      </a:lnTo>
                      <a:lnTo>
                        <a:pt x="1719" y="460"/>
                      </a:lnTo>
                      <a:lnTo>
                        <a:pt x="1723" y="457"/>
                      </a:lnTo>
                      <a:lnTo>
                        <a:pt x="1727" y="456"/>
                      </a:lnTo>
                      <a:lnTo>
                        <a:pt x="1729" y="457"/>
                      </a:lnTo>
                      <a:lnTo>
                        <a:pt x="1732" y="457"/>
                      </a:lnTo>
                      <a:lnTo>
                        <a:pt x="1734" y="460"/>
                      </a:lnTo>
                      <a:lnTo>
                        <a:pt x="1736" y="462"/>
                      </a:lnTo>
                      <a:lnTo>
                        <a:pt x="1741" y="469"/>
                      </a:lnTo>
                      <a:lnTo>
                        <a:pt x="1746" y="477"/>
                      </a:lnTo>
                      <a:lnTo>
                        <a:pt x="1753" y="486"/>
                      </a:lnTo>
                      <a:lnTo>
                        <a:pt x="1763" y="493"/>
                      </a:lnTo>
                      <a:lnTo>
                        <a:pt x="1767" y="496"/>
                      </a:lnTo>
                      <a:lnTo>
                        <a:pt x="1772" y="501"/>
                      </a:lnTo>
                      <a:lnTo>
                        <a:pt x="1776" y="507"/>
                      </a:lnTo>
                      <a:lnTo>
                        <a:pt x="1780" y="513"/>
                      </a:lnTo>
                      <a:lnTo>
                        <a:pt x="1786" y="527"/>
                      </a:lnTo>
                      <a:lnTo>
                        <a:pt x="1791" y="542"/>
                      </a:lnTo>
                      <a:lnTo>
                        <a:pt x="1792" y="548"/>
                      </a:lnTo>
                      <a:lnTo>
                        <a:pt x="1795" y="552"/>
                      </a:lnTo>
                      <a:lnTo>
                        <a:pt x="1797" y="557"/>
                      </a:lnTo>
                      <a:lnTo>
                        <a:pt x="1799" y="559"/>
                      </a:lnTo>
                      <a:lnTo>
                        <a:pt x="1805" y="567"/>
                      </a:lnTo>
                      <a:lnTo>
                        <a:pt x="1815" y="575"/>
                      </a:lnTo>
                      <a:lnTo>
                        <a:pt x="1818" y="581"/>
                      </a:lnTo>
                      <a:lnTo>
                        <a:pt x="1821" y="587"/>
                      </a:lnTo>
                      <a:lnTo>
                        <a:pt x="1822" y="592"/>
                      </a:lnTo>
                      <a:lnTo>
                        <a:pt x="1822" y="597"/>
                      </a:lnTo>
                      <a:lnTo>
                        <a:pt x="1821" y="608"/>
                      </a:lnTo>
                      <a:lnTo>
                        <a:pt x="1817" y="619"/>
                      </a:lnTo>
                      <a:lnTo>
                        <a:pt x="1816" y="625"/>
                      </a:lnTo>
                      <a:lnTo>
                        <a:pt x="1817" y="632"/>
                      </a:lnTo>
                      <a:lnTo>
                        <a:pt x="1817" y="638"/>
                      </a:lnTo>
                      <a:lnTo>
                        <a:pt x="1818" y="645"/>
                      </a:lnTo>
                      <a:lnTo>
                        <a:pt x="1822" y="658"/>
                      </a:lnTo>
                      <a:lnTo>
                        <a:pt x="1823" y="670"/>
                      </a:lnTo>
                      <a:lnTo>
                        <a:pt x="1826" y="679"/>
                      </a:lnTo>
                      <a:lnTo>
                        <a:pt x="1828" y="689"/>
                      </a:lnTo>
                      <a:lnTo>
                        <a:pt x="1830" y="694"/>
                      </a:lnTo>
                      <a:lnTo>
                        <a:pt x="1830" y="697"/>
                      </a:lnTo>
                      <a:lnTo>
                        <a:pt x="1831" y="703"/>
                      </a:lnTo>
                      <a:lnTo>
                        <a:pt x="1830" y="708"/>
                      </a:lnTo>
                      <a:lnTo>
                        <a:pt x="1829" y="715"/>
                      </a:lnTo>
                      <a:lnTo>
                        <a:pt x="1827" y="720"/>
                      </a:lnTo>
                      <a:lnTo>
                        <a:pt x="1823" y="725"/>
                      </a:lnTo>
                      <a:lnTo>
                        <a:pt x="1820" y="728"/>
                      </a:lnTo>
                      <a:lnTo>
                        <a:pt x="1810" y="734"/>
                      </a:lnTo>
                      <a:lnTo>
                        <a:pt x="1801" y="739"/>
                      </a:lnTo>
                      <a:lnTo>
                        <a:pt x="1797" y="741"/>
                      </a:lnTo>
                      <a:lnTo>
                        <a:pt x="1793" y="745"/>
                      </a:lnTo>
                      <a:lnTo>
                        <a:pt x="1791" y="747"/>
                      </a:lnTo>
                      <a:lnTo>
                        <a:pt x="1789" y="751"/>
                      </a:lnTo>
                      <a:lnTo>
                        <a:pt x="1787" y="756"/>
                      </a:lnTo>
                      <a:lnTo>
                        <a:pt x="1787" y="759"/>
                      </a:lnTo>
                      <a:lnTo>
                        <a:pt x="1789" y="764"/>
                      </a:lnTo>
                      <a:lnTo>
                        <a:pt x="1792" y="770"/>
                      </a:lnTo>
                      <a:lnTo>
                        <a:pt x="1796" y="776"/>
                      </a:lnTo>
                      <a:lnTo>
                        <a:pt x="1798" y="782"/>
                      </a:lnTo>
                      <a:lnTo>
                        <a:pt x="1799" y="789"/>
                      </a:lnTo>
                      <a:lnTo>
                        <a:pt x="1801" y="796"/>
                      </a:lnTo>
                      <a:lnTo>
                        <a:pt x="1801" y="802"/>
                      </a:lnTo>
                      <a:lnTo>
                        <a:pt x="1801" y="808"/>
                      </a:lnTo>
                      <a:lnTo>
                        <a:pt x="1798" y="814"/>
                      </a:lnTo>
                      <a:lnTo>
                        <a:pt x="1796" y="817"/>
                      </a:lnTo>
                      <a:lnTo>
                        <a:pt x="1791" y="821"/>
                      </a:lnTo>
                      <a:lnTo>
                        <a:pt x="1786" y="823"/>
                      </a:lnTo>
                      <a:lnTo>
                        <a:pt x="1779" y="826"/>
                      </a:lnTo>
                      <a:lnTo>
                        <a:pt x="1772" y="828"/>
                      </a:lnTo>
                      <a:lnTo>
                        <a:pt x="1755" y="833"/>
                      </a:lnTo>
                      <a:lnTo>
                        <a:pt x="1740" y="836"/>
                      </a:lnTo>
                      <a:lnTo>
                        <a:pt x="1733" y="839"/>
                      </a:lnTo>
                      <a:lnTo>
                        <a:pt x="1726" y="841"/>
                      </a:lnTo>
                      <a:lnTo>
                        <a:pt x="1721" y="845"/>
                      </a:lnTo>
                      <a:lnTo>
                        <a:pt x="1716" y="848"/>
                      </a:lnTo>
                      <a:lnTo>
                        <a:pt x="1713" y="852"/>
                      </a:lnTo>
                      <a:lnTo>
                        <a:pt x="1709" y="857"/>
                      </a:lnTo>
                      <a:lnTo>
                        <a:pt x="1707" y="863"/>
                      </a:lnTo>
                      <a:lnTo>
                        <a:pt x="1705" y="867"/>
                      </a:lnTo>
                      <a:lnTo>
                        <a:pt x="1704" y="872"/>
                      </a:lnTo>
                      <a:lnTo>
                        <a:pt x="1703" y="874"/>
                      </a:lnTo>
                      <a:lnTo>
                        <a:pt x="1701" y="877"/>
                      </a:lnTo>
                      <a:lnTo>
                        <a:pt x="1697" y="877"/>
                      </a:lnTo>
                      <a:lnTo>
                        <a:pt x="1690" y="877"/>
                      </a:lnTo>
                      <a:lnTo>
                        <a:pt x="1682" y="873"/>
                      </a:lnTo>
                      <a:lnTo>
                        <a:pt x="1676" y="873"/>
                      </a:lnTo>
                      <a:lnTo>
                        <a:pt x="1670" y="873"/>
                      </a:lnTo>
                      <a:lnTo>
                        <a:pt x="1663" y="874"/>
                      </a:lnTo>
                      <a:lnTo>
                        <a:pt x="1656" y="877"/>
                      </a:lnTo>
                      <a:lnTo>
                        <a:pt x="1647" y="879"/>
                      </a:lnTo>
                      <a:lnTo>
                        <a:pt x="1639" y="883"/>
                      </a:lnTo>
                      <a:lnTo>
                        <a:pt x="1632" y="887"/>
                      </a:lnTo>
                      <a:lnTo>
                        <a:pt x="1625" y="892"/>
                      </a:lnTo>
                      <a:lnTo>
                        <a:pt x="1618" y="897"/>
                      </a:lnTo>
                      <a:lnTo>
                        <a:pt x="1612" y="903"/>
                      </a:lnTo>
                      <a:lnTo>
                        <a:pt x="1606" y="909"/>
                      </a:lnTo>
                      <a:lnTo>
                        <a:pt x="1601" y="915"/>
                      </a:lnTo>
                      <a:lnTo>
                        <a:pt x="1597" y="921"/>
                      </a:lnTo>
                      <a:lnTo>
                        <a:pt x="1595" y="927"/>
                      </a:lnTo>
                      <a:lnTo>
                        <a:pt x="1593" y="931"/>
                      </a:lnTo>
                      <a:lnTo>
                        <a:pt x="1593" y="936"/>
                      </a:lnTo>
                      <a:lnTo>
                        <a:pt x="1591" y="940"/>
                      </a:lnTo>
                      <a:lnTo>
                        <a:pt x="1589" y="945"/>
                      </a:lnTo>
                      <a:lnTo>
                        <a:pt x="1585" y="948"/>
                      </a:lnTo>
                      <a:lnTo>
                        <a:pt x="1582" y="952"/>
                      </a:lnTo>
                      <a:lnTo>
                        <a:pt x="1577" y="954"/>
                      </a:lnTo>
                      <a:lnTo>
                        <a:pt x="1571" y="955"/>
                      </a:lnTo>
                      <a:lnTo>
                        <a:pt x="1565" y="956"/>
                      </a:lnTo>
                      <a:lnTo>
                        <a:pt x="1559" y="955"/>
                      </a:lnTo>
                      <a:lnTo>
                        <a:pt x="1552" y="953"/>
                      </a:lnTo>
                      <a:lnTo>
                        <a:pt x="1546" y="948"/>
                      </a:lnTo>
                      <a:lnTo>
                        <a:pt x="1540" y="943"/>
                      </a:lnTo>
                      <a:lnTo>
                        <a:pt x="1535" y="939"/>
                      </a:lnTo>
                      <a:lnTo>
                        <a:pt x="1526" y="925"/>
                      </a:lnTo>
                      <a:lnTo>
                        <a:pt x="1519" y="914"/>
                      </a:lnTo>
                      <a:lnTo>
                        <a:pt x="1514" y="908"/>
                      </a:lnTo>
                      <a:lnTo>
                        <a:pt x="1511" y="903"/>
                      </a:lnTo>
                      <a:lnTo>
                        <a:pt x="1506" y="901"/>
                      </a:lnTo>
                      <a:lnTo>
                        <a:pt x="1501" y="898"/>
                      </a:lnTo>
                      <a:lnTo>
                        <a:pt x="1497" y="897"/>
                      </a:lnTo>
                      <a:lnTo>
                        <a:pt x="1493" y="897"/>
                      </a:lnTo>
                      <a:lnTo>
                        <a:pt x="1488" y="898"/>
                      </a:lnTo>
                      <a:lnTo>
                        <a:pt x="1483" y="899"/>
                      </a:lnTo>
                      <a:lnTo>
                        <a:pt x="1474" y="906"/>
                      </a:lnTo>
                      <a:lnTo>
                        <a:pt x="1463" y="915"/>
                      </a:lnTo>
                      <a:lnTo>
                        <a:pt x="1452" y="924"/>
                      </a:lnTo>
                      <a:lnTo>
                        <a:pt x="1444" y="933"/>
                      </a:lnTo>
                      <a:lnTo>
                        <a:pt x="1437" y="937"/>
                      </a:lnTo>
                      <a:lnTo>
                        <a:pt x="1430" y="941"/>
                      </a:lnTo>
                      <a:lnTo>
                        <a:pt x="1421" y="942"/>
                      </a:lnTo>
                      <a:lnTo>
                        <a:pt x="1414" y="943"/>
                      </a:lnTo>
                      <a:lnTo>
                        <a:pt x="1411" y="943"/>
                      </a:lnTo>
                      <a:lnTo>
                        <a:pt x="1408" y="947"/>
                      </a:lnTo>
                      <a:lnTo>
                        <a:pt x="1406" y="952"/>
                      </a:lnTo>
                      <a:lnTo>
                        <a:pt x="1405" y="958"/>
                      </a:lnTo>
                      <a:lnTo>
                        <a:pt x="1404" y="972"/>
                      </a:lnTo>
                      <a:lnTo>
                        <a:pt x="1402" y="985"/>
                      </a:lnTo>
                      <a:lnTo>
                        <a:pt x="1400" y="992"/>
                      </a:lnTo>
                      <a:lnTo>
                        <a:pt x="1396" y="998"/>
                      </a:lnTo>
                      <a:lnTo>
                        <a:pt x="1390" y="1004"/>
                      </a:lnTo>
                      <a:lnTo>
                        <a:pt x="1385" y="1009"/>
                      </a:lnTo>
                      <a:lnTo>
                        <a:pt x="1371" y="1017"/>
                      </a:lnTo>
                      <a:lnTo>
                        <a:pt x="1362" y="1022"/>
                      </a:lnTo>
                      <a:lnTo>
                        <a:pt x="1354" y="1025"/>
                      </a:lnTo>
                      <a:lnTo>
                        <a:pt x="1346" y="1028"/>
                      </a:lnTo>
                      <a:lnTo>
                        <a:pt x="1344" y="1030"/>
                      </a:lnTo>
                      <a:lnTo>
                        <a:pt x="1342" y="1034"/>
                      </a:lnTo>
                      <a:lnTo>
                        <a:pt x="1341" y="1036"/>
                      </a:lnTo>
                      <a:lnTo>
                        <a:pt x="1339" y="1041"/>
                      </a:lnTo>
                      <a:lnTo>
                        <a:pt x="1339" y="1044"/>
                      </a:lnTo>
                      <a:lnTo>
                        <a:pt x="1338" y="1047"/>
                      </a:lnTo>
                      <a:lnTo>
                        <a:pt x="1337" y="1049"/>
                      </a:lnTo>
                      <a:lnTo>
                        <a:pt x="1335" y="1050"/>
                      </a:lnTo>
                      <a:lnTo>
                        <a:pt x="1329" y="1050"/>
                      </a:lnTo>
                      <a:lnTo>
                        <a:pt x="1323" y="1049"/>
                      </a:lnTo>
                      <a:lnTo>
                        <a:pt x="1316" y="1047"/>
                      </a:lnTo>
                      <a:lnTo>
                        <a:pt x="1311" y="1046"/>
                      </a:lnTo>
                      <a:lnTo>
                        <a:pt x="1308" y="1047"/>
                      </a:lnTo>
                      <a:lnTo>
                        <a:pt x="1307" y="1049"/>
                      </a:lnTo>
                      <a:lnTo>
                        <a:pt x="1306" y="1053"/>
                      </a:lnTo>
                      <a:lnTo>
                        <a:pt x="1305" y="1059"/>
                      </a:lnTo>
                      <a:lnTo>
                        <a:pt x="1305" y="1065"/>
                      </a:lnTo>
                      <a:lnTo>
                        <a:pt x="1306" y="1071"/>
                      </a:lnTo>
                      <a:lnTo>
                        <a:pt x="1307" y="1076"/>
                      </a:lnTo>
                      <a:lnTo>
                        <a:pt x="1310" y="1081"/>
                      </a:lnTo>
                      <a:lnTo>
                        <a:pt x="1312" y="1086"/>
                      </a:lnTo>
                      <a:lnTo>
                        <a:pt x="1316" y="1088"/>
                      </a:lnTo>
                      <a:lnTo>
                        <a:pt x="1319" y="1091"/>
                      </a:lnTo>
                      <a:lnTo>
                        <a:pt x="1324" y="1091"/>
                      </a:lnTo>
                      <a:lnTo>
                        <a:pt x="1329" y="1091"/>
                      </a:lnTo>
                      <a:lnTo>
                        <a:pt x="1332" y="1092"/>
                      </a:lnTo>
                      <a:lnTo>
                        <a:pt x="1335" y="1094"/>
                      </a:lnTo>
                      <a:lnTo>
                        <a:pt x="1337" y="1098"/>
                      </a:lnTo>
                      <a:lnTo>
                        <a:pt x="1339" y="1105"/>
                      </a:lnTo>
                      <a:lnTo>
                        <a:pt x="1344" y="1113"/>
                      </a:lnTo>
                      <a:lnTo>
                        <a:pt x="1348" y="1120"/>
                      </a:lnTo>
                      <a:lnTo>
                        <a:pt x="1350" y="1128"/>
                      </a:lnTo>
                      <a:lnTo>
                        <a:pt x="1351" y="1137"/>
                      </a:lnTo>
                      <a:lnTo>
                        <a:pt x="1350" y="1149"/>
                      </a:lnTo>
                      <a:lnTo>
                        <a:pt x="1351" y="1156"/>
                      </a:lnTo>
                      <a:lnTo>
                        <a:pt x="1352" y="1163"/>
                      </a:lnTo>
                      <a:lnTo>
                        <a:pt x="1355" y="1169"/>
                      </a:lnTo>
                      <a:lnTo>
                        <a:pt x="1358" y="1175"/>
                      </a:lnTo>
                      <a:lnTo>
                        <a:pt x="1364" y="1186"/>
                      </a:lnTo>
                      <a:lnTo>
                        <a:pt x="1369" y="1196"/>
                      </a:lnTo>
                      <a:lnTo>
                        <a:pt x="1370" y="1202"/>
                      </a:lnTo>
                      <a:lnTo>
                        <a:pt x="1369" y="1207"/>
                      </a:lnTo>
                      <a:lnTo>
                        <a:pt x="1367" y="1212"/>
                      </a:lnTo>
                      <a:lnTo>
                        <a:pt x="1364" y="1217"/>
                      </a:lnTo>
                      <a:lnTo>
                        <a:pt x="1357" y="1227"/>
                      </a:lnTo>
                      <a:lnTo>
                        <a:pt x="1349" y="1238"/>
                      </a:lnTo>
                      <a:lnTo>
                        <a:pt x="1342" y="1251"/>
                      </a:lnTo>
                      <a:lnTo>
                        <a:pt x="1336" y="1267"/>
                      </a:lnTo>
                      <a:lnTo>
                        <a:pt x="1330" y="1280"/>
                      </a:lnTo>
                      <a:lnTo>
                        <a:pt x="1324" y="1290"/>
                      </a:lnTo>
                      <a:lnTo>
                        <a:pt x="1317" y="1299"/>
                      </a:lnTo>
                      <a:lnTo>
                        <a:pt x="1307" y="1307"/>
                      </a:lnTo>
                      <a:lnTo>
                        <a:pt x="1302" y="1311"/>
                      </a:lnTo>
                      <a:lnTo>
                        <a:pt x="1298" y="1314"/>
                      </a:lnTo>
                      <a:lnTo>
                        <a:pt x="1294" y="1315"/>
                      </a:lnTo>
                      <a:lnTo>
                        <a:pt x="1289" y="1317"/>
                      </a:lnTo>
                      <a:lnTo>
                        <a:pt x="1281" y="1317"/>
                      </a:lnTo>
                      <a:lnTo>
                        <a:pt x="1274" y="1318"/>
                      </a:lnTo>
                      <a:lnTo>
                        <a:pt x="1266" y="1320"/>
                      </a:lnTo>
                      <a:lnTo>
                        <a:pt x="1255" y="1324"/>
                      </a:lnTo>
                      <a:lnTo>
                        <a:pt x="1243" y="1328"/>
                      </a:lnTo>
                      <a:lnTo>
                        <a:pt x="1231" y="1332"/>
                      </a:lnTo>
                      <a:lnTo>
                        <a:pt x="1217" y="1337"/>
                      </a:lnTo>
                      <a:lnTo>
                        <a:pt x="1201" y="1342"/>
                      </a:lnTo>
                      <a:lnTo>
                        <a:pt x="1193" y="1346"/>
                      </a:lnTo>
                      <a:lnTo>
                        <a:pt x="1185" y="1352"/>
                      </a:lnTo>
                      <a:lnTo>
                        <a:pt x="1176" y="1361"/>
                      </a:lnTo>
                      <a:lnTo>
                        <a:pt x="1169" y="1369"/>
                      </a:lnTo>
                      <a:lnTo>
                        <a:pt x="1157" y="1387"/>
                      </a:lnTo>
                      <a:lnTo>
                        <a:pt x="1150" y="1399"/>
                      </a:lnTo>
                      <a:lnTo>
                        <a:pt x="1149" y="1404"/>
                      </a:lnTo>
                      <a:lnTo>
                        <a:pt x="1148" y="1410"/>
                      </a:lnTo>
                      <a:lnTo>
                        <a:pt x="1147" y="1418"/>
                      </a:lnTo>
                      <a:lnTo>
                        <a:pt x="1147" y="1425"/>
                      </a:lnTo>
                      <a:lnTo>
                        <a:pt x="1146" y="1439"/>
                      </a:lnTo>
                      <a:lnTo>
                        <a:pt x="1143" y="1450"/>
                      </a:lnTo>
                      <a:lnTo>
                        <a:pt x="1142" y="1454"/>
                      </a:lnTo>
                      <a:lnTo>
                        <a:pt x="1141" y="1459"/>
                      </a:lnTo>
                      <a:lnTo>
                        <a:pt x="1140" y="1464"/>
                      </a:lnTo>
                      <a:lnTo>
                        <a:pt x="1141" y="1469"/>
                      </a:lnTo>
                      <a:lnTo>
                        <a:pt x="1141" y="1475"/>
                      </a:lnTo>
                      <a:lnTo>
                        <a:pt x="1143" y="1478"/>
                      </a:lnTo>
                      <a:lnTo>
                        <a:pt x="1144" y="1483"/>
                      </a:lnTo>
                      <a:lnTo>
                        <a:pt x="1148" y="1485"/>
                      </a:lnTo>
                      <a:lnTo>
                        <a:pt x="1153" y="1491"/>
                      </a:lnTo>
                      <a:lnTo>
                        <a:pt x="1155" y="1498"/>
                      </a:lnTo>
                      <a:lnTo>
                        <a:pt x="1157" y="1508"/>
                      </a:lnTo>
                      <a:lnTo>
                        <a:pt x="1159" y="1520"/>
                      </a:lnTo>
                      <a:lnTo>
                        <a:pt x="1160" y="1526"/>
                      </a:lnTo>
                      <a:lnTo>
                        <a:pt x="1162" y="1532"/>
                      </a:lnTo>
                      <a:lnTo>
                        <a:pt x="1166" y="1536"/>
                      </a:lnTo>
                      <a:lnTo>
                        <a:pt x="1169" y="1541"/>
                      </a:lnTo>
                      <a:lnTo>
                        <a:pt x="1178" y="1551"/>
                      </a:lnTo>
                      <a:lnTo>
                        <a:pt x="1185" y="1558"/>
                      </a:lnTo>
                      <a:lnTo>
                        <a:pt x="1187" y="1561"/>
                      </a:lnTo>
                      <a:lnTo>
                        <a:pt x="1188" y="1566"/>
                      </a:lnTo>
                      <a:lnTo>
                        <a:pt x="1190" y="1571"/>
                      </a:lnTo>
                      <a:lnTo>
                        <a:pt x="1188" y="1576"/>
                      </a:lnTo>
                      <a:lnTo>
                        <a:pt x="1185" y="1585"/>
                      </a:lnTo>
                      <a:lnTo>
                        <a:pt x="1181" y="1595"/>
                      </a:lnTo>
                      <a:lnTo>
                        <a:pt x="1180" y="1598"/>
                      </a:lnTo>
                      <a:lnTo>
                        <a:pt x="1178" y="1602"/>
                      </a:lnTo>
                      <a:lnTo>
                        <a:pt x="1176" y="1604"/>
                      </a:lnTo>
                      <a:lnTo>
                        <a:pt x="1174" y="1604"/>
                      </a:lnTo>
                      <a:lnTo>
                        <a:pt x="1172" y="1604"/>
                      </a:lnTo>
                      <a:lnTo>
                        <a:pt x="1169" y="1603"/>
                      </a:lnTo>
                      <a:lnTo>
                        <a:pt x="1167" y="1601"/>
                      </a:lnTo>
                      <a:lnTo>
                        <a:pt x="1165" y="1597"/>
                      </a:lnTo>
                      <a:lnTo>
                        <a:pt x="1161" y="1595"/>
                      </a:lnTo>
                      <a:lnTo>
                        <a:pt x="1157" y="1592"/>
                      </a:lnTo>
                      <a:lnTo>
                        <a:pt x="1154" y="1592"/>
                      </a:lnTo>
                      <a:lnTo>
                        <a:pt x="1150" y="1592"/>
                      </a:lnTo>
                      <a:lnTo>
                        <a:pt x="1147" y="1595"/>
                      </a:lnTo>
                      <a:lnTo>
                        <a:pt x="1143" y="1598"/>
                      </a:lnTo>
                      <a:lnTo>
                        <a:pt x="1140" y="1602"/>
                      </a:lnTo>
                      <a:lnTo>
                        <a:pt x="1137" y="1608"/>
                      </a:lnTo>
                      <a:lnTo>
                        <a:pt x="1130" y="1622"/>
                      </a:lnTo>
                      <a:lnTo>
                        <a:pt x="1122" y="1640"/>
                      </a:lnTo>
                      <a:lnTo>
                        <a:pt x="1118" y="1651"/>
                      </a:lnTo>
                      <a:lnTo>
                        <a:pt x="1115" y="1660"/>
                      </a:lnTo>
                      <a:lnTo>
                        <a:pt x="1112" y="1670"/>
                      </a:lnTo>
                      <a:lnTo>
                        <a:pt x="1111" y="1678"/>
                      </a:lnTo>
                      <a:lnTo>
                        <a:pt x="1110" y="1685"/>
                      </a:lnTo>
                      <a:lnTo>
                        <a:pt x="1111" y="1690"/>
                      </a:lnTo>
                      <a:lnTo>
                        <a:pt x="1111" y="1693"/>
                      </a:lnTo>
                      <a:lnTo>
                        <a:pt x="1113" y="1696"/>
                      </a:lnTo>
                      <a:lnTo>
                        <a:pt x="1115" y="1698"/>
                      </a:lnTo>
                      <a:lnTo>
                        <a:pt x="1118" y="1699"/>
                      </a:lnTo>
                      <a:lnTo>
                        <a:pt x="1122" y="1699"/>
                      </a:lnTo>
                      <a:lnTo>
                        <a:pt x="1125" y="1699"/>
                      </a:lnTo>
                      <a:lnTo>
                        <a:pt x="1134" y="1700"/>
                      </a:lnTo>
                      <a:lnTo>
                        <a:pt x="1140" y="1703"/>
                      </a:lnTo>
                      <a:lnTo>
                        <a:pt x="1142" y="1705"/>
                      </a:lnTo>
                      <a:lnTo>
                        <a:pt x="1143" y="1708"/>
                      </a:lnTo>
                      <a:lnTo>
                        <a:pt x="1143" y="1711"/>
                      </a:lnTo>
                      <a:lnTo>
                        <a:pt x="1142" y="1716"/>
                      </a:lnTo>
                      <a:lnTo>
                        <a:pt x="1138" y="1725"/>
                      </a:lnTo>
                      <a:lnTo>
                        <a:pt x="1132" y="1733"/>
                      </a:lnTo>
                      <a:lnTo>
                        <a:pt x="1127" y="1741"/>
                      </a:lnTo>
                      <a:lnTo>
                        <a:pt x="1118" y="1749"/>
                      </a:lnTo>
                      <a:lnTo>
                        <a:pt x="1111" y="1761"/>
                      </a:lnTo>
                      <a:lnTo>
                        <a:pt x="1104" y="1774"/>
                      </a:lnTo>
                      <a:lnTo>
                        <a:pt x="1098" y="1788"/>
                      </a:lnTo>
                      <a:lnTo>
                        <a:pt x="1090" y="1799"/>
                      </a:lnTo>
                      <a:lnTo>
                        <a:pt x="1083" y="1806"/>
                      </a:lnTo>
                      <a:lnTo>
                        <a:pt x="1074" y="1811"/>
                      </a:lnTo>
                      <a:lnTo>
                        <a:pt x="1065" y="1815"/>
                      </a:lnTo>
                      <a:lnTo>
                        <a:pt x="1050" y="1818"/>
                      </a:lnTo>
                      <a:lnTo>
                        <a:pt x="1043" y="1821"/>
                      </a:lnTo>
                      <a:lnTo>
                        <a:pt x="1036" y="1824"/>
                      </a:lnTo>
                      <a:lnTo>
                        <a:pt x="1030" y="1826"/>
                      </a:lnTo>
                      <a:lnTo>
                        <a:pt x="1026" y="1830"/>
                      </a:lnTo>
                      <a:lnTo>
                        <a:pt x="1022" y="1834"/>
                      </a:lnTo>
                      <a:lnTo>
                        <a:pt x="1020" y="1837"/>
                      </a:lnTo>
                      <a:lnTo>
                        <a:pt x="1018" y="1841"/>
                      </a:lnTo>
                      <a:lnTo>
                        <a:pt x="1017" y="1844"/>
                      </a:lnTo>
                      <a:lnTo>
                        <a:pt x="1028" y="1859"/>
                      </a:lnTo>
                      <a:lnTo>
                        <a:pt x="1042" y="1878"/>
                      </a:lnTo>
                      <a:lnTo>
                        <a:pt x="1042" y="1880"/>
                      </a:lnTo>
                      <a:lnTo>
                        <a:pt x="1042" y="1882"/>
                      </a:lnTo>
                      <a:lnTo>
                        <a:pt x="1041" y="1883"/>
                      </a:lnTo>
                      <a:lnTo>
                        <a:pt x="1040" y="1886"/>
                      </a:lnTo>
                      <a:lnTo>
                        <a:pt x="1035" y="1888"/>
                      </a:lnTo>
                      <a:lnTo>
                        <a:pt x="1030" y="1891"/>
                      </a:lnTo>
                      <a:lnTo>
                        <a:pt x="1024" y="1893"/>
                      </a:lnTo>
                      <a:lnTo>
                        <a:pt x="1018" y="1895"/>
                      </a:lnTo>
                      <a:lnTo>
                        <a:pt x="1012" y="1899"/>
                      </a:lnTo>
                      <a:lnTo>
                        <a:pt x="1009" y="1905"/>
                      </a:lnTo>
                      <a:lnTo>
                        <a:pt x="1003" y="1919"/>
                      </a:lnTo>
                      <a:lnTo>
                        <a:pt x="998" y="1937"/>
                      </a:lnTo>
                      <a:lnTo>
                        <a:pt x="997" y="1945"/>
                      </a:lnTo>
                      <a:lnTo>
                        <a:pt x="996" y="1954"/>
                      </a:lnTo>
                      <a:lnTo>
                        <a:pt x="996" y="1962"/>
                      </a:lnTo>
                      <a:lnTo>
                        <a:pt x="997" y="1968"/>
                      </a:lnTo>
                      <a:lnTo>
                        <a:pt x="998" y="1974"/>
                      </a:lnTo>
                      <a:lnTo>
                        <a:pt x="998" y="1979"/>
                      </a:lnTo>
                      <a:lnTo>
                        <a:pt x="998" y="1983"/>
                      </a:lnTo>
                      <a:lnTo>
                        <a:pt x="997" y="1987"/>
                      </a:lnTo>
                      <a:lnTo>
                        <a:pt x="993" y="1994"/>
                      </a:lnTo>
                      <a:lnTo>
                        <a:pt x="989" y="2001"/>
                      </a:lnTo>
                      <a:lnTo>
                        <a:pt x="986" y="2012"/>
                      </a:lnTo>
                      <a:lnTo>
                        <a:pt x="985" y="2024"/>
                      </a:lnTo>
                      <a:lnTo>
                        <a:pt x="985" y="2036"/>
                      </a:lnTo>
                      <a:lnTo>
                        <a:pt x="982" y="2046"/>
                      </a:lnTo>
                      <a:lnTo>
                        <a:pt x="979" y="2057"/>
                      </a:lnTo>
                      <a:lnTo>
                        <a:pt x="979" y="2069"/>
                      </a:lnTo>
                      <a:lnTo>
                        <a:pt x="979" y="2075"/>
                      </a:lnTo>
                      <a:lnTo>
                        <a:pt x="978" y="2081"/>
                      </a:lnTo>
                      <a:lnTo>
                        <a:pt x="978" y="2087"/>
                      </a:lnTo>
                      <a:lnTo>
                        <a:pt x="976" y="2092"/>
                      </a:lnTo>
                      <a:lnTo>
                        <a:pt x="968" y="2101"/>
                      </a:lnTo>
                      <a:lnTo>
                        <a:pt x="959" y="2111"/>
                      </a:lnTo>
                      <a:lnTo>
                        <a:pt x="948" y="2120"/>
                      </a:lnTo>
                      <a:lnTo>
                        <a:pt x="936" y="2130"/>
                      </a:lnTo>
                      <a:lnTo>
                        <a:pt x="932" y="2135"/>
                      </a:lnTo>
                      <a:lnTo>
                        <a:pt x="929" y="2141"/>
                      </a:lnTo>
                      <a:lnTo>
                        <a:pt x="929" y="2149"/>
                      </a:lnTo>
                      <a:lnTo>
                        <a:pt x="929" y="2156"/>
                      </a:lnTo>
                      <a:lnTo>
                        <a:pt x="932" y="2163"/>
                      </a:lnTo>
                      <a:lnTo>
                        <a:pt x="935" y="2170"/>
                      </a:lnTo>
                      <a:lnTo>
                        <a:pt x="940" y="2176"/>
                      </a:lnTo>
                      <a:lnTo>
                        <a:pt x="946" y="2181"/>
                      </a:lnTo>
                      <a:lnTo>
                        <a:pt x="951" y="2185"/>
                      </a:lnTo>
                      <a:lnTo>
                        <a:pt x="954" y="2189"/>
                      </a:lnTo>
                      <a:lnTo>
                        <a:pt x="957" y="2194"/>
                      </a:lnTo>
                      <a:lnTo>
                        <a:pt x="957" y="2197"/>
                      </a:lnTo>
                      <a:lnTo>
                        <a:pt x="955" y="2201"/>
                      </a:lnTo>
                      <a:lnTo>
                        <a:pt x="952" y="2204"/>
                      </a:lnTo>
                      <a:lnTo>
                        <a:pt x="948" y="2209"/>
                      </a:lnTo>
                      <a:lnTo>
                        <a:pt x="943" y="2214"/>
                      </a:lnTo>
                      <a:lnTo>
                        <a:pt x="940" y="2217"/>
                      </a:lnTo>
                      <a:lnTo>
                        <a:pt x="939" y="2222"/>
                      </a:lnTo>
                      <a:lnTo>
                        <a:pt x="939" y="2227"/>
                      </a:lnTo>
                      <a:lnTo>
                        <a:pt x="939" y="2232"/>
                      </a:lnTo>
                      <a:lnTo>
                        <a:pt x="942" y="2242"/>
                      </a:lnTo>
                      <a:lnTo>
                        <a:pt x="945" y="2248"/>
                      </a:lnTo>
                      <a:lnTo>
                        <a:pt x="946" y="2254"/>
                      </a:lnTo>
                      <a:lnTo>
                        <a:pt x="947" y="2266"/>
                      </a:lnTo>
                      <a:lnTo>
                        <a:pt x="947" y="2271"/>
                      </a:lnTo>
                      <a:lnTo>
                        <a:pt x="946" y="2273"/>
                      </a:lnTo>
                      <a:lnTo>
                        <a:pt x="946" y="2276"/>
                      </a:lnTo>
                      <a:lnTo>
                        <a:pt x="943" y="2277"/>
                      </a:lnTo>
                      <a:lnTo>
                        <a:pt x="942" y="2277"/>
                      </a:lnTo>
                      <a:lnTo>
                        <a:pt x="940" y="2277"/>
                      </a:lnTo>
                      <a:lnTo>
                        <a:pt x="939" y="2276"/>
                      </a:lnTo>
                      <a:lnTo>
                        <a:pt x="936" y="2273"/>
                      </a:lnTo>
                      <a:lnTo>
                        <a:pt x="934" y="2271"/>
                      </a:lnTo>
                      <a:lnTo>
                        <a:pt x="932" y="2271"/>
                      </a:lnTo>
                      <a:lnTo>
                        <a:pt x="928" y="2271"/>
                      </a:lnTo>
                      <a:lnTo>
                        <a:pt x="924" y="2272"/>
                      </a:lnTo>
                      <a:lnTo>
                        <a:pt x="921" y="2275"/>
                      </a:lnTo>
                      <a:lnTo>
                        <a:pt x="917" y="2278"/>
                      </a:lnTo>
                      <a:lnTo>
                        <a:pt x="914" y="2283"/>
                      </a:lnTo>
                      <a:lnTo>
                        <a:pt x="910" y="2289"/>
                      </a:lnTo>
                      <a:lnTo>
                        <a:pt x="904" y="2304"/>
                      </a:lnTo>
                      <a:lnTo>
                        <a:pt x="899" y="2321"/>
                      </a:lnTo>
                      <a:lnTo>
                        <a:pt x="896" y="2335"/>
                      </a:lnTo>
                      <a:lnTo>
                        <a:pt x="894" y="2343"/>
                      </a:lnTo>
                      <a:lnTo>
                        <a:pt x="901" y="2354"/>
                      </a:lnTo>
                      <a:lnTo>
                        <a:pt x="904" y="2364"/>
                      </a:lnTo>
                      <a:lnTo>
                        <a:pt x="901" y="2370"/>
                      </a:lnTo>
                      <a:lnTo>
                        <a:pt x="899" y="2376"/>
                      </a:lnTo>
                      <a:lnTo>
                        <a:pt x="899" y="2378"/>
                      </a:lnTo>
                      <a:lnTo>
                        <a:pt x="901" y="2380"/>
                      </a:lnTo>
                      <a:lnTo>
                        <a:pt x="903" y="2383"/>
                      </a:lnTo>
                      <a:lnTo>
                        <a:pt x="908" y="2385"/>
                      </a:lnTo>
                      <a:lnTo>
                        <a:pt x="913" y="2387"/>
                      </a:lnTo>
                      <a:lnTo>
                        <a:pt x="917" y="2391"/>
                      </a:lnTo>
                      <a:lnTo>
                        <a:pt x="921" y="2393"/>
                      </a:lnTo>
                      <a:lnTo>
                        <a:pt x="923" y="2397"/>
                      </a:lnTo>
                      <a:lnTo>
                        <a:pt x="926" y="2401"/>
                      </a:lnTo>
                      <a:lnTo>
                        <a:pt x="927" y="2404"/>
                      </a:lnTo>
                      <a:lnTo>
                        <a:pt x="928" y="2408"/>
                      </a:lnTo>
                      <a:lnTo>
                        <a:pt x="928" y="2411"/>
                      </a:lnTo>
                      <a:lnTo>
                        <a:pt x="927" y="2414"/>
                      </a:lnTo>
                      <a:lnTo>
                        <a:pt x="926" y="2416"/>
                      </a:lnTo>
                      <a:lnTo>
                        <a:pt x="923" y="2418"/>
                      </a:lnTo>
                      <a:lnTo>
                        <a:pt x="921" y="2420"/>
                      </a:lnTo>
                      <a:lnTo>
                        <a:pt x="914" y="2422"/>
                      </a:lnTo>
                      <a:lnTo>
                        <a:pt x="905" y="2422"/>
                      </a:lnTo>
                      <a:lnTo>
                        <a:pt x="897" y="2422"/>
                      </a:lnTo>
                      <a:lnTo>
                        <a:pt x="890" y="2421"/>
                      </a:lnTo>
                      <a:lnTo>
                        <a:pt x="883" y="2417"/>
                      </a:lnTo>
                      <a:lnTo>
                        <a:pt x="877" y="2412"/>
                      </a:lnTo>
                      <a:lnTo>
                        <a:pt x="870" y="2406"/>
                      </a:lnTo>
                      <a:lnTo>
                        <a:pt x="860" y="2401"/>
                      </a:lnTo>
                      <a:lnTo>
                        <a:pt x="852" y="2396"/>
                      </a:lnTo>
                      <a:lnTo>
                        <a:pt x="845" y="2393"/>
                      </a:lnTo>
                      <a:lnTo>
                        <a:pt x="839" y="2391"/>
                      </a:lnTo>
                      <a:lnTo>
                        <a:pt x="832" y="2384"/>
                      </a:lnTo>
                      <a:lnTo>
                        <a:pt x="825" y="2376"/>
                      </a:lnTo>
                      <a:lnTo>
                        <a:pt x="817" y="2366"/>
                      </a:lnTo>
                      <a:lnTo>
                        <a:pt x="810" y="2357"/>
                      </a:lnTo>
                      <a:lnTo>
                        <a:pt x="802" y="2347"/>
                      </a:lnTo>
                      <a:lnTo>
                        <a:pt x="794" y="2339"/>
                      </a:lnTo>
                      <a:lnTo>
                        <a:pt x="785" y="2334"/>
                      </a:lnTo>
                      <a:lnTo>
                        <a:pt x="777" y="2332"/>
                      </a:lnTo>
                      <a:lnTo>
                        <a:pt x="766" y="2330"/>
                      </a:lnTo>
                      <a:lnTo>
                        <a:pt x="762" y="2332"/>
                      </a:lnTo>
                      <a:lnTo>
                        <a:pt x="757" y="2333"/>
                      </a:lnTo>
                      <a:lnTo>
                        <a:pt x="752" y="2334"/>
                      </a:lnTo>
                      <a:lnTo>
                        <a:pt x="749" y="2338"/>
                      </a:lnTo>
                      <a:lnTo>
                        <a:pt x="743" y="2343"/>
                      </a:lnTo>
                      <a:lnTo>
                        <a:pt x="738" y="2347"/>
                      </a:lnTo>
                      <a:lnTo>
                        <a:pt x="733" y="2349"/>
                      </a:lnTo>
                      <a:lnTo>
                        <a:pt x="726" y="2349"/>
                      </a:lnTo>
                      <a:lnTo>
                        <a:pt x="719" y="2349"/>
                      </a:lnTo>
                      <a:lnTo>
                        <a:pt x="712" y="2349"/>
                      </a:lnTo>
                      <a:lnTo>
                        <a:pt x="706" y="2352"/>
                      </a:lnTo>
                      <a:lnTo>
                        <a:pt x="700" y="2358"/>
                      </a:lnTo>
                      <a:lnTo>
                        <a:pt x="691" y="2366"/>
                      </a:lnTo>
                      <a:lnTo>
                        <a:pt x="683" y="2374"/>
                      </a:lnTo>
                      <a:lnTo>
                        <a:pt x="678" y="2378"/>
                      </a:lnTo>
                      <a:lnTo>
                        <a:pt x="674" y="2380"/>
                      </a:lnTo>
                      <a:lnTo>
                        <a:pt x="668" y="2382"/>
                      </a:lnTo>
                      <a:lnTo>
                        <a:pt x="661" y="2383"/>
                      </a:lnTo>
                      <a:lnTo>
                        <a:pt x="647" y="2383"/>
                      </a:lnTo>
                      <a:lnTo>
                        <a:pt x="633" y="2383"/>
                      </a:lnTo>
                      <a:lnTo>
                        <a:pt x="620" y="2383"/>
                      </a:lnTo>
                      <a:lnTo>
                        <a:pt x="608" y="2383"/>
                      </a:lnTo>
                      <a:lnTo>
                        <a:pt x="602" y="2384"/>
                      </a:lnTo>
                      <a:lnTo>
                        <a:pt x="596" y="2385"/>
                      </a:lnTo>
                      <a:lnTo>
                        <a:pt x="592" y="2387"/>
                      </a:lnTo>
                      <a:lnTo>
                        <a:pt x="587" y="2390"/>
                      </a:lnTo>
                      <a:lnTo>
                        <a:pt x="583" y="2393"/>
                      </a:lnTo>
                      <a:lnTo>
                        <a:pt x="580" y="2397"/>
                      </a:lnTo>
                      <a:lnTo>
                        <a:pt x="576" y="2402"/>
                      </a:lnTo>
                      <a:lnTo>
                        <a:pt x="574" y="2406"/>
                      </a:lnTo>
                      <a:lnTo>
                        <a:pt x="570" y="2415"/>
                      </a:lnTo>
                      <a:lnTo>
                        <a:pt x="568" y="2422"/>
                      </a:lnTo>
                      <a:lnTo>
                        <a:pt x="567" y="2427"/>
                      </a:lnTo>
                      <a:lnTo>
                        <a:pt x="563" y="2430"/>
                      </a:lnTo>
                      <a:lnTo>
                        <a:pt x="561" y="2431"/>
                      </a:lnTo>
                      <a:lnTo>
                        <a:pt x="557" y="2430"/>
                      </a:lnTo>
                      <a:lnTo>
                        <a:pt x="554" y="2429"/>
                      </a:lnTo>
                      <a:lnTo>
                        <a:pt x="550" y="2428"/>
                      </a:lnTo>
                      <a:lnTo>
                        <a:pt x="542" y="2423"/>
                      </a:lnTo>
                      <a:lnTo>
                        <a:pt x="533" y="2420"/>
                      </a:lnTo>
                      <a:lnTo>
                        <a:pt x="525" y="2417"/>
                      </a:lnTo>
                      <a:lnTo>
                        <a:pt x="518" y="2417"/>
                      </a:lnTo>
                      <a:lnTo>
                        <a:pt x="516" y="2418"/>
                      </a:lnTo>
                      <a:lnTo>
                        <a:pt x="512" y="2420"/>
                      </a:lnTo>
                      <a:lnTo>
                        <a:pt x="511" y="2422"/>
                      </a:lnTo>
                      <a:lnTo>
                        <a:pt x="508" y="2425"/>
                      </a:lnTo>
                      <a:lnTo>
                        <a:pt x="505" y="2437"/>
                      </a:lnTo>
                      <a:lnTo>
                        <a:pt x="501" y="2445"/>
                      </a:lnTo>
                      <a:lnTo>
                        <a:pt x="498" y="2447"/>
                      </a:lnTo>
                      <a:lnTo>
                        <a:pt x="493" y="2447"/>
                      </a:lnTo>
                      <a:lnTo>
                        <a:pt x="489" y="2446"/>
                      </a:lnTo>
                      <a:lnTo>
                        <a:pt x="485" y="2441"/>
                      </a:lnTo>
                      <a:lnTo>
                        <a:pt x="482" y="2439"/>
                      </a:lnTo>
                      <a:lnTo>
                        <a:pt x="480" y="2437"/>
                      </a:lnTo>
                      <a:lnTo>
                        <a:pt x="476" y="2437"/>
                      </a:lnTo>
                      <a:lnTo>
                        <a:pt x="473" y="2439"/>
                      </a:lnTo>
                      <a:lnTo>
                        <a:pt x="464" y="2441"/>
                      </a:lnTo>
                      <a:lnTo>
                        <a:pt x="456" y="2446"/>
                      </a:lnTo>
                      <a:lnTo>
                        <a:pt x="445" y="2450"/>
                      </a:lnTo>
                      <a:lnTo>
                        <a:pt x="432" y="2456"/>
                      </a:lnTo>
                      <a:lnTo>
                        <a:pt x="419" y="2462"/>
                      </a:lnTo>
                      <a:lnTo>
                        <a:pt x="407" y="2468"/>
                      </a:lnTo>
                      <a:lnTo>
                        <a:pt x="401" y="2471"/>
                      </a:lnTo>
                      <a:lnTo>
                        <a:pt x="397" y="2473"/>
                      </a:lnTo>
                      <a:lnTo>
                        <a:pt x="392" y="2473"/>
                      </a:lnTo>
                      <a:lnTo>
                        <a:pt x="387" y="2473"/>
                      </a:lnTo>
                      <a:lnTo>
                        <a:pt x="384" y="2472"/>
                      </a:lnTo>
                      <a:lnTo>
                        <a:pt x="380" y="2471"/>
                      </a:lnTo>
                      <a:lnTo>
                        <a:pt x="378" y="2468"/>
                      </a:lnTo>
                      <a:lnTo>
                        <a:pt x="376" y="2465"/>
                      </a:lnTo>
                      <a:lnTo>
                        <a:pt x="374" y="2458"/>
                      </a:lnTo>
                      <a:lnTo>
                        <a:pt x="369" y="2448"/>
                      </a:lnTo>
                      <a:lnTo>
                        <a:pt x="367" y="2443"/>
                      </a:lnTo>
                      <a:lnTo>
                        <a:pt x="363" y="2440"/>
                      </a:lnTo>
                      <a:lnTo>
                        <a:pt x="360" y="2437"/>
                      </a:lnTo>
                      <a:lnTo>
                        <a:pt x="356" y="2435"/>
                      </a:lnTo>
                      <a:lnTo>
                        <a:pt x="347" y="2434"/>
                      </a:lnTo>
                      <a:lnTo>
                        <a:pt x="340" y="2433"/>
                      </a:lnTo>
                      <a:lnTo>
                        <a:pt x="336" y="2433"/>
                      </a:lnTo>
                      <a:lnTo>
                        <a:pt x="332" y="2431"/>
                      </a:lnTo>
                      <a:lnTo>
                        <a:pt x="330" y="2429"/>
                      </a:lnTo>
                      <a:lnTo>
                        <a:pt x="328" y="2425"/>
                      </a:lnTo>
                      <a:lnTo>
                        <a:pt x="324" y="2420"/>
                      </a:lnTo>
                      <a:lnTo>
                        <a:pt x="319" y="2415"/>
                      </a:lnTo>
                      <a:lnTo>
                        <a:pt x="315" y="2412"/>
                      </a:lnTo>
                      <a:lnTo>
                        <a:pt x="308" y="2410"/>
                      </a:lnTo>
                      <a:lnTo>
                        <a:pt x="302" y="2409"/>
                      </a:lnTo>
                      <a:lnTo>
                        <a:pt x="297" y="2406"/>
                      </a:lnTo>
                      <a:lnTo>
                        <a:pt x="294" y="2404"/>
                      </a:lnTo>
                      <a:lnTo>
                        <a:pt x="294" y="2402"/>
                      </a:lnTo>
                      <a:lnTo>
                        <a:pt x="294" y="2399"/>
                      </a:lnTo>
                      <a:lnTo>
                        <a:pt x="296" y="2396"/>
                      </a:lnTo>
                      <a:lnTo>
                        <a:pt x="298" y="2392"/>
                      </a:lnTo>
                      <a:lnTo>
                        <a:pt x="303" y="2390"/>
                      </a:lnTo>
                      <a:lnTo>
                        <a:pt x="308" y="2387"/>
                      </a:lnTo>
                      <a:lnTo>
                        <a:pt x="313" y="2385"/>
                      </a:lnTo>
                      <a:lnTo>
                        <a:pt x="327" y="2380"/>
                      </a:lnTo>
                      <a:lnTo>
                        <a:pt x="337" y="2374"/>
                      </a:lnTo>
                      <a:lnTo>
                        <a:pt x="346" y="2365"/>
                      </a:lnTo>
                      <a:lnTo>
                        <a:pt x="355" y="2353"/>
                      </a:lnTo>
                      <a:lnTo>
                        <a:pt x="362" y="2341"/>
                      </a:lnTo>
                      <a:lnTo>
                        <a:pt x="367" y="2332"/>
                      </a:lnTo>
                      <a:lnTo>
                        <a:pt x="368" y="2322"/>
                      </a:lnTo>
                      <a:lnTo>
                        <a:pt x="369" y="2314"/>
                      </a:lnTo>
                      <a:lnTo>
                        <a:pt x="368" y="2304"/>
                      </a:lnTo>
                      <a:lnTo>
                        <a:pt x="368" y="2296"/>
                      </a:lnTo>
                      <a:lnTo>
                        <a:pt x="367" y="2289"/>
                      </a:lnTo>
                      <a:lnTo>
                        <a:pt x="368" y="2282"/>
                      </a:lnTo>
                      <a:lnTo>
                        <a:pt x="371" y="2277"/>
                      </a:lnTo>
                      <a:lnTo>
                        <a:pt x="373" y="2272"/>
                      </a:lnTo>
                      <a:lnTo>
                        <a:pt x="378" y="2267"/>
                      </a:lnTo>
                      <a:lnTo>
                        <a:pt x="385" y="2260"/>
                      </a:lnTo>
                      <a:lnTo>
                        <a:pt x="398" y="2247"/>
                      </a:lnTo>
                      <a:lnTo>
                        <a:pt x="411" y="2238"/>
                      </a:lnTo>
                      <a:lnTo>
                        <a:pt x="423" y="2229"/>
                      </a:lnTo>
                      <a:lnTo>
                        <a:pt x="436" y="2223"/>
                      </a:lnTo>
                      <a:lnTo>
                        <a:pt x="450" y="2217"/>
                      </a:lnTo>
                      <a:lnTo>
                        <a:pt x="462" y="2212"/>
                      </a:lnTo>
                      <a:lnTo>
                        <a:pt x="474" y="2204"/>
                      </a:lnTo>
                      <a:lnTo>
                        <a:pt x="485" y="2195"/>
                      </a:lnTo>
                      <a:lnTo>
                        <a:pt x="488" y="2190"/>
                      </a:lnTo>
                      <a:lnTo>
                        <a:pt x="491" y="2187"/>
                      </a:lnTo>
                      <a:lnTo>
                        <a:pt x="492" y="2183"/>
                      </a:lnTo>
                      <a:lnTo>
                        <a:pt x="492" y="2179"/>
                      </a:lnTo>
                      <a:lnTo>
                        <a:pt x="491" y="2177"/>
                      </a:lnTo>
                      <a:lnTo>
                        <a:pt x="488" y="2175"/>
                      </a:lnTo>
                      <a:lnTo>
                        <a:pt x="486" y="2174"/>
                      </a:lnTo>
                      <a:lnTo>
                        <a:pt x="483" y="2172"/>
                      </a:lnTo>
                      <a:lnTo>
                        <a:pt x="481" y="2171"/>
                      </a:lnTo>
                      <a:lnTo>
                        <a:pt x="480" y="2170"/>
                      </a:lnTo>
                      <a:lnTo>
                        <a:pt x="479" y="2168"/>
                      </a:lnTo>
                      <a:lnTo>
                        <a:pt x="480" y="2165"/>
                      </a:lnTo>
                      <a:lnTo>
                        <a:pt x="482" y="2159"/>
                      </a:lnTo>
                      <a:lnTo>
                        <a:pt x="487" y="2151"/>
                      </a:lnTo>
                      <a:lnTo>
                        <a:pt x="489" y="2146"/>
                      </a:lnTo>
                      <a:lnTo>
                        <a:pt x="492" y="2141"/>
                      </a:lnTo>
                      <a:lnTo>
                        <a:pt x="493" y="2137"/>
                      </a:lnTo>
                      <a:lnTo>
                        <a:pt x="493" y="2132"/>
                      </a:lnTo>
                      <a:lnTo>
                        <a:pt x="493" y="2127"/>
                      </a:lnTo>
                      <a:lnTo>
                        <a:pt x="492" y="2124"/>
                      </a:lnTo>
                      <a:lnTo>
                        <a:pt x="489" y="2120"/>
                      </a:lnTo>
                      <a:lnTo>
                        <a:pt x="486" y="2116"/>
                      </a:lnTo>
                      <a:lnTo>
                        <a:pt x="475" y="2111"/>
                      </a:lnTo>
                      <a:lnTo>
                        <a:pt x="464" y="2103"/>
                      </a:lnTo>
                      <a:lnTo>
                        <a:pt x="453" y="2096"/>
                      </a:lnTo>
                      <a:lnTo>
                        <a:pt x="443" y="2088"/>
                      </a:lnTo>
                      <a:lnTo>
                        <a:pt x="434" y="2081"/>
                      </a:lnTo>
                      <a:lnTo>
                        <a:pt x="425" y="2075"/>
                      </a:lnTo>
                      <a:lnTo>
                        <a:pt x="420" y="2072"/>
                      </a:lnTo>
                      <a:lnTo>
                        <a:pt x="416" y="2071"/>
                      </a:lnTo>
                      <a:lnTo>
                        <a:pt x="412" y="2070"/>
                      </a:lnTo>
                      <a:lnTo>
                        <a:pt x="407" y="2070"/>
                      </a:lnTo>
                      <a:lnTo>
                        <a:pt x="403" y="2070"/>
                      </a:lnTo>
                      <a:lnTo>
                        <a:pt x="398" y="2072"/>
                      </a:lnTo>
                      <a:lnTo>
                        <a:pt x="394" y="2075"/>
                      </a:lnTo>
                      <a:lnTo>
                        <a:pt x="390" y="2078"/>
                      </a:lnTo>
                      <a:lnTo>
                        <a:pt x="381" y="2087"/>
                      </a:lnTo>
                      <a:lnTo>
                        <a:pt x="375" y="2095"/>
                      </a:lnTo>
                      <a:lnTo>
                        <a:pt x="368" y="2103"/>
                      </a:lnTo>
                      <a:lnTo>
                        <a:pt x="361" y="2112"/>
                      </a:lnTo>
                      <a:lnTo>
                        <a:pt x="351" y="2118"/>
                      </a:lnTo>
                      <a:lnTo>
                        <a:pt x="342" y="2122"/>
                      </a:lnTo>
                      <a:lnTo>
                        <a:pt x="332" y="2125"/>
                      </a:lnTo>
                      <a:lnTo>
                        <a:pt x="322" y="2126"/>
                      </a:lnTo>
                      <a:lnTo>
                        <a:pt x="310" y="2126"/>
                      </a:lnTo>
                      <a:lnTo>
                        <a:pt x="299" y="2124"/>
                      </a:lnTo>
                      <a:lnTo>
                        <a:pt x="288" y="2122"/>
                      </a:lnTo>
                      <a:lnTo>
                        <a:pt x="279" y="2120"/>
                      </a:lnTo>
                      <a:lnTo>
                        <a:pt x="274" y="2120"/>
                      </a:lnTo>
                      <a:lnTo>
                        <a:pt x="268" y="2121"/>
                      </a:lnTo>
                      <a:lnTo>
                        <a:pt x="262" y="2122"/>
                      </a:lnTo>
                      <a:lnTo>
                        <a:pt x="256" y="2125"/>
                      </a:lnTo>
                      <a:lnTo>
                        <a:pt x="246" y="2132"/>
                      </a:lnTo>
                      <a:lnTo>
                        <a:pt x="237" y="2137"/>
                      </a:lnTo>
                      <a:lnTo>
                        <a:pt x="231" y="2140"/>
                      </a:lnTo>
                      <a:lnTo>
                        <a:pt x="225" y="2141"/>
                      </a:lnTo>
                      <a:lnTo>
                        <a:pt x="223" y="2140"/>
                      </a:lnTo>
                      <a:lnTo>
                        <a:pt x="222" y="2137"/>
                      </a:lnTo>
                      <a:lnTo>
                        <a:pt x="222" y="2132"/>
                      </a:lnTo>
                      <a:lnTo>
                        <a:pt x="222" y="2127"/>
                      </a:lnTo>
                      <a:lnTo>
                        <a:pt x="223" y="2114"/>
                      </a:lnTo>
                      <a:lnTo>
                        <a:pt x="222" y="2103"/>
                      </a:lnTo>
                      <a:lnTo>
                        <a:pt x="217" y="2094"/>
                      </a:lnTo>
                      <a:lnTo>
                        <a:pt x="210" y="2084"/>
                      </a:lnTo>
                      <a:lnTo>
                        <a:pt x="203" y="2076"/>
                      </a:lnTo>
                      <a:lnTo>
                        <a:pt x="197" y="2070"/>
                      </a:lnTo>
                      <a:lnTo>
                        <a:pt x="192" y="2067"/>
                      </a:lnTo>
                      <a:lnTo>
                        <a:pt x="186" y="2063"/>
                      </a:lnTo>
                      <a:lnTo>
                        <a:pt x="185" y="2061"/>
                      </a:lnTo>
                      <a:lnTo>
                        <a:pt x="184" y="2058"/>
                      </a:lnTo>
                      <a:lnTo>
                        <a:pt x="183" y="2055"/>
                      </a:lnTo>
                      <a:lnTo>
                        <a:pt x="184" y="2051"/>
                      </a:lnTo>
                      <a:lnTo>
                        <a:pt x="187" y="2042"/>
                      </a:lnTo>
                      <a:lnTo>
                        <a:pt x="190" y="2029"/>
                      </a:lnTo>
                      <a:lnTo>
                        <a:pt x="191" y="2021"/>
                      </a:lnTo>
                      <a:lnTo>
                        <a:pt x="191" y="2014"/>
                      </a:lnTo>
                      <a:lnTo>
                        <a:pt x="191" y="2007"/>
                      </a:lnTo>
                      <a:lnTo>
                        <a:pt x="190" y="1999"/>
                      </a:lnTo>
                      <a:lnTo>
                        <a:pt x="187" y="1993"/>
                      </a:lnTo>
                      <a:lnTo>
                        <a:pt x="184" y="1987"/>
                      </a:lnTo>
                      <a:lnTo>
                        <a:pt x="180" y="1982"/>
                      </a:lnTo>
                      <a:lnTo>
                        <a:pt x="177" y="1977"/>
                      </a:lnTo>
                      <a:lnTo>
                        <a:pt x="172" y="1971"/>
                      </a:lnTo>
                      <a:lnTo>
                        <a:pt x="170" y="1966"/>
                      </a:lnTo>
                      <a:lnTo>
                        <a:pt x="166" y="1957"/>
                      </a:lnTo>
                      <a:lnTo>
                        <a:pt x="165" y="1948"/>
                      </a:lnTo>
                      <a:lnTo>
                        <a:pt x="165" y="1942"/>
                      </a:lnTo>
                      <a:lnTo>
                        <a:pt x="165" y="1937"/>
                      </a:lnTo>
                      <a:lnTo>
                        <a:pt x="166" y="1932"/>
                      </a:lnTo>
                      <a:lnTo>
                        <a:pt x="168" y="1929"/>
                      </a:lnTo>
                      <a:lnTo>
                        <a:pt x="172" y="1920"/>
                      </a:lnTo>
                      <a:lnTo>
                        <a:pt x="178" y="1912"/>
                      </a:lnTo>
                      <a:lnTo>
                        <a:pt x="183" y="1904"/>
                      </a:lnTo>
                      <a:lnTo>
                        <a:pt x="189" y="1895"/>
                      </a:lnTo>
                      <a:lnTo>
                        <a:pt x="192" y="1886"/>
                      </a:lnTo>
                      <a:lnTo>
                        <a:pt x="195" y="1874"/>
                      </a:lnTo>
                      <a:lnTo>
                        <a:pt x="197" y="1851"/>
                      </a:lnTo>
                      <a:lnTo>
                        <a:pt x="201" y="1830"/>
                      </a:lnTo>
                      <a:lnTo>
                        <a:pt x="202" y="1822"/>
                      </a:lnTo>
                      <a:lnTo>
                        <a:pt x="205" y="1813"/>
                      </a:lnTo>
                      <a:lnTo>
                        <a:pt x="209" y="1806"/>
                      </a:lnTo>
                      <a:lnTo>
                        <a:pt x="212" y="1800"/>
                      </a:lnTo>
                      <a:lnTo>
                        <a:pt x="228" y="1790"/>
                      </a:lnTo>
                      <a:lnTo>
                        <a:pt x="247" y="1778"/>
                      </a:lnTo>
                      <a:lnTo>
                        <a:pt x="256" y="1772"/>
                      </a:lnTo>
                      <a:lnTo>
                        <a:pt x="265" y="1766"/>
                      </a:lnTo>
                      <a:lnTo>
                        <a:pt x="271" y="1761"/>
                      </a:lnTo>
                      <a:lnTo>
                        <a:pt x="274" y="1755"/>
                      </a:lnTo>
                      <a:lnTo>
                        <a:pt x="275" y="1749"/>
                      </a:lnTo>
                      <a:lnTo>
                        <a:pt x="275" y="1744"/>
                      </a:lnTo>
                      <a:lnTo>
                        <a:pt x="273" y="1741"/>
                      </a:lnTo>
                      <a:lnTo>
                        <a:pt x="271" y="1737"/>
                      </a:lnTo>
                      <a:lnTo>
                        <a:pt x="266" y="1736"/>
                      </a:lnTo>
                      <a:lnTo>
                        <a:pt x="261" y="1735"/>
                      </a:lnTo>
                      <a:lnTo>
                        <a:pt x="255" y="1735"/>
                      </a:lnTo>
                      <a:lnTo>
                        <a:pt x="248" y="1736"/>
                      </a:lnTo>
                      <a:lnTo>
                        <a:pt x="234" y="1741"/>
                      </a:lnTo>
                      <a:lnTo>
                        <a:pt x="222" y="1746"/>
                      </a:lnTo>
                      <a:lnTo>
                        <a:pt x="210" y="1750"/>
                      </a:lnTo>
                      <a:lnTo>
                        <a:pt x="197" y="1753"/>
                      </a:lnTo>
                      <a:lnTo>
                        <a:pt x="190" y="1753"/>
                      </a:lnTo>
                      <a:lnTo>
                        <a:pt x="185" y="1750"/>
                      </a:lnTo>
                      <a:lnTo>
                        <a:pt x="181" y="1747"/>
                      </a:lnTo>
                      <a:lnTo>
                        <a:pt x="179" y="1743"/>
                      </a:lnTo>
                      <a:lnTo>
                        <a:pt x="179" y="1738"/>
                      </a:lnTo>
                      <a:lnTo>
                        <a:pt x="180" y="1733"/>
                      </a:lnTo>
                      <a:lnTo>
                        <a:pt x="183" y="1728"/>
                      </a:lnTo>
                      <a:lnTo>
                        <a:pt x="187" y="1722"/>
                      </a:lnTo>
                      <a:lnTo>
                        <a:pt x="197" y="1712"/>
                      </a:lnTo>
                      <a:lnTo>
                        <a:pt x="203" y="1704"/>
                      </a:lnTo>
                      <a:lnTo>
                        <a:pt x="204" y="1699"/>
                      </a:lnTo>
                      <a:lnTo>
                        <a:pt x="205" y="1695"/>
                      </a:lnTo>
                      <a:lnTo>
                        <a:pt x="205" y="1690"/>
                      </a:lnTo>
                      <a:lnTo>
                        <a:pt x="204" y="1685"/>
                      </a:lnTo>
                      <a:lnTo>
                        <a:pt x="202" y="1675"/>
                      </a:lnTo>
                      <a:lnTo>
                        <a:pt x="203" y="1666"/>
                      </a:lnTo>
                      <a:lnTo>
                        <a:pt x="204" y="1661"/>
                      </a:lnTo>
                      <a:lnTo>
                        <a:pt x="205" y="1656"/>
                      </a:lnTo>
                      <a:lnTo>
                        <a:pt x="208" y="1653"/>
                      </a:lnTo>
                      <a:lnTo>
                        <a:pt x="212" y="1648"/>
                      </a:lnTo>
                      <a:lnTo>
                        <a:pt x="215" y="1642"/>
                      </a:lnTo>
                      <a:lnTo>
                        <a:pt x="218" y="1636"/>
                      </a:lnTo>
                      <a:lnTo>
                        <a:pt x="220" y="1629"/>
                      </a:lnTo>
                      <a:lnTo>
                        <a:pt x="221" y="1621"/>
                      </a:lnTo>
                      <a:lnTo>
                        <a:pt x="222" y="1605"/>
                      </a:lnTo>
                      <a:lnTo>
                        <a:pt x="221" y="1593"/>
                      </a:lnTo>
                      <a:lnTo>
                        <a:pt x="220" y="1589"/>
                      </a:lnTo>
                      <a:lnTo>
                        <a:pt x="216" y="1584"/>
                      </a:lnTo>
                      <a:lnTo>
                        <a:pt x="212" y="1580"/>
                      </a:lnTo>
                      <a:lnTo>
                        <a:pt x="208" y="1577"/>
                      </a:lnTo>
                      <a:lnTo>
                        <a:pt x="202" y="1573"/>
                      </a:lnTo>
                      <a:lnTo>
                        <a:pt x="195" y="1570"/>
                      </a:lnTo>
                      <a:lnTo>
                        <a:pt x="187" y="1567"/>
                      </a:lnTo>
                      <a:lnTo>
                        <a:pt x="178" y="1566"/>
                      </a:lnTo>
                      <a:lnTo>
                        <a:pt x="159" y="1564"/>
                      </a:lnTo>
                      <a:lnTo>
                        <a:pt x="142" y="1559"/>
                      </a:lnTo>
                      <a:lnTo>
                        <a:pt x="135" y="1555"/>
                      </a:lnTo>
                      <a:lnTo>
                        <a:pt x="129" y="1552"/>
                      </a:lnTo>
                      <a:lnTo>
                        <a:pt x="124" y="1547"/>
                      </a:lnTo>
                      <a:lnTo>
                        <a:pt x="121" y="1541"/>
                      </a:lnTo>
                      <a:lnTo>
                        <a:pt x="118" y="1534"/>
                      </a:lnTo>
                      <a:lnTo>
                        <a:pt x="117" y="1527"/>
                      </a:lnTo>
                      <a:lnTo>
                        <a:pt x="115" y="1517"/>
                      </a:lnTo>
                      <a:lnTo>
                        <a:pt x="115" y="1508"/>
                      </a:lnTo>
                      <a:lnTo>
                        <a:pt x="115" y="1498"/>
                      </a:lnTo>
                      <a:lnTo>
                        <a:pt x="116" y="1489"/>
                      </a:lnTo>
                      <a:lnTo>
                        <a:pt x="120" y="1478"/>
                      </a:lnTo>
                      <a:lnTo>
                        <a:pt x="123" y="1470"/>
                      </a:lnTo>
                      <a:lnTo>
                        <a:pt x="133" y="1453"/>
                      </a:lnTo>
                      <a:lnTo>
                        <a:pt x="140" y="1439"/>
                      </a:lnTo>
                      <a:lnTo>
                        <a:pt x="142" y="1432"/>
                      </a:lnTo>
                      <a:lnTo>
                        <a:pt x="143" y="1426"/>
                      </a:lnTo>
                      <a:lnTo>
                        <a:pt x="145" y="1421"/>
                      </a:lnTo>
                      <a:lnTo>
                        <a:pt x="143" y="1415"/>
                      </a:lnTo>
                      <a:lnTo>
                        <a:pt x="141" y="1410"/>
                      </a:lnTo>
                      <a:lnTo>
                        <a:pt x="139" y="1406"/>
                      </a:lnTo>
                      <a:lnTo>
                        <a:pt x="134" y="1401"/>
                      </a:lnTo>
                      <a:lnTo>
                        <a:pt x="130" y="1395"/>
                      </a:lnTo>
                      <a:lnTo>
                        <a:pt x="121" y="1385"/>
                      </a:lnTo>
                      <a:lnTo>
                        <a:pt x="111" y="1377"/>
                      </a:lnTo>
                      <a:lnTo>
                        <a:pt x="103" y="1368"/>
                      </a:lnTo>
                      <a:lnTo>
                        <a:pt x="94" y="1357"/>
                      </a:lnTo>
                      <a:lnTo>
                        <a:pt x="91" y="1351"/>
                      </a:lnTo>
                      <a:lnTo>
                        <a:pt x="89" y="1346"/>
                      </a:lnTo>
                      <a:lnTo>
                        <a:pt x="88" y="1340"/>
                      </a:lnTo>
                      <a:lnTo>
                        <a:pt x="89" y="1333"/>
                      </a:lnTo>
                      <a:lnTo>
                        <a:pt x="94" y="1321"/>
                      </a:lnTo>
                      <a:lnTo>
                        <a:pt x="102" y="1308"/>
                      </a:lnTo>
                      <a:lnTo>
                        <a:pt x="108" y="1296"/>
                      </a:lnTo>
                      <a:lnTo>
                        <a:pt x="111" y="1287"/>
                      </a:lnTo>
                      <a:lnTo>
                        <a:pt x="113" y="1277"/>
                      </a:lnTo>
                      <a:lnTo>
                        <a:pt x="113" y="1265"/>
                      </a:lnTo>
                      <a:lnTo>
                        <a:pt x="113" y="1254"/>
                      </a:lnTo>
                      <a:lnTo>
                        <a:pt x="114" y="1243"/>
                      </a:lnTo>
                      <a:lnTo>
                        <a:pt x="114" y="1238"/>
                      </a:lnTo>
                      <a:lnTo>
                        <a:pt x="114" y="1235"/>
                      </a:lnTo>
                      <a:lnTo>
                        <a:pt x="113" y="1232"/>
                      </a:lnTo>
                      <a:lnTo>
                        <a:pt x="111" y="1230"/>
                      </a:lnTo>
                      <a:lnTo>
                        <a:pt x="109" y="1229"/>
                      </a:lnTo>
                      <a:lnTo>
                        <a:pt x="107" y="1229"/>
                      </a:lnTo>
                      <a:lnTo>
                        <a:pt x="103" y="1230"/>
                      </a:lnTo>
                      <a:lnTo>
                        <a:pt x="99" y="1231"/>
                      </a:lnTo>
                      <a:lnTo>
                        <a:pt x="89" y="1236"/>
                      </a:lnTo>
                      <a:lnTo>
                        <a:pt x="78" y="1242"/>
                      </a:lnTo>
                      <a:lnTo>
                        <a:pt x="66" y="1246"/>
                      </a:lnTo>
                      <a:lnTo>
                        <a:pt x="57" y="1251"/>
                      </a:lnTo>
                      <a:lnTo>
                        <a:pt x="51" y="1252"/>
                      </a:lnTo>
                      <a:lnTo>
                        <a:pt x="46" y="1252"/>
                      </a:lnTo>
                      <a:lnTo>
                        <a:pt x="40" y="1251"/>
                      </a:lnTo>
                      <a:lnTo>
                        <a:pt x="35" y="1249"/>
                      </a:lnTo>
                      <a:lnTo>
                        <a:pt x="29" y="1246"/>
                      </a:lnTo>
                      <a:lnTo>
                        <a:pt x="26" y="1244"/>
                      </a:lnTo>
                      <a:lnTo>
                        <a:pt x="22" y="1242"/>
                      </a:lnTo>
                      <a:lnTo>
                        <a:pt x="20" y="1238"/>
                      </a:lnTo>
                      <a:lnTo>
                        <a:pt x="20" y="1235"/>
                      </a:lnTo>
                      <a:lnTo>
                        <a:pt x="21" y="1232"/>
                      </a:lnTo>
                      <a:lnTo>
                        <a:pt x="23" y="1230"/>
                      </a:lnTo>
                      <a:lnTo>
                        <a:pt x="27" y="1226"/>
                      </a:lnTo>
                      <a:lnTo>
                        <a:pt x="29" y="1224"/>
                      </a:lnTo>
                      <a:lnTo>
                        <a:pt x="29" y="1220"/>
                      </a:lnTo>
                      <a:lnTo>
                        <a:pt x="29" y="1217"/>
                      </a:lnTo>
                      <a:lnTo>
                        <a:pt x="28" y="1214"/>
                      </a:lnTo>
                      <a:lnTo>
                        <a:pt x="27" y="1211"/>
                      </a:lnTo>
                      <a:lnTo>
                        <a:pt x="25" y="1208"/>
                      </a:lnTo>
                      <a:lnTo>
                        <a:pt x="22" y="1207"/>
                      </a:lnTo>
                      <a:lnTo>
                        <a:pt x="19" y="1207"/>
                      </a:lnTo>
                      <a:lnTo>
                        <a:pt x="15" y="1208"/>
                      </a:lnTo>
                      <a:lnTo>
                        <a:pt x="13" y="1207"/>
                      </a:lnTo>
                      <a:lnTo>
                        <a:pt x="10" y="1207"/>
                      </a:lnTo>
                      <a:lnTo>
                        <a:pt x="9" y="1205"/>
                      </a:lnTo>
                      <a:lnTo>
                        <a:pt x="8" y="1201"/>
                      </a:lnTo>
                      <a:lnTo>
                        <a:pt x="8" y="1196"/>
                      </a:lnTo>
                      <a:lnTo>
                        <a:pt x="12" y="1187"/>
                      </a:lnTo>
                      <a:lnTo>
                        <a:pt x="16" y="1179"/>
                      </a:lnTo>
                      <a:lnTo>
                        <a:pt x="17" y="1176"/>
                      </a:lnTo>
                      <a:lnTo>
                        <a:pt x="19" y="1175"/>
                      </a:lnTo>
                      <a:lnTo>
                        <a:pt x="17" y="1173"/>
                      </a:lnTo>
                      <a:lnTo>
                        <a:pt x="16" y="1172"/>
                      </a:lnTo>
                      <a:lnTo>
                        <a:pt x="14" y="1170"/>
                      </a:lnTo>
                      <a:lnTo>
                        <a:pt x="9" y="1169"/>
                      </a:lnTo>
                      <a:lnTo>
                        <a:pt x="7" y="1169"/>
                      </a:lnTo>
                      <a:lnTo>
                        <a:pt x="4" y="1167"/>
                      </a:lnTo>
                      <a:lnTo>
                        <a:pt x="2" y="1164"/>
                      </a:lnTo>
                      <a:lnTo>
                        <a:pt x="1" y="1161"/>
                      </a:lnTo>
                      <a:lnTo>
                        <a:pt x="0" y="1156"/>
                      </a:lnTo>
                      <a:lnTo>
                        <a:pt x="1" y="1150"/>
                      </a:lnTo>
                      <a:lnTo>
                        <a:pt x="1" y="1144"/>
                      </a:lnTo>
                      <a:lnTo>
                        <a:pt x="3" y="1137"/>
                      </a:lnTo>
                      <a:lnTo>
                        <a:pt x="7" y="1129"/>
                      </a:lnTo>
                      <a:lnTo>
                        <a:pt x="12" y="1119"/>
                      </a:lnTo>
                      <a:lnTo>
                        <a:pt x="17" y="1111"/>
                      </a:lnTo>
                      <a:lnTo>
                        <a:pt x="23" y="1103"/>
                      </a:lnTo>
                      <a:lnTo>
                        <a:pt x="36" y="1088"/>
                      </a:lnTo>
                      <a:lnTo>
                        <a:pt x="48" y="1078"/>
                      </a:lnTo>
                      <a:lnTo>
                        <a:pt x="52" y="1074"/>
                      </a:lnTo>
                      <a:lnTo>
                        <a:pt x="54" y="1067"/>
                      </a:lnTo>
                      <a:lnTo>
                        <a:pt x="57" y="1060"/>
                      </a:lnTo>
                      <a:lnTo>
                        <a:pt x="57" y="1051"/>
                      </a:lnTo>
                      <a:lnTo>
                        <a:pt x="57" y="1032"/>
                      </a:lnTo>
                      <a:lnTo>
                        <a:pt x="57" y="1016"/>
                      </a:lnTo>
                      <a:lnTo>
                        <a:pt x="55" y="1009"/>
                      </a:lnTo>
                      <a:lnTo>
                        <a:pt x="57" y="1002"/>
                      </a:lnTo>
                      <a:lnTo>
                        <a:pt x="58" y="994"/>
                      </a:lnTo>
                      <a:lnTo>
                        <a:pt x="59" y="988"/>
                      </a:lnTo>
                      <a:lnTo>
                        <a:pt x="61" y="984"/>
                      </a:lnTo>
                      <a:lnTo>
                        <a:pt x="65" y="979"/>
                      </a:lnTo>
                      <a:lnTo>
                        <a:pt x="70" y="975"/>
                      </a:lnTo>
                      <a:lnTo>
                        <a:pt x="76" y="971"/>
                      </a:lnTo>
                      <a:lnTo>
                        <a:pt x="89" y="965"/>
                      </a:lnTo>
                      <a:lnTo>
                        <a:pt x="102" y="961"/>
                      </a:lnTo>
                      <a:lnTo>
                        <a:pt x="116" y="956"/>
                      </a:lnTo>
                      <a:lnTo>
                        <a:pt x="130" y="953"/>
                      </a:lnTo>
                      <a:lnTo>
                        <a:pt x="145" y="949"/>
                      </a:lnTo>
                      <a:lnTo>
                        <a:pt x="158" y="945"/>
                      </a:lnTo>
                      <a:lnTo>
                        <a:pt x="162" y="942"/>
                      </a:lnTo>
                      <a:lnTo>
                        <a:pt x="166" y="939"/>
                      </a:lnTo>
                      <a:lnTo>
                        <a:pt x="170" y="936"/>
                      </a:lnTo>
                      <a:lnTo>
                        <a:pt x="172" y="934"/>
                      </a:lnTo>
                      <a:lnTo>
                        <a:pt x="172" y="930"/>
                      </a:lnTo>
                      <a:lnTo>
                        <a:pt x="171" y="927"/>
                      </a:lnTo>
                      <a:lnTo>
                        <a:pt x="170" y="922"/>
                      </a:lnTo>
                      <a:lnTo>
                        <a:pt x="167" y="917"/>
                      </a:lnTo>
                      <a:lnTo>
                        <a:pt x="162" y="908"/>
                      </a:lnTo>
                      <a:lnTo>
                        <a:pt x="158" y="901"/>
                      </a:lnTo>
                      <a:lnTo>
                        <a:pt x="154" y="893"/>
                      </a:lnTo>
                      <a:lnTo>
                        <a:pt x="153" y="887"/>
                      </a:lnTo>
                      <a:lnTo>
                        <a:pt x="153" y="884"/>
                      </a:lnTo>
                      <a:lnTo>
                        <a:pt x="155" y="882"/>
                      </a:lnTo>
                      <a:lnTo>
                        <a:pt x="158" y="880"/>
                      </a:lnTo>
                      <a:lnTo>
                        <a:pt x="162" y="880"/>
                      </a:lnTo>
                      <a:lnTo>
                        <a:pt x="172" y="879"/>
                      </a:lnTo>
                      <a:lnTo>
                        <a:pt x="180" y="877"/>
                      </a:lnTo>
                      <a:lnTo>
                        <a:pt x="185" y="874"/>
                      </a:lnTo>
                      <a:lnTo>
                        <a:pt x="189" y="871"/>
                      </a:lnTo>
                      <a:lnTo>
                        <a:pt x="192" y="867"/>
                      </a:lnTo>
                      <a:lnTo>
                        <a:pt x="197" y="864"/>
                      </a:lnTo>
                      <a:lnTo>
                        <a:pt x="205" y="852"/>
                      </a:lnTo>
                      <a:lnTo>
                        <a:pt x="217" y="840"/>
                      </a:lnTo>
                      <a:lnTo>
                        <a:pt x="229" y="829"/>
                      </a:lnTo>
                      <a:lnTo>
                        <a:pt x="239" y="819"/>
                      </a:lnTo>
                      <a:lnTo>
                        <a:pt x="246" y="809"/>
                      </a:lnTo>
                      <a:lnTo>
                        <a:pt x="249" y="802"/>
                      </a:lnTo>
                      <a:lnTo>
                        <a:pt x="250" y="795"/>
                      </a:lnTo>
                      <a:lnTo>
                        <a:pt x="249" y="788"/>
                      </a:lnTo>
                      <a:lnTo>
                        <a:pt x="248" y="784"/>
                      </a:lnTo>
                      <a:lnTo>
                        <a:pt x="246" y="782"/>
                      </a:lnTo>
                      <a:lnTo>
                        <a:pt x="242" y="778"/>
                      </a:lnTo>
                      <a:lnTo>
                        <a:pt x="239" y="776"/>
                      </a:lnTo>
                      <a:lnTo>
                        <a:pt x="231" y="772"/>
                      </a:lnTo>
                      <a:lnTo>
                        <a:pt x="224" y="770"/>
                      </a:lnTo>
                      <a:lnTo>
                        <a:pt x="221" y="767"/>
                      </a:lnTo>
                      <a:lnTo>
                        <a:pt x="220" y="766"/>
                      </a:lnTo>
                      <a:lnTo>
                        <a:pt x="218" y="763"/>
                      </a:lnTo>
                      <a:lnTo>
                        <a:pt x="217" y="760"/>
                      </a:lnTo>
                      <a:lnTo>
                        <a:pt x="218" y="758"/>
                      </a:lnTo>
                      <a:lnTo>
                        <a:pt x="220" y="756"/>
                      </a:lnTo>
                      <a:lnTo>
                        <a:pt x="221" y="753"/>
                      </a:lnTo>
                      <a:lnTo>
                        <a:pt x="223" y="752"/>
                      </a:lnTo>
                      <a:lnTo>
                        <a:pt x="227" y="751"/>
                      </a:lnTo>
                      <a:lnTo>
                        <a:pt x="229" y="748"/>
                      </a:lnTo>
                      <a:lnTo>
                        <a:pt x="231" y="746"/>
                      </a:lnTo>
                      <a:lnTo>
                        <a:pt x="233" y="742"/>
                      </a:lnTo>
                      <a:lnTo>
                        <a:pt x="233" y="740"/>
                      </a:lnTo>
                      <a:lnTo>
                        <a:pt x="233" y="737"/>
                      </a:lnTo>
                      <a:lnTo>
                        <a:pt x="230" y="734"/>
                      </a:lnTo>
                      <a:lnTo>
                        <a:pt x="228" y="732"/>
                      </a:lnTo>
                      <a:lnTo>
                        <a:pt x="220" y="727"/>
                      </a:lnTo>
                      <a:lnTo>
                        <a:pt x="210" y="723"/>
                      </a:lnTo>
                      <a:lnTo>
                        <a:pt x="202" y="719"/>
                      </a:lnTo>
                      <a:lnTo>
                        <a:pt x="193" y="713"/>
                      </a:lnTo>
                      <a:lnTo>
                        <a:pt x="191" y="709"/>
                      </a:lnTo>
                      <a:lnTo>
                        <a:pt x="190" y="704"/>
                      </a:lnTo>
                      <a:lnTo>
                        <a:pt x="189" y="700"/>
                      </a:lnTo>
                      <a:lnTo>
                        <a:pt x="189" y="694"/>
                      </a:lnTo>
                      <a:lnTo>
                        <a:pt x="190" y="682"/>
                      </a:lnTo>
                      <a:lnTo>
                        <a:pt x="193" y="671"/>
                      </a:lnTo>
                      <a:lnTo>
                        <a:pt x="196" y="657"/>
                      </a:lnTo>
                      <a:lnTo>
                        <a:pt x="198" y="640"/>
                      </a:lnTo>
                      <a:lnTo>
                        <a:pt x="199" y="624"/>
                      </a:lnTo>
                      <a:lnTo>
                        <a:pt x="199" y="612"/>
                      </a:lnTo>
                      <a:lnTo>
                        <a:pt x="198" y="607"/>
                      </a:lnTo>
                      <a:lnTo>
                        <a:pt x="198" y="603"/>
                      </a:lnTo>
                      <a:lnTo>
                        <a:pt x="196" y="600"/>
                      </a:lnTo>
                      <a:lnTo>
                        <a:pt x="193" y="596"/>
                      </a:lnTo>
                      <a:lnTo>
                        <a:pt x="191" y="594"/>
                      </a:lnTo>
                      <a:lnTo>
                        <a:pt x="187" y="592"/>
                      </a:lnTo>
                      <a:lnTo>
                        <a:pt x="184" y="590"/>
                      </a:lnTo>
                      <a:lnTo>
                        <a:pt x="179" y="590"/>
                      </a:lnTo>
                      <a:lnTo>
                        <a:pt x="176" y="590"/>
                      </a:lnTo>
                      <a:lnTo>
                        <a:pt x="172" y="589"/>
                      </a:lnTo>
                      <a:lnTo>
                        <a:pt x="170" y="588"/>
                      </a:lnTo>
                      <a:lnTo>
                        <a:pt x="167" y="586"/>
                      </a:lnTo>
                      <a:lnTo>
                        <a:pt x="164" y="580"/>
                      </a:lnTo>
                      <a:lnTo>
                        <a:pt x="160" y="574"/>
                      </a:lnTo>
                      <a:lnTo>
                        <a:pt x="155" y="567"/>
                      </a:lnTo>
                      <a:lnTo>
                        <a:pt x="147" y="558"/>
                      </a:lnTo>
                      <a:lnTo>
                        <a:pt x="139" y="551"/>
                      </a:lnTo>
                      <a:lnTo>
                        <a:pt x="132" y="546"/>
                      </a:lnTo>
                      <a:lnTo>
                        <a:pt x="128" y="545"/>
                      </a:lnTo>
                      <a:lnTo>
                        <a:pt x="126" y="543"/>
                      </a:lnTo>
                      <a:lnTo>
                        <a:pt x="123" y="540"/>
                      </a:lnTo>
                      <a:lnTo>
                        <a:pt x="122" y="537"/>
                      </a:lnTo>
                      <a:lnTo>
                        <a:pt x="120" y="530"/>
                      </a:lnTo>
                      <a:lnTo>
                        <a:pt x="118" y="521"/>
                      </a:lnTo>
                      <a:lnTo>
                        <a:pt x="117" y="513"/>
                      </a:lnTo>
                      <a:lnTo>
                        <a:pt x="117" y="502"/>
                      </a:lnTo>
                      <a:lnTo>
                        <a:pt x="118" y="498"/>
                      </a:lnTo>
                      <a:lnTo>
                        <a:pt x="120" y="492"/>
                      </a:lnTo>
                      <a:lnTo>
                        <a:pt x="122" y="486"/>
                      </a:lnTo>
                      <a:lnTo>
                        <a:pt x="126" y="480"/>
                      </a:lnTo>
                      <a:lnTo>
                        <a:pt x="145" y="461"/>
                      </a:lnTo>
                      <a:lnTo>
                        <a:pt x="160" y="445"/>
                      </a:lnTo>
                      <a:lnTo>
                        <a:pt x="162" y="442"/>
                      </a:lnTo>
                      <a:lnTo>
                        <a:pt x="166" y="438"/>
                      </a:lnTo>
                      <a:lnTo>
                        <a:pt x="168" y="436"/>
                      </a:lnTo>
                      <a:lnTo>
                        <a:pt x="172" y="433"/>
                      </a:lnTo>
                      <a:lnTo>
                        <a:pt x="180" y="431"/>
                      </a:lnTo>
                      <a:lnTo>
                        <a:pt x="189" y="429"/>
                      </a:lnTo>
                      <a:lnTo>
                        <a:pt x="199" y="427"/>
                      </a:lnTo>
                      <a:lnTo>
                        <a:pt x="209" y="426"/>
                      </a:lnTo>
                      <a:lnTo>
                        <a:pt x="214" y="425"/>
                      </a:lnTo>
                      <a:lnTo>
                        <a:pt x="218" y="423"/>
                      </a:lnTo>
                      <a:lnTo>
                        <a:pt x="222" y="419"/>
                      </a:lnTo>
                      <a:lnTo>
                        <a:pt x="224" y="413"/>
                      </a:lnTo>
                      <a:lnTo>
                        <a:pt x="228" y="401"/>
                      </a:lnTo>
                      <a:lnTo>
                        <a:pt x="229" y="389"/>
                      </a:lnTo>
                      <a:lnTo>
                        <a:pt x="230" y="384"/>
                      </a:lnTo>
                      <a:lnTo>
                        <a:pt x="231" y="379"/>
                      </a:lnTo>
                      <a:lnTo>
                        <a:pt x="234" y="375"/>
                      </a:lnTo>
                      <a:lnTo>
                        <a:pt x="236" y="373"/>
                      </a:lnTo>
                      <a:lnTo>
                        <a:pt x="241" y="370"/>
                      </a:lnTo>
                      <a:lnTo>
                        <a:pt x="246" y="370"/>
                      </a:lnTo>
                      <a:lnTo>
                        <a:pt x="250" y="370"/>
                      </a:lnTo>
                      <a:lnTo>
                        <a:pt x="256" y="370"/>
                      </a:lnTo>
                      <a:lnTo>
                        <a:pt x="267" y="372"/>
                      </a:lnTo>
                      <a:lnTo>
                        <a:pt x="277" y="375"/>
                      </a:lnTo>
                      <a:lnTo>
                        <a:pt x="288" y="376"/>
                      </a:lnTo>
                      <a:lnTo>
                        <a:pt x="305" y="378"/>
                      </a:lnTo>
                      <a:lnTo>
                        <a:pt x="313" y="376"/>
                      </a:lnTo>
                      <a:lnTo>
                        <a:pt x="323" y="375"/>
                      </a:lnTo>
                      <a:lnTo>
                        <a:pt x="331" y="373"/>
                      </a:lnTo>
                      <a:lnTo>
                        <a:pt x="338" y="370"/>
                      </a:lnTo>
                      <a:lnTo>
                        <a:pt x="350" y="362"/>
                      </a:lnTo>
                      <a:lnTo>
                        <a:pt x="361" y="353"/>
                      </a:lnTo>
                      <a:lnTo>
                        <a:pt x="368" y="348"/>
                      </a:lnTo>
                      <a:lnTo>
                        <a:pt x="374" y="344"/>
                      </a:lnTo>
                      <a:lnTo>
                        <a:pt x="382" y="343"/>
                      </a:lnTo>
                      <a:lnTo>
                        <a:pt x="391" y="344"/>
                      </a:lnTo>
                      <a:lnTo>
                        <a:pt x="399" y="345"/>
                      </a:lnTo>
                      <a:lnTo>
                        <a:pt x="407" y="347"/>
                      </a:lnTo>
                      <a:lnTo>
                        <a:pt x="416" y="347"/>
                      </a:lnTo>
                      <a:lnTo>
                        <a:pt x="424" y="345"/>
                      </a:lnTo>
                      <a:lnTo>
                        <a:pt x="438" y="342"/>
                      </a:lnTo>
                      <a:lnTo>
                        <a:pt x="453" y="337"/>
                      </a:lnTo>
                      <a:lnTo>
                        <a:pt x="458" y="334"/>
                      </a:lnTo>
                      <a:lnTo>
                        <a:pt x="464" y="330"/>
                      </a:lnTo>
                      <a:lnTo>
                        <a:pt x="469" y="326"/>
                      </a:lnTo>
                      <a:lnTo>
                        <a:pt x="472" y="324"/>
                      </a:lnTo>
                      <a:lnTo>
                        <a:pt x="473" y="321"/>
                      </a:lnTo>
                      <a:lnTo>
                        <a:pt x="473" y="318"/>
                      </a:lnTo>
                      <a:lnTo>
                        <a:pt x="469" y="316"/>
                      </a:lnTo>
                      <a:lnTo>
                        <a:pt x="464" y="315"/>
                      </a:lnTo>
                      <a:lnTo>
                        <a:pt x="458" y="313"/>
                      </a:lnTo>
                      <a:lnTo>
                        <a:pt x="454" y="311"/>
                      </a:lnTo>
                      <a:lnTo>
                        <a:pt x="451" y="309"/>
                      </a:lnTo>
                      <a:lnTo>
                        <a:pt x="450" y="306"/>
                      </a:lnTo>
                      <a:lnTo>
                        <a:pt x="450" y="303"/>
                      </a:lnTo>
                      <a:lnTo>
                        <a:pt x="450" y="300"/>
                      </a:lnTo>
                      <a:lnTo>
                        <a:pt x="451" y="297"/>
                      </a:lnTo>
                      <a:lnTo>
                        <a:pt x="454" y="294"/>
                      </a:lnTo>
                      <a:lnTo>
                        <a:pt x="457" y="290"/>
                      </a:lnTo>
                      <a:lnTo>
                        <a:pt x="462" y="287"/>
                      </a:lnTo>
                      <a:lnTo>
                        <a:pt x="468" y="287"/>
                      </a:lnTo>
                      <a:lnTo>
                        <a:pt x="475" y="290"/>
                      </a:lnTo>
                      <a:lnTo>
                        <a:pt x="479" y="291"/>
                      </a:lnTo>
                      <a:lnTo>
                        <a:pt x="482" y="292"/>
                      </a:lnTo>
                      <a:lnTo>
                        <a:pt x="485" y="292"/>
                      </a:lnTo>
                      <a:lnTo>
                        <a:pt x="486" y="291"/>
                      </a:lnTo>
                      <a:lnTo>
                        <a:pt x="487" y="288"/>
                      </a:lnTo>
                      <a:lnTo>
                        <a:pt x="487" y="286"/>
                      </a:lnTo>
                      <a:lnTo>
                        <a:pt x="486" y="284"/>
                      </a:lnTo>
                      <a:lnTo>
                        <a:pt x="485" y="280"/>
                      </a:lnTo>
                      <a:lnTo>
                        <a:pt x="483" y="277"/>
                      </a:lnTo>
                      <a:lnTo>
                        <a:pt x="483" y="273"/>
                      </a:lnTo>
                      <a:lnTo>
                        <a:pt x="485" y="269"/>
                      </a:lnTo>
                      <a:lnTo>
                        <a:pt x="487" y="267"/>
                      </a:lnTo>
                      <a:lnTo>
                        <a:pt x="492" y="262"/>
                      </a:lnTo>
                      <a:lnTo>
                        <a:pt x="499" y="259"/>
                      </a:lnTo>
                      <a:lnTo>
                        <a:pt x="506" y="258"/>
                      </a:lnTo>
                      <a:lnTo>
                        <a:pt x="516" y="259"/>
                      </a:lnTo>
                      <a:lnTo>
                        <a:pt x="519" y="260"/>
                      </a:lnTo>
                      <a:lnTo>
                        <a:pt x="524" y="262"/>
                      </a:lnTo>
                      <a:lnTo>
                        <a:pt x="529" y="265"/>
                      </a:lnTo>
                      <a:lnTo>
                        <a:pt x="533" y="268"/>
                      </a:lnTo>
                      <a:lnTo>
                        <a:pt x="537" y="272"/>
                      </a:lnTo>
                      <a:lnTo>
                        <a:pt x="542" y="273"/>
                      </a:lnTo>
                      <a:lnTo>
                        <a:pt x="545" y="274"/>
                      </a:lnTo>
                      <a:lnTo>
                        <a:pt x="549" y="273"/>
                      </a:lnTo>
                      <a:lnTo>
                        <a:pt x="552" y="272"/>
                      </a:lnTo>
                      <a:lnTo>
                        <a:pt x="555" y="268"/>
                      </a:lnTo>
                      <a:lnTo>
                        <a:pt x="555" y="265"/>
                      </a:lnTo>
                      <a:lnTo>
                        <a:pt x="556" y="260"/>
                      </a:lnTo>
                      <a:lnTo>
                        <a:pt x="554" y="248"/>
                      </a:lnTo>
                      <a:lnTo>
                        <a:pt x="552" y="235"/>
                      </a:lnTo>
                      <a:lnTo>
                        <a:pt x="550" y="229"/>
                      </a:lnTo>
                      <a:lnTo>
                        <a:pt x="549" y="223"/>
                      </a:lnTo>
                      <a:lnTo>
                        <a:pt x="546" y="218"/>
                      </a:lnTo>
                      <a:lnTo>
                        <a:pt x="544" y="216"/>
                      </a:lnTo>
                      <a:lnTo>
                        <a:pt x="542" y="212"/>
                      </a:lnTo>
                      <a:lnTo>
                        <a:pt x="540" y="210"/>
                      </a:lnTo>
                      <a:lnTo>
                        <a:pt x="539" y="208"/>
                      </a:lnTo>
                      <a:lnTo>
                        <a:pt x="540" y="206"/>
                      </a:lnTo>
                      <a:lnTo>
                        <a:pt x="542" y="204"/>
                      </a:lnTo>
                      <a:lnTo>
                        <a:pt x="544" y="203"/>
                      </a:lnTo>
                      <a:lnTo>
                        <a:pt x="548" y="203"/>
                      </a:lnTo>
                      <a:lnTo>
                        <a:pt x="552" y="203"/>
                      </a:lnTo>
                      <a:lnTo>
                        <a:pt x="564" y="205"/>
                      </a:lnTo>
                      <a:lnTo>
                        <a:pt x="576" y="209"/>
                      </a:lnTo>
                      <a:lnTo>
                        <a:pt x="588" y="212"/>
                      </a:lnTo>
                      <a:lnTo>
                        <a:pt x="595" y="217"/>
                      </a:lnTo>
                      <a:lnTo>
                        <a:pt x="600" y="218"/>
                      </a:lnTo>
                      <a:lnTo>
                        <a:pt x="605" y="219"/>
                      </a:lnTo>
                      <a:lnTo>
                        <a:pt x="611" y="219"/>
                      </a:lnTo>
                      <a:lnTo>
                        <a:pt x="617" y="219"/>
                      </a:lnTo>
                      <a:lnTo>
                        <a:pt x="624" y="218"/>
                      </a:lnTo>
                      <a:lnTo>
                        <a:pt x="630" y="216"/>
                      </a:lnTo>
                      <a:lnTo>
                        <a:pt x="634" y="214"/>
                      </a:lnTo>
                      <a:lnTo>
                        <a:pt x="639" y="210"/>
                      </a:lnTo>
                      <a:lnTo>
                        <a:pt x="645" y="203"/>
                      </a:lnTo>
                      <a:lnTo>
                        <a:pt x="652" y="192"/>
                      </a:lnTo>
                      <a:lnTo>
                        <a:pt x="656" y="185"/>
                      </a:lnTo>
                      <a:lnTo>
                        <a:pt x="659" y="175"/>
                      </a:lnTo>
                      <a:lnTo>
                        <a:pt x="663" y="165"/>
                      </a:lnTo>
                      <a:lnTo>
                        <a:pt x="665" y="152"/>
                      </a:lnTo>
                      <a:lnTo>
                        <a:pt x="669" y="141"/>
                      </a:lnTo>
                      <a:lnTo>
                        <a:pt x="671" y="135"/>
                      </a:lnTo>
                      <a:lnTo>
                        <a:pt x="675" y="132"/>
                      </a:lnTo>
                      <a:lnTo>
                        <a:pt x="678" y="129"/>
                      </a:lnTo>
                      <a:lnTo>
                        <a:pt x="691" y="129"/>
                      </a:lnTo>
                      <a:lnTo>
                        <a:pt x="712" y="128"/>
                      </a:lnTo>
                      <a:lnTo>
                        <a:pt x="732" y="124"/>
                      </a:lnTo>
                      <a:lnTo>
                        <a:pt x="745" y="122"/>
                      </a:lnTo>
                      <a:lnTo>
                        <a:pt x="753" y="123"/>
                      </a:lnTo>
                      <a:lnTo>
                        <a:pt x="759" y="124"/>
                      </a:lnTo>
                      <a:lnTo>
                        <a:pt x="766" y="130"/>
                      </a:lnTo>
                      <a:lnTo>
                        <a:pt x="773" y="137"/>
                      </a:lnTo>
                      <a:lnTo>
                        <a:pt x="778" y="145"/>
                      </a:lnTo>
                      <a:lnTo>
                        <a:pt x="784" y="151"/>
                      </a:lnTo>
                      <a:lnTo>
                        <a:pt x="790" y="156"/>
                      </a:lnTo>
                      <a:lnTo>
                        <a:pt x="798" y="162"/>
                      </a:lnTo>
                      <a:lnTo>
                        <a:pt x="804" y="165"/>
                      </a:lnTo>
                      <a:lnTo>
                        <a:pt x="813" y="167"/>
                      </a:lnTo>
                      <a:lnTo>
                        <a:pt x="822" y="168"/>
                      </a:lnTo>
                      <a:lnTo>
                        <a:pt x="833" y="168"/>
                      </a:lnTo>
                      <a:lnTo>
                        <a:pt x="839" y="167"/>
                      </a:lnTo>
                      <a:lnTo>
                        <a:pt x="845" y="166"/>
                      </a:lnTo>
                      <a:lnTo>
                        <a:pt x="851" y="164"/>
                      </a:lnTo>
                      <a:lnTo>
                        <a:pt x="856" y="160"/>
                      </a:lnTo>
                      <a:lnTo>
                        <a:pt x="865" y="152"/>
                      </a:lnTo>
                      <a:lnTo>
                        <a:pt x="876" y="143"/>
                      </a:lnTo>
                      <a:lnTo>
                        <a:pt x="885" y="135"/>
                      </a:lnTo>
                      <a:lnTo>
                        <a:pt x="896" y="128"/>
                      </a:lnTo>
                      <a:lnTo>
                        <a:pt x="902" y="126"/>
                      </a:lnTo>
                      <a:lnTo>
                        <a:pt x="908" y="123"/>
                      </a:lnTo>
                      <a:lnTo>
                        <a:pt x="914" y="123"/>
                      </a:lnTo>
                      <a:lnTo>
                        <a:pt x="921" y="123"/>
                      </a:lnTo>
                      <a:lnTo>
                        <a:pt x="945" y="126"/>
                      </a:lnTo>
                      <a:lnTo>
                        <a:pt x="960" y="127"/>
                      </a:lnTo>
                      <a:lnTo>
                        <a:pt x="967" y="124"/>
                      </a:lnTo>
                      <a:lnTo>
                        <a:pt x="973" y="122"/>
                      </a:lnTo>
                      <a:lnTo>
                        <a:pt x="979" y="117"/>
                      </a:lnTo>
                      <a:lnTo>
                        <a:pt x="985" y="110"/>
                      </a:lnTo>
                      <a:lnTo>
                        <a:pt x="992" y="103"/>
                      </a:lnTo>
                      <a:lnTo>
                        <a:pt x="1001" y="97"/>
                      </a:lnTo>
                      <a:lnTo>
                        <a:pt x="1008" y="93"/>
                      </a:lnTo>
                      <a:lnTo>
                        <a:pt x="1016" y="90"/>
                      </a:lnTo>
                      <a:lnTo>
                        <a:pt x="1024" y="86"/>
                      </a:lnTo>
                      <a:lnTo>
                        <a:pt x="1033" y="83"/>
                      </a:lnTo>
                      <a:lnTo>
                        <a:pt x="1041" y="79"/>
                      </a:lnTo>
                      <a:lnTo>
                        <a:pt x="1049" y="73"/>
                      </a:lnTo>
                      <a:lnTo>
                        <a:pt x="1053" y="70"/>
                      </a:lnTo>
                      <a:lnTo>
                        <a:pt x="1055" y="66"/>
                      </a:lnTo>
                      <a:lnTo>
                        <a:pt x="1058" y="63"/>
                      </a:lnTo>
                      <a:lnTo>
                        <a:pt x="1060" y="58"/>
                      </a:lnTo>
                      <a:lnTo>
                        <a:pt x="1062" y="48"/>
                      </a:lnTo>
                      <a:lnTo>
                        <a:pt x="1065" y="39"/>
                      </a:lnTo>
                      <a:lnTo>
                        <a:pt x="1067" y="29"/>
                      </a:lnTo>
                      <a:lnTo>
                        <a:pt x="1072" y="20"/>
                      </a:lnTo>
                      <a:lnTo>
                        <a:pt x="1074" y="16"/>
                      </a:lnTo>
                      <a:lnTo>
                        <a:pt x="1078" y="13"/>
                      </a:lnTo>
                      <a:lnTo>
                        <a:pt x="1081" y="9"/>
                      </a:lnTo>
                      <a:lnTo>
                        <a:pt x="1086" y="6"/>
                      </a:lnTo>
                      <a:lnTo>
                        <a:pt x="1093" y="3"/>
                      </a:lnTo>
                      <a:lnTo>
                        <a:pt x="1102" y="1"/>
                      </a:lnTo>
                      <a:lnTo>
                        <a:pt x="1109" y="0"/>
                      </a:lnTo>
                      <a:lnTo>
                        <a:pt x="1117" y="0"/>
                      </a:lnTo>
                      <a:lnTo>
                        <a:pt x="1124" y="2"/>
                      </a:lnTo>
                      <a:lnTo>
                        <a:pt x="1131" y="6"/>
                      </a:lnTo>
                      <a:lnTo>
                        <a:pt x="1137" y="11"/>
                      </a:lnTo>
                      <a:lnTo>
                        <a:pt x="1143" y="19"/>
                      </a:lnTo>
                      <a:close/>
                    </a:path>
                  </a:pathLst>
                </a:custGeom>
                <a:solidFill>
                  <a:srgbClr val="9BC2E6"/>
                </a:solidFill>
                <a:ln w="9525">
                  <a:solidFill>
                    <a:srgbClr val="AFABAB"/>
                  </a:solidFill>
                  <a:round/>
                  <a:headEnd/>
                  <a:tailEnd/>
                </a:ln>
              </p:spPr>
              <p:txBody>
                <a:bodyPr/>
                <a:lstStyle/>
                <a:p>
                  <a:endParaRPr lang="zh-CN" altLang="en-US"/>
                </a:p>
              </p:txBody>
            </p:sp>
            <p:sp>
              <p:nvSpPr>
                <p:cNvPr id="36" name="Freeform 75">
                  <a:extLst>
                    <a:ext uri="{FF2B5EF4-FFF2-40B4-BE49-F238E27FC236}">
                      <a16:creationId xmlns:a16="http://schemas.microsoft.com/office/drawing/2014/main" id="{C5C590C0-CCB5-4171-88A7-BBE275D2AC91}"/>
                    </a:ext>
                  </a:extLst>
                </p:cNvPr>
                <p:cNvSpPr>
                  <a:spLocks noEditPoints="1"/>
                </p:cNvSpPr>
                <p:nvPr/>
              </p:nvSpPr>
              <p:spPr bwMode="auto">
                <a:xfrm>
                  <a:off x="3544299" y="3634343"/>
                  <a:ext cx="56036" cy="45429"/>
                </a:xfrm>
                <a:custGeom>
                  <a:avLst/>
                  <a:gdLst>
                    <a:gd name="T0" fmla="*/ 154 w 213"/>
                    <a:gd name="T1" fmla="*/ 3 h 153"/>
                    <a:gd name="T2" fmla="*/ 166 w 213"/>
                    <a:gd name="T3" fmla="*/ 5 h 153"/>
                    <a:gd name="T4" fmla="*/ 175 w 213"/>
                    <a:gd name="T5" fmla="*/ 13 h 153"/>
                    <a:gd name="T6" fmla="*/ 182 w 213"/>
                    <a:gd name="T7" fmla="*/ 17 h 153"/>
                    <a:gd name="T8" fmla="*/ 162 w 213"/>
                    <a:gd name="T9" fmla="*/ 26 h 153"/>
                    <a:gd name="T10" fmla="*/ 132 w 213"/>
                    <a:gd name="T11" fmla="*/ 33 h 153"/>
                    <a:gd name="T12" fmla="*/ 135 w 213"/>
                    <a:gd name="T13" fmla="*/ 43 h 153"/>
                    <a:gd name="T14" fmla="*/ 141 w 213"/>
                    <a:gd name="T15" fmla="*/ 55 h 153"/>
                    <a:gd name="T16" fmla="*/ 151 w 213"/>
                    <a:gd name="T17" fmla="*/ 46 h 153"/>
                    <a:gd name="T18" fmla="*/ 169 w 213"/>
                    <a:gd name="T19" fmla="*/ 40 h 153"/>
                    <a:gd name="T20" fmla="*/ 180 w 213"/>
                    <a:gd name="T21" fmla="*/ 29 h 153"/>
                    <a:gd name="T22" fmla="*/ 189 w 213"/>
                    <a:gd name="T23" fmla="*/ 28 h 153"/>
                    <a:gd name="T24" fmla="*/ 195 w 213"/>
                    <a:gd name="T25" fmla="*/ 38 h 153"/>
                    <a:gd name="T26" fmla="*/ 200 w 213"/>
                    <a:gd name="T27" fmla="*/ 41 h 153"/>
                    <a:gd name="T28" fmla="*/ 209 w 213"/>
                    <a:gd name="T29" fmla="*/ 34 h 153"/>
                    <a:gd name="T30" fmla="*/ 212 w 213"/>
                    <a:gd name="T31" fmla="*/ 46 h 153"/>
                    <a:gd name="T32" fmla="*/ 204 w 213"/>
                    <a:gd name="T33" fmla="*/ 63 h 153"/>
                    <a:gd name="T34" fmla="*/ 188 w 213"/>
                    <a:gd name="T35" fmla="*/ 60 h 153"/>
                    <a:gd name="T36" fmla="*/ 168 w 213"/>
                    <a:gd name="T37" fmla="*/ 60 h 153"/>
                    <a:gd name="T38" fmla="*/ 167 w 213"/>
                    <a:gd name="T39" fmla="*/ 78 h 153"/>
                    <a:gd name="T40" fmla="*/ 177 w 213"/>
                    <a:gd name="T41" fmla="*/ 89 h 153"/>
                    <a:gd name="T42" fmla="*/ 183 w 213"/>
                    <a:gd name="T43" fmla="*/ 117 h 153"/>
                    <a:gd name="T44" fmla="*/ 179 w 213"/>
                    <a:gd name="T45" fmla="*/ 118 h 153"/>
                    <a:gd name="T46" fmla="*/ 170 w 213"/>
                    <a:gd name="T47" fmla="*/ 102 h 153"/>
                    <a:gd name="T48" fmla="*/ 158 w 213"/>
                    <a:gd name="T49" fmla="*/ 105 h 153"/>
                    <a:gd name="T50" fmla="*/ 162 w 213"/>
                    <a:gd name="T51" fmla="*/ 133 h 153"/>
                    <a:gd name="T52" fmla="*/ 149 w 213"/>
                    <a:gd name="T53" fmla="*/ 146 h 153"/>
                    <a:gd name="T54" fmla="*/ 126 w 213"/>
                    <a:gd name="T55" fmla="*/ 141 h 153"/>
                    <a:gd name="T56" fmla="*/ 120 w 213"/>
                    <a:gd name="T57" fmla="*/ 146 h 153"/>
                    <a:gd name="T58" fmla="*/ 113 w 213"/>
                    <a:gd name="T59" fmla="*/ 152 h 153"/>
                    <a:gd name="T60" fmla="*/ 108 w 213"/>
                    <a:gd name="T61" fmla="*/ 146 h 153"/>
                    <a:gd name="T62" fmla="*/ 112 w 213"/>
                    <a:gd name="T63" fmla="*/ 121 h 153"/>
                    <a:gd name="T64" fmla="*/ 111 w 213"/>
                    <a:gd name="T65" fmla="*/ 108 h 153"/>
                    <a:gd name="T66" fmla="*/ 123 w 213"/>
                    <a:gd name="T67" fmla="*/ 108 h 153"/>
                    <a:gd name="T68" fmla="*/ 133 w 213"/>
                    <a:gd name="T69" fmla="*/ 105 h 153"/>
                    <a:gd name="T70" fmla="*/ 131 w 213"/>
                    <a:gd name="T71" fmla="*/ 99 h 153"/>
                    <a:gd name="T72" fmla="*/ 122 w 213"/>
                    <a:gd name="T73" fmla="*/ 95 h 153"/>
                    <a:gd name="T74" fmla="*/ 112 w 213"/>
                    <a:gd name="T75" fmla="*/ 73 h 153"/>
                    <a:gd name="T76" fmla="*/ 91 w 213"/>
                    <a:gd name="T77" fmla="*/ 70 h 153"/>
                    <a:gd name="T78" fmla="*/ 48 w 213"/>
                    <a:gd name="T79" fmla="*/ 76 h 153"/>
                    <a:gd name="T80" fmla="*/ 19 w 213"/>
                    <a:gd name="T81" fmla="*/ 73 h 153"/>
                    <a:gd name="T82" fmla="*/ 20 w 213"/>
                    <a:gd name="T83" fmla="*/ 60 h 153"/>
                    <a:gd name="T84" fmla="*/ 56 w 213"/>
                    <a:gd name="T85" fmla="*/ 34 h 153"/>
                    <a:gd name="T86" fmla="*/ 75 w 213"/>
                    <a:gd name="T87" fmla="*/ 27 h 153"/>
                    <a:gd name="T88" fmla="*/ 81 w 213"/>
                    <a:gd name="T89" fmla="*/ 14 h 153"/>
                    <a:gd name="T90" fmla="*/ 116 w 213"/>
                    <a:gd name="T91" fmla="*/ 3 h 153"/>
                    <a:gd name="T92" fmla="*/ 3 w 213"/>
                    <a:gd name="T93" fmla="*/ 128 h 153"/>
                    <a:gd name="T94" fmla="*/ 26 w 213"/>
                    <a:gd name="T95" fmla="*/ 112 h 153"/>
                    <a:gd name="T96" fmla="*/ 54 w 213"/>
                    <a:gd name="T97" fmla="*/ 99 h 153"/>
                    <a:gd name="T98" fmla="*/ 74 w 213"/>
                    <a:gd name="T99" fmla="*/ 83 h 153"/>
                    <a:gd name="T100" fmla="*/ 79 w 213"/>
                    <a:gd name="T101" fmla="*/ 86 h 153"/>
                    <a:gd name="T102" fmla="*/ 72 w 213"/>
                    <a:gd name="T103" fmla="*/ 102 h 153"/>
                    <a:gd name="T104" fmla="*/ 70 w 213"/>
                    <a:gd name="T105" fmla="*/ 117 h 153"/>
                    <a:gd name="T106" fmla="*/ 63 w 213"/>
                    <a:gd name="T107" fmla="*/ 123 h 153"/>
                    <a:gd name="T108" fmla="*/ 66 w 213"/>
                    <a:gd name="T109" fmla="*/ 137 h 153"/>
                    <a:gd name="T110" fmla="*/ 57 w 213"/>
                    <a:gd name="T111" fmla="*/ 142 h 153"/>
                    <a:gd name="T112" fmla="*/ 45 w 213"/>
                    <a:gd name="T113" fmla="*/ 134 h 153"/>
                    <a:gd name="T114" fmla="*/ 35 w 213"/>
                    <a:gd name="T115" fmla="*/ 139 h 153"/>
                    <a:gd name="T116" fmla="*/ 10 w 213"/>
                    <a:gd name="T117" fmla="*/ 149 h 153"/>
                    <a:gd name="T118" fmla="*/ 0 w 213"/>
                    <a:gd name="T119" fmla="*/ 14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3" h="153">
                      <a:moveTo>
                        <a:pt x="149" y="0"/>
                      </a:moveTo>
                      <a:lnTo>
                        <a:pt x="150" y="2"/>
                      </a:lnTo>
                      <a:lnTo>
                        <a:pt x="151" y="3"/>
                      </a:lnTo>
                      <a:lnTo>
                        <a:pt x="154" y="3"/>
                      </a:lnTo>
                      <a:lnTo>
                        <a:pt x="155" y="3"/>
                      </a:lnTo>
                      <a:lnTo>
                        <a:pt x="160" y="3"/>
                      </a:lnTo>
                      <a:lnTo>
                        <a:pt x="163" y="4"/>
                      </a:lnTo>
                      <a:lnTo>
                        <a:pt x="166" y="5"/>
                      </a:lnTo>
                      <a:lnTo>
                        <a:pt x="167" y="9"/>
                      </a:lnTo>
                      <a:lnTo>
                        <a:pt x="168" y="10"/>
                      </a:lnTo>
                      <a:lnTo>
                        <a:pt x="171" y="13"/>
                      </a:lnTo>
                      <a:lnTo>
                        <a:pt x="175" y="13"/>
                      </a:lnTo>
                      <a:lnTo>
                        <a:pt x="179" y="13"/>
                      </a:lnTo>
                      <a:lnTo>
                        <a:pt x="182" y="14"/>
                      </a:lnTo>
                      <a:lnTo>
                        <a:pt x="183" y="15"/>
                      </a:lnTo>
                      <a:lnTo>
                        <a:pt x="182" y="17"/>
                      </a:lnTo>
                      <a:lnTo>
                        <a:pt x="177" y="20"/>
                      </a:lnTo>
                      <a:lnTo>
                        <a:pt x="173" y="22"/>
                      </a:lnTo>
                      <a:lnTo>
                        <a:pt x="168" y="24"/>
                      </a:lnTo>
                      <a:lnTo>
                        <a:pt x="162" y="26"/>
                      </a:lnTo>
                      <a:lnTo>
                        <a:pt x="152" y="27"/>
                      </a:lnTo>
                      <a:lnTo>
                        <a:pt x="142" y="28"/>
                      </a:lnTo>
                      <a:lnTo>
                        <a:pt x="135" y="32"/>
                      </a:lnTo>
                      <a:lnTo>
                        <a:pt x="132" y="33"/>
                      </a:lnTo>
                      <a:lnTo>
                        <a:pt x="130" y="34"/>
                      </a:lnTo>
                      <a:lnTo>
                        <a:pt x="130" y="36"/>
                      </a:lnTo>
                      <a:lnTo>
                        <a:pt x="131" y="38"/>
                      </a:lnTo>
                      <a:lnTo>
                        <a:pt x="135" y="43"/>
                      </a:lnTo>
                      <a:lnTo>
                        <a:pt x="137" y="52"/>
                      </a:lnTo>
                      <a:lnTo>
                        <a:pt x="138" y="54"/>
                      </a:lnTo>
                      <a:lnTo>
                        <a:pt x="139" y="55"/>
                      </a:lnTo>
                      <a:lnTo>
                        <a:pt x="141" y="55"/>
                      </a:lnTo>
                      <a:lnTo>
                        <a:pt x="142" y="55"/>
                      </a:lnTo>
                      <a:lnTo>
                        <a:pt x="145" y="54"/>
                      </a:lnTo>
                      <a:lnTo>
                        <a:pt x="148" y="51"/>
                      </a:lnTo>
                      <a:lnTo>
                        <a:pt x="151" y="46"/>
                      </a:lnTo>
                      <a:lnTo>
                        <a:pt x="156" y="42"/>
                      </a:lnTo>
                      <a:lnTo>
                        <a:pt x="161" y="41"/>
                      </a:lnTo>
                      <a:lnTo>
                        <a:pt x="164" y="40"/>
                      </a:lnTo>
                      <a:lnTo>
                        <a:pt x="169" y="40"/>
                      </a:lnTo>
                      <a:lnTo>
                        <a:pt x="173" y="39"/>
                      </a:lnTo>
                      <a:lnTo>
                        <a:pt x="175" y="36"/>
                      </a:lnTo>
                      <a:lnTo>
                        <a:pt x="179" y="32"/>
                      </a:lnTo>
                      <a:lnTo>
                        <a:pt x="180" y="29"/>
                      </a:lnTo>
                      <a:lnTo>
                        <a:pt x="182" y="28"/>
                      </a:lnTo>
                      <a:lnTo>
                        <a:pt x="185" y="27"/>
                      </a:lnTo>
                      <a:lnTo>
                        <a:pt x="187" y="27"/>
                      </a:lnTo>
                      <a:lnTo>
                        <a:pt x="189" y="28"/>
                      </a:lnTo>
                      <a:lnTo>
                        <a:pt x="192" y="29"/>
                      </a:lnTo>
                      <a:lnTo>
                        <a:pt x="194" y="30"/>
                      </a:lnTo>
                      <a:lnTo>
                        <a:pt x="194" y="33"/>
                      </a:lnTo>
                      <a:lnTo>
                        <a:pt x="195" y="38"/>
                      </a:lnTo>
                      <a:lnTo>
                        <a:pt x="196" y="40"/>
                      </a:lnTo>
                      <a:lnTo>
                        <a:pt x="198" y="41"/>
                      </a:lnTo>
                      <a:lnTo>
                        <a:pt x="199" y="41"/>
                      </a:lnTo>
                      <a:lnTo>
                        <a:pt x="200" y="41"/>
                      </a:lnTo>
                      <a:lnTo>
                        <a:pt x="201" y="39"/>
                      </a:lnTo>
                      <a:lnTo>
                        <a:pt x="204" y="36"/>
                      </a:lnTo>
                      <a:lnTo>
                        <a:pt x="207" y="34"/>
                      </a:lnTo>
                      <a:lnTo>
                        <a:pt x="209" y="34"/>
                      </a:lnTo>
                      <a:lnTo>
                        <a:pt x="212" y="35"/>
                      </a:lnTo>
                      <a:lnTo>
                        <a:pt x="213" y="38"/>
                      </a:lnTo>
                      <a:lnTo>
                        <a:pt x="213" y="41"/>
                      </a:lnTo>
                      <a:lnTo>
                        <a:pt x="212" y="46"/>
                      </a:lnTo>
                      <a:lnTo>
                        <a:pt x="209" y="51"/>
                      </a:lnTo>
                      <a:lnTo>
                        <a:pt x="208" y="55"/>
                      </a:lnTo>
                      <a:lnTo>
                        <a:pt x="206" y="61"/>
                      </a:lnTo>
                      <a:lnTo>
                        <a:pt x="204" y="63"/>
                      </a:lnTo>
                      <a:lnTo>
                        <a:pt x="201" y="64"/>
                      </a:lnTo>
                      <a:lnTo>
                        <a:pt x="199" y="65"/>
                      </a:lnTo>
                      <a:lnTo>
                        <a:pt x="196" y="64"/>
                      </a:lnTo>
                      <a:lnTo>
                        <a:pt x="188" y="60"/>
                      </a:lnTo>
                      <a:lnTo>
                        <a:pt x="180" y="59"/>
                      </a:lnTo>
                      <a:lnTo>
                        <a:pt x="175" y="59"/>
                      </a:lnTo>
                      <a:lnTo>
                        <a:pt x="171" y="59"/>
                      </a:lnTo>
                      <a:lnTo>
                        <a:pt x="168" y="60"/>
                      </a:lnTo>
                      <a:lnTo>
                        <a:pt x="167" y="63"/>
                      </a:lnTo>
                      <a:lnTo>
                        <a:pt x="166" y="67"/>
                      </a:lnTo>
                      <a:lnTo>
                        <a:pt x="166" y="74"/>
                      </a:lnTo>
                      <a:lnTo>
                        <a:pt x="167" y="78"/>
                      </a:lnTo>
                      <a:lnTo>
                        <a:pt x="168" y="80"/>
                      </a:lnTo>
                      <a:lnTo>
                        <a:pt x="170" y="83"/>
                      </a:lnTo>
                      <a:lnTo>
                        <a:pt x="173" y="85"/>
                      </a:lnTo>
                      <a:lnTo>
                        <a:pt x="177" y="89"/>
                      </a:lnTo>
                      <a:lnTo>
                        <a:pt x="181" y="95"/>
                      </a:lnTo>
                      <a:lnTo>
                        <a:pt x="183" y="101"/>
                      </a:lnTo>
                      <a:lnTo>
                        <a:pt x="183" y="110"/>
                      </a:lnTo>
                      <a:lnTo>
                        <a:pt x="183" y="117"/>
                      </a:lnTo>
                      <a:lnTo>
                        <a:pt x="181" y="121"/>
                      </a:lnTo>
                      <a:lnTo>
                        <a:pt x="180" y="121"/>
                      </a:lnTo>
                      <a:lnTo>
                        <a:pt x="179" y="120"/>
                      </a:lnTo>
                      <a:lnTo>
                        <a:pt x="179" y="118"/>
                      </a:lnTo>
                      <a:lnTo>
                        <a:pt x="177" y="117"/>
                      </a:lnTo>
                      <a:lnTo>
                        <a:pt x="176" y="112"/>
                      </a:lnTo>
                      <a:lnTo>
                        <a:pt x="174" y="106"/>
                      </a:lnTo>
                      <a:lnTo>
                        <a:pt x="170" y="102"/>
                      </a:lnTo>
                      <a:lnTo>
                        <a:pt x="166" y="99"/>
                      </a:lnTo>
                      <a:lnTo>
                        <a:pt x="162" y="101"/>
                      </a:lnTo>
                      <a:lnTo>
                        <a:pt x="160" y="102"/>
                      </a:lnTo>
                      <a:lnTo>
                        <a:pt x="158" y="105"/>
                      </a:lnTo>
                      <a:lnTo>
                        <a:pt x="160" y="111"/>
                      </a:lnTo>
                      <a:lnTo>
                        <a:pt x="162" y="118"/>
                      </a:lnTo>
                      <a:lnTo>
                        <a:pt x="162" y="128"/>
                      </a:lnTo>
                      <a:lnTo>
                        <a:pt x="162" y="133"/>
                      </a:lnTo>
                      <a:lnTo>
                        <a:pt x="161" y="137"/>
                      </a:lnTo>
                      <a:lnTo>
                        <a:pt x="158" y="141"/>
                      </a:lnTo>
                      <a:lnTo>
                        <a:pt x="156" y="143"/>
                      </a:lnTo>
                      <a:lnTo>
                        <a:pt x="149" y="146"/>
                      </a:lnTo>
                      <a:lnTo>
                        <a:pt x="142" y="146"/>
                      </a:lnTo>
                      <a:lnTo>
                        <a:pt x="135" y="145"/>
                      </a:lnTo>
                      <a:lnTo>
                        <a:pt x="129" y="142"/>
                      </a:lnTo>
                      <a:lnTo>
                        <a:pt x="126" y="141"/>
                      </a:lnTo>
                      <a:lnTo>
                        <a:pt x="125" y="141"/>
                      </a:lnTo>
                      <a:lnTo>
                        <a:pt x="124" y="141"/>
                      </a:lnTo>
                      <a:lnTo>
                        <a:pt x="123" y="142"/>
                      </a:lnTo>
                      <a:lnTo>
                        <a:pt x="120" y="146"/>
                      </a:lnTo>
                      <a:lnTo>
                        <a:pt x="118" y="150"/>
                      </a:lnTo>
                      <a:lnTo>
                        <a:pt x="117" y="152"/>
                      </a:lnTo>
                      <a:lnTo>
                        <a:pt x="116" y="153"/>
                      </a:lnTo>
                      <a:lnTo>
                        <a:pt x="113" y="152"/>
                      </a:lnTo>
                      <a:lnTo>
                        <a:pt x="112" y="152"/>
                      </a:lnTo>
                      <a:lnTo>
                        <a:pt x="111" y="150"/>
                      </a:lnTo>
                      <a:lnTo>
                        <a:pt x="108" y="148"/>
                      </a:lnTo>
                      <a:lnTo>
                        <a:pt x="108" y="146"/>
                      </a:lnTo>
                      <a:lnTo>
                        <a:pt x="108" y="143"/>
                      </a:lnTo>
                      <a:lnTo>
                        <a:pt x="111" y="135"/>
                      </a:lnTo>
                      <a:lnTo>
                        <a:pt x="113" y="126"/>
                      </a:lnTo>
                      <a:lnTo>
                        <a:pt x="112" y="121"/>
                      </a:lnTo>
                      <a:lnTo>
                        <a:pt x="110" y="116"/>
                      </a:lnTo>
                      <a:lnTo>
                        <a:pt x="108" y="112"/>
                      </a:lnTo>
                      <a:lnTo>
                        <a:pt x="110" y="109"/>
                      </a:lnTo>
                      <a:lnTo>
                        <a:pt x="111" y="108"/>
                      </a:lnTo>
                      <a:lnTo>
                        <a:pt x="113" y="106"/>
                      </a:lnTo>
                      <a:lnTo>
                        <a:pt x="114" y="106"/>
                      </a:lnTo>
                      <a:lnTo>
                        <a:pt x="118" y="106"/>
                      </a:lnTo>
                      <a:lnTo>
                        <a:pt x="123" y="108"/>
                      </a:lnTo>
                      <a:lnTo>
                        <a:pt x="127" y="109"/>
                      </a:lnTo>
                      <a:lnTo>
                        <a:pt x="130" y="108"/>
                      </a:lnTo>
                      <a:lnTo>
                        <a:pt x="132" y="108"/>
                      </a:lnTo>
                      <a:lnTo>
                        <a:pt x="133" y="105"/>
                      </a:lnTo>
                      <a:lnTo>
                        <a:pt x="133" y="104"/>
                      </a:lnTo>
                      <a:lnTo>
                        <a:pt x="133" y="103"/>
                      </a:lnTo>
                      <a:lnTo>
                        <a:pt x="133" y="101"/>
                      </a:lnTo>
                      <a:lnTo>
                        <a:pt x="131" y="99"/>
                      </a:lnTo>
                      <a:lnTo>
                        <a:pt x="129" y="99"/>
                      </a:lnTo>
                      <a:lnTo>
                        <a:pt x="126" y="98"/>
                      </a:lnTo>
                      <a:lnTo>
                        <a:pt x="124" y="97"/>
                      </a:lnTo>
                      <a:lnTo>
                        <a:pt x="122" y="95"/>
                      </a:lnTo>
                      <a:lnTo>
                        <a:pt x="119" y="92"/>
                      </a:lnTo>
                      <a:lnTo>
                        <a:pt x="114" y="85"/>
                      </a:lnTo>
                      <a:lnTo>
                        <a:pt x="113" y="77"/>
                      </a:lnTo>
                      <a:lnTo>
                        <a:pt x="112" y="73"/>
                      </a:lnTo>
                      <a:lnTo>
                        <a:pt x="110" y="71"/>
                      </a:lnTo>
                      <a:lnTo>
                        <a:pt x="106" y="70"/>
                      </a:lnTo>
                      <a:lnTo>
                        <a:pt x="101" y="68"/>
                      </a:lnTo>
                      <a:lnTo>
                        <a:pt x="91" y="70"/>
                      </a:lnTo>
                      <a:lnTo>
                        <a:pt x="79" y="72"/>
                      </a:lnTo>
                      <a:lnTo>
                        <a:pt x="68" y="76"/>
                      </a:lnTo>
                      <a:lnTo>
                        <a:pt x="57" y="76"/>
                      </a:lnTo>
                      <a:lnTo>
                        <a:pt x="48" y="76"/>
                      </a:lnTo>
                      <a:lnTo>
                        <a:pt x="37" y="76"/>
                      </a:lnTo>
                      <a:lnTo>
                        <a:pt x="29" y="76"/>
                      </a:lnTo>
                      <a:lnTo>
                        <a:pt x="22" y="74"/>
                      </a:lnTo>
                      <a:lnTo>
                        <a:pt x="19" y="73"/>
                      </a:lnTo>
                      <a:lnTo>
                        <a:pt x="18" y="72"/>
                      </a:lnTo>
                      <a:lnTo>
                        <a:pt x="17" y="70"/>
                      </a:lnTo>
                      <a:lnTo>
                        <a:pt x="17" y="67"/>
                      </a:lnTo>
                      <a:lnTo>
                        <a:pt x="20" y="60"/>
                      </a:lnTo>
                      <a:lnTo>
                        <a:pt x="28" y="52"/>
                      </a:lnTo>
                      <a:lnTo>
                        <a:pt x="35" y="45"/>
                      </a:lnTo>
                      <a:lnTo>
                        <a:pt x="43" y="40"/>
                      </a:lnTo>
                      <a:lnTo>
                        <a:pt x="56" y="34"/>
                      </a:lnTo>
                      <a:lnTo>
                        <a:pt x="66" y="32"/>
                      </a:lnTo>
                      <a:lnTo>
                        <a:pt x="69" y="30"/>
                      </a:lnTo>
                      <a:lnTo>
                        <a:pt x="73" y="29"/>
                      </a:lnTo>
                      <a:lnTo>
                        <a:pt x="75" y="27"/>
                      </a:lnTo>
                      <a:lnTo>
                        <a:pt x="78" y="23"/>
                      </a:lnTo>
                      <a:lnTo>
                        <a:pt x="80" y="19"/>
                      </a:lnTo>
                      <a:lnTo>
                        <a:pt x="80" y="16"/>
                      </a:lnTo>
                      <a:lnTo>
                        <a:pt x="81" y="14"/>
                      </a:lnTo>
                      <a:lnTo>
                        <a:pt x="88" y="10"/>
                      </a:lnTo>
                      <a:lnTo>
                        <a:pt x="97" y="7"/>
                      </a:lnTo>
                      <a:lnTo>
                        <a:pt x="105" y="4"/>
                      </a:lnTo>
                      <a:lnTo>
                        <a:pt x="116" y="3"/>
                      </a:lnTo>
                      <a:lnTo>
                        <a:pt x="131" y="2"/>
                      </a:lnTo>
                      <a:lnTo>
                        <a:pt x="144" y="1"/>
                      </a:lnTo>
                      <a:lnTo>
                        <a:pt x="149" y="0"/>
                      </a:lnTo>
                      <a:close/>
                      <a:moveTo>
                        <a:pt x="3" y="128"/>
                      </a:moveTo>
                      <a:lnTo>
                        <a:pt x="6" y="123"/>
                      </a:lnTo>
                      <a:lnTo>
                        <a:pt x="11" y="118"/>
                      </a:lnTo>
                      <a:lnTo>
                        <a:pt x="18" y="115"/>
                      </a:lnTo>
                      <a:lnTo>
                        <a:pt x="26" y="112"/>
                      </a:lnTo>
                      <a:lnTo>
                        <a:pt x="35" y="110"/>
                      </a:lnTo>
                      <a:lnTo>
                        <a:pt x="42" y="108"/>
                      </a:lnTo>
                      <a:lnTo>
                        <a:pt x="49" y="103"/>
                      </a:lnTo>
                      <a:lnTo>
                        <a:pt x="54" y="99"/>
                      </a:lnTo>
                      <a:lnTo>
                        <a:pt x="59" y="93"/>
                      </a:lnTo>
                      <a:lnTo>
                        <a:pt x="64" y="89"/>
                      </a:lnTo>
                      <a:lnTo>
                        <a:pt x="69" y="85"/>
                      </a:lnTo>
                      <a:lnTo>
                        <a:pt x="74" y="83"/>
                      </a:lnTo>
                      <a:lnTo>
                        <a:pt x="76" y="83"/>
                      </a:lnTo>
                      <a:lnTo>
                        <a:pt x="78" y="84"/>
                      </a:lnTo>
                      <a:lnTo>
                        <a:pt x="79" y="85"/>
                      </a:lnTo>
                      <a:lnTo>
                        <a:pt x="79" y="86"/>
                      </a:lnTo>
                      <a:lnTo>
                        <a:pt x="78" y="91"/>
                      </a:lnTo>
                      <a:lnTo>
                        <a:pt x="75" y="95"/>
                      </a:lnTo>
                      <a:lnTo>
                        <a:pt x="73" y="98"/>
                      </a:lnTo>
                      <a:lnTo>
                        <a:pt x="72" y="102"/>
                      </a:lnTo>
                      <a:lnTo>
                        <a:pt x="72" y="105"/>
                      </a:lnTo>
                      <a:lnTo>
                        <a:pt x="72" y="110"/>
                      </a:lnTo>
                      <a:lnTo>
                        <a:pt x="72" y="115"/>
                      </a:lnTo>
                      <a:lnTo>
                        <a:pt x="70" y="117"/>
                      </a:lnTo>
                      <a:lnTo>
                        <a:pt x="69" y="120"/>
                      </a:lnTo>
                      <a:lnTo>
                        <a:pt x="66" y="120"/>
                      </a:lnTo>
                      <a:lnTo>
                        <a:pt x="64" y="121"/>
                      </a:lnTo>
                      <a:lnTo>
                        <a:pt x="63" y="123"/>
                      </a:lnTo>
                      <a:lnTo>
                        <a:pt x="63" y="127"/>
                      </a:lnTo>
                      <a:lnTo>
                        <a:pt x="63" y="131"/>
                      </a:lnTo>
                      <a:lnTo>
                        <a:pt x="64" y="135"/>
                      </a:lnTo>
                      <a:lnTo>
                        <a:pt x="66" y="137"/>
                      </a:lnTo>
                      <a:lnTo>
                        <a:pt x="64" y="140"/>
                      </a:lnTo>
                      <a:lnTo>
                        <a:pt x="63" y="142"/>
                      </a:lnTo>
                      <a:lnTo>
                        <a:pt x="60" y="143"/>
                      </a:lnTo>
                      <a:lnTo>
                        <a:pt x="57" y="142"/>
                      </a:lnTo>
                      <a:lnTo>
                        <a:pt x="55" y="141"/>
                      </a:lnTo>
                      <a:lnTo>
                        <a:pt x="53" y="139"/>
                      </a:lnTo>
                      <a:lnTo>
                        <a:pt x="49" y="136"/>
                      </a:lnTo>
                      <a:lnTo>
                        <a:pt x="45" y="134"/>
                      </a:lnTo>
                      <a:lnTo>
                        <a:pt x="43" y="134"/>
                      </a:lnTo>
                      <a:lnTo>
                        <a:pt x="39" y="135"/>
                      </a:lnTo>
                      <a:lnTo>
                        <a:pt x="37" y="136"/>
                      </a:lnTo>
                      <a:lnTo>
                        <a:pt x="35" y="139"/>
                      </a:lnTo>
                      <a:lnTo>
                        <a:pt x="29" y="145"/>
                      </a:lnTo>
                      <a:lnTo>
                        <a:pt x="25" y="148"/>
                      </a:lnTo>
                      <a:lnTo>
                        <a:pt x="19" y="149"/>
                      </a:lnTo>
                      <a:lnTo>
                        <a:pt x="10" y="149"/>
                      </a:lnTo>
                      <a:lnTo>
                        <a:pt x="5" y="148"/>
                      </a:lnTo>
                      <a:lnTo>
                        <a:pt x="1" y="146"/>
                      </a:lnTo>
                      <a:lnTo>
                        <a:pt x="0" y="143"/>
                      </a:lnTo>
                      <a:lnTo>
                        <a:pt x="0" y="141"/>
                      </a:lnTo>
                      <a:lnTo>
                        <a:pt x="1" y="134"/>
                      </a:lnTo>
                      <a:lnTo>
                        <a:pt x="3" y="128"/>
                      </a:lnTo>
                      <a:close/>
                    </a:path>
                  </a:pathLst>
                </a:custGeom>
                <a:grpFill/>
                <a:ln w="9525">
                  <a:solidFill>
                    <a:schemeClr val="bg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zh-CN" altLang="en-US"/>
                </a:p>
              </p:txBody>
            </p:sp>
            <p:sp>
              <p:nvSpPr>
                <p:cNvPr id="37" name="上海">
                  <a:extLst>
                    <a:ext uri="{FF2B5EF4-FFF2-40B4-BE49-F238E27FC236}">
                      <a16:creationId xmlns:a16="http://schemas.microsoft.com/office/drawing/2014/main" id="{1E7B5062-74DE-4CAB-805A-4878C082E655}"/>
                    </a:ext>
                  </a:extLst>
                </p:cNvPr>
                <p:cNvSpPr>
                  <a:spLocks noEditPoints="1"/>
                </p:cNvSpPr>
                <p:nvPr/>
              </p:nvSpPr>
              <p:spPr bwMode="auto">
                <a:xfrm>
                  <a:off x="4181527" y="2505206"/>
                  <a:ext cx="95251" cy="133357"/>
                </a:xfrm>
                <a:custGeom>
                  <a:avLst/>
                  <a:gdLst>
                    <a:gd name="T0" fmla="*/ 2147483646 w 357"/>
                    <a:gd name="T1" fmla="*/ 2147483646 h 494"/>
                    <a:gd name="T2" fmla="*/ 2147483646 w 357"/>
                    <a:gd name="T3" fmla="*/ 2147483646 h 494"/>
                    <a:gd name="T4" fmla="*/ 2147483646 w 357"/>
                    <a:gd name="T5" fmla="*/ 2147483646 h 494"/>
                    <a:gd name="T6" fmla="*/ 2147483646 w 357"/>
                    <a:gd name="T7" fmla="*/ 2147483646 h 494"/>
                    <a:gd name="T8" fmla="*/ 2147483646 w 357"/>
                    <a:gd name="T9" fmla="*/ 2147483646 h 494"/>
                    <a:gd name="T10" fmla="*/ 2147483646 w 357"/>
                    <a:gd name="T11" fmla="*/ 2147483646 h 494"/>
                    <a:gd name="T12" fmla="*/ 2147483646 w 357"/>
                    <a:gd name="T13" fmla="*/ 2147483646 h 494"/>
                    <a:gd name="T14" fmla="*/ 0 w 357"/>
                    <a:gd name="T15" fmla="*/ 2147483646 h 494"/>
                    <a:gd name="T16" fmla="*/ 2147483646 w 357"/>
                    <a:gd name="T17" fmla="*/ 2147483646 h 494"/>
                    <a:gd name="T18" fmla="*/ 2147483646 w 357"/>
                    <a:gd name="T19" fmla="*/ 2147483646 h 494"/>
                    <a:gd name="T20" fmla="*/ 2147483646 w 357"/>
                    <a:gd name="T21" fmla="*/ 2147483646 h 494"/>
                    <a:gd name="T22" fmla="*/ 2147483646 w 357"/>
                    <a:gd name="T23" fmla="*/ 2147483646 h 494"/>
                    <a:gd name="T24" fmla="*/ 2147483646 w 357"/>
                    <a:gd name="T25" fmla="*/ 2147483646 h 494"/>
                    <a:gd name="T26" fmla="*/ 2147483646 w 357"/>
                    <a:gd name="T27" fmla="*/ 2147483646 h 494"/>
                    <a:gd name="T28" fmla="*/ 2147483646 w 357"/>
                    <a:gd name="T29" fmla="*/ 2147483646 h 494"/>
                    <a:gd name="T30" fmla="*/ 2147483646 w 357"/>
                    <a:gd name="T31" fmla="*/ 2147483646 h 494"/>
                    <a:gd name="T32" fmla="*/ 2147483646 w 357"/>
                    <a:gd name="T33" fmla="*/ 2147483646 h 494"/>
                    <a:gd name="T34" fmla="*/ 2147483646 w 357"/>
                    <a:gd name="T35" fmla="*/ 2147483646 h 494"/>
                    <a:gd name="T36" fmla="*/ 2147483646 w 357"/>
                    <a:gd name="T37" fmla="*/ 2147483646 h 494"/>
                    <a:gd name="T38" fmla="*/ 2147483646 w 357"/>
                    <a:gd name="T39" fmla="*/ 2147483646 h 494"/>
                    <a:gd name="T40" fmla="*/ 2147483646 w 357"/>
                    <a:gd name="T41" fmla="*/ 2147483646 h 494"/>
                    <a:gd name="T42" fmla="*/ 2147483646 w 357"/>
                    <a:gd name="T43" fmla="*/ 2147483646 h 494"/>
                    <a:gd name="T44" fmla="*/ 2147483646 w 357"/>
                    <a:gd name="T45" fmla="*/ 2147483646 h 494"/>
                    <a:gd name="T46" fmla="*/ 2147483646 w 357"/>
                    <a:gd name="T47" fmla="*/ 2147483646 h 494"/>
                    <a:gd name="T48" fmla="*/ 2147483646 w 357"/>
                    <a:gd name="T49" fmla="*/ 2147483646 h 494"/>
                    <a:gd name="T50" fmla="*/ 2147483646 w 357"/>
                    <a:gd name="T51" fmla="*/ 2147483646 h 494"/>
                    <a:gd name="T52" fmla="*/ 2147483646 w 357"/>
                    <a:gd name="T53" fmla="*/ 2147483646 h 494"/>
                    <a:gd name="T54" fmla="*/ 2147483646 w 357"/>
                    <a:gd name="T55" fmla="*/ 2147483646 h 494"/>
                    <a:gd name="T56" fmla="*/ 2147483646 w 357"/>
                    <a:gd name="T57" fmla="*/ 0 h 494"/>
                    <a:gd name="T58" fmla="*/ 2147483646 w 357"/>
                    <a:gd name="T59" fmla="*/ 2147483646 h 494"/>
                    <a:gd name="T60" fmla="*/ 2147483646 w 357"/>
                    <a:gd name="T61" fmla="*/ 2147483646 h 494"/>
                    <a:gd name="T62" fmla="*/ 2147483646 w 357"/>
                    <a:gd name="T63" fmla="*/ 2147483646 h 494"/>
                    <a:gd name="T64" fmla="*/ 2147483646 w 357"/>
                    <a:gd name="T65" fmla="*/ 2147483646 h 494"/>
                    <a:gd name="T66" fmla="*/ 2147483646 w 357"/>
                    <a:gd name="T67" fmla="*/ 2147483646 h 494"/>
                    <a:gd name="T68" fmla="*/ 2147483646 w 357"/>
                    <a:gd name="T69" fmla="*/ 2147483646 h 494"/>
                    <a:gd name="T70" fmla="*/ 2147483646 w 357"/>
                    <a:gd name="T71" fmla="*/ 2147483646 h 494"/>
                    <a:gd name="T72" fmla="*/ 2147483646 w 357"/>
                    <a:gd name="T73" fmla="*/ 2147483646 h 494"/>
                    <a:gd name="T74" fmla="*/ 2147483646 w 357"/>
                    <a:gd name="T75" fmla="*/ 2147483646 h 494"/>
                    <a:gd name="T76" fmla="*/ 2147483646 w 357"/>
                    <a:gd name="T77" fmla="*/ 2147483646 h 494"/>
                    <a:gd name="T78" fmla="*/ 2147483646 w 357"/>
                    <a:gd name="T79" fmla="*/ 2147483646 h 494"/>
                    <a:gd name="T80" fmla="*/ 2147483646 w 357"/>
                    <a:gd name="T81" fmla="*/ 2147483646 h 494"/>
                    <a:gd name="T82" fmla="*/ 2147483646 w 357"/>
                    <a:gd name="T83" fmla="*/ 2147483646 h 494"/>
                    <a:gd name="T84" fmla="*/ 2147483646 w 357"/>
                    <a:gd name="T85" fmla="*/ 2147483646 h 494"/>
                    <a:gd name="T86" fmla="*/ 2147483646 w 357"/>
                    <a:gd name="T87" fmla="*/ 2147483646 h 494"/>
                    <a:gd name="T88" fmla="*/ 2147483646 w 357"/>
                    <a:gd name="T89" fmla="*/ 2147483646 h 494"/>
                    <a:gd name="T90" fmla="*/ 2147483646 w 357"/>
                    <a:gd name="T91" fmla="*/ 2147483646 h 494"/>
                    <a:gd name="T92" fmla="*/ 2147483646 w 357"/>
                    <a:gd name="T93" fmla="*/ 2147483646 h 494"/>
                    <a:gd name="T94" fmla="*/ 2147483646 w 357"/>
                    <a:gd name="T95" fmla="*/ 2147483646 h 494"/>
                    <a:gd name="T96" fmla="*/ 2147483646 w 357"/>
                    <a:gd name="T97" fmla="*/ 2147483646 h 494"/>
                    <a:gd name="T98" fmla="*/ 2147483646 w 357"/>
                    <a:gd name="T99" fmla="*/ 2147483646 h 494"/>
                    <a:gd name="T100" fmla="*/ 2147483646 w 357"/>
                    <a:gd name="T101" fmla="*/ 2147483646 h 494"/>
                    <a:gd name="T102" fmla="*/ 2147483646 w 357"/>
                    <a:gd name="T103" fmla="*/ 2147483646 h 494"/>
                    <a:gd name="T104" fmla="*/ 2147483646 w 357"/>
                    <a:gd name="T105" fmla="*/ 2147483646 h 494"/>
                    <a:gd name="T106" fmla="*/ 2147483646 w 357"/>
                    <a:gd name="T107" fmla="*/ 2147483646 h 494"/>
                    <a:gd name="T108" fmla="*/ 2147483646 w 357"/>
                    <a:gd name="T109" fmla="*/ 2147483646 h 494"/>
                    <a:gd name="T110" fmla="*/ 2147483646 w 357"/>
                    <a:gd name="T111" fmla="*/ 2147483646 h 494"/>
                    <a:gd name="T112" fmla="*/ 2147483646 w 357"/>
                    <a:gd name="T113" fmla="*/ 2147483646 h 49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57" h="494">
                      <a:moveTo>
                        <a:pt x="132" y="494"/>
                      </a:moveTo>
                      <a:lnTo>
                        <a:pt x="129" y="485"/>
                      </a:lnTo>
                      <a:lnTo>
                        <a:pt x="125" y="473"/>
                      </a:lnTo>
                      <a:lnTo>
                        <a:pt x="121" y="465"/>
                      </a:lnTo>
                      <a:lnTo>
                        <a:pt x="117" y="460"/>
                      </a:lnTo>
                      <a:lnTo>
                        <a:pt x="112" y="456"/>
                      </a:lnTo>
                      <a:lnTo>
                        <a:pt x="107" y="455"/>
                      </a:lnTo>
                      <a:lnTo>
                        <a:pt x="98" y="454"/>
                      </a:lnTo>
                      <a:lnTo>
                        <a:pt x="80" y="454"/>
                      </a:lnTo>
                      <a:lnTo>
                        <a:pt x="68" y="453"/>
                      </a:lnTo>
                      <a:lnTo>
                        <a:pt x="55" y="450"/>
                      </a:lnTo>
                      <a:lnTo>
                        <a:pt x="48" y="449"/>
                      </a:lnTo>
                      <a:lnTo>
                        <a:pt x="42" y="447"/>
                      </a:lnTo>
                      <a:lnTo>
                        <a:pt x="37" y="445"/>
                      </a:lnTo>
                      <a:lnTo>
                        <a:pt x="32" y="442"/>
                      </a:lnTo>
                      <a:lnTo>
                        <a:pt x="30" y="439"/>
                      </a:lnTo>
                      <a:lnTo>
                        <a:pt x="27" y="435"/>
                      </a:lnTo>
                      <a:lnTo>
                        <a:pt x="26" y="431"/>
                      </a:lnTo>
                      <a:lnTo>
                        <a:pt x="26" y="427"/>
                      </a:lnTo>
                      <a:lnTo>
                        <a:pt x="25" y="416"/>
                      </a:lnTo>
                      <a:lnTo>
                        <a:pt x="25" y="403"/>
                      </a:lnTo>
                      <a:lnTo>
                        <a:pt x="24" y="390"/>
                      </a:lnTo>
                      <a:lnTo>
                        <a:pt x="23" y="380"/>
                      </a:lnTo>
                      <a:lnTo>
                        <a:pt x="22" y="373"/>
                      </a:lnTo>
                      <a:lnTo>
                        <a:pt x="18" y="367"/>
                      </a:lnTo>
                      <a:lnTo>
                        <a:pt x="17" y="365"/>
                      </a:lnTo>
                      <a:lnTo>
                        <a:pt x="13" y="365"/>
                      </a:lnTo>
                      <a:lnTo>
                        <a:pt x="11" y="365"/>
                      </a:lnTo>
                      <a:lnTo>
                        <a:pt x="7" y="366"/>
                      </a:lnTo>
                      <a:lnTo>
                        <a:pt x="5" y="367"/>
                      </a:lnTo>
                      <a:lnTo>
                        <a:pt x="3" y="367"/>
                      </a:lnTo>
                      <a:lnTo>
                        <a:pt x="0" y="366"/>
                      </a:lnTo>
                      <a:lnTo>
                        <a:pt x="0" y="361"/>
                      </a:lnTo>
                      <a:lnTo>
                        <a:pt x="0" y="355"/>
                      </a:lnTo>
                      <a:lnTo>
                        <a:pt x="3" y="349"/>
                      </a:lnTo>
                      <a:lnTo>
                        <a:pt x="5" y="342"/>
                      </a:lnTo>
                      <a:lnTo>
                        <a:pt x="8" y="335"/>
                      </a:lnTo>
                      <a:lnTo>
                        <a:pt x="18" y="321"/>
                      </a:lnTo>
                      <a:lnTo>
                        <a:pt x="29" y="309"/>
                      </a:lnTo>
                      <a:lnTo>
                        <a:pt x="32" y="302"/>
                      </a:lnTo>
                      <a:lnTo>
                        <a:pt x="37" y="292"/>
                      </a:lnTo>
                      <a:lnTo>
                        <a:pt x="39" y="283"/>
                      </a:lnTo>
                      <a:lnTo>
                        <a:pt x="42" y="271"/>
                      </a:lnTo>
                      <a:lnTo>
                        <a:pt x="46" y="247"/>
                      </a:lnTo>
                      <a:lnTo>
                        <a:pt x="50" y="223"/>
                      </a:lnTo>
                      <a:lnTo>
                        <a:pt x="50" y="204"/>
                      </a:lnTo>
                      <a:lnTo>
                        <a:pt x="50" y="190"/>
                      </a:lnTo>
                      <a:lnTo>
                        <a:pt x="50" y="184"/>
                      </a:lnTo>
                      <a:lnTo>
                        <a:pt x="52" y="178"/>
                      </a:lnTo>
                      <a:lnTo>
                        <a:pt x="56" y="172"/>
                      </a:lnTo>
                      <a:lnTo>
                        <a:pt x="62" y="168"/>
                      </a:lnTo>
                      <a:lnTo>
                        <a:pt x="80" y="157"/>
                      </a:lnTo>
                      <a:lnTo>
                        <a:pt x="96" y="146"/>
                      </a:lnTo>
                      <a:lnTo>
                        <a:pt x="100" y="144"/>
                      </a:lnTo>
                      <a:lnTo>
                        <a:pt x="104" y="141"/>
                      </a:lnTo>
                      <a:lnTo>
                        <a:pt x="113" y="146"/>
                      </a:lnTo>
                      <a:lnTo>
                        <a:pt x="125" y="150"/>
                      </a:lnTo>
                      <a:lnTo>
                        <a:pt x="136" y="155"/>
                      </a:lnTo>
                      <a:lnTo>
                        <a:pt x="150" y="159"/>
                      </a:lnTo>
                      <a:lnTo>
                        <a:pt x="163" y="164"/>
                      </a:lnTo>
                      <a:lnTo>
                        <a:pt x="174" y="171"/>
                      </a:lnTo>
                      <a:lnTo>
                        <a:pt x="182" y="177"/>
                      </a:lnTo>
                      <a:lnTo>
                        <a:pt x="190" y="181"/>
                      </a:lnTo>
                      <a:lnTo>
                        <a:pt x="199" y="184"/>
                      </a:lnTo>
                      <a:lnTo>
                        <a:pt x="209" y="188"/>
                      </a:lnTo>
                      <a:lnTo>
                        <a:pt x="216" y="190"/>
                      </a:lnTo>
                      <a:lnTo>
                        <a:pt x="225" y="194"/>
                      </a:lnTo>
                      <a:lnTo>
                        <a:pt x="233" y="200"/>
                      </a:lnTo>
                      <a:lnTo>
                        <a:pt x="243" y="206"/>
                      </a:lnTo>
                      <a:lnTo>
                        <a:pt x="262" y="220"/>
                      </a:lnTo>
                      <a:lnTo>
                        <a:pt x="278" y="234"/>
                      </a:lnTo>
                      <a:lnTo>
                        <a:pt x="287" y="241"/>
                      </a:lnTo>
                      <a:lnTo>
                        <a:pt x="294" y="251"/>
                      </a:lnTo>
                      <a:lnTo>
                        <a:pt x="302" y="261"/>
                      </a:lnTo>
                      <a:lnTo>
                        <a:pt x="310" y="275"/>
                      </a:lnTo>
                      <a:lnTo>
                        <a:pt x="325" y="298"/>
                      </a:lnTo>
                      <a:lnTo>
                        <a:pt x="338" y="317"/>
                      </a:lnTo>
                      <a:lnTo>
                        <a:pt x="342" y="326"/>
                      </a:lnTo>
                      <a:lnTo>
                        <a:pt x="346" y="333"/>
                      </a:lnTo>
                      <a:lnTo>
                        <a:pt x="350" y="340"/>
                      </a:lnTo>
                      <a:lnTo>
                        <a:pt x="352" y="348"/>
                      </a:lnTo>
                      <a:lnTo>
                        <a:pt x="354" y="355"/>
                      </a:lnTo>
                      <a:lnTo>
                        <a:pt x="356" y="364"/>
                      </a:lnTo>
                      <a:lnTo>
                        <a:pt x="357" y="372"/>
                      </a:lnTo>
                      <a:lnTo>
                        <a:pt x="357" y="382"/>
                      </a:lnTo>
                      <a:lnTo>
                        <a:pt x="356" y="390"/>
                      </a:lnTo>
                      <a:lnTo>
                        <a:pt x="352" y="397"/>
                      </a:lnTo>
                      <a:lnTo>
                        <a:pt x="348" y="402"/>
                      </a:lnTo>
                      <a:lnTo>
                        <a:pt x="342" y="405"/>
                      </a:lnTo>
                      <a:lnTo>
                        <a:pt x="337" y="408"/>
                      </a:lnTo>
                      <a:lnTo>
                        <a:pt x="331" y="410"/>
                      </a:lnTo>
                      <a:lnTo>
                        <a:pt x="323" y="411"/>
                      </a:lnTo>
                      <a:lnTo>
                        <a:pt x="316" y="411"/>
                      </a:lnTo>
                      <a:lnTo>
                        <a:pt x="302" y="411"/>
                      </a:lnTo>
                      <a:lnTo>
                        <a:pt x="284" y="410"/>
                      </a:lnTo>
                      <a:lnTo>
                        <a:pt x="265" y="409"/>
                      </a:lnTo>
                      <a:lnTo>
                        <a:pt x="244" y="410"/>
                      </a:lnTo>
                      <a:lnTo>
                        <a:pt x="233" y="411"/>
                      </a:lnTo>
                      <a:lnTo>
                        <a:pt x="224" y="415"/>
                      </a:lnTo>
                      <a:lnTo>
                        <a:pt x="215" y="421"/>
                      </a:lnTo>
                      <a:lnTo>
                        <a:pt x="208" y="427"/>
                      </a:lnTo>
                      <a:lnTo>
                        <a:pt x="201" y="434"/>
                      </a:lnTo>
                      <a:lnTo>
                        <a:pt x="196" y="441"/>
                      </a:lnTo>
                      <a:lnTo>
                        <a:pt x="192" y="448"/>
                      </a:lnTo>
                      <a:lnTo>
                        <a:pt x="188" y="454"/>
                      </a:lnTo>
                      <a:lnTo>
                        <a:pt x="184" y="460"/>
                      </a:lnTo>
                      <a:lnTo>
                        <a:pt x="178" y="466"/>
                      </a:lnTo>
                      <a:lnTo>
                        <a:pt x="171" y="472"/>
                      </a:lnTo>
                      <a:lnTo>
                        <a:pt x="163" y="478"/>
                      </a:lnTo>
                      <a:lnTo>
                        <a:pt x="146" y="487"/>
                      </a:lnTo>
                      <a:lnTo>
                        <a:pt x="132" y="494"/>
                      </a:lnTo>
                      <a:close/>
                      <a:moveTo>
                        <a:pt x="71" y="6"/>
                      </a:moveTo>
                      <a:lnTo>
                        <a:pt x="79" y="5"/>
                      </a:lnTo>
                      <a:lnTo>
                        <a:pt x="88" y="1"/>
                      </a:lnTo>
                      <a:lnTo>
                        <a:pt x="93" y="1"/>
                      </a:lnTo>
                      <a:lnTo>
                        <a:pt x="99" y="0"/>
                      </a:lnTo>
                      <a:lnTo>
                        <a:pt x="105" y="0"/>
                      </a:lnTo>
                      <a:lnTo>
                        <a:pt x="111" y="1"/>
                      </a:lnTo>
                      <a:lnTo>
                        <a:pt x="127" y="12"/>
                      </a:lnTo>
                      <a:lnTo>
                        <a:pt x="144" y="25"/>
                      </a:lnTo>
                      <a:lnTo>
                        <a:pt x="159" y="32"/>
                      </a:lnTo>
                      <a:lnTo>
                        <a:pt x="174" y="37"/>
                      </a:lnTo>
                      <a:lnTo>
                        <a:pt x="184" y="42"/>
                      </a:lnTo>
                      <a:lnTo>
                        <a:pt x="190" y="45"/>
                      </a:lnTo>
                      <a:lnTo>
                        <a:pt x="195" y="50"/>
                      </a:lnTo>
                      <a:lnTo>
                        <a:pt x="200" y="55"/>
                      </a:lnTo>
                      <a:lnTo>
                        <a:pt x="207" y="58"/>
                      </a:lnTo>
                      <a:lnTo>
                        <a:pt x="213" y="62"/>
                      </a:lnTo>
                      <a:lnTo>
                        <a:pt x="224" y="67"/>
                      </a:lnTo>
                      <a:lnTo>
                        <a:pt x="238" y="72"/>
                      </a:lnTo>
                      <a:lnTo>
                        <a:pt x="253" y="80"/>
                      </a:lnTo>
                      <a:lnTo>
                        <a:pt x="266" y="84"/>
                      </a:lnTo>
                      <a:lnTo>
                        <a:pt x="276" y="87"/>
                      </a:lnTo>
                      <a:lnTo>
                        <a:pt x="288" y="89"/>
                      </a:lnTo>
                      <a:lnTo>
                        <a:pt x="299" y="90"/>
                      </a:lnTo>
                      <a:lnTo>
                        <a:pt x="304" y="92"/>
                      </a:lnTo>
                      <a:lnTo>
                        <a:pt x="307" y="92"/>
                      </a:lnTo>
                      <a:lnTo>
                        <a:pt x="309" y="93"/>
                      </a:lnTo>
                      <a:lnTo>
                        <a:pt x="312" y="95"/>
                      </a:lnTo>
                      <a:lnTo>
                        <a:pt x="313" y="99"/>
                      </a:lnTo>
                      <a:lnTo>
                        <a:pt x="314" y="101"/>
                      </a:lnTo>
                      <a:lnTo>
                        <a:pt x="315" y="105"/>
                      </a:lnTo>
                      <a:lnTo>
                        <a:pt x="315" y="108"/>
                      </a:lnTo>
                      <a:lnTo>
                        <a:pt x="314" y="112"/>
                      </a:lnTo>
                      <a:lnTo>
                        <a:pt x="309" y="120"/>
                      </a:lnTo>
                      <a:lnTo>
                        <a:pt x="302" y="127"/>
                      </a:lnTo>
                      <a:lnTo>
                        <a:pt x="294" y="133"/>
                      </a:lnTo>
                      <a:lnTo>
                        <a:pt x="284" y="137"/>
                      </a:lnTo>
                      <a:lnTo>
                        <a:pt x="278" y="137"/>
                      </a:lnTo>
                      <a:lnTo>
                        <a:pt x="274" y="137"/>
                      </a:lnTo>
                      <a:lnTo>
                        <a:pt x="268" y="137"/>
                      </a:lnTo>
                      <a:lnTo>
                        <a:pt x="260" y="135"/>
                      </a:lnTo>
                      <a:lnTo>
                        <a:pt x="246" y="130"/>
                      </a:lnTo>
                      <a:lnTo>
                        <a:pt x="228" y="122"/>
                      </a:lnTo>
                      <a:lnTo>
                        <a:pt x="208" y="114"/>
                      </a:lnTo>
                      <a:lnTo>
                        <a:pt x="188" y="106"/>
                      </a:lnTo>
                      <a:lnTo>
                        <a:pt x="170" y="99"/>
                      </a:lnTo>
                      <a:lnTo>
                        <a:pt x="155" y="94"/>
                      </a:lnTo>
                      <a:lnTo>
                        <a:pt x="140" y="89"/>
                      </a:lnTo>
                      <a:lnTo>
                        <a:pt x="125" y="84"/>
                      </a:lnTo>
                      <a:lnTo>
                        <a:pt x="118" y="82"/>
                      </a:lnTo>
                      <a:lnTo>
                        <a:pt x="109" y="80"/>
                      </a:lnTo>
                      <a:lnTo>
                        <a:pt x="104" y="76"/>
                      </a:lnTo>
                      <a:lnTo>
                        <a:pt x="98" y="71"/>
                      </a:lnTo>
                      <a:lnTo>
                        <a:pt x="79" y="56"/>
                      </a:lnTo>
                      <a:lnTo>
                        <a:pt x="68" y="49"/>
                      </a:lnTo>
                      <a:lnTo>
                        <a:pt x="60" y="45"/>
                      </a:lnTo>
                      <a:lnTo>
                        <a:pt x="51" y="42"/>
                      </a:lnTo>
                      <a:lnTo>
                        <a:pt x="48" y="39"/>
                      </a:lnTo>
                      <a:lnTo>
                        <a:pt x="45" y="36"/>
                      </a:lnTo>
                      <a:lnTo>
                        <a:pt x="44" y="33"/>
                      </a:lnTo>
                      <a:lnTo>
                        <a:pt x="43" y="31"/>
                      </a:lnTo>
                      <a:lnTo>
                        <a:pt x="43" y="27"/>
                      </a:lnTo>
                      <a:lnTo>
                        <a:pt x="44" y="25"/>
                      </a:lnTo>
                      <a:lnTo>
                        <a:pt x="45" y="23"/>
                      </a:lnTo>
                      <a:lnTo>
                        <a:pt x="46" y="20"/>
                      </a:lnTo>
                      <a:lnTo>
                        <a:pt x="52" y="15"/>
                      </a:lnTo>
                      <a:lnTo>
                        <a:pt x="58" y="12"/>
                      </a:lnTo>
                      <a:lnTo>
                        <a:pt x="66" y="8"/>
                      </a:lnTo>
                      <a:lnTo>
                        <a:pt x="71" y="6"/>
                      </a:lnTo>
                      <a:close/>
                      <a:moveTo>
                        <a:pt x="220" y="166"/>
                      </a:moveTo>
                      <a:lnTo>
                        <a:pt x="216" y="165"/>
                      </a:lnTo>
                      <a:lnTo>
                        <a:pt x="215" y="163"/>
                      </a:lnTo>
                      <a:lnTo>
                        <a:pt x="215" y="162"/>
                      </a:lnTo>
                      <a:lnTo>
                        <a:pt x="215" y="159"/>
                      </a:lnTo>
                      <a:lnTo>
                        <a:pt x="216" y="158"/>
                      </a:lnTo>
                      <a:lnTo>
                        <a:pt x="219" y="157"/>
                      </a:lnTo>
                      <a:lnTo>
                        <a:pt x="222" y="157"/>
                      </a:lnTo>
                      <a:lnTo>
                        <a:pt x="227" y="158"/>
                      </a:lnTo>
                      <a:lnTo>
                        <a:pt x="238" y="160"/>
                      </a:lnTo>
                      <a:lnTo>
                        <a:pt x="250" y="163"/>
                      </a:lnTo>
                      <a:lnTo>
                        <a:pt x="260" y="166"/>
                      </a:lnTo>
                      <a:lnTo>
                        <a:pt x="270" y="171"/>
                      </a:lnTo>
                      <a:lnTo>
                        <a:pt x="276" y="175"/>
                      </a:lnTo>
                      <a:lnTo>
                        <a:pt x="279" y="179"/>
                      </a:lnTo>
                      <a:lnTo>
                        <a:pt x="282" y="183"/>
                      </a:lnTo>
                      <a:lnTo>
                        <a:pt x="283" y="188"/>
                      </a:lnTo>
                      <a:lnTo>
                        <a:pt x="282" y="190"/>
                      </a:lnTo>
                      <a:lnTo>
                        <a:pt x="281" y="191"/>
                      </a:lnTo>
                      <a:lnTo>
                        <a:pt x="278" y="193"/>
                      </a:lnTo>
                      <a:lnTo>
                        <a:pt x="275" y="194"/>
                      </a:lnTo>
                      <a:lnTo>
                        <a:pt x="269" y="193"/>
                      </a:lnTo>
                      <a:lnTo>
                        <a:pt x="263" y="190"/>
                      </a:lnTo>
                      <a:lnTo>
                        <a:pt x="253" y="183"/>
                      </a:lnTo>
                      <a:lnTo>
                        <a:pt x="241" y="178"/>
                      </a:lnTo>
                      <a:lnTo>
                        <a:pt x="231" y="172"/>
                      </a:lnTo>
                      <a:lnTo>
                        <a:pt x="220" y="166"/>
                      </a:lnTo>
                      <a:close/>
                      <a:moveTo>
                        <a:pt x="289" y="175"/>
                      </a:moveTo>
                      <a:lnTo>
                        <a:pt x="289" y="172"/>
                      </a:lnTo>
                      <a:lnTo>
                        <a:pt x="290" y="171"/>
                      </a:lnTo>
                      <a:lnTo>
                        <a:pt x="291" y="171"/>
                      </a:lnTo>
                      <a:lnTo>
                        <a:pt x="293" y="171"/>
                      </a:lnTo>
                      <a:lnTo>
                        <a:pt x="297" y="172"/>
                      </a:lnTo>
                      <a:lnTo>
                        <a:pt x="302" y="175"/>
                      </a:lnTo>
                      <a:lnTo>
                        <a:pt x="312" y="182"/>
                      </a:lnTo>
                      <a:lnTo>
                        <a:pt x="319" y="189"/>
                      </a:lnTo>
                      <a:lnTo>
                        <a:pt x="319" y="190"/>
                      </a:lnTo>
                      <a:lnTo>
                        <a:pt x="319" y="191"/>
                      </a:lnTo>
                      <a:lnTo>
                        <a:pt x="318" y="193"/>
                      </a:lnTo>
                      <a:lnTo>
                        <a:pt x="315" y="194"/>
                      </a:lnTo>
                      <a:lnTo>
                        <a:pt x="310" y="194"/>
                      </a:lnTo>
                      <a:lnTo>
                        <a:pt x="306" y="193"/>
                      </a:lnTo>
                      <a:lnTo>
                        <a:pt x="300" y="190"/>
                      </a:lnTo>
                      <a:lnTo>
                        <a:pt x="295" y="187"/>
                      </a:lnTo>
                      <a:lnTo>
                        <a:pt x="293" y="184"/>
                      </a:lnTo>
                      <a:lnTo>
                        <a:pt x="290" y="182"/>
                      </a:lnTo>
                      <a:lnTo>
                        <a:pt x="289" y="178"/>
                      </a:lnTo>
                      <a:lnTo>
                        <a:pt x="289" y="175"/>
                      </a:lnTo>
                      <a:close/>
                    </a:path>
                  </a:pathLst>
                </a:custGeom>
                <a:solidFill>
                  <a:srgbClr val="DDEBF7"/>
                </a:solidFill>
                <a:ln w="9525">
                  <a:solidFill>
                    <a:srgbClr val="FFFFFF"/>
                  </a:solidFill>
                  <a:round/>
                  <a:headEnd/>
                  <a:tailEnd/>
                </a:ln>
              </p:spPr>
              <p:txBody>
                <a:bodyPr/>
                <a:lstStyle/>
                <a:p>
                  <a:endParaRPr lang="zh-CN" altLang="en-US"/>
                </a:p>
              </p:txBody>
            </p:sp>
            <p:sp>
              <p:nvSpPr>
                <p:cNvPr id="38" name="黑龙江">
                  <a:extLst>
                    <a:ext uri="{FF2B5EF4-FFF2-40B4-BE49-F238E27FC236}">
                      <a16:creationId xmlns:a16="http://schemas.microsoft.com/office/drawing/2014/main" id="{766862BC-B960-448B-A1F1-78A2F00491A0}"/>
                    </a:ext>
                  </a:extLst>
                </p:cNvPr>
                <p:cNvSpPr>
                  <a:spLocks/>
                </p:cNvSpPr>
                <p:nvPr/>
              </p:nvSpPr>
              <p:spPr bwMode="auto">
                <a:xfrm>
                  <a:off x="3933873" y="0"/>
                  <a:ext cx="1095389" cy="1057330"/>
                </a:xfrm>
                <a:custGeom>
                  <a:avLst/>
                  <a:gdLst>
                    <a:gd name="T0" fmla="*/ 2147483646 w 4137"/>
                    <a:gd name="T1" fmla="*/ 2147483646 h 3992"/>
                    <a:gd name="T2" fmla="*/ 2147483646 w 4137"/>
                    <a:gd name="T3" fmla="*/ 2147483646 h 3992"/>
                    <a:gd name="T4" fmla="*/ 2147483646 w 4137"/>
                    <a:gd name="T5" fmla="*/ 2147483646 h 3992"/>
                    <a:gd name="T6" fmla="*/ 2147483646 w 4137"/>
                    <a:gd name="T7" fmla="*/ 2147483646 h 3992"/>
                    <a:gd name="T8" fmla="*/ 2147483646 w 4137"/>
                    <a:gd name="T9" fmla="*/ 2147483646 h 3992"/>
                    <a:gd name="T10" fmla="*/ 2147483646 w 4137"/>
                    <a:gd name="T11" fmla="*/ 2147483646 h 3992"/>
                    <a:gd name="T12" fmla="*/ 2147483646 w 4137"/>
                    <a:gd name="T13" fmla="*/ 2147483646 h 3992"/>
                    <a:gd name="T14" fmla="*/ 2147483646 w 4137"/>
                    <a:gd name="T15" fmla="*/ 2147483646 h 3992"/>
                    <a:gd name="T16" fmla="*/ 2147483646 w 4137"/>
                    <a:gd name="T17" fmla="*/ 2147483646 h 3992"/>
                    <a:gd name="T18" fmla="*/ 2147483646 w 4137"/>
                    <a:gd name="T19" fmla="*/ 2147483646 h 3992"/>
                    <a:gd name="T20" fmla="*/ 2147483646 w 4137"/>
                    <a:gd name="T21" fmla="*/ 2147483646 h 3992"/>
                    <a:gd name="T22" fmla="*/ 2147483646 w 4137"/>
                    <a:gd name="T23" fmla="*/ 2147483646 h 3992"/>
                    <a:gd name="T24" fmla="*/ 2147483646 w 4137"/>
                    <a:gd name="T25" fmla="*/ 2147483646 h 3992"/>
                    <a:gd name="T26" fmla="*/ 2147483646 w 4137"/>
                    <a:gd name="T27" fmla="*/ 2147483646 h 3992"/>
                    <a:gd name="T28" fmla="*/ 2147483646 w 4137"/>
                    <a:gd name="T29" fmla="*/ 2147483646 h 3992"/>
                    <a:gd name="T30" fmla="*/ 2147483646 w 4137"/>
                    <a:gd name="T31" fmla="*/ 2147483646 h 3992"/>
                    <a:gd name="T32" fmla="*/ 2147483646 w 4137"/>
                    <a:gd name="T33" fmla="*/ 2147483646 h 3992"/>
                    <a:gd name="T34" fmla="*/ 2147483646 w 4137"/>
                    <a:gd name="T35" fmla="*/ 2147483646 h 3992"/>
                    <a:gd name="T36" fmla="*/ 2147483646 w 4137"/>
                    <a:gd name="T37" fmla="*/ 2147483646 h 3992"/>
                    <a:gd name="T38" fmla="*/ 2147483646 w 4137"/>
                    <a:gd name="T39" fmla="*/ 2147483646 h 3992"/>
                    <a:gd name="T40" fmla="*/ 2147483646 w 4137"/>
                    <a:gd name="T41" fmla="*/ 2147483646 h 3992"/>
                    <a:gd name="T42" fmla="*/ 2147483646 w 4137"/>
                    <a:gd name="T43" fmla="*/ 2147483646 h 3992"/>
                    <a:gd name="T44" fmla="*/ 2147483646 w 4137"/>
                    <a:gd name="T45" fmla="*/ 2147483646 h 3992"/>
                    <a:gd name="T46" fmla="*/ 2147483646 w 4137"/>
                    <a:gd name="T47" fmla="*/ 2147483646 h 3992"/>
                    <a:gd name="T48" fmla="*/ 2147483646 w 4137"/>
                    <a:gd name="T49" fmla="*/ 2147483646 h 3992"/>
                    <a:gd name="T50" fmla="*/ 2147483646 w 4137"/>
                    <a:gd name="T51" fmla="*/ 2147483646 h 3992"/>
                    <a:gd name="T52" fmla="*/ 2147483646 w 4137"/>
                    <a:gd name="T53" fmla="*/ 2147483646 h 3992"/>
                    <a:gd name="T54" fmla="*/ 2147483646 w 4137"/>
                    <a:gd name="T55" fmla="*/ 2147483646 h 3992"/>
                    <a:gd name="T56" fmla="*/ 2147483646 w 4137"/>
                    <a:gd name="T57" fmla="*/ 2147483646 h 3992"/>
                    <a:gd name="T58" fmla="*/ 2147483646 w 4137"/>
                    <a:gd name="T59" fmla="*/ 2147483646 h 3992"/>
                    <a:gd name="T60" fmla="*/ 2147483646 w 4137"/>
                    <a:gd name="T61" fmla="*/ 2147483646 h 3992"/>
                    <a:gd name="T62" fmla="*/ 2147483646 w 4137"/>
                    <a:gd name="T63" fmla="*/ 2147483646 h 3992"/>
                    <a:gd name="T64" fmla="*/ 2147483646 w 4137"/>
                    <a:gd name="T65" fmla="*/ 2147483646 h 3992"/>
                    <a:gd name="T66" fmla="*/ 2147483646 w 4137"/>
                    <a:gd name="T67" fmla="*/ 2147483646 h 3992"/>
                    <a:gd name="T68" fmla="*/ 2147483646 w 4137"/>
                    <a:gd name="T69" fmla="*/ 2147483646 h 3992"/>
                    <a:gd name="T70" fmla="*/ 2147483646 w 4137"/>
                    <a:gd name="T71" fmla="*/ 2147483646 h 3992"/>
                    <a:gd name="T72" fmla="*/ 2147483646 w 4137"/>
                    <a:gd name="T73" fmla="*/ 2147483646 h 3992"/>
                    <a:gd name="T74" fmla="*/ 2147483646 w 4137"/>
                    <a:gd name="T75" fmla="*/ 2147483646 h 3992"/>
                    <a:gd name="T76" fmla="*/ 2147483646 w 4137"/>
                    <a:gd name="T77" fmla="*/ 2147483646 h 3992"/>
                    <a:gd name="T78" fmla="*/ 2147483646 w 4137"/>
                    <a:gd name="T79" fmla="*/ 2147483646 h 3992"/>
                    <a:gd name="T80" fmla="*/ 2147483646 w 4137"/>
                    <a:gd name="T81" fmla="*/ 2147483646 h 3992"/>
                    <a:gd name="T82" fmla="*/ 2147483646 w 4137"/>
                    <a:gd name="T83" fmla="*/ 2147483646 h 3992"/>
                    <a:gd name="T84" fmla="*/ 2147483646 w 4137"/>
                    <a:gd name="T85" fmla="*/ 2147483646 h 3992"/>
                    <a:gd name="T86" fmla="*/ 2147483646 w 4137"/>
                    <a:gd name="T87" fmla="*/ 2147483646 h 3992"/>
                    <a:gd name="T88" fmla="*/ 2147483646 w 4137"/>
                    <a:gd name="T89" fmla="*/ 2147483646 h 3992"/>
                    <a:gd name="T90" fmla="*/ 2147483646 w 4137"/>
                    <a:gd name="T91" fmla="*/ 2147483646 h 3992"/>
                    <a:gd name="T92" fmla="*/ 2147483646 w 4137"/>
                    <a:gd name="T93" fmla="*/ 2147483646 h 3992"/>
                    <a:gd name="T94" fmla="*/ 2147483646 w 4137"/>
                    <a:gd name="T95" fmla="*/ 2147483646 h 3992"/>
                    <a:gd name="T96" fmla="*/ 2147483646 w 4137"/>
                    <a:gd name="T97" fmla="*/ 2147483646 h 3992"/>
                    <a:gd name="T98" fmla="*/ 2147483646 w 4137"/>
                    <a:gd name="T99" fmla="*/ 2147483646 h 3992"/>
                    <a:gd name="T100" fmla="*/ 2147483646 w 4137"/>
                    <a:gd name="T101" fmla="*/ 2147483646 h 3992"/>
                    <a:gd name="T102" fmla="*/ 2147483646 w 4137"/>
                    <a:gd name="T103" fmla="*/ 2147483646 h 3992"/>
                    <a:gd name="T104" fmla="*/ 2147483646 w 4137"/>
                    <a:gd name="T105" fmla="*/ 2147483646 h 3992"/>
                    <a:gd name="T106" fmla="*/ 2147483646 w 4137"/>
                    <a:gd name="T107" fmla="*/ 2147483646 h 3992"/>
                    <a:gd name="T108" fmla="*/ 2147483646 w 4137"/>
                    <a:gd name="T109" fmla="*/ 2147483646 h 3992"/>
                    <a:gd name="T110" fmla="*/ 2147483646 w 4137"/>
                    <a:gd name="T111" fmla="*/ 2147483646 h 3992"/>
                    <a:gd name="T112" fmla="*/ 2147483646 w 4137"/>
                    <a:gd name="T113" fmla="*/ 2147483646 h 3992"/>
                    <a:gd name="T114" fmla="*/ 2147483646 w 4137"/>
                    <a:gd name="T115" fmla="*/ 2147483646 h 3992"/>
                    <a:gd name="T116" fmla="*/ 2147483646 w 4137"/>
                    <a:gd name="T117" fmla="*/ 2147483646 h 3992"/>
                    <a:gd name="T118" fmla="*/ 2147483646 w 4137"/>
                    <a:gd name="T119" fmla="*/ 2147483646 h 3992"/>
                    <a:gd name="T120" fmla="*/ 2147483646 w 4137"/>
                    <a:gd name="T121" fmla="*/ 2147483646 h 3992"/>
                    <a:gd name="T122" fmla="*/ 0 w 4137"/>
                    <a:gd name="T123" fmla="*/ 2147483646 h 3992"/>
                    <a:gd name="T124" fmla="*/ 2147483646 w 4137"/>
                    <a:gd name="T125" fmla="*/ 2147483646 h 39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137" h="3992">
                      <a:moveTo>
                        <a:pt x="49" y="156"/>
                      </a:moveTo>
                      <a:lnTo>
                        <a:pt x="60" y="153"/>
                      </a:lnTo>
                      <a:lnTo>
                        <a:pt x="71" y="150"/>
                      </a:lnTo>
                      <a:lnTo>
                        <a:pt x="82" y="145"/>
                      </a:lnTo>
                      <a:lnTo>
                        <a:pt x="92" y="139"/>
                      </a:lnTo>
                      <a:lnTo>
                        <a:pt x="102" y="132"/>
                      </a:lnTo>
                      <a:lnTo>
                        <a:pt x="114" y="124"/>
                      </a:lnTo>
                      <a:lnTo>
                        <a:pt x="120" y="120"/>
                      </a:lnTo>
                      <a:lnTo>
                        <a:pt x="127" y="118"/>
                      </a:lnTo>
                      <a:lnTo>
                        <a:pt x="134" y="115"/>
                      </a:lnTo>
                      <a:lnTo>
                        <a:pt x="144" y="114"/>
                      </a:lnTo>
                      <a:lnTo>
                        <a:pt x="161" y="114"/>
                      </a:lnTo>
                      <a:lnTo>
                        <a:pt x="175" y="113"/>
                      </a:lnTo>
                      <a:lnTo>
                        <a:pt x="182" y="112"/>
                      </a:lnTo>
                      <a:lnTo>
                        <a:pt x="187" y="111"/>
                      </a:lnTo>
                      <a:lnTo>
                        <a:pt x="192" y="108"/>
                      </a:lnTo>
                      <a:lnTo>
                        <a:pt x="195" y="106"/>
                      </a:lnTo>
                      <a:lnTo>
                        <a:pt x="202" y="97"/>
                      </a:lnTo>
                      <a:lnTo>
                        <a:pt x="212" y="89"/>
                      </a:lnTo>
                      <a:lnTo>
                        <a:pt x="217" y="86"/>
                      </a:lnTo>
                      <a:lnTo>
                        <a:pt x="222" y="82"/>
                      </a:lnTo>
                      <a:lnTo>
                        <a:pt x="228" y="80"/>
                      </a:lnTo>
                      <a:lnTo>
                        <a:pt x="234" y="77"/>
                      </a:lnTo>
                      <a:lnTo>
                        <a:pt x="245" y="76"/>
                      </a:lnTo>
                      <a:lnTo>
                        <a:pt x="255" y="77"/>
                      </a:lnTo>
                      <a:lnTo>
                        <a:pt x="262" y="80"/>
                      </a:lnTo>
                      <a:lnTo>
                        <a:pt x="269" y="82"/>
                      </a:lnTo>
                      <a:lnTo>
                        <a:pt x="275" y="84"/>
                      </a:lnTo>
                      <a:lnTo>
                        <a:pt x="283" y="86"/>
                      </a:lnTo>
                      <a:lnTo>
                        <a:pt x="293" y="84"/>
                      </a:lnTo>
                      <a:lnTo>
                        <a:pt x="302" y="81"/>
                      </a:lnTo>
                      <a:lnTo>
                        <a:pt x="313" y="76"/>
                      </a:lnTo>
                      <a:lnTo>
                        <a:pt x="326" y="71"/>
                      </a:lnTo>
                      <a:lnTo>
                        <a:pt x="334" y="69"/>
                      </a:lnTo>
                      <a:lnTo>
                        <a:pt x="341" y="68"/>
                      </a:lnTo>
                      <a:lnTo>
                        <a:pt x="348" y="68"/>
                      </a:lnTo>
                      <a:lnTo>
                        <a:pt x="357" y="68"/>
                      </a:lnTo>
                      <a:lnTo>
                        <a:pt x="371" y="69"/>
                      </a:lnTo>
                      <a:lnTo>
                        <a:pt x="385" y="68"/>
                      </a:lnTo>
                      <a:lnTo>
                        <a:pt x="396" y="65"/>
                      </a:lnTo>
                      <a:lnTo>
                        <a:pt x="407" y="61"/>
                      </a:lnTo>
                      <a:lnTo>
                        <a:pt x="415" y="53"/>
                      </a:lnTo>
                      <a:lnTo>
                        <a:pt x="425" y="46"/>
                      </a:lnTo>
                      <a:lnTo>
                        <a:pt x="430" y="43"/>
                      </a:lnTo>
                      <a:lnTo>
                        <a:pt x="436" y="40"/>
                      </a:lnTo>
                      <a:lnTo>
                        <a:pt x="444" y="38"/>
                      </a:lnTo>
                      <a:lnTo>
                        <a:pt x="449" y="37"/>
                      </a:lnTo>
                      <a:lnTo>
                        <a:pt x="463" y="37"/>
                      </a:lnTo>
                      <a:lnTo>
                        <a:pt x="473" y="34"/>
                      </a:lnTo>
                      <a:lnTo>
                        <a:pt x="477" y="33"/>
                      </a:lnTo>
                      <a:lnTo>
                        <a:pt x="480" y="31"/>
                      </a:lnTo>
                      <a:lnTo>
                        <a:pt x="483" y="29"/>
                      </a:lnTo>
                      <a:lnTo>
                        <a:pt x="485" y="25"/>
                      </a:lnTo>
                      <a:lnTo>
                        <a:pt x="489" y="18"/>
                      </a:lnTo>
                      <a:lnTo>
                        <a:pt x="495" y="12"/>
                      </a:lnTo>
                      <a:lnTo>
                        <a:pt x="498" y="10"/>
                      </a:lnTo>
                      <a:lnTo>
                        <a:pt x="502" y="7"/>
                      </a:lnTo>
                      <a:lnTo>
                        <a:pt x="505" y="6"/>
                      </a:lnTo>
                      <a:lnTo>
                        <a:pt x="510" y="6"/>
                      </a:lnTo>
                      <a:lnTo>
                        <a:pt x="520" y="7"/>
                      </a:lnTo>
                      <a:lnTo>
                        <a:pt x="527" y="10"/>
                      </a:lnTo>
                      <a:lnTo>
                        <a:pt x="533" y="13"/>
                      </a:lnTo>
                      <a:lnTo>
                        <a:pt x="536" y="15"/>
                      </a:lnTo>
                      <a:lnTo>
                        <a:pt x="540" y="18"/>
                      </a:lnTo>
                      <a:lnTo>
                        <a:pt x="545" y="19"/>
                      </a:lnTo>
                      <a:lnTo>
                        <a:pt x="548" y="19"/>
                      </a:lnTo>
                      <a:lnTo>
                        <a:pt x="551" y="18"/>
                      </a:lnTo>
                      <a:lnTo>
                        <a:pt x="553" y="17"/>
                      </a:lnTo>
                      <a:lnTo>
                        <a:pt x="556" y="14"/>
                      </a:lnTo>
                      <a:lnTo>
                        <a:pt x="561" y="8"/>
                      </a:lnTo>
                      <a:lnTo>
                        <a:pt x="566" y="5"/>
                      </a:lnTo>
                      <a:lnTo>
                        <a:pt x="571" y="4"/>
                      </a:lnTo>
                      <a:lnTo>
                        <a:pt x="577" y="4"/>
                      </a:lnTo>
                      <a:lnTo>
                        <a:pt x="584" y="8"/>
                      </a:lnTo>
                      <a:lnTo>
                        <a:pt x="589" y="12"/>
                      </a:lnTo>
                      <a:lnTo>
                        <a:pt x="596" y="6"/>
                      </a:lnTo>
                      <a:lnTo>
                        <a:pt x="608" y="0"/>
                      </a:lnTo>
                      <a:lnTo>
                        <a:pt x="616" y="2"/>
                      </a:lnTo>
                      <a:lnTo>
                        <a:pt x="625" y="7"/>
                      </a:lnTo>
                      <a:lnTo>
                        <a:pt x="636" y="12"/>
                      </a:lnTo>
                      <a:lnTo>
                        <a:pt x="647" y="17"/>
                      </a:lnTo>
                      <a:lnTo>
                        <a:pt x="658" y="19"/>
                      </a:lnTo>
                      <a:lnTo>
                        <a:pt x="668" y="21"/>
                      </a:lnTo>
                      <a:lnTo>
                        <a:pt x="673" y="23"/>
                      </a:lnTo>
                      <a:lnTo>
                        <a:pt x="678" y="25"/>
                      </a:lnTo>
                      <a:lnTo>
                        <a:pt x="682" y="27"/>
                      </a:lnTo>
                      <a:lnTo>
                        <a:pt x="687" y="31"/>
                      </a:lnTo>
                      <a:lnTo>
                        <a:pt x="694" y="39"/>
                      </a:lnTo>
                      <a:lnTo>
                        <a:pt x="702" y="46"/>
                      </a:lnTo>
                      <a:lnTo>
                        <a:pt x="706" y="49"/>
                      </a:lnTo>
                      <a:lnTo>
                        <a:pt x="711" y="51"/>
                      </a:lnTo>
                      <a:lnTo>
                        <a:pt x="717" y="52"/>
                      </a:lnTo>
                      <a:lnTo>
                        <a:pt x="724" y="52"/>
                      </a:lnTo>
                      <a:lnTo>
                        <a:pt x="737" y="51"/>
                      </a:lnTo>
                      <a:lnTo>
                        <a:pt x="748" y="49"/>
                      </a:lnTo>
                      <a:lnTo>
                        <a:pt x="759" y="46"/>
                      </a:lnTo>
                      <a:lnTo>
                        <a:pt x="769" y="45"/>
                      </a:lnTo>
                      <a:lnTo>
                        <a:pt x="774" y="46"/>
                      </a:lnTo>
                      <a:lnTo>
                        <a:pt x="780" y="48"/>
                      </a:lnTo>
                      <a:lnTo>
                        <a:pt x="785" y="50"/>
                      </a:lnTo>
                      <a:lnTo>
                        <a:pt x="789" y="53"/>
                      </a:lnTo>
                      <a:lnTo>
                        <a:pt x="798" y="61"/>
                      </a:lnTo>
                      <a:lnTo>
                        <a:pt x="804" y="69"/>
                      </a:lnTo>
                      <a:lnTo>
                        <a:pt x="809" y="78"/>
                      </a:lnTo>
                      <a:lnTo>
                        <a:pt x="813" y="88"/>
                      </a:lnTo>
                      <a:lnTo>
                        <a:pt x="819" y="96"/>
                      </a:lnTo>
                      <a:lnTo>
                        <a:pt x="825" y="103"/>
                      </a:lnTo>
                      <a:lnTo>
                        <a:pt x="831" y="107"/>
                      </a:lnTo>
                      <a:lnTo>
                        <a:pt x="841" y="111"/>
                      </a:lnTo>
                      <a:lnTo>
                        <a:pt x="845" y="111"/>
                      </a:lnTo>
                      <a:lnTo>
                        <a:pt x="850" y="111"/>
                      </a:lnTo>
                      <a:lnTo>
                        <a:pt x="855" y="111"/>
                      </a:lnTo>
                      <a:lnTo>
                        <a:pt x="860" y="109"/>
                      </a:lnTo>
                      <a:lnTo>
                        <a:pt x="870" y="106"/>
                      </a:lnTo>
                      <a:lnTo>
                        <a:pt x="882" y="103"/>
                      </a:lnTo>
                      <a:lnTo>
                        <a:pt x="887" y="103"/>
                      </a:lnTo>
                      <a:lnTo>
                        <a:pt x="893" y="105"/>
                      </a:lnTo>
                      <a:lnTo>
                        <a:pt x="899" y="107"/>
                      </a:lnTo>
                      <a:lnTo>
                        <a:pt x="904" y="109"/>
                      </a:lnTo>
                      <a:lnTo>
                        <a:pt x="921" y="125"/>
                      </a:lnTo>
                      <a:lnTo>
                        <a:pt x="936" y="133"/>
                      </a:lnTo>
                      <a:lnTo>
                        <a:pt x="938" y="134"/>
                      </a:lnTo>
                      <a:lnTo>
                        <a:pt x="942" y="134"/>
                      </a:lnTo>
                      <a:lnTo>
                        <a:pt x="945" y="133"/>
                      </a:lnTo>
                      <a:lnTo>
                        <a:pt x="949" y="132"/>
                      </a:lnTo>
                      <a:lnTo>
                        <a:pt x="951" y="130"/>
                      </a:lnTo>
                      <a:lnTo>
                        <a:pt x="955" y="127"/>
                      </a:lnTo>
                      <a:lnTo>
                        <a:pt x="956" y="125"/>
                      </a:lnTo>
                      <a:lnTo>
                        <a:pt x="958" y="121"/>
                      </a:lnTo>
                      <a:lnTo>
                        <a:pt x="962" y="112"/>
                      </a:lnTo>
                      <a:lnTo>
                        <a:pt x="968" y="102"/>
                      </a:lnTo>
                      <a:lnTo>
                        <a:pt x="971" y="96"/>
                      </a:lnTo>
                      <a:lnTo>
                        <a:pt x="975" y="93"/>
                      </a:lnTo>
                      <a:lnTo>
                        <a:pt x="980" y="90"/>
                      </a:lnTo>
                      <a:lnTo>
                        <a:pt x="983" y="88"/>
                      </a:lnTo>
                      <a:lnTo>
                        <a:pt x="994" y="88"/>
                      </a:lnTo>
                      <a:lnTo>
                        <a:pt x="1008" y="87"/>
                      </a:lnTo>
                      <a:lnTo>
                        <a:pt x="1022" y="86"/>
                      </a:lnTo>
                      <a:lnTo>
                        <a:pt x="1036" y="87"/>
                      </a:lnTo>
                      <a:lnTo>
                        <a:pt x="1049" y="90"/>
                      </a:lnTo>
                      <a:lnTo>
                        <a:pt x="1061" y="95"/>
                      </a:lnTo>
                      <a:lnTo>
                        <a:pt x="1072" y="102"/>
                      </a:lnTo>
                      <a:lnTo>
                        <a:pt x="1083" y="108"/>
                      </a:lnTo>
                      <a:lnTo>
                        <a:pt x="1094" y="114"/>
                      </a:lnTo>
                      <a:lnTo>
                        <a:pt x="1108" y="120"/>
                      </a:lnTo>
                      <a:lnTo>
                        <a:pt x="1122" y="124"/>
                      </a:lnTo>
                      <a:lnTo>
                        <a:pt x="1134" y="126"/>
                      </a:lnTo>
                      <a:lnTo>
                        <a:pt x="1140" y="127"/>
                      </a:lnTo>
                      <a:lnTo>
                        <a:pt x="1147" y="130"/>
                      </a:lnTo>
                      <a:lnTo>
                        <a:pt x="1154" y="133"/>
                      </a:lnTo>
                      <a:lnTo>
                        <a:pt x="1160" y="137"/>
                      </a:lnTo>
                      <a:lnTo>
                        <a:pt x="1173" y="147"/>
                      </a:lnTo>
                      <a:lnTo>
                        <a:pt x="1187" y="160"/>
                      </a:lnTo>
                      <a:lnTo>
                        <a:pt x="1201" y="176"/>
                      </a:lnTo>
                      <a:lnTo>
                        <a:pt x="1217" y="190"/>
                      </a:lnTo>
                      <a:lnTo>
                        <a:pt x="1227" y="198"/>
                      </a:lnTo>
                      <a:lnTo>
                        <a:pt x="1236" y="206"/>
                      </a:lnTo>
                      <a:lnTo>
                        <a:pt x="1247" y="214"/>
                      </a:lnTo>
                      <a:lnTo>
                        <a:pt x="1259" y="221"/>
                      </a:lnTo>
                      <a:lnTo>
                        <a:pt x="1266" y="222"/>
                      </a:lnTo>
                      <a:lnTo>
                        <a:pt x="1273" y="222"/>
                      </a:lnTo>
                      <a:lnTo>
                        <a:pt x="1282" y="221"/>
                      </a:lnTo>
                      <a:lnTo>
                        <a:pt x="1289" y="221"/>
                      </a:lnTo>
                      <a:lnTo>
                        <a:pt x="1291" y="221"/>
                      </a:lnTo>
                      <a:lnTo>
                        <a:pt x="1294" y="221"/>
                      </a:lnTo>
                      <a:lnTo>
                        <a:pt x="1296" y="222"/>
                      </a:lnTo>
                      <a:lnTo>
                        <a:pt x="1297" y="225"/>
                      </a:lnTo>
                      <a:lnTo>
                        <a:pt x="1299" y="231"/>
                      </a:lnTo>
                      <a:lnTo>
                        <a:pt x="1299" y="239"/>
                      </a:lnTo>
                      <a:lnTo>
                        <a:pt x="1299" y="244"/>
                      </a:lnTo>
                      <a:lnTo>
                        <a:pt x="1298" y="248"/>
                      </a:lnTo>
                      <a:lnTo>
                        <a:pt x="1297" y="253"/>
                      </a:lnTo>
                      <a:lnTo>
                        <a:pt x="1295" y="257"/>
                      </a:lnTo>
                      <a:lnTo>
                        <a:pt x="1292" y="260"/>
                      </a:lnTo>
                      <a:lnTo>
                        <a:pt x="1290" y="263"/>
                      </a:lnTo>
                      <a:lnTo>
                        <a:pt x="1286" y="265"/>
                      </a:lnTo>
                      <a:lnTo>
                        <a:pt x="1283" y="266"/>
                      </a:lnTo>
                      <a:lnTo>
                        <a:pt x="1278" y="270"/>
                      </a:lnTo>
                      <a:lnTo>
                        <a:pt x="1273" y="275"/>
                      </a:lnTo>
                      <a:lnTo>
                        <a:pt x="1272" y="279"/>
                      </a:lnTo>
                      <a:lnTo>
                        <a:pt x="1272" y="284"/>
                      </a:lnTo>
                      <a:lnTo>
                        <a:pt x="1274" y="289"/>
                      </a:lnTo>
                      <a:lnTo>
                        <a:pt x="1280" y="294"/>
                      </a:lnTo>
                      <a:lnTo>
                        <a:pt x="1283" y="295"/>
                      </a:lnTo>
                      <a:lnTo>
                        <a:pt x="1288" y="297"/>
                      </a:lnTo>
                      <a:lnTo>
                        <a:pt x="1291" y="298"/>
                      </a:lnTo>
                      <a:lnTo>
                        <a:pt x="1296" y="298"/>
                      </a:lnTo>
                      <a:lnTo>
                        <a:pt x="1305" y="300"/>
                      </a:lnTo>
                      <a:lnTo>
                        <a:pt x="1316" y="302"/>
                      </a:lnTo>
                      <a:lnTo>
                        <a:pt x="1320" y="303"/>
                      </a:lnTo>
                      <a:lnTo>
                        <a:pt x="1324" y="305"/>
                      </a:lnTo>
                      <a:lnTo>
                        <a:pt x="1327" y="308"/>
                      </a:lnTo>
                      <a:lnTo>
                        <a:pt x="1329" y="311"/>
                      </a:lnTo>
                      <a:lnTo>
                        <a:pt x="1334" y="319"/>
                      </a:lnTo>
                      <a:lnTo>
                        <a:pt x="1337" y="327"/>
                      </a:lnTo>
                      <a:lnTo>
                        <a:pt x="1343" y="335"/>
                      </a:lnTo>
                      <a:lnTo>
                        <a:pt x="1351" y="341"/>
                      </a:lnTo>
                      <a:lnTo>
                        <a:pt x="1367" y="351"/>
                      </a:lnTo>
                      <a:lnTo>
                        <a:pt x="1381" y="360"/>
                      </a:lnTo>
                      <a:lnTo>
                        <a:pt x="1386" y="366"/>
                      </a:lnTo>
                      <a:lnTo>
                        <a:pt x="1389" y="373"/>
                      </a:lnTo>
                      <a:lnTo>
                        <a:pt x="1390" y="379"/>
                      </a:lnTo>
                      <a:lnTo>
                        <a:pt x="1387" y="386"/>
                      </a:lnTo>
                      <a:lnTo>
                        <a:pt x="1386" y="392"/>
                      </a:lnTo>
                      <a:lnTo>
                        <a:pt x="1386" y="397"/>
                      </a:lnTo>
                      <a:lnTo>
                        <a:pt x="1387" y="399"/>
                      </a:lnTo>
                      <a:lnTo>
                        <a:pt x="1390" y="401"/>
                      </a:lnTo>
                      <a:lnTo>
                        <a:pt x="1392" y="402"/>
                      </a:lnTo>
                      <a:lnTo>
                        <a:pt x="1395" y="402"/>
                      </a:lnTo>
                      <a:lnTo>
                        <a:pt x="1400" y="403"/>
                      </a:lnTo>
                      <a:lnTo>
                        <a:pt x="1405" y="405"/>
                      </a:lnTo>
                      <a:lnTo>
                        <a:pt x="1409" y="408"/>
                      </a:lnTo>
                      <a:lnTo>
                        <a:pt x="1411" y="411"/>
                      </a:lnTo>
                      <a:lnTo>
                        <a:pt x="1410" y="415"/>
                      </a:lnTo>
                      <a:lnTo>
                        <a:pt x="1406" y="420"/>
                      </a:lnTo>
                      <a:lnTo>
                        <a:pt x="1402" y="423"/>
                      </a:lnTo>
                      <a:lnTo>
                        <a:pt x="1397" y="426"/>
                      </a:lnTo>
                      <a:lnTo>
                        <a:pt x="1392" y="429"/>
                      </a:lnTo>
                      <a:lnTo>
                        <a:pt x="1389" y="433"/>
                      </a:lnTo>
                      <a:lnTo>
                        <a:pt x="1387" y="436"/>
                      </a:lnTo>
                      <a:lnTo>
                        <a:pt x="1387" y="441"/>
                      </a:lnTo>
                      <a:lnTo>
                        <a:pt x="1389" y="445"/>
                      </a:lnTo>
                      <a:lnTo>
                        <a:pt x="1391" y="447"/>
                      </a:lnTo>
                      <a:lnTo>
                        <a:pt x="1395" y="448"/>
                      </a:lnTo>
                      <a:lnTo>
                        <a:pt x="1399" y="449"/>
                      </a:lnTo>
                      <a:lnTo>
                        <a:pt x="1409" y="452"/>
                      </a:lnTo>
                      <a:lnTo>
                        <a:pt x="1418" y="454"/>
                      </a:lnTo>
                      <a:lnTo>
                        <a:pt x="1427" y="456"/>
                      </a:lnTo>
                      <a:lnTo>
                        <a:pt x="1436" y="459"/>
                      </a:lnTo>
                      <a:lnTo>
                        <a:pt x="1444" y="462"/>
                      </a:lnTo>
                      <a:lnTo>
                        <a:pt x="1452" y="467"/>
                      </a:lnTo>
                      <a:lnTo>
                        <a:pt x="1455" y="474"/>
                      </a:lnTo>
                      <a:lnTo>
                        <a:pt x="1458" y="481"/>
                      </a:lnTo>
                      <a:lnTo>
                        <a:pt x="1458" y="485"/>
                      </a:lnTo>
                      <a:lnTo>
                        <a:pt x="1458" y="490"/>
                      </a:lnTo>
                      <a:lnTo>
                        <a:pt x="1456" y="493"/>
                      </a:lnTo>
                      <a:lnTo>
                        <a:pt x="1455" y="498"/>
                      </a:lnTo>
                      <a:lnTo>
                        <a:pt x="1450" y="505"/>
                      </a:lnTo>
                      <a:lnTo>
                        <a:pt x="1446" y="510"/>
                      </a:lnTo>
                      <a:lnTo>
                        <a:pt x="1443" y="513"/>
                      </a:lnTo>
                      <a:lnTo>
                        <a:pt x="1441" y="517"/>
                      </a:lnTo>
                      <a:lnTo>
                        <a:pt x="1441" y="521"/>
                      </a:lnTo>
                      <a:lnTo>
                        <a:pt x="1441" y="524"/>
                      </a:lnTo>
                      <a:lnTo>
                        <a:pt x="1443" y="535"/>
                      </a:lnTo>
                      <a:lnTo>
                        <a:pt x="1449" y="546"/>
                      </a:lnTo>
                      <a:lnTo>
                        <a:pt x="1455" y="555"/>
                      </a:lnTo>
                      <a:lnTo>
                        <a:pt x="1461" y="563"/>
                      </a:lnTo>
                      <a:lnTo>
                        <a:pt x="1468" y="571"/>
                      </a:lnTo>
                      <a:lnTo>
                        <a:pt x="1478" y="579"/>
                      </a:lnTo>
                      <a:lnTo>
                        <a:pt x="1481" y="582"/>
                      </a:lnTo>
                      <a:lnTo>
                        <a:pt x="1486" y="587"/>
                      </a:lnTo>
                      <a:lnTo>
                        <a:pt x="1488" y="591"/>
                      </a:lnTo>
                      <a:lnTo>
                        <a:pt x="1492" y="595"/>
                      </a:lnTo>
                      <a:lnTo>
                        <a:pt x="1497" y="605"/>
                      </a:lnTo>
                      <a:lnTo>
                        <a:pt x="1503" y="612"/>
                      </a:lnTo>
                      <a:lnTo>
                        <a:pt x="1509" y="618"/>
                      </a:lnTo>
                      <a:lnTo>
                        <a:pt x="1516" y="622"/>
                      </a:lnTo>
                      <a:lnTo>
                        <a:pt x="1523" y="626"/>
                      </a:lnTo>
                      <a:lnTo>
                        <a:pt x="1531" y="632"/>
                      </a:lnTo>
                      <a:lnTo>
                        <a:pt x="1534" y="636"/>
                      </a:lnTo>
                      <a:lnTo>
                        <a:pt x="1536" y="639"/>
                      </a:lnTo>
                      <a:lnTo>
                        <a:pt x="1538" y="643"/>
                      </a:lnTo>
                      <a:lnTo>
                        <a:pt x="1540" y="648"/>
                      </a:lnTo>
                      <a:lnTo>
                        <a:pt x="1538" y="664"/>
                      </a:lnTo>
                      <a:lnTo>
                        <a:pt x="1536" y="676"/>
                      </a:lnTo>
                      <a:lnTo>
                        <a:pt x="1536" y="680"/>
                      </a:lnTo>
                      <a:lnTo>
                        <a:pt x="1538" y="683"/>
                      </a:lnTo>
                      <a:lnTo>
                        <a:pt x="1541" y="686"/>
                      </a:lnTo>
                      <a:lnTo>
                        <a:pt x="1546" y="687"/>
                      </a:lnTo>
                      <a:lnTo>
                        <a:pt x="1551" y="688"/>
                      </a:lnTo>
                      <a:lnTo>
                        <a:pt x="1560" y="691"/>
                      </a:lnTo>
                      <a:lnTo>
                        <a:pt x="1568" y="694"/>
                      </a:lnTo>
                      <a:lnTo>
                        <a:pt x="1574" y="700"/>
                      </a:lnTo>
                      <a:lnTo>
                        <a:pt x="1579" y="706"/>
                      </a:lnTo>
                      <a:lnTo>
                        <a:pt x="1581" y="712"/>
                      </a:lnTo>
                      <a:lnTo>
                        <a:pt x="1580" y="718"/>
                      </a:lnTo>
                      <a:lnTo>
                        <a:pt x="1578" y="725"/>
                      </a:lnTo>
                      <a:lnTo>
                        <a:pt x="1575" y="733"/>
                      </a:lnTo>
                      <a:lnTo>
                        <a:pt x="1575" y="740"/>
                      </a:lnTo>
                      <a:lnTo>
                        <a:pt x="1576" y="743"/>
                      </a:lnTo>
                      <a:lnTo>
                        <a:pt x="1579" y="745"/>
                      </a:lnTo>
                      <a:lnTo>
                        <a:pt x="1581" y="748"/>
                      </a:lnTo>
                      <a:lnTo>
                        <a:pt x="1586" y="749"/>
                      </a:lnTo>
                      <a:lnTo>
                        <a:pt x="1594" y="750"/>
                      </a:lnTo>
                      <a:lnTo>
                        <a:pt x="1603" y="751"/>
                      </a:lnTo>
                      <a:lnTo>
                        <a:pt x="1605" y="752"/>
                      </a:lnTo>
                      <a:lnTo>
                        <a:pt x="1607" y="754"/>
                      </a:lnTo>
                      <a:lnTo>
                        <a:pt x="1610" y="756"/>
                      </a:lnTo>
                      <a:lnTo>
                        <a:pt x="1611" y="758"/>
                      </a:lnTo>
                      <a:lnTo>
                        <a:pt x="1611" y="762"/>
                      </a:lnTo>
                      <a:lnTo>
                        <a:pt x="1611" y="764"/>
                      </a:lnTo>
                      <a:lnTo>
                        <a:pt x="1609" y="768"/>
                      </a:lnTo>
                      <a:lnTo>
                        <a:pt x="1607" y="770"/>
                      </a:lnTo>
                      <a:lnTo>
                        <a:pt x="1601" y="776"/>
                      </a:lnTo>
                      <a:lnTo>
                        <a:pt x="1597" y="781"/>
                      </a:lnTo>
                      <a:lnTo>
                        <a:pt x="1592" y="787"/>
                      </a:lnTo>
                      <a:lnTo>
                        <a:pt x="1590" y="793"/>
                      </a:lnTo>
                      <a:lnTo>
                        <a:pt x="1587" y="800"/>
                      </a:lnTo>
                      <a:lnTo>
                        <a:pt x="1588" y="807"/>
                      </a:lnTo>
                      <a:lnTo>
                        <a:pt x="1590" y="811"/>
                      </a:lnTo>
                      <a:lnTo>
                        <a:pt x="1593" y="813"/>
                      </a:lnTo>
                      <a:lnTo>
                        <a:pt x="1595" y="815"/>
                      </a:lnTo>
                      <a:lnTo>
                        <a:pt x="1599" y="817"/>
                      </a:lnTo>
                      <a:lnTo>
                        <a:pt x="1603" y="818"/>
                      </a:lnTo>
                      <a:lnTo>
                        <a:pt x="1606" y="817"/>
                      </a:lnTo>
                      <a:lnTo>
                        <a:pt x="1610" y="815"/>
                      </a:lnTo>
                      <a:lnTo>
                        <a:pt x="1612" y="813"/>
                      </a:lnTo>
                      <a:lnTo>
                        <a:pt x="1616" y="806"/>
                      </a:lnTo>
                      <a:lnTo>
                        <a:pt x="1618" y="796"/>
                      </a:lnTo>
                      <a:lnTo>
                        <a:pt x="1619" y="793"/>
                      </a:lnTo>
                      <a:lnTo>
                        <a:pt x="1620" y="788"/>
                      </a:lnTo>
                      <a:lnTo>
                        <a:pt x="1623" y="786"/>
                      </a:lnTo>
                      <a:lnTo>
                        <a:pt x="1625" y="784"/>
                      </a:lnTo>
                      <a:lnTo>
                        <a:pt x="1629" y="784"/>
                      </a:lnTo>
                      <a:lnTo>
                        <a:pt x="1632" y="786"/>
                      </a:lnTo>
                      <a:lnTo>
                        <a:pt x="1635" y="787"/>
                      </a:lnTo>
                      <a:lnTo>
                        <a:pt x="1638" y="789"/>
                      </a:lnTo>
                      <a:lnTo>
                        <a:pt x="1639" y="792"/>
                      </a:lnTo>
                      <a:lnTo>
                        <a:pt x="1642" y="795"/>
                      </a:lnTo>
                      <a:lnTo>
                        <a:pt x="1643" y="799"/>
                      </a:lnTo>
                      <a:lnTo>
                        <a:pt x="1643" y="802"/>
                      </a:lnTo>
                      <a:lnTo>
                        <a:pt x="1641" y="812"/>
                      </a:lnTo>
                      <a:lnTo>
                        <a:pt x="1637" y="823"/>
                      </a:lnTo>
                      <a:lnTo>
                        <a:pt x="1633" y="834"/>
                      </a:lnTo>
                      <a:lnTo>
                        <a:pt x="1631" y="843"/>
                      </a:lnTo>
                      <a:lnTo>
                        <a:pt x="1630" y="852"/>
                      </a:lnTo>
                      <a:lnTo>
                        <a:pt x="1630" y="862"/>
                      </a:lnTo>
                      <a:lnTo>
                        <a:pt x="1632" y="871"/>
                      </a:lnTo>
                      <a:lnTo>
                        <a:pt x="1636" y="882"/>
                      </a:lnTo>
                      <a:lnTo>
                        <a:pt x="1643" y="893"/>
                      </a:lnTo>
                      <a:lnTo>
                        <a:pt x="1653" y="903"/>
                      </a:lnTo>
                      <a:lnTo>
                        <a:pt x="1662" y="913"/>
                      </a:lnTo>
                      <a:lnTo>
                        <a:pt x="1670" y="921"/>
                      </a:lnTo>
                      <a:lnTo>
                        <a:pt x="1686" y="933"/>
                      </a:lnTo>
                      <a:lnTo>
                        <a:pt x="1701" y="941"/>
                      </a:lnTo>
                      <a:lnTo>
                        <a:pt x="1706" y="945"/>
                      </a:lnTo>
                      <a:lnTo>
                        <a:pt x="1711" y="948"/>
                      </a:lnTo>
                      <a:lnTo>
                        <a:pt x="1716" y="954"/>
                      </a:lnTo>
                      <a:lnTo>
                        <a:pt x="1720" y="960"/>
                      </a:lnTo>
                      <a:lnTo>
                        <a:pt x="1725" y="968"/>
                      </a:lnTo>
                      <a:lnTo>
                        <a:pt x="1731" y="976"/>
                      </a:lnTo>
                      <a:lnTo>
                        <a:pt x="1738" y="984"/>
                      </a:lnTo>
                      <a:lnTo>
                        <a:pt x="1745" y="991"/>
                      </a:lnTo>
                      <a:lnTo>
                        <a:pt x="1752" y="996"/>
                      </a:lnTo>
                      <a:lnTo>
                        <a:pt x="1758" y="1002"/>
                      </a:lnTo>
                      <a:lnTo>
                        <a:pt x="1763" y="1009"/>
                      </a:lnTo>
                      <a:lnTo>
                        <a:pt x="1765" y="1017"/>
                      </a:lnTo>
                      <a:lnTo>
                        <a:pt x="1768" y="1027"/>
                      </a:lnTo>
                      <a:lnTo>
                        <a:pt x="1771" y="1034"/>
                      </a:lnTo>
                      <a:lnTo>
                        <a:pt x="1775" y="1041"/>
                      </a:lnTo>
                      <a:lnTo>
                        <a:pt x="1780" y="1046"/>
                      </a:lnTo>
                      <a:lnTo>
                        <a:pt x="1784" y="1052"/>
                      </a:lnTo>
                      <a:lnTo>
                        <a:pt x="1790" y="1059"/>
                      </a:lnTo>
                      <a:lnTo>
                        <a:pt x="1793" y="1063"/>
                      </a:lnTo>
                      <a:lnTo>
                        <a:pt x="1794" y="1066"/>
                      </a:lnTo>
                      <a:lnTo>
                        <a:pt x="1796" y="1071"/>
                      </a:lnTo>
                      <a:lnTo>
                        <a:pt x="1796" y="1076"/>
                      </a:lnTo>
                      <a:lnTo>
                        <a:pt x="1796" y="1086"/>
                      </a:lnTo>
                      <a:lnTo>
                        <a:pt x="1794" y="1095"/>
                      </a:lnTo>
                      <a:lnTo>
                        <a:pt x="1792" y="1103"/>
                      </a:lnTo>
                      <a:lnTo>
                        <a:pt x="1789" y="1109"/>
                      </a:lnTo>
                      <a:lnTo>
                        <a:pt x="1788" y="1116"/>
                      </a:lnTo>
                      <a:lnTo>
                        <a:pt x="1788" y="1123"/>
                      </a:lnTo>
                      <a:lnTo>
                        <a:pt x="1790" y="1129"/>
                      </a:lnTo>
                      <a:lnTo>
                        <a:pt x="1795" y="1136"/>
                      </a:lnTo>
                      <a:lnTo>
                        <a:pt x="1801" y="1141"/>
                      </a:lnTo>
                      <a:lnTo>
                        <a:pt x="1806" y="1147"/>
                      </a:lnTo>
                      <a:lnTo>
                        <a:pt x="1808" y="1149"/>
                      </a:lnTo>
                      <a:lnTo>
                        <a:pt x="1811" y="1153"/>
                      </a:lnTo>
                      <a:lnTo>
                        <a:pt x="1813" y="1156"/>
                      </a:lnTo>
                      <a:lnTo>
                        <a:pt x="1813" y="1161"/>
                      </a:lnTo>
                      <a:lnTo>
                        <a:pt x="1815" y="1173"/>
                      </a:lnTo>
                      <a:lnTo>
                        <a:pt x="1819" y="1184"/>
                      </a:lnTo>
                      <a:lnTo>
                        <a:pt x="1823" y="1192"/>
                      </a:lnTo>
                      <a:lnTo>
                        <a:pt x="1827" y="1199"/>
                      </a:lnTo>
                      <a:lnTo>
                        <a:pt x="1834" y="1204"/>
                      </a:lnTo>
                      <a:lnTo>
                        <a:pt x="1843" y="1208"/>
                      </a:lnTo>
                      <a:lnTo>
                        <a:pt x="1852" y="1211"/>
                      </a:lnTo>
                      <a:lnTo>
                        <a:pt x="1864" y="1214"/>
                      </a:lnTo>
                      <a:lnTo>
                        <a:pt x="1874" y="1216"/>
                      </a:lnTo>
                      <a:lnTo>
                        <a:pt x="1880" y="1218"/>
                      </a:lnTo>
                      <a:lnTo>
                        <a:pt x="1882" y="1219"/>
                      </a:lnTo>
                      <a:lnTo>
                        <a:pt x="1883" y="1222"/>
                      </a:lnTo>
                      <a:lnTo>
                        <a:pt x="1884" y="1227"/>
                      </a:lnTo>
                      <a:lnTo>
                        <a:pt x="1884" y="1231"/>
                      </a:lnTo>
                      <a:lnTo>
                        <a:pt x="1883" y="1244"/>
                      </a:lnTo>
                      <a:lnTo>
                        <a:pt x="1881" y="1259"/>
                      </a:lnTo>
                      <a:lnTo>
                        <a:pt x="1878" y="1273"/>
                      </a:lnTo>
                      <a:lnTo>
                        <a:pt x="1876" y="1284"/>
                      </a:lnTo>
                      <a:lnTo>
                        <a:pt x="1874" y="1293"/>
                      </a:lnTo>
                      <a:lnTo>
                        <a:pt x="1874" y="1302"/>
                      </a:lnTo>
                      <a:lnTo>
                        <a:pt x="1875" y="1310"/>
                      </a:lnTo>
                      <a:lnTo>
                        <a:pt x="1877" y="1317"/>
                      </a:lnTo>
                      <a:lnTo>
                        <a:pt x="1881" y="1323"/>
                      </a:lnTo>
                      <a:lnTo>
                        <a:pt x="1884" y="1331"/>
                      </a:lnTo>
                      <a:lnTo>
                        <a:pt x="1888" y="1340"/>
                      </a:lnTo>
                      <a:lnTo>
                        <a:pt x="1889" y="1349"/>
                      </a:lnTo>
                      <a:lnTo>
                        <a:pt x="1890" y="1361"/>
                      </a:lnTo>
                      <a:lnTo>
                        <a:pt x="1891" y="1373"/>
                      </a:lnTo>
                      <a:lnTo>
                        <a:pt x="1894" y="1384"/>
                      </a:lnTo>
                      <a:lnTo>
                        <a:pt x="1896" y="1391"/>
                      </a:lnTo>
                      <a:lnTo>
                        <a:pt x="1902" y="1395"/>
                      </a:lnTo>
                      <a:lnTo>
                        <a:pt x="1912" y="1400"/>
                      </a:lnTo>
                      <a:lnTo>
                        <a:pt x="1921" y="1404"/>
                      </a:lnTo>
                      <a:lnTo>
                        <a:pt x="1928" y="1406"/>
                      </a:lnTo>
                      <a:lnTo>
                        <a:pt x="1933" y="1408"/>
                      </a:lnTo>
                      <a:lnTo>
                        <a:pt x="1938" y="1411"/>
                      </a:lnTo>
                      <a:lnTo>
                        <a:pt x="1940" y="1416"/>
                      </a:lnTo>
                      <a:lnTo>
                        <a:pt x="1943" y="1422"/>
                      </a:lnTo>
                      <a:lnTo>
                        <a:pt x="1944" y="1430"/>
                      </a:lnTo>
                      <a:lnTo>
                        <a:pt x="1945" y="1437"/>
                      </a:lnTo>
                      <a:lnTo>
                        <a:pt x="1947" y="1443"/>
                      </a:lnTo>
                      <a:lnTo>
                        <a:pt x="1951" y="1447"/>
                      </a:lnTo>
                      <a:lnTo>
                        <a:pt x="1956" y="1447"/>
                      </a:lnTo>
                      <a:lnTo>
                        <a:pt x="1960" y="1448"/>
                      </a:lnTo>
                      <a:lnTo>
                        <a:pt x="1965" y="1450"/>
                      </a:lnTo>
                      <a:lnTo>
                        <a:pt x="1971" y="1455"/>
                      </a:lnTo>
                      <a:lnTo>
                        <a:pt x="1977" y="1462"/>
                      </a:lnTo>
                      <a:lnTo>
                        <a:pt x="1985" y="1468"/>
                      </a:lnTo>
                      <a:lnTo>
                        <a:pt x="1989" y="1469"/>
                      </a:lnTo>
                      <a:lnTo>
                        <a:pt x="1994" y="1471"/>
                      </a:lnTo>
                      <a:lnTo>
                        <a:pt x="1998" y="1471"/>
                      </a:lnTo>
                      <a:lnTo>
                        <a:pt x="2004" y="1470"/>
                      </a:lnTo>
                      <a:lnTo>
                        <a:pt x="2015" y="1467"/>
                      </a:lnTo>
                      <a:lnTo>
                        <a:pt x="2026" y="1462"/>
                      </a:lnTo>
                      <a:lnTo>
                        <a:pt x="2031" y="1460"/>
                      </a:lnTo>
                      <a:lnTo>
                        <a:pt x="2035" y="1458"/>
                      </a:lnTo>
                      <a:lnTo>
                        <a:pt x="2040" y="1460"/>
                      </a:lnTo>
                      <a:lnTo>
                        <a:pt x="2045" y="1461"/>
                      </a:lnTo>
                      <a:lnTo>
                        <a:pt x="2054" y="1468"/>
                      </a:lnTo>
                      <a:lnTo>
                        <a:pt x="2065" y="1473"/>
                      </a:lnTo>
                      <a:lnTo>
                        <a:pt x="2070" y="1474"/>
                      </a:lnTo>
                      <a:lnTo>
                        <a:pt x="2076" y="1474"/>
                      </a:lnTo>
                      <a:lnTo>
                        <a:pt x="2083" y="1474"/>
                      </a:lnTo>
                      <a:lnTo>
                        <a:pt x="2090" y="1473"/>
                      </a:lnTo>
                      <a:lnTo>
                        <a:pt x="2109" y="1467"/>
                      </a:lnTo>
                      <a:lnTo>
                        <a:pt x="2124" y="1464"/>
                      </a:lnTo>
                      <a:lnTo>
                        <a:pt x="2135" y="1462"/>
                      </a:lnTo>
                      <a:lnTo>
                        <a:pt x="2146" y="1458"/>
                      </a:lnTo>
                      <a:lnTo>
                        <a:pt x="2154" y="1454"/>
                      </a:lnTo>
                      <a:lnTo>
                        <a:pt x="2160" y="1448"/>
                      </a:lnTo>
                      <a:lnTo>
                        <a:pt x="2165" y="1442"/>
                      </a:lnTo>
                      <a:lnTo>
                        <a:pt x="2172" y="1436"/>
                      </a:lnTo>
                      <a:lnTo>
                        <a:pt x="2176" y="1433"/>
                      </a:lnTo>
                      <a:lnTo>
                        <a:pt x="2180" y="1432"/>
                      </a:lnTo>
                      <a:lnTo>
                        <a:pt x="2185" y="1430"/>
                      </a:lnTo>
                      <a:lnTo>
                        <a:pt x="2190" y="1430"/>
                      </a:lnTo>
                      <a:lnTo>
                        <a:pt x="2202" y="1430"/>
                      </a:lnTo>
                      <a:lnTo>
                        <a:pt x="2216" y="1430"/>
                      </a:lnTo>
                      <a:lnTo>
                        <a:pt x="2230" y="1430"/>
                      </a:lnTo>
                      <a:lnTo>
                        <a:pt x="2243" y="1430"/>
                      </a:lnTo>
                      <a:lnTo>
                        <a:pt x="2248" y="1431"/>
                      </a:lnTo>
                      <a:lnTo>
                        <a:pt x="2253" y="1432"/>
                      </a:lnTo>
                      <a:lnTo>
                        <a:pt x="2255" y="1433"/>
                      </a:lnTo>
                      <a:lnTo>
                        <a:pt x="2258" y="1436"/>
                      </a:lnTo>
                      <a:lnTo>
                        <a:pt x="2260" y="1441"/>
                      </a:lnTo>
                      <a:lnTo>
                        <a:pt x="2259" y="1447"/>
                      </a:lnTo>
                      <a:lnTo>
                        <a:pt x="2259" y="1452"/>
                      </a:lnTo>
                      <a:lnTo>
                        <a:pt x="2258" y="1460"/>
                      </a:lnTo>
                      <a:lnTo>
                        <a:pt x="2258" y="1462"/>
                      </a:lnTo>
                      <a:lnTo>
                        <a:pt x="2259" y="1466"/>
                      </a:lnTo>
                      <a:lnTo>
                        <a:pt x="2260" y="1468"/>
                      </a:lnTo>
                      <a:lnTo>
                        <a:pt x="2261" y="1469"/>
                      </a:lnTo>
                      <a:lnTo>
                        <a:pt x="2267" y="1470"/>
                      </a:lnTo>
                      <a:lnTo>
                        <a:pt x="2275" y="1470"/>
                      </a:lnTo>
                      <a:lnTo>
                        <a:pt x="2284" y="1468"/>
                      </a:lnTo>
                      <a:lnTo>
                        <a:pt x="2293" y="1467"/>
                      </a:lnTo>
                      <a:lnTo>
                        <a:pt x="2302" y="1468"/>
                      </a:lnTo>
                      <a:lnTo>
                        <a:pt x="2309" y="1470"/>
                      </a:lnTo>
                      <a:lnTo>
                        <a:pt x="2317" y="1474"/>
                      </a:lnTo>
                      <a:lnTo>
                        <a:pt x="2323" y="1476"/>
                      </a:lnTo>
                      <a:lnTo>
                        <a:pt x="2329" y="1479"/>
                      </a:lnTo>
                      <a:lnTo>
                        <a:pt x="2336" y="1482"/>
                      </a:lnTo>
                      <a:lnTo>
                        <a:pt x="2341" y="1486"/>
                      </a:lnTo>
                      <a:lnTo>
                        <a:pt x="2346" y="1492"/>
                      </a:lnTo>
                      <a:lnTo>
                        <a:pt x="2347" y="1495"/>
                      </a:lnTo>
                      <a:lnTo>
                        <a:pt x="2348" y="1498"/>
                      </a:lnTo>
                      <a:lnTo>
                        <a:pt x="2350" y="1499"/>
                      </a:lnTo>
                      <a:lnTo>
                        <a:pt x="2353" y="1500"/>
                      </a:lnTo>
                      <a:lnTo>
                        <a:pt x="2360" y="1501"/>
                      </a:lnTo>
                      <a:lnTo>
                        <a:pt x="2368" y="1502"/>
                      </a:lnTo>
                      <a:lnTo>
                        <a:pt x="2375" y="1501"/>
                      </a:lnTo>
                      <a:lnTo>
                        <a:pt x="2382" y="1500"/>
                      </a:lnTo>
                      <a:lnTo>
                        <a:pt x="2387" y="1498"/>
                      </a:lnTo>
                      <a:lnTo>
                        <a:pt x="2391" y="1493"/>
                      </a:lnTo>
                      <a:lnTo>
                        <a:pt x="2394" y="1489"/>
                      </a:lnTo>
                      <a:lnTo>
                        <a:pt x="2400" y="1486"/>
                      </a:lnTo>
                      <a:lnTo>
                        <a:pt x="2406" y="1485"/>
                      </a:lnTo>
                      <a:lnTo>
                        <a:pt x="2415" y="1486"/>
                      </a:lnTo>
                      <a:lnTo>
                        <a:pt x="2424" y="1488"/>
                      </a:lnTo>
                      <a:lnTo>
                        <a:pt x="2434" y="1490"/>
                      </a:lnTo>
                      <a:lnTo>
                        <a:pt x="2437" y="1490"/>
                      </a:lnTo>
                      <a:lnTo>
                        <a:pt x="2442" y="1489"/>
                      </a:lnTo>
                      <a:lnTo>
                        <a:pt x="2444" y="1487"/>
                      </a:lnTo>
                      <a:lnTo>
                        <a:pt x="2447" y="1482"/>
                      </a:lnTo>
                      <a:lnTo>
                        <a:pt x="2450" y="1471"/>
                      </a:lnTo>
                      <a:lnTo>
                        <a:pt x="2451" y="1462"/>
                      </a:lnTo>
                      <a:lnTo>
                        <a:pt x="2453" y="1458"/>
                      </a:lnTo>
                      <a:lnTo>
                        <a:pt x="2454" y="1455"/>
                      </a:lnTo>
                      <a:lnTo>
                        <a:pt x="2457" y="1454"/>
                      </a:lnTo>
                      <a:lnTo>
                        <a:pt x="2461" y="1451"/>
                      </a:lnTo>
                      <a:lnTo>
                        <a:pt x="2466" y="1451"/>
                      </a:lnTo>
                      <a:lnTo>
                        <a:pt x="2470" y="1451"/>
                      </a:lnTo>
                      <a:lnTo>
                        <a:pt x="2474" y="1451"/>
                      </a:lnTo>
                      <a:lnTo>
                        <a:pt x="2478" y="1452"/>
                      </a:lnTo>
                      <a:lnTo>
                        <a:pt x="2481" y="1455"/>
                      </a:lnTo>
                      <a:lnTo>
                        <a:pt x="2485" y="1457"/>
                      </a:lnTo>
                      <a:lnTo>
                        <a:pt x="2487" y="1461"/>
                      </a:lnTo>
                      <a:lnTo>
                        <a:pt x="2489" y="1466"/>
                      </a:lnTo>
                      <a:lnTo>
                        <a:pt x="2492" y="1476"/>
                      </a:lnTo>
                      <a:lnTo>
                        <a:pt x="2494" y="1487"/>
                      </a:lnTo>
                      <a:lnTo>
                        <a:pt x="2498" y="1496"/>
                      </a:lnTo>
                      <a:lnTo>
                        <a:pt x="2501" y="1504"/>
                      </a:lnTo>
                      <a:lnTo>
                        <a:pt x="2502" y="1507"/>
                      </a:lnTo>
                      <a:lnTo>
                        <a:pt x="2505" y="1510"/>
                      </a:lnTo>
                      <a:lnTo>
                        <a:pt x="2508" y="1511"/>
                      </a:lnTo>
                      <a:lnTo>
                        <a:pt x="2512" y="1512"/>
                      </a:lnTo>
                      <a:lnTo>
                        <a:pt x="2519" y="1513"/>
                      </a:lnTo>
                      <a:lnTo>
                        <a:pt x="2529" y="1511"/>
                      </a:lnTo>
                      <a:lnTo>
                        <a:pt x="2537" y="1510"/>
                      </a:lnTo>
                      <a:lnTo>
                        <a:pt x="2544" y="1510"/>
                      </a:lnTo>
                      <a:lnTo>
                        <a:pt x="2548" y="1511"/>
                      </a:lnTo>
                      <a:lnTo>
                        <a:pt x="2550" y="1512"/>
                      </a:lnTo>
                      <a:lnTo>
                        <a:pt x="2552" y="1514"/>
                      </a:lnTo>
                      <a:lnTo>
                        <a:pt x="2555" y="1518"/>
                      </a:lnTo>
                      <a:lnTo>
                        <a:pt x="2557" y="1525"/>
                      </a:lnTo>
                      <a:lnTo>
                        <a:pt x="2561" y="1530"/>
                      </a:lnTo>
                      <a:lnTo>
                        <a:pt x="2562" y="1533"/>
                      </a:lnTo>
                      <a:lnTo>
                        <a:pt x="2564" y="1534"/>
                      </a:lnTo>
                      <a:lnTo>
                        <a:pt x="2568" y="1536"/>
                      </a:lnTo>
                      <a:lnTo>
                        <a:pt x="2571" y="1537"/>
                      </a:lnTo>
                      <a:lnTo>
                        <a:pt x="2581" y="1540"/>
                      </a:lnTo>
                      <a:lnTo>
                        <a:pt x="2592" y="1546"/>
                      </a:lnTo>
                      <a:lnTo>
                        <a:pt x="2602" y="1553"/>
                      </a:lnTo>
                      <a:lnTo>
                        <a:pt x="2612" y="1561"/>
                      </a:lnTo>
                      <a:lnTo>
                        <a:pt x="2618" y="1568"/>
                      </a:lnTo>
                      <a:lnTo>
                        <a:pt x="2624" y="1576"/>
                      </a:lnTo>
                      <a:lnTo>
                        <a:pt x="2627" y="1583"/>
                      </a:lnTo>
                      <a:lnTo>
                        <a:pt x="2631" y="1589"/>
                      </a:lnTo>
                      <a:lnTo>
                        <a:pt x="2636" y="1596"/>
                      </a:lnTo>
                      <a:lnTo>
                        <a:pt x="2644" y="1606"/>
                      </a:lnTo>
                      <a:lnTo>
                        <a:pt x="2650" y="1609"/>
                      </a:lnTo>
                      <a:lnTo>
                        <a:pt x="2655" y="1614"/>
                      </a:lnTo>
                      <a:lnTo>
                        <a:pt x="2662" y="1618"/>
                      </a:lnTo>
                      <a:lnTo>
                        <a:pt x="2668" y="1620"/>
                      </a:lnTo>
                      <a:lnTo>
                        <a:pt x="2681" y="1624"/>
                      </a:lnTo>
                      <a:lnTo>
                        <a:pt x="2693" y="1627"/>
                      </a:lnTo>
                      <a:lnTo>
                        <a:pt x="2703" y="1631"/>
                      </a:lnTo>
                      <a:lnTo>
                        <a:pt x="2712" y="1634"/>
                      </a:lnTo>
                      <a:lnTo>
                        <a:pt x="2721" y="1638"/>
                      </a:lnTo>
                      <a:lnTo>
                        <a:pt x="2733" y="1639"/>
                      </a:lnTo>
                      <a:lnTo>
                        <a:pt x="2739" y="1640"/>
                      </a:lnTo>
                      <a:lnTo>
                        <a:pt x="2745" y="1639"/>
                      </a:lnTo>
                      <a:lnTo>
                        <a:pt x="2751" y="1638"/>
                      </a:lnTo>
                      <a:lnTo>
                        <a:pt x="2756" y="1637"/>
                      </a:lnTo>
                      <a:lnTo>
                        <a:pt x="2764" y="1631"/>
                      </a:lnTo>
                      <a:lnTo>
                        <a:pt x="2775" y="1627"/>
                      </a:lnTo>
                      <a:lnTo>
                        <a:pt x="2779" y="1626"/>
                      </a:lnTo>
                      <a:lnTo>
                        <a:pt x="2785" y="1625"/>
                      </a:lnTo>
                      <a:lnTo>
                        <a:pt x="2790" y="1625"/>
                      </a:lnTo>
                      <a:lnTo>
                        <a:pt x="2796" y="1626"/>
                      </a:lnTo>
                      <a:lnTo>
                        <a:pt x="2807" y="1628"/>
                      </a:lnTo>
                      <a:lnTo>
                        <a:pt x="2817" y="1628"/>
                      </a:lnTo>
                      <a:lnTo>
                        <a:pt x="2822" y="1628"/>
                      </a:lnTo>
                      <a:lnTo>
                        <a:pt x="2827" y="1627"/>
                      </a:lnTo>
                      <a:lnTo>
                        <a:pt x="2832" y="1625"/>
                      </a:lnTo>
                      <a:lnTo>
                        <a:pt x="2835" y="1622"/>
                      </a:lnTo>
                      <a:lnTo>
                        <a:pt x="2842" y="1619"/>
                      </a:lnTo>
                      <a:lnTo>
                        <a:pt x="2848" y="1618"/>
                      </a:lnTo>
                      <a:lnTo>
                        <a:pt x="2852" y="1618"/>
                      </a:lnTo>
                      <a:lnTo>
                        <a:pt x="2854" y="1619"/>
                      </a:lnTo>
                      <a:lnTo>
                        <a:pt x="2857" y="1620"/>
                      </a:lnTo>
                      <a:lnTo>
                        <a:pt x="2859" y="1622"/>
                      </a:lnTo>
                      <a:lnTo>
                        <a:pt x="2860" y="1625"/>
                      </a:lnTo>
                      <a:lnTo>
                        <a:pt x="2861" y="1628"/>
                      </a:lnTo>
                      <a:lnTo>
                        <a:pt x="2861" y="1633"/>
                      </a:lnTo>
                      <a:lnTo>
                        <a:pt x="2861" y="1638"/>
                      </a:lnTo>
                      <a:lnTo>
                        <a:pt x="2859" y="1647"/>
                      </a:lnTo>
                      <a:lnTo>
                        <a:pt x="2856" y="1655"/>
                      </a:lnTo>
                      <a:lnTo>
                        <a:pt x="2852" y="1660"/>
                      </a:lnTo>
                      <a:lnTo>
                        <a:pt x="2848" y="1666"/>
                      </a:lnTo>
                      <a:lnTo>
                        <a:pt x="2845" y="1672"/>
                      </a:lnTo>
                      <a:lnTo>
                        <a:pt x="2845" y="1679"/>
                      </a:lnTo>
                      <a:lnTo>
                        <a:pt x="2845" y="1688"/>
                      </a:lnTo>
                      <a:lnTo>
                        <a:pt x="2844" y="1695"/>
                      </a:lnTo>
                      <a:lnTo>
                        <a:pt x="2842" y="1702"/>
                      </a:lnTo>
                      <a:lnTo>
                        <a:pt x="2840" y="1708"/>
                      </a:lnTo>
                      <a:lnTo>
                        <a:pt x="2838" y="1713"/>
                      </a:lnTo>
                      <a:lnTo>
                        <a:pt x="2837" y="1720"/>
                      </a:lnTo>
                      <a:lnTo>
                        <a:pt x="2838" y="1723"/>
                      </a:lnTo>
                      <a:lnTo>
                        <a:pt x="2838" y="1727"/>
                      </a:lnTo>
                      <a:lnTo>
                        <a:pt x="2840" y="1731"/>
                      </a:lnTo>
                      <a:lnTo>
                        <a:pt x="2842" y="1733"/>
                      </a:lnTo>
                      <a:lnTo>
                        <a:pt x="2848" y="1738"/>
                      </a:lnTo>
                      <a:lnTo>
                        <a:pt x="2854" y="1741"/>
                      </a:lnTo>
                      <a:lnTo>
                        <a:pt x="2858" y="1744"/>
                      </a:lnTo>
                      <a:lnTo>
                        <a:pt x="2860" y="1747"/>
                      </a:lnTo>
                      <a:lnTo>
                        <a:pt x="2863" y="1751"/>
                      </a:lnTo>
                      <a:lnTo>
                        <a:pt x="2864" y="1757"/>
                      </a:lnTo>
                      <a:lnTo>
                        <a:pt x="2866" y="1767"/>
                      </a:lnTo>
                      <a:lnTo>
                        <a:pt x="2870" y="1776"/>
                      </a:lnTo>
                      <a:lnTo>
                        <a:pt x="2871" y="1778"/>
                      </a:lnTo>
                      <a:lnTo>
                        <a:pt x="2875" y="1779"/>
                      </a:lnTo>
                      <a:lnTo>
                        <a:pt x="2877" y="1781"/>
                      </a:lnTo>
                      <a:lnTo>
                        <a:pt x="2880" y="1779"/>
                      </a:lnTo>
                      <a:lnTo>
                        <a:pt x="2889" y="1776"/>
                      </a:lnTo>
                      <a:lnTo>
                        <a:pt x="2896" y="1773"/>
                      </a:lnTo>
                      <a:lnTo>
                        <a:pt x="2903" y="1771"/>
                      </a:lnTo>
                      <a:lnTo>
                        <a:pt x="2910" y="1771"/>
                      </a:lnTo>
                      <a:lnTo>
                        <a:pt x="2914" y="1772"/>
                      </a:lnTo>
                      <a:lnTo>
                        <a:pt x="2916" y="1773"/>
                      </a:lnTo>
                      <a:lnTo>
                        <a:pt x="2919" y="1776"/>
                      </a:lnTo>
                      <a:lnTo>
                        <a:pt x="2921" y="1777"/>
                      </a:lnTo>
                      <a:lnTo>
                        <a:pt x="2922" y="1783"/>
                      </a:lnTo>
                      <a:lnTo>
                        <a:pt x="2923" y="1789"/>
                      </a:lnTo>
                      <a:lnTo>
                        <a:pt x="2923" y="1796"/>
                      </a:lnTo>
                      <a:lnTo>
                        <a:pt x="2924" y="1803"/>
                      </a:lnTo>
                      <a:lnTo>
                        <a:pt x="2926" y="1811"/>
                      </a:lnTo>
                      <a:lnTo>
                        <a:pt x="2929" y="1817"/>
                      </a:lnTo>
                      <a:lnTo>
                        <a:pt x="2934" y="1823"/>
                      </a:lnTo>
                      <a:lnTo>
                        <a:pt x="2938" y="1829"/>
                      </a:lnTo>
                      <a:lnTo>
                        <a:pt x="2940" y="1836"/>
                      </a:lnTo>
                      <a:lnTo>
                        <a:pt x="2941" y="1844"/>
                      </a:lnTo>
                      <a:lnTo>
                        <a:pt x="2942" y="1854"/>
                      </a:lnTo>
                      <a:lnTo>
                        <a:pt x="2942" y="1865"/>
                      </a:lnTo>
                      <a:lnTo>
                        <a:pt x="2942" y="1876"/>
                      </a:lnTo>
                      <a:lnTo>
                        <a:pt x="2942" y="1885"/>
                      </a:lnTo>
                      <a:lnTo>
                        <a:pt x="2941" y="1893"/>
                      </a:lnTo>
                      <a:lnTo>
                        <a:pt x="2939" y="1903"/>
                      </a:lnTo>
                      <a:lnTo>
                        <a:pt x="2935" y="1912"/>
                      </a:lnTo>
                      <a:lnTo>
                        <a:pt x="2929" y="1922"/>
                      </a:lnTo>
                      <a:lnTo>
                        <a:pt x="2924" y="1930"/>
                      </a:lnTo>
                      <a:lnTo>
                        <a:pt x="2922" y="1939"/>
                      </a:lnTo>
                      <a:lnTo>
                        <a:pt x="2921" y="1946"/>
                      </a:lnTo>
                      <a:lnTo>
                        <a:pt x="2922" y="1953"/>
                      </a:lnTo>
                      <a:lnTo>
                        <a:pt x="2923" y="1956"/>
                      </a:lnTo>
                      <a:lnTo>
                        <a:pt x="2924" y="1960"/>
                      </a:lnTo>
                      <a:lnTo>
                        <a:pt x="2928" y="1964"/>
                      </a:lnTo>
                      <a:lnTo>
                        <a:pt x="2932" y="1967"/>
                      </a:lnTo>
                      <a:lnTo>
                        <a:pt x="2940" y="1974"/>
                      </a:lnTo>
                      <a:lnTo>
                        <a:pt x="2948" y="1981"/>
                      </a:lnTo>
                      <a:lnTo>
                        <a:pt x="2960" y="1990"/>
                      </a:lnTo>
                      <a:lnTo>
                        <a:pt x="2974" y="2000"/>
                      </a:lnTo>
                      <a:lnTo>
                        <a:pt x="2983" y="2005"/>
                      </a:lnTo>
                      <a:lnTo>
                        <a:pt x="2991" y="2012"/>
                      </a:lnTo>
                      <a:lnTo>
                        <a:pt x="2997" y="2018"/>
                      </a:lnTo>
                      <a:lnTo>
                        <a:pt x="3004" y="2025"/>
                      </a:lnTo>
                      <a:lnTo>
                        <a:pt x="3012" y="2037"/>
                      </a:lnTo>
                      <a:lnTo>
                        <a:pt x="3018" y="2047"/>
                      </a:lnTo>
                      <a:lnTo>
                        <a:pt x="3021" y="2056"/>
                      </a:lnTo>
                      <a:lnTo>
                        <a:pt x="3023" y="2065"/>
                      </a:lnTo>
                      <a:lnTo>
                        <a:pt x="3024" y="2068"/>
                      </a:lnTo>
                      <a:lnTo>
                        <a:pt x="3027" y="2073"/>
                      </a:lnTo>
                      <a:lnTo>
                        <a:pt x="3029" y="2078"/>
                      </a:lnTo>
                      <a:lnTo>
                        <a:pt x="3033" y="2082"/>
                      </a:lnTo>
                      <a:lnTo>
                        <a:pt x="3037" y="2087"/>
                      </a:lnTo>
                      <a:lnTo>
                        <a:pt x="3042" y="2092"/>
                      </a:lnTo>
                      <a:lnTo>
                        <a:pt x="3047" y="2094"/>
                      </a:lnTo>
                      <a:lnTo>
                        <a:pt x="3050" y="2097"/>
                      </a:lnTo>
                      <a:lnTo>
                        <a:pt x="3056" y="2099"/>
                      </a:lnTo>
                      <a:lnTo>
                        <a:pt x="3062" y="2100"/>
                      </a:lnTo>
                      <a:lnTo>
                        <a:pt x="3068" y="2101"/>
                      </a:lnTo>
                      <a:lnTo>
                        <a:pt x="3074" y="2101"/>
                      </a:lnTo>
                      <a:lnTo>
                        <a:pt x="3081" y="2100"/>
                      </a:lnTo>
                      <a:lnTo>
                        <a:pt x="3087" y="2099"/>
                      </a:lnTo>
                      <a:lnTo>
                        <a:pt x="3093" y="2095"/>
                      </a:lnTo>
                      <a:lnTo>
                        <a:pt x="3098" y="2092"/>
                      </a:lnTo>
                      <a:lnTo>
                        <a:pt x="3105" y="2082"/>
                      </a:lnTo>
                      <a:lnTo>
                        <a:pt x="3111" y="2075"/>
                      </a:lnTo>
                      <a:lnTo>
                        <a:pt x="3115" y="2073"/>
                      </a:lnTo>
                      <a:lnTo>
                        <a:pt x="3118" y="2071"/>
                      </a:lnTo>
                      <a:lnTo>
                        <a:pt x="3123" y="2068"/>
                      </a:lnTo>
                      <a:lnTo>
                        <a:pt x="3129" y="2067"/>
                      </a:lnTo>
                      <a:lnTo>
                        <a:pt x="3142" y="2063"/>
                      </a:lnTo>
                      <a:lnTo>
                        <a:pt x="3154" y="2060"/>
                      </a:lnTo>
                      <a:lnTo>
                        <a:pt x="3165" y="2056"/>
                      </a:lnTo>
                      <a:lnTo>
                        <a:pt x="3174" y="2054"/>
                      </a:lnTo>
                      <a:lnTo>
                        <a:pt x="3182" y="2053"/>
                      </a:lnTo>
                      <a:lnTo>
                        <a:pt x="3191" y="2053"/>
                      </a:lnTo>
                      <a:lnTo>
                        <a:pt x="3196" y="2053"/>
                      </a:lnTo>
                      <a:lnTo>
                        <a:pt x="3200" y="2054"/>
                      </a:lnTo>
                      <a:lnTo>
                        <a:pt x="3205" y="2056"/>
                      </a:lnTo>
                      <a:lnTo>
                        <a:pt x="3209" y="2059"/>
                      </a:lnTo>
                      <a:lnTo>
                        <a:pt x="3218" y="2063"/>
                      </a:lnTo>
                      <a:lnTo>
                        <a:pt x="3228" y="2068"/>
                      </a:lnTo>
                      <a:lnTo>
                        <a:pt x="3231" y="2068"/>
                      </a:lnTo>
                      <a:lnTo>
                        <a:pt x="3236" y="2068"/>
                      </a:lnTo>
                      <a:lnTo>
                        <a:pt x="3239" y="2067"/>
                      </a:lnTo>
                      <a:lnTo>
                        <a:pt x="3242" y="2065"/>
                      </a:lnTo>
                      <a:lnTo>
                        <a:pt x="3247" y="2060"/>
                      </a:lnTo>
                      <a:lnTo>
                        <a:pt x="3253" y="2056"/>
                      </a:lnTo>
                      <a:lnTo>
                        <a:pt x="3260" y="2054"/>
                      </a:lnTo>
                      <a:lnTo>
                        <a:pt x="3268" y="2053"/>
                      </a:lnTo>
                      <a:lnTo>
                        <a:pt x="3282" y="2053"/>
                      </a:lnTo>
                      <a:lnTo>
                        <a:pt x="3300" y="2053"/>
                      </a:lnTo>
                      <a:lnTo>
                        <a:pt x="3310" y="2052"/>
                      </a:lnTo>
                      <a:lnTo>
                        <a:pt x="3318" y="2050"/>
                      </a:lnTo>
                      <a:lnTo>
                        <a:pt x="3325" y="2049"/>
                      </a:lnTo>
                      <a:lnTo>
                        <a:pt x="3330" y="2047"/>
                      </a:lnTo>
                      <a:lnTo>
                        <a:pt x="3337" y="2042"/>
                      </a:lnTo>
                      <a:lnTo>
                        <a:pt x="3343" y="2036"/>
                      </a:lnTo>
                      <a:lnTo>
                        <a:pt x="3345" y="2034"/>
                      </a:lnTo>
                      <a:lnTo>
                        <a:pt x="3349" y="2031"/>
                      </a:lnTo>
                      <a:lnTo>
                        <a:pt x="3354" y="2030"/>
                      </a:lnTo>
                      <a:lnTo>
                        <a:pt x="3358" y="2029"/>
                      </a:lnTo>
                      <a:lnTo>
                        <a:pt x="3368" y="2029"/>
                      </a:lnTo>
                      <a:lnTo>
                        <a:pt x="3377" y="2029"/>
                      </a:lnTo>
                      <a:lnTo>
                        <a:pt x="3382" y="2028"/>
                      </a:lnTo>
                      <a:lnTo>
                        <a:pt x="3387" y="2025"/>
                      </a:lnTo>
                      <a:lnTo>
                        <a:pt x="3392" y="2022"/>
                      </a:lnTo>
                      <a:lnTo>
                        <a:pt x="3395" y="2018"/>
                      </a:lnTo>
                      <a:lnTo>
                        <a:pt x="3405" y="2008"/>
                      </a:lnTo>
                      <a:lnTo>
                        <a:pt x="3414" y="1998"/>
                      </a:lnTo>
                      <a:lnTo>
                        <a:pt x="3419" y="1993"/>
                      </a:lnTo>
                      <a:lnTo>
                        <a:pt x="3425" y="1990"/>
                      </a:lnTo>
                      <a:lnTo>
                        <a:pt x="3430" y="1987"/>
                      </a:lnTo>
                      <a:lnTo>
                        <a:pt x="3433" y="1986"/>
                      </a:lnTo>
                      <a:lnTo>
                        <a:pt x="3448" y="1989"/>
                      </a:lnTo>
                      <a:lnTo>
                        <a:pt x="3464" y="1993"/>
                      </a:lnTo>
                      <a:lnTo>
                        <a:pt x="3470" y="1993"/>
                      </a:lnTo>
                      <a:lnTo>
                        <a:pt x="3476" y="1992"/>
                      </a:lnTo>
                      <a:lnTo>
                        <a:pt x="3482" y="1991"/>
                      </a:lnTo>
                      <a:lnTo>
                        <a:pt x="3488" y="1989"/>
                      </a:lnTo>
                      <a:lnTo>
                        <a:pt x="3494" y="1986"/>
                      </a:lnTo>
                      <a:lnTo>
                        <a:pt x="3499" y="1981"/>
                      </a:lnTo>
                      <a:lnTo>
                        <a:pt x="3503" y="1977"/>
                      </a:lnTo>
                      <a:lnTo>
                        <a:pt x="3506" y="1971"/>
                      </a:lnTo>
                      <a:lnTo>
                        <a:pt x="3508" y="1965"/>
                      </a:lnTo>
                      <a:lnTo>
                        <a:pt x="3509" y="1958"/>
                      </a:lnTo>
                      <a:lnTo>
                        <a:pt x="3509" y="1952"/>
                      </a:lnTo>
                      <a:lnTo>
                        <a:pt x="3509" y="1945"/>
                      </a:lnTo>
                      <a:lnTo>
                        <a:pt x="3508" y="1933"/>
                      </a:lnTo>
                      <a:lnTo>
                        <a:pt x="3506" y="1923"/>
                      </a:lnTo>
                      <a:lnTo>
                        <a:pt x="3503" y="1914"/>
                      </a:lnTo>
                      <a:lnTo>
                        <a:pt x="3503" y="1902"/>
                      </a:lnTo>
                      <a:lnTo>
                        <a:pt x="3506" y="1891"/>
                      </a:lnTo>
                      <a:lnTo>
                        <a:pt x="3509" y="1883"/>
                      </a:lnTo>
                      <a:lnTo>
                        <a:pt x="3512" y="1880"/>
                      </a:lnTo>
                      <a:lnTo>
                        <a:pt x="3514" y="1879"/>
                      </a:lnTo>
                      <a:lnTo>
                        <a:pt x="3518" y="1878"/>
                      </a:lnTo>
                      <a:lnTo>
                        <a:pt x="3520" y="1878"/>
                      </a:lnTo>
                      <a:lnTo>
                        <a:pt x="3527" y="1880"/>
                      </a:lnTo>
                      <a:lnTo>
                        <a:pt x="3533" y="1883"/>
                      </a:lnTo>
                      <a:lnTo>
                        <a:pt x="3535" y="1884"/>
                      </a:lnTo>
                      <a:lnTo>
                        <a:pt x="3538" y="1885"/>
                      </a:lnTo>
                      <a:lnTo>
                        <a:pt x="3541" y="1885"/>
                      </a:lnTo>
                      <a:lnTo>
                        <a:pt x="3544" y="1885"/>
                      </a:lnTo>
                      <a:lnTo>
                        <a:pt x="3547" y="1884"/>
                      </a:lnTo>
                      <a:lnTo>
                        <a:pt x="3550" y="1882"/>
                      </a:lnTo>
                      <a:lnTo>
                        <a:pt x="3551" y="1878"/>
                      </a:lnTo>
                      <a:lnTo>
                        <a:pt x="3552" y="1873"/>
                      </a:lnTo>
                      <a:lnTo>
                        <a:pt x="3553" y="1868"/>
                      </a:lnTo>
                      <a:lnTo>
                        <a:pt x="3556" y="1864"/>
                      </a:lnTo>
                      <a:lnTo>
                        <a:pt x="3557" y="1859"/>
                      </a:lnTo>
                      <a:lnTo>
                        <a:pt x="3560" y="1855"/>
                      </a:lnTo>
                      <a:lnTo>
                        <a:pt x="3566" y="1848"/>
                      </a:lnTo>
                      <a:lnTo>
                        <a:pt x="3575" y="1844"/>
                      </a:lnTo>
                      <a:lnTo>
                        <a:pt x="3583" y="1841"/>
                      </a:lnTo>
                      <a:lnTo>
                        <a:pt x="3590" y="1838"/>
                      </a:lnTo>
                      <a:lnTo>
                        <a:pt x="3593" y="1835"/>
                      </a:lnTo>
                      <a:lnTo>
                        <a:pt x="3594" y="1832"/>
                      </a:lnTo>
                      <a:lnTo>
                        <a:pt x="3595" y="1828"/>
                      </a:lnTo>
                      <a:lnTo>
                        <a:pt x="3596" y="1822"/>
                      </a:lnTo>
                      <a:lnTo>
                        <a:pt x="3597" y="1810"/>
                      </a:lnTo>
                      <a:lnTo>
                        <a:pt x="3600" y="1800"/>
                      </a:lnTo>
                      <a:lnTo>
                        <a:pt x="3602" y="1796"/>
                      </a:lnTo>
                      <a:lnTo>
                        <a:pt x="3604" y="1794"/>
                      </a:lnTo>
                      <a:lnTo>
                        <a:pt x="3608" y="1791"/>
                      </a:lnTo>
                      <a:lnTo>
                        <a:pt x="3612" y="1790"/>
                      </a:lnTo>
                      <a:lnTo>
                        <a:pt x="3620" y="1790"/>
                      </a:lnTo>
                      <a:lnTo>
                        <a:pt x="3627" y="1789"/>
                      </a:lnTo>
                      <a:lnTo>
                        <a:pt x="3629" y="1788"/>
                      </a:lnTo>
                      <a:lnTo>
                        <a:pt x="3632" y="1786"/>
                      </a:lnTo>
                      <a:lnTo>
                        <a:pt x="3634" y="1784"/>
                      </a:lnTo>
                      <a:lnTo>
                        <a:pt x="3635" y="1782"/>
                      </a:lnTo>
                      <a:lnTo>
                        <a:pt x="3637" y="1778"/>
                      </a:lnTo>
                      <a:lnTo>
                        <a:pt x="3639" y="1776"/>
                      </a:lnTo>
                      <a:lnTo>
                        <a:pt x="3642" y="1773"/>
                      </a:lnTo>
                      <a:lnTo>
                        <a:pt x="3645" y="1772"/>
                      </a:lnTo>
                      <a:lnTo>
                        <a:pt x="3652" y="1771"/>
                      </a:lnTo>
                      <a:lnTo>
                        <a:pt x="3658" y="1771"/>
                      </a:lnTo>
                      <a:lnTo>
                        <a:pt x="3664" y="1771"/>
                      </a:lnTo>
                      <a:lnTo>
                        <a:pt x="3672" y="1770"/>
                      </a:lnTo>
                      <a:lnTo>
                        <a:pt x="3681" y="1767"/>
                      </a:lnTo>
                      <a:lnTo>
                        <a:pt x="3689" y="1765"/>
                      </a:lnTo>
                      <a:lnTo>
                        <a:pt x="3698" y="1763"/>
                      </a:lnTo>
                      <a:lnTo>
                        <a:pt x="3713" y="1759"/>
                      </a:lnTo>
                      <a:lnTo>
                        <a:pt x="3727" y="1756"/>
                      </a:lnTo>
                      <a:lnTo>
                        <a:pt x="3739" y="1751"/>
                      </a:lnTo>
                      <a:lnTo>
                        <a:pt x="3747" y="1746"/>
                      </a:lnTo>
                      <a:lnTo>
                        <a:pt x="3755" y="1739"/>
                      </a:lnTo>
                      <a:lnTo>
                        <a:pt x="3763" y="1732"/>
                      </a:lnTo>
                      <a:lnTo>
                        <a:pt x="3767" y="1723"/>
                      </a:lnTo>
                      <a:lnTo>
                        <a:pt x="3773" y="1713"/>
                      </a:lnTo>
                      <a:lnTo>
                        <a:pt x="3780" y="1701"/>
                      </a:lnTo>
                      <a:lnTo>
                        <a:pt x="3789" y="1689"/>
                      </a:lnTo>
                      <a:lnTo>
                        <a:pt x="3796" y="1681"/>
                      </a:lnTo>
                      <a:lnTo>
                        <a:pt x="3804" y="1675"/>
                      </a:lnTo>
                      <a:lnTo>
                        <a:pt x="3811" y="1671"/>
                      </a:lnTo>
                      <a:lnTo>
                        <a:pt x="3818" y="1669"/>
                      </a:lnTo>
                      <a:lnTo>
                        <a:pt x="3824" y="1668"/>
                      </a:lnTo>
                      <a:lnTo>
                        <a:pt x="3831" y="1668"/>
                      </a:lnTo>
                      <a:lnTo>
                        <a:pt x="3837" y="1666"/>
                      </a:lnTo>
                      <a:lnTo>
                        <a:pt x="3841" y="1664"/>
                      </a:lnTo>
                      <a:lnTo>
                        <a:pt x="3843" y="1662"/>
                      </a:lnTo>
                      <a:lnTo>
                        <a:pt x="3846" y="1659"/>
                      </a:lnTo>
                      <a:lnTo>
                        <a:pt x="3847" y="1656"/>
                      </a:lnTo>
                      <a:lnTo>
                        <a:pt x="3849" y="1649"/>
                      </a:lnTo>
                      <a:lnTo>
                        <a:pt x="3853" y="1641"/>
                      </a:lnTo>
                      <a:lnTo>
                        <a:pt x="3855" y="1638"/>
                      </a:lnTo>
                      <a:lnTo>
                        <a:pt x="3858" y="1635"/>
                      </a:lnTo>
                      <a:lnTo>
                        <a:pt x="3860" y="1633"/>
                      </a:lnTo>
                      <a:lnTo>
                        <a:pt x="3865" y="1631"/>
                      </a:lnTo>
                      <a:lnTo>
                        <a:pt x="3873" y="1627"/>
                      </a:lnTo>
                      <a:lnTo>
                        <a:pt x="3881" y="1624"/>
                      </a:lnTo>
                      <a:lnTo>
                        <a:pt x="3890" y="1618"/>
                      </a:lnTo>
                      <a:lnTo>
                        <a:pt x="3897" y="1611"/>
                      </a:lnTo>
                      <a:lnTo>
                        <a:pt x="3903" y="1603"/>
                      </a:lnTo>
                      <a:lnTo>
                        <a:pt x="3909" y="1599"/>
                      </a:lnTo>
                      <a:lnTo>
                        <a:pt x="3914" y="1596"/>
                      </a:lnTo>
                      <a:lnTo>
                        <a:pt x="3921" y="1595"/>
                      </a:lnTo>
                      <a:lnTo>
                        <a:pt x="3929" y="1595"/>
                      </a:lnTo>
                      <a:lnTo>
                        <a:pt x="3938" y="1594"/>
                      </a:lnTo>
                      <a:lnTo>
                        <a:pt x="3943" y="1593"/>
                      </a:lnTo>
                      <a:lnTo>
                        <a:pt x="3948" y="1590"/>
                      </a:lnTo>
                      <a:lnTo>
                        <a:pt x="3953" y="1588"/>
                      </a:lnTo>
                      <a:lnTo>
                        <a:pt x="3957" y="1586"/>
                      </a:lnTo>
                      <a:lnTo>
                        <a:pt x="3967" y="1578"/>
                      </a:lnTo>
                      <a:lnTo>
                        <a:pt x="3980" y="1570"/>
                      </a:lnTo>
                      <a:lnTo>
                        <a:pt x="3987" y="1568"/>
                      </a:lnTo>
                      <a:lnTo>
                        <a:pt x="3994" y="1564"/>
                      </a:lnTo>
                      <a:lnTo>
                        <a:pt x="4001" y="1562"/>
                      </a:lnTo>
                      <a:lnTo>
                        <a:pt x="4009" y="1561"/>
                      </a:lnTo>
                      <a:lnTo>
                        <a:pt x="4021" y="1559"/>
                      </a:lnTo>
                      <a:lnTo>
                        <a:pt x="4030" y="1561"/>
                      </a:lnTo>
                      <a:lnTo>
                        <a:pt x="4037" y="1562"/>
                      </a:lnTo>
                      <a:lnTo>
                        <a:pt x="4045" y="1563"/>
                      </a:lnTo>
                      <a:lnTo>
                        <a:pt x="4053" y="1564"/>
                      </a:lnTo>
                      <a:lnTo>
                        <a:pt x="4061" y="1564"/>
                      </a:lnTo>
                      <a:lnTo>
                        <a:pt x="4066" y="1563"/>
                      </a:lnTo>
                      <a:lnTo>
                        <a:pt x="4069" y="1561"/>
                      </a:lnTo>
                      <a:lnTo>
                        <a:pt x="4072" y="1559"/>
                      </a:lnTo>
                      <a:lnTo>
                        <a:pt x="4074" y="1556"/>
                      </a:lnTo>
                      <a:lnTo>
                        <a:pt x="4078" y="1550"/>
                      </a:lnTo>
                      <a:lnTo>
                        <a:pt x="4082" y="1544"/>
                      </a:lnTo>
                      <a:lnTo>
                        <a:pt x="4087" y="1539"/>
                      </a:lnTo>
                      <a:lnTo>
                        <a:pt x="4095" y="1534"/>
                      </a:lnTo>
                      <a:lnTo>
                        <a:pt x="4105" y="1532"/>
                      </a:lnTo>
                      <a:lnTo>
                        <a:pt x="4112" y="1527"/>
                      </a:lnTo>
                      <a:lnTo>
                        <a:pt x="4114" y="1524"/>
                      </a:lnTo>
                      <a:lnTo>
                        <a:pt x="4117" y="1521"/>
                      </a:lnTo>
                      <a:lnTo>
                        <a:pt x="4119" y="1518"/>
                      </a:lnTo>
                      <a:lnTo>
                        <a:pt x="4120" y="1514"/>
                      </a:lnTo>
                      <a:lnTo>
                        <a:pt x="4120" y="1508"/>
                      </a:lnTo>
                      <a:lnTo>
                        <a:pt x="4120" y="1504"/>
                      </a:lnTo>
                      <a:lnTo>
                        <a:pt x="4120" y="1502"/>
                      </a:lnTo>
                      <a:lnTo>
                        <a:pt x="4122" y="1501"/>
                      </a:lnTo>
                      <a:lnTo>
                        <a:pt x="4124" y="1502"/>
                      </a:lnTo>
                      <a:lnTo>
                        <a:pt x="4126" y="1505"/>
                      </a:lnTo>
                      <a:lnTo>
                        <a:pt x="4130" y="1507"/>
                      </a:lnTo>
                      <a:lnTo>
                        <a:pt x="4133" y="1511"/>
                      </a:lnTo>
                      <a:lnTo>
                        <a:pt x="4136" y="1515"/>
                      </a:lnTo>
                      <a:lnTo>
                        <a:pt x="4137" y="1521"/>
                      </a:lnTo>
                      <a:lnTo>
                        <a:pt x="4137" y="1526"/>
                      </a:lnTo>
                      <a:lnTo>
                        <a:pt x="4135" y="1531"/>
                      </a:lnTo>
                      <a:lnTo>
                        <a:pt x="4132" y="1536"/>
                      </a:lnTo>
                      <a:lnTo>
                        <a:pt x="4129" y="1540"/>
                      </a:lnTo>
                      <a:lnTo>
                        <a:pt x="4118" y="1549"/>
                      </a:lnTo>
                      <a:lnTo>
                        <a:pt x="4105" y="1558"/>
                      </a:lnTo>
                      <a:lnTo>
                        <a:pt x="4091" y="1568"/>
                      </a:lnTo>
                      <a:lnTo>
                        <a:pt x="4080" y="1578"/>
                      </a:lnTo>
                      <a:lnTo>
                        <a:pt x="4069" y="1588"/>
                      </a:lnTo>
                      <a:lnTo>
                        <a:pt x="4061" y="1597"/>
                      </a:lnTo>
                      <a:lnTo>
                        <a:pt x="4057" y="1602"/>
                      </a:lnTo>
                      <a:lnTo>
                        <a:pt x="4055" y="1608"/>
                      </a:lnTo>
                      <a:lnTo>
                        <a:pt x="4053" y="1614"/>
                      </a:lnTo>
                      <a:lnTo>
                        <a:pt x="4051" y="1620"/>
                      </a:lnTo>
                      <a:lnTo>
                        <a:pt x="4049" y="1634"/>
                      </a:lnTo>
                      <a:lnTo>
                        <a:pt x="4049" y="1647"/>
                      </a:lnTo>
                      <a:lnTo>
                        <a:pt x="4049" y="1660"/>
                      </a:lnTo>
                      <a:lnTo>
                        <a:pt x="4049" y="1671"/>
                      </a:lnTo>
                      <a:lnTo>
                        <a:pt x="4048" y="1682"/>
                      </a:lnTo>
                      <a:lnTo>
                        <a:pt x="4045" y="1693"/>
                      </a:lnTo>
                      <a:lnTo>
                        <a:pt x="4043" y="1704"/>
                      </a:lnTo>
                      <a:lnTo>
                        <a:pt x="4040" y="1719"/>
                      </a:lnTo>
                      <a:lnTo>
                        <a:pt x="4038" y="1732"/>
                      </a:lnTo>
                      <a:lnTo>
                        <a:pt x="4037" y="1744"/>
                      </a:lnTo>
                      <a:lnTo>
                        <a:pt x="4038" y="1748"/>
                      </a:lnTo>
                      <a:lnTo>
                        <a:pt x="4041" y="1752"/>
                      </a:lnTo>
                      <a:lnTo>
                        <a:pt x="4043" y="1756"/>
                      </a:lnTo>
                      <a:lnTo>
                        <a:pt x="4047" y="1759"/>
                      </a:lnTo>
                      <a:lnTo>
                        <a:pt x="4051" y="1763"/>
                      </a:lnTo>
                      <a:lnTo>
                        <a:pt x="4056" y="1764"/>
                      </a:lnTo>
                      <a:lnTo>
                        <a:pt x="4061" y="1765"/>
                      </a:lnTo>
                      <a:lnTo>
                        <a:pt x="4066" y="1765"/>
                      </a:lnTo>
                      <a:lnTo>
                        <a:pt x="4070" y="1765"/>
                      </a:lnTo>
                      <a:lnTo>
                        <a:pt x="4074" y="1766"/>
                      </a:lnTo>
                      <a:lnTo>
                        <a:pt x="4078" y="1766"/>
                      </a:lnTo>
                      <a:lnTo>
                        <a:pt x="4080" y="1769"/>
                      </a:lnTo>
                      <a:lnTo>
                        <a:pt x="4082" y="1770"/>
                      </a:lnTo>
                      <a:lnTo>
                        <a:pt x="4084" y="1772"/>
                      </a:lnTo>
                      <a:lnTo>
                        <a:pt x="4085" y="1775"/>
                      </a:lnTo>
                      <a:lnTo>
                        <a:pt x="4085" y="1778"/>
                      </a:lnTo>
                      <a:lnTo>
                        <a:pt x="4085" y="1782"/>
                      </a:lnTo>
                      <a:lnTo>
                        <a:pt x="4087" y="1784"/>
                      </a:lnTo>
                      <a:lnTo>
                        <a:pt x="4088" y="1788"/>
                      </a:lnTo>
                      <a:lnTo>
                        <a:pt x="4091" y="1791"/>
                      </a:lnTo>
                      <a:lnTo>
                        <a:pt x="4098" y="1797"/>
                      </a:lnTo>
                      <a:lnTo>
                        <a:pt x="4105" y="1804"/>
                      </a:lnTo>
                      <a:lnTo>
                        <a:pt x="4113" y="1814"/>
                      </a:lnTo>
                      <a:lnTo>
                        <a:pt x="4118" y="1822"/>
                      </a:lnTo>
                      <a:lnTo>
                        <a:pt x="4122" y="1832"/>
                      </a:lnTo>
                      <a:lnTo>
                        <a:pt x="4123" y="1841"/>
                      </a:lnTo>
                      <a:lnTo>
                        <a:pt x="4122" y="1853"/>
                      </a:lnTo>
                      <a:lnTo>
                        <a:pt x="4119" y="1868"/>
                      </a:lnTo>
                      <a:lnTo>
                        <a:pt x="4117" y="1886"/>
                      </a:lnTo>
                      <a:lnTo>
                        <a:pt x="4112" y="1901"/>
                      </a:lnTo>
                      <a:lnTo>
                        <a:pt x="4106" y="1914"/>
                      </a:lnTo>
                      <a:lnTo>
                        <a:pt x="4101" y="1927"/>
                      </a:lnTo>
                      <a:lnTo>
                        <a:pt x="4097" y="1941"/>
                      </a:lnTo>
                      <a:lnTo>
                        <a:pt x="4093" y="1954"/>
                      </a:lnTo>
                      <a:lnTo>
                        <a:pt x="4092" y="1959"/>
                      </a:lnTo>
                      <a:lnTo>
                        <a:pt x="4088" y="1964"/>
                      </a:lnTo>
                      <a:lnTo>
                        <a:pt x="4085" y="1967"/>
                      </a:lnTo>
                      <a:lnTo>
                        <a:pt x="4080" y="1971"/>
                      </a:lnTo>
                      <a:lnTo>
                        <a:pt x="4070" y="1974"/>
                      </a:lnTo>
                      <a:lnTo>
                        <a:pt x="4059" y="1979"/>
                      </a:lnTo>
                      <a:lnTo>
                        <a:pt x="4053" y="1981"/>
                      </a:lnTo>
                      <a:lnTo>
                        <a:pt x="4047" y="1984"/>
                      </a:lnTo>
                      <a:lnTo>
                        <a:pt x="4041" y="1989"/>
                      </a:lnTo>
                      <a:lnTo>
                        <a:pt x="4035" y="1993"/>
                      </a:lnTo>
                      <a:lnTo>
                        <a:pt x="4024" y="2004"/>
                      </a:lnTo>
                      <a:lnTo>
                        <a:pt x="4016" y="2013"/>
                      </a:lnTo>
                      <a:lnTo>
                        <a:pt x="4012" y="2019"/>
                      </a:lnTo>
                      <a:lnTo>
                        <a:pt x="4010" y="2025"/>
                      </a:lnTo>
                      <a:lnTo>
                        <a:pt x="4009" y="2032"/>
                      </a:lnTo>
                      <a:lnTo>
                        <a:pt x="4006" y="2040"/>
                      </a:lnTo>
                      <a:lnTo>
                        <a:pt x="4006" y="2047"/>
                      </a:lnTo>
                      <a:lnTo>
                        <a:pt x="4006" y="2054"/>
                      </a:lnTo>
                      <a:lnTo>
                        <a:pt x="4006" y="2060"/>
                      </a:lnTo>
                      <a:lnTo>
                        <a:pt x="4007" y="2066"/>
                      </a:lnTo>
                      <a:lnTo>
                        <a:pt x="4012" y="2076"/>
                      </a:lnTo>
                      <a:lnTo>
                        <a:pt x="4019" y="2090"/>
                      </a:lnTo>
                      <a:lnTo>
                        <a:pt x="4022" y="2098"/>
                      </a:lnTo>
                      <a:lnTo>
                        <a:pt x="4024" y="2105"/>
                      </a:lnTo>
                      <a:lnTo>
                        <a:pt x="4025" y="2113"/>
                      </a:lnTo>
                      <a:lnTo>
                        <a:pt x="4026" y="2120"/>
                      </a:lnTo>
                      <a:lnTo>
                        <a:pt x="4025" y="2129"/>
                      </a:lnTo>
                      <a:lnTo>
                        <a:pt x="4023" y="2135"/>
                      </a:lnTo>
                      <a:lnTo>
                        <a:pt x="4019" y="2141"/>
                      </a:lnTo>
                      <a:lnTo>
                        <a:pt x="4017" y="2145"/>
                      </a:lnTo>
                      <a:lnTo>
                        <a:pt x="4013" y="2151"/>
                      </a:lnTo>
                      <a:lnTo>
                        <a:pt x="4010" y="2156"/>
                      </a:lnTo>
                      <a:lnTo>
                        <a:pt x="4007" y="2162"/>
                      </a:lnTo>
                      <a:lnTo>
                        <a:pt x="4005" y="2168"/>
                      </a:lnTo>
                      <a:lnTo>
                        <a:pt x="4004" y="2185"/>
                      </a:lnTo>
                      <a:lnTo>
                        <a:pt x="4005" y="2204"/>
                      </a:lnTo>
                      <a:lnTo>
                        <a:pt x="4007" y="2224"/>
                      </a:lnTo>
                      <a:lnTo>
                        <a:pt x="4011" y="2242"/>
                      </a:lnTo>
                      <a:lnTo>
                        <a:pt x="4013" y="2264"/>
                      </a:lnTo>
                      <a:lnTo>
                        <a:pt x="4016" y="2294"/>
                      </a:lnTo>
                      <a:lnTo>
                        <a:pt x="4017" y="2321"/>
                      </a:lnTo>
                      <a:lnTo>
                        <a:pt x="4016" y="2342"/>
                      </a:lnTo>
                      <a:lnTo>
                        <a:pt x="4015" y="2347"/>
                      </a:lnTo>
                      <a:lnTo>
                        <a:pt x="4012" y="2353"/>
                      </a:lnTo>
                      <a:lnTo>
                        <a:pt x="4010" y="2358"/>
                      </a:lnTo>
                      <a:lnTo>
                        <a:pt x="4006" y="2363"/>
                      </a:lnTo>
                      <a:lnTo>
                        <a:pt x="4001" y="2369"/>
                      </a:lnTo>
                      <a:lnTo>
                        <a:pt x="3998" y="2374"/>
                      </a:lnTo>
                      <a:lnTo>
                        <a:pt x="3996" y="2380"/>
                      </a:lnTo>
                      <a:lnTo>
                        <a:pt x="3993" y="2387"/>
                      </a:lnTo>
                      <a:lnTo>
                        <a:pt x="3992" y="2394"/>
                      </a:lnTo>
                      <a:lnTo>
                        <a:pt x="3991" y="2401"/>
                      </a:lnTo>
                      <a:lnTo>
                        <a:pt x="3992" y="2407"/>
                      </a:lnTo>
                      <a:lnTo>
                        <a:pt x="3993" y="2413"/>
                      </a:lnTo>
                      <a:lnTo>
                        <a:pt x="3996" y="2419"/>
                      </a:lnTo>
                      <a:lnTo>
                        <a:pt x="3998" y="2424"/>
                      </a:lnTo>
                      <a:lnTo>
                        <a:pt x="4000" y="2429"/>
                      </a:lnTo>
                      <a:lnTo>
                        <a:pt x="4005" y="2433"/>
                      </a:lnTo>
                      <a:lnTo>
                        <a:pt x="4013" y="2446"/>
                      </a:lnTo>
                      <a:lnTo>
                        <a:pt x="4022" y="2462"/>
                      </a:lnTo>
                      <a:lnTo>
                        <a:pt x="4025" y="2471"/>
                      </a:lnTo>
                      <a:lnTo>
                        <a:pt x="4028" y="2479"/>
                      </a:lnTo>
                      <a:lnTo>
                        <a:pt x="4029" y="2488"/>
                      </a:lnTo>
                      <a:lnTo>
                        <a:pt x="4029" y="2496"/>
                      </a:lnTo>
                      <a:lnTo>
                        <a:pt x="4028" y="2503"/>
                      </a:lnTo>
                      <a:lnTo>
                        <a:pt x="4025" y="2510"/>
                      </a:lnTo>
                      <a:lnTo>
                        <a:pt x="4022" y="2517"/>
                      </a:lnTo>
                      <a:lnTo>
                        <a:pt x="4018" y="2523"/>
                      </a:lnTo>
                      <a:lnTo>
                        <a:pt x="4009" y="2535"/>
                      </a:lnTo>
                      <a:lnTo>
                        <a:pt x="4000" y="2547"/>
                      </a:lnTo>
                      <a:lnTo>
                        <a:pt x="3997" y="2553"/>
                      </a:lnTo>
                      <a:lnTo>
                        <a:pt x="3994" y="2560"/>
                      </a:lnTo>
                      <a:lnTo>
                        <a:pt x="3992" y="2567"/>
                      </a:lnTo>
                      <a:lnTo>
                        <a:pt x="3992" y="2574"/>
                      </a:lnTo>
                      <a:lnTo>
                        <a:pt x="3992" y="2580"/>
                      </a:lnTo>
                      <a:lnTo>
                        <a:pt x="3992" y="2586"/>
                      </a:lnTo>
                      <a:lnTo>
                        <a:pt x="3993" y="2591"/>
                      </a:lnTo>
                      <a:lnTo>
                        <a:pt x="3996" y="2595"/>
                      </a:lnTo>
                      <a:lnTo>
                        <a:pt x="3999" y="2601"/>
                      </a:lnTo>
                      <a:lnTo>
                        <a:pt x="4001" y="2608"/>
                      </a:lnTo>
                      <a:lnTo>
                        <a:pt x="4001" y="2616"/>
                      </a:lnTo>
                      <a:lnTo>
                        <a:pt x="4000" y="2626"/>
                      </a:lnTo>
                      <a:lnTo>
                        <a:pt x="3998" y="2639"/>
                      </a:lnTo>
                      <a:lnTo>
                        <a:pt x="3992" y="2654"/>
                      </a:lnTo>
                      <a:lnTo>
                        <a:pt x="3984" y="2668"/>
                      </a:lnTo>
                      <a:lnTo>
                        <a:pt x="3977" y="2681"/>
                      </a:lnTo>
                      <a:lnTo>
                        <a:pt x="3973" y="2687"/>
                      </a:lnTo>
                      <a:lnTo>
                        <a:pt x="3968" y="2692"/>
                      </a:lnTo>
                      <a:lnTo>
                        <a:pt x="3962" y="2696"/>
                      </a:lnTo>
                      <a:lnTo>
                        <a:pt x="3956" y="2698"/>
                      </a:lnTo>
                      <a:lnTo>
                        <a:pt x="3952" y="2700"/>
                      </a:lnTo>
                      <a:lnTo>
                        <a:pt x="3948" y="2703"/>
                      </a:lnTo>
                      <a:lnTo>
                        <a:pt x="3947" y="2706"/>
                      </a:lnTo>
                      <a:lnTo>
                        <a:pt x="3947" y="2714"/>
                      </a:lnTo>
                      <a:lnTo>
                        <a:pt x="3949" y="2734"/>
                      </a:lnTo>
                      <a:lnTo>
                        <a:pt x="3950" y="2748"/>
                      </a:lnTo>
                      <a:lnTo>
                        <a:pt x="3949" y="2754"/>
                      </a:lnTo>
                      <a:lnTo>
                        <a:pt x="3949" y="2762"/>
                      </a:lnTo>
                      <a:lnTo>
                        <a:pt x="3950" y="2769"/>
                      </a:lnTo>
                      <a:lnTo>
                        <a:pt x="3953" y="2777"/>
                      </a:lnTo>
                      <a:lnTo>
                        <a:pt x="3955" y="2784"/>
                      </a:lnTo>
                      <a:lnTo>
                        <a:pt x="3956" y="2793"/>
                      </a:lnTo>
                      <a:lnTo>
                        <a:pt x="3956" y="2803"/>
                      </a:lnTo>
                      <a:lnTo>
                        <a:pt x="3954" y="2811"/>
                      </a:lnTo>
                      <a:lnTo>
                        <a:pt x="3949" y="2817"/>
                      </a:lnTo>
                      <a:lnTo>
                        <a:pt x="3940" y="2826"/>
                      </a:lnTo>
                      <a:lnTo>
                        <a:pt x="3929" y="2837"/>
                      </a:lnTo>
                      <a:lnTo>
                        <a:pt x="3917" y="2851"/>
                      </a:lnTo>
                      <a:lnTo>
                        <a:pt x="3911" y="2859"/>
                      </a:lnTo>
                      <a:lnTo>
                        <a:pt x="3906" y="2868"/>
                      </a:lnTo>
                      <a:lnTo>
                        <a:pt x="3902" y="2876"/>
                      </a:lnTo>
                      <a:lnTo>
                        <a:pt x="3898" y="2885"/>
                      </a:lnTo>
                      <a:lnTo>
                        <a:pt x="3892" y="2901"/>
                      </a:lnTo>
                      <a:lnTo>
                        <a:pt x="3889" y="2913"/>
                      </a:lnTo>
                      <a:lnTo>
                        <a:pt x="3887" y="2925"/>
                      </a:lnTo>
                      <a:lnTo>
                        <a:pt x="3887" y="2939"/>
                      </a:lnTo>
                      <a:lnTo>
                        <a:pt x="3886" y="2955"/>
                      </a:lnTo>
                      <a:lnTo>
                        <a:pt x="3886" y="2968"/>
                      </a:lnTo>
                      <a:lnTo>
                        <a:pt x="3886" y="2974"/>
                      </a:lnTo>
                      <a:lnTo>
                        <a:pt x="3887" y="2980"/>
                      </a:lnTo>
                      <a:lnTo>
                        <a:pt x="3889" y="2985"/>
                      </a:lnTo>
                      <a:lnTo>
                        <a:pt x="3891" y="2990"/>
                      </a:lnTo>
                      <a:lnTo>
                        <a:pt x="3893" y="2995"/>
                      </a:lnTo>
                      <a:lnTo>
                        <a:pt x="3896" y="2999"/>
                      </a:lnTo>
                      <a:lnTo>
                        <a:pt x="3899" y="3002"/>
                      </a:lnTo>
                      <a:lnTo>
                        <a:pt x="3903" y="3005"/>
                      </a:lnTo>
                      <a:lnTo>
                        <a:pt x="3905" y="3007"/>
                      </a:lnTo>
                      <a:lnTo>
                        <a:pt x="3908" y="3011"/>
                      </a:lnTo>
                      <a:lnTo>
                        <a:pt x="3910" y="3015"/>
                      </a:lnTo>
                      <a:lnTo>
                        <a:pt x="3912" y="3020"/>
                      </a:lnTo>
                      <a:lnTo>
                        <a:pt x="3915" y="3030"/>
                      </a:lnTo>
                      <a:lnTo>
                        <a:pt x="3915" y="3042"/>
                      </a:lnTo>
                      <a:lnTo>
                        <a:pt x="3915" y="3046"/>
                      </a:lnTo>
                      <a:lnTo>
                        <a:pt x="3914" y="3052"/>
                      </a:lnTo>
                      <a:lnTo>
                        <a:pt x="3911" y="3058"/>
                      </a:lnTo>
                      <a:lnTo>
                        <a:pt x="3909" y="3064"/>
                      </a:lnTo>
                      <a:lnTo>
                        <a:pt x="3905" y="3070"/>
                      </a:lnTo>
                      <a:lnTo>
                        <a:pt x="3900" y="3076"/>
                      </a:lnTo>
                      <a:lnTo>
                        <a:pt x="3896" y="3082"/>
                      </a:lnTo>
                      <a:lnTo>
                        <a:pt x="3889" y="3088"/>
                      </a:lnTo>
                      <a:lnTo>
                        <a:pt x="3884" y="3090"/>
                      </a:lnTo>
                      <a:lnTo>
                        <a:pt x="3878" y="3093"/>
                      </a:lnTo>
                      <a:lnTo>
                        <a:pt x="3873" y="3095"/>
                      </a:lnTo>
                      <a:lnTo>
                        <a:pt x="3867" y="3096"/>
                      </a:lnTo>
                      <a:lnTo>
                        <a:pt x="3854" y="3097"/>
                      </a:lnTo>
                      <a:lnTo>
                        <a:pt x="3843" y="3097"/>
                      </a:lnTo>
                      <a:lnTo>
                        <a:pt x="3829" y="3096"/>
                      </a:lnTo>
                      <a:lnTo>
                        <a:pt x="3816" y="3095"/>
                      </a:lnTo>
                      <a:lnTo>
                        <a:pt x="3803" y="3093"/>
                      </a:lnTo>
                      <a:lnTo>
                        <a:pt x="3789" y="3092"/>
                      </a:lnTo>
                      <a:lnTo>
                        <a:pt x="3753" y="3088"/>
                      </a:lnTo>
                      <a:lnTo>
                        <a:pt x="3713" y="3084"/>
                      </a:lnTo>
                      <a:lnTo>
                        <a:pt x="3672" y="3082"/>
                      </a:lnTo>
                      <a:lnTo>
                        <a:pt x="3635" y="3080"/>
                      </a:lnTo>
                      <a:lnTo>
                        <a:pt x="3614" y="3078"/>
                      </a:lnTo>
                      <a:lnTo>
                        <a:pt x="3596" y="3077"/>
                      </a:lnTo>
                      <a:lnTo>
                        <a:pt x="3582" y="3076"/>
                      </a:lnTo>
                      <a:lnTo>
                        <a:pt x="3571" y="3074"/>
                      </a:lnTo>
                      <a:lnTo>
                        <a:pt x="3563" y="3071"/>
                      </a:lnTo>
                      <a:lnTo>
                        <a:pt x="3557" y="3069"/>
                      </a:lnTo>
                      <a:lnTo>
                        <a:pt x="3552" y="3065"/>
                      </a:lnTo>
                      <a:lnTo>
                        <a:pt x="3547" y="3063"/>
                      </a:lnTo>
                      <a:lnTo>
                        <a:pt x="3541" y="3055"/>
                      </a:lnTo>
                      <a:lnTo>
                        <a:pt x="3538" y="3049"/>
                      </a:lnTo>
                      <a:lnTo>
                        <a:pt x="3535" y="3046"/>
                      </a:lnTo>
                      <a:lnTo>
                        <a:pt x="3533" y="3044"/>
                      </a:lnTo>
                      <a:lnTo>
                        <a:pt x="3531" y="3042"/>
                      </a:lnTo>
                      <a:lnTo>
                        <a:pt x="3527" y="3042"/>
                      </a:lnTo>
                      <a:lnTo>
                        <a:pt x="3524" y="3040"/>
                      </a:lnTo>
                      <a:lnTo>
                        <a:pt x="3520" y="3042"/>
                      </a:lnTo>
                      <a:lnTo>
                        <a:pt x="3518" y="3043"/>
                      </a:lnTo>
                      <a:lnTo>
                        <a:pt x="3515" y="3045"/>
                      </a:lnTo>
                      <a:lnTo>
                        <a:pt x="3509" y="3053"/>
                      </a:lnTo>
                      <a:lnTo>
                        <a:pt x="3505" y="3068"/>
                      </a:lnTo>
                      <a:lnTo>
                        <a:pt x="3500" y="3083"/>
                      </a:lnTo>
                      <a:lnTo>
                        <a:pt x="3496" y="3095"/>
                      </a:lnTo>
                      <a:lnTo>
                        <a:pt x="3492" y="3103"/>
                      </a:lnTo>
                      <a:lnTo>
                        <a:pt x="3484" y="3112"/>
                      </a:lnTo>
                      <a:lnTo>
                        <a:pt x="3477" y="3118"/>
                      </a:lnTo>
                      <a:lnTo>
                        <a:pt x="3472" y="3121"/>
                      </a:lnTo>
                      <a:lnTo>
                        <a:pt x="3471" y="3124"/>
                      </a:lnTo>
                      <a:lnTo>
                        <a:pt x="3471" y="3126"/>
                      </a:lnTo>
                      <a:lnTo>
                        <a:pt x="3471" y="3128"/>
                      </a:lnTo>
                      <a:lnTo>
                        <a:pt x="3472" y="3132"/>
                      </a:lnTo>
                      <a:lnTo>
                        <a:pt x="3474" y="3138"/>
                      </a:lnTo>
                      <a:lnTo>
                        <a:pt x="3474" y="3145"/>
                      </a:lnTo>
                      <a:lnTo>
                        <a:pt x="3471" y="3153"/>
                      </a:lnTo>
                      <a:lnTo>
                        <a:pt x="3465" y="3164"/>
                      </a:lnTo>
                      <a:lnTo>
                        <a:pt x="3458" y="3175"/>
                      </a:lnTo>
                      <a:lnTo>
                        <a:pt x="3451" y="3184"/>
                      </a:lnTo>
                      <a:lnTo>
                        <a:pt x="3445" y="3193"/>
                      </a:lnTo>
                      <a:lnTo>
                        <a:pt x="3439" y="3200"/>
                      </a:lnTo>
                      <a:lnTo>
                        <a:pt x="3434" y="3206"/>
                      </a:lnTo>
                      <a:lnTo>
                        <a:pt x="3431" y="3213"/>
                      </a:lnTo>
                      <a:lnTo>
                        <a:pt x="3430" y="3220"/>
                      </a:lnTo>
                      <a:lnTo>
                        <a:pt x="3431" y="3226"/>
                      </a:lnTo>
                      <a:lnTo>
                        <a:pt x="3431" y="3228"/>
                      </a:lnTo>
                      <a:lnTo>
                        <a:pt x="3431" y="3231"/>
                      </a:lnTo>
                      <a:lnTo>
                        <a:pt x="3429" y="3232"/>
                      </a:lnTo>
                      <a:lnTo>
                        <a:pt x="3426" y="3232"/>
                      </a:lnTo>
                      <a:lnTo>
                        <a:pt x="3418" y="3233"/>
                      </a:lnTo>
                      <a:lnTo>
                        <a:pt x="3405" y="3233"/>
                      </a:lnTo>
                      <a:lnTo>
                        <a:pt x="3399" y="3233"/>
                      </a:lnTo>
                      <a:lnTo>
                        <a:pt x="3393" y="3235"/>
                      </a:lnTo>
                      <a:lnTo>
                        <a:pt x="3387" y="3237"/>
                      </a:lnTo>
                      <a:lnTo>
                        <a:pt x="3382" y="3240"/>
                      </a:lnTo>
                      <a:lnTo>
                        <a:pt x="3375" y="3247"/>
                      </a:lnTo>
                      <a:lnTo>
                        <a:pt x="3369" y="3256"/>
                      </a:lnTo>
                      <a:lnTo>
                        <a:pt x="3367" y="3259"/>
                      </a:lnTo>
                      <a:lnTo>
                        <a:pt x="3363" y="3261"/>
                      </a:lnTo>
                      <a:lnTo>
                        <a:pt x="3360" y="3264"/>
                      </a:lnTo>
                      <a:lnTo>
                        <a:pt x="3356" y="3265"/>
                      </a:lnTo>
                      <a:lnTo>
                        <a:pt x="3348" y="3265"/>
                      </a:lnTo>
                      <a:lnTo>
                        <a:pt x="3341" y="3264"/>
                      </a:lnTo>
                      <a:lnTo>
                        <a:pt x="3333" y="3264"/>
                      </a:lnTo>
                      <a:lnTo>
                        <a:pt x="3326" y="3265"/>
                      </a:lnTo>
                      <a:lnTo>
                        <a:pt x="3324" y="3267"/>
                      </a:lnTo>
                      <a:lnTo>
                        <a:pt x="3322" y="3270"/>
                      </a:lnTo>
                      <a:lnTo>
                        <a:pt x="3320" y="3273"/>
                      </a:lnTo>
                      <a:lnTo>
                        <a:pt x="3320" y="3278"/>
                      </a:lnTo>
                      <a:lnTo>
                        <a:pt x="3318" y="3285"/>
                      </a:lnTo>
                      <a:lnTo>
                        <a:pt x="3316" y="3291"/>
                      </a:lnTo>
                      <a:lnTo>
                        <a:pt x="3311" y="3295"/>
                      </a:lnTo>
                      <a:lnTo>
                        <a:pt x="3305" y="3297"/>
                      </a:lnTo>
                      <a:lnTo>
                        <a:pt x="3301" y="3298"/>
                      </a:lnTo>
                      <a:lnTo>
                        <a:pt x="3299" y="3301"/>
                      </a:lnTo>
                      <a:lnTo>
                        <a:pt x="3298" y="3304"/>
                      </a:lnTo>
                      <a:lnTo>
                        <a:pt x="3298" y="3309"/>
                      </a:lnTo>
                      <a:lnTo>
                        <a:pt x="3298" y="3314"/>
                      </a:lnTo>
                      <a:lnTo>
                        <a:pt x="3300" y="3317"/>
                      </a:lnTo>
                      <a:lnTo>
                        <a:pt x="3302" y="3322"/>
                      </a:lnTo>
                      <a:lnTo>
                        <a:pt x="3307" y="3326"/>
                      </a:lnTo>
                      <a:lnTo>
                        <a:pt x="3317" y="3330"/>
                      </a:lnTo>
                      <a:lnTo>
                        <a:pt x="3324" y="3334"/>
                      </a:lnTo>
                      <a:lnTo>
                        <a:pt x="3327" y="3336"/>
                      </a:lnTo>
                      <a:lnTo>
                        <a:pt x="3331" y="3341"/>
                      </a:lnTo>
                      <a:lnTo>
                        <a:pt x="3335" y="3346"/>
                      </a:lnTo>
                      <a:lnTo>
                        <a:pt x="3338" y="3354"/>
                      </a:lnTo>
                      <a:lnTo>
                        <a:pt x="3348" y="3373"/>
                      </a:lnTo>
                      <a:lnTo>
                        <a:pt x="3357" y="3392"/>
                      </a:lnTo>
                      <a:lnTo>
                        <a:pt x="3367" y="3411"/>
                      </a:lnTo>
                      <a:lnTo>
                        <a:pt x="3374" y="3427"/>
                      </a:lnTo>
                      <a:lnTo>
                        <a:pt x="3383" y="3446"/>
                      </a:lnTo>
                      <a:lnTo>
                        <a:pt x="3396" y="3473"/>
                      </a:lnTo>
                      <a:lnTo>
                        <a:pt x="3409" y="3502"/>
                      </a:lnTo>
                      <a:lnTo>
                        <a:pt x="3420" y="3524"/>
                      </a:lnTo>
                      <a:lnTo>
                        <a:pt x="3429" y="3543"/>
                      </a:lnTo>
                      <a:lnTo>
                        <a:pt x="3437" y="3561"/>
                      </a:lnTo>
                      <a:lnTo>
                        <a:pt x="3446" y="3579"/>
                      </a:lnTo>
                      <a:lnTo>
                        <a:pt x="3452" y="3594"/>
                      </a:lnTo>
                      <a:lnTo>
                        <a:pt x="3456" y="3601"/>
                      </a:lnTo>
                      <a:lnTo>
                        <a:pt x="3458" y="3610"/>
                      </a:lnTo>
                      <a:lnTo>
                        <a:pt x="3462" y="3619"/>
                      </a:lnTo>
                      <a:lnTo>
                        <a:pt x="3462" y="3626"/>
                      </a:lnTo>
                      <a:lnTo>
                        <a:pt x="3457" y="3638"/>
                      </a:lnTo>
                      <a:lnTo>
                        <a:pt x="3452" y="3651"/>
                      </a:lnTo>
                      <a:lnTo>
                        <a:pt x="3453" y="3667"/>
                      </a:lnTo>
                      <a:lnTo>
                        <a:pt x="3455" y="3683"/>
                      </a:lnTo>
                      <a:lnTo>
                        <a:pt x="3457" y="3701"/>
                      </a:lnTo>
                      <a:lnTo>
                        <a:pt x="3456" y="3717"/>
                      </a:lnTo>
                      <a:lnTo>
                        <a:pt x="3455" y="3731"/>
                      </a:lnTo>
                      <a:lnTo>
                        <a:pt x="3455" y="3742"/>
                      </a:lnTo>
                      <a:lnTo>
                        <a:pt x="3456" y="3746"/>
                      </a:lnTo>
                      <a:lnTo>
                        <a:pt x="3457" y="3751"/>
                      </a:lnTo>
                      <a:lnTo>
                        <a:pt x="3459" y="3755"/>
                      </a:lnTo>
                      <a:lnTo>
                        <a:pt x="3462" y="3760"/>
                      </a:lnTo>
                      <a:lnTo>
                        <a:pt x="3468" y="3768"/>
                      </a:lnTo>
                      <a:lnTo>
                        <a:pt x="3472" y="3780"/>
                      </a:lnTo>
                      <a:lnTo>
                        <a:pt x="3475" y="3786"/>
                      </a:lnTo>
                      <a:lnTo>
                        <a:pt x="3476" y="3793"/>
                      </a:lnTo>
                      <a:lnTo>
                        <a:pt x="3476" y="3800"/>
                      </a:lnTo>
                      <a:lnTo>
                        <a:pt x="3476" y="3808"/>
                      </a:lnTo>
                      <a:lnTo>
                        <a:pt x="3475" y="3824"/>
                      </a:lnTo>
                      <a:lnTo>
                        <a:pt x="3476" y="3838"/>
                      </a:lnTo>
                      <a:lnTo>
                        <a:pt x="3477" y="3845"/>
                      </a:lnTo>
                      <a:lnTo>
                        <a:pt x="3478" y="3851"/>
                      </a:lnTo>
                      <a:lnTo>
                        <a:pt x="3482" y="3856"/>
                      </a:lnTo>
                      <a:lnTo>
                        <a:pt x="3487" y="3861"/>
                      </a:lnTo>
                      <a:lnTo>
                        <a:pt x="3501" y="3866"/>
                      </a:lnTo>
                      <a:lnTo>
                        <a:pt x="3509" y="3871"/>
                      </a:lnTo>
                      <a:lnTo>
                        <a:pt x="3512" y="3875"/>
                      </a:lnTo>
                      <a:lnTo>
                        <a:pt x="3512" y="3878"/>
                      </a:lnTo>
                      <a:lnTo>
                        <a:pt x="3512" y="3881"/>
                      </a:lnTo>
                      <a:lnTo>
                        <a:pt x="3509" y="3883"/>
                      </a:lnTo>
                      <a:lnTo>
                        <a:pt x="3505" y="3889"/>
                      </a:lnTo>
                      <a:lnTo>
                        <a:pt x="3497" y="3894"/>
                      </a:lnTo>
                      <a:lnTo>
                        <a:pt x="3490" y="3901"/>
                      </a:lnTo>
                      <a:lnTo>
                        <a:pt x="3484" y="3907"/>
                      </a:lnTo>
                      <a:lnTo>
                        <a:pt x="3480" y="3912"/>
                      </a:lnTo>
                      <a:lnTo>
                        <a:pt x="3476" y="3915"/>
                      </a:lnTo>
                      <a:lnTo>
                        <a:pt x="3474" y="3915"/>
                      </a:lnTo>
                      <a:lnTo>
                        <a:pt x="3471" y="3915"/>
                      </a:lnTo>
                      <a:lnTo>
                        <a:pt x="3468" y="3914"/>
                      </a:lnTo>
                      <a:lnTo>
                        <a:pt x="3464" y="3910"/>
                      </a:lnTo>
                      <a:lnTo>
                        <a:pt x="3450" y="3899"/>
                      </a:lnTo>
                      <a:lnTo>
                        <a:pt x="3436" y="3887"/>
                      </a:lnTo>
                      <a:lnTo>
                        <a:pt x="3431" y="3883"/>
                      </a:lnTo>
                      <a:lnTo>
                        <a:pt x="3426" y="3881"/>
                      </a:lnTo>
                      <a:lnTo>
                        <a:pt x="3424" y="3881"/>
                      </a:lnTo>
                      <a:lnTo>
                        <a:pt x="3423" y="3881"/>
                      </a:lnTo>
                      <a:lnTo>
                        <a:pt x="3420" y="3882"/>
                      </a:lnTo>
                      <a:lnTo>
                        <a:pt x="3419" y="3884"/>
                      </a:lnTo>
                      <a:lnTo>
                        <a:pt x="3412" y="3896"/>
                      </a:lnTo>
                      <a:lnTo>
                        <a:pt x="3407" y="3908"/>
                      </a:lnTo>
                      <a:lnTo>
                        <a:pt x="3405" y="3912"/>
                      </a:lnTo>
                      <a:lnTo>
                        <a:pt x="3402" y="3915"/>
                      </a:lnTo>
                      <a:lnTo>
                        <a:pt x="3399" y="3918"/>
                      </a:lnTo>
                      <a:lnTo>
                        <a:pt x="3395" y="3919"/>
                      </a:lnTo>
                      <a:lnTo>
                        <a:pt x="3392" y="3919"/>
                      </a:lnTo>
                      <a:lnTo>
                        <a:pt x="3387" y="3919"/>
                      </a:lnTo>
                      <a:lnTo>
                        <a:pt x="3382" y="3916"/>
                      </a:lnTo>
                      <a:lnTo>
                        <a:pt x="3379" y="3914"/>
                      </a:lnTo>
                      <a:lnTo>
                        <a:pt x="3369" y="3906"/>
                      </a:lnTo>
                      <a:lnTo>
                        <a:pt x="3360" y="3899"/>
                      </a:lnTo>
                      <a:lnTo>
                        <a:pt x="3349" y="3891"/>
                      </a:lnTo>
                      <a:lnTo>
                        <a:pt x="3338" y="3887"/>
                      </a:lnTo>
                      <a:lnTo>
                        <a:pt x="3327" y="3883"/>
                      </a:lnTo>
                      <a:lnTo>
                        <a:pt x="3318" y="3878"/>
                      </a:lnTo>
                      <a:lnTo>
                        <a:pt x="3310" y="3874"/>
                      </a:lnTo>
                      <a:lnTo>
                        <a:pt x="3302" y="3866"/>
                      </a:lnTo>
                      <a:lnTo>
                        <a:pt x="3297" y="3862"/>
                      </a:lnTo>
                      <a:lnTo>
                        <a:pt x="3289" y="3859"/>
                      </a:lnTo>
                      <a:lnTo>
                        <a:pt x="3282" y="3858"/>
                      </a:lnTo>
                      <a:lnTo>
                        <a:pt x="3275" y="3858"/>
                      </a:lnTo>
                      <a:lnTo>
                        <a:pt x="3268" y="3858"/>
                      </a:lnTo>
                      <a:lnTo>
                        <a:pt x="3260" y="3857"/>
                      </a:lnTo>
                      <a:lnTo>
                        <a:pt x="3256" y="3855"/>
                      </a:lnTo>
                      <a:lnTo>
                        <a:pt x="3251" y="3853"/>
                      </a:lnTo>
                      <a:lnTo>
                        <a:pt x="3248" y="3850"/>
                      </a:lnTo>
                      <a:lnTo>
                        <a:pt x="3245" y="3846"/>
                      </a:lnTo>
                      <a:lnTo>
                        <a:pt x="3238" y="3833"/>
                      </a:lnTo>
                      <a:lnTo>
                        <a:pt x="3231" y="3821"/>
                      </a:lnTo>
                      <a:lnTo>
                        <a:pt x="3226" y="3819"/>
                      </a:lnTo>
                      <a:lnTo>
                        <a:pt x="3222" y="3819"/>
                      </a:lnTo>
                      <a:lnTo>
                        <a:pt x="3218" y="3819"/>
                      </a:lnTo>
                      <a:lnTo>
                        <a:pt x="3213" y="3821"/>
                      </a:lnTo>
                      <a:lnTo>
                        <a:pt x="3211" y="3823"/>
                      </a:lnTo>
                      <a:lnTo>
                        <a:pt x="3209" y="3820"/>
                      </a:lnTo>
                      <a:lnTo>
                        <a:pt x="3207" y="3817"/>
                      </a:lnTo>
                      <a:lnTo>
                        <a:pt x="3206" y="3812"/>
                      </a:lnTo>
                      <a:lnTo>
                        <a:pt x="3205" y="3800"/>
                      </a:lnTo>
                      <a:lnTo>
                        <a:pt x="3204" y="3788"/>
                      </a:lnTo>
                      <a:lnTo>
                        <a:pt x="3203" y="3779"/>
                      </a:lnTo>
                      <a:lnTo>
                        <a:pt x="3200" y="3769"/>
                      </a:lnTo>
                      <a:lnTo>
                        <a:pt x="3199" y="3761"/>
                      </a:lnTo>
                      <a:lnTo>
                        <a:pt x="3196" y="3752"/>
                      </a:lnTo>
                      <a:lnTo>
                        <a:pt x="3192" y="3743"/>
                      </a:lnTo>
                      <a:lnTo>
                        <a:pt x="3186" y="3733"/>
                      </a:lnTo>
                      <a:lnTo>
                        <a:pt x="3182" y="3723"/>
                      </a:lnTo>
                      <a:lnTo>
                        <a:pt x="3180" y="3713"/>
                      </a:lnTo>
                      <a:lnTo>
                        <a:pt x="3179" y="3704"/>
                      </a:lnTo>
                      <a:lnTo>
                        <a:pt x="3178" y="3697"/>
                      </a:lnTo>
                      <a:lnTo>
                        <a:pt x="3176" y="3694"/>
                      </a:lnTo>
                      <a:lnTo>
                        <a:pt x="3176" y="3692"/>
                      </a:lnTo>
                      <a:lnTo>
                        <a:pt x="3175" y="3692"/>
                      </a:lnTo>
                      <a:lnTo>
                        <a:pt x="3173" y="3693"/>
                      </a:lnTo>
                      <a:lnTo>
                        <a:pt x="3169" y="3698"/>
                      </a:lnTo>
                      <a:lnTo>
                        <a:pt x="3165" y="3707"/>
                      </a:lnTo>
                      <a:lnTo>
                        <a:pt x="3157" y="3718"/>
                      </a:lnTo>
                      <a:lnTo>
                        <a:pt x="3152" y="3730"/>
                      </a:lnTo>
                      <a:lnTo>
                        <a:pt x="3146" y="3743"/>
                      </a:lnTo>
                      <a:lnTo>
                        <a:pt x="3136" y="3758"/>
                      </a:lnTo>
                      <a:lnTo>
                        <a:pt x="3129" y="3774"/>
                      </a:lnTo>
                      <a:lnTo>
                        <a:pt x="3123" y="3787"/>
                      </a:lnTo>
                      <a:lnTo>
                        <a:pt x="3122" y="3788"/>
                      </a:lnTo>
                      <a:lnTo>
                        <a:pt x="3121" y="3790"/>
                      </a:lnTo>
                      <a:lnTo>
                        <a:pt x="3119" y="3792"/>
                      </a:lnTo>
                      <a:lnTo>
                        <a:pt x="3117" y="3792"/>
                      </a:lnTo>
                      <a:lnTo>
                        <a:pt x="3112" y="3792"/>
                      </a:lnTo>
                      <a:lnTo>
                        <a:pt x="3108" y="3789"/>
                      </a:lnTo>
                      <a:lnTo>
                        <a:pt x="3103" y="3787"/>
                      </a:lnTo>
                      <a:lnTo>
                        <a:pt x="3098" y="3782"/>
                      </a:lnTo>
                      <a:lnTo>
                        <a:pt x="3094" y="3777"/>
                      </a:lnTo>
                      <a:lnTo>
                        <a:pt x="3092" y="3773"/>
                      </a:lnTo>
                      <a:lnTo>
                        <a:pt x="3089" y="3762"/>
                      </a:lnTo>
                      <a:lnTo>
                        <a:pt x="3086" y="3752"/>
                      </a:lnTo>
                      <a:lnTo>
                        <a:pt x="3084" y="3743"/>
                      </a:lnTo>
                      <a:lnTo>
                        <a:pt x="3079" y="3733"/>
                      </a:lnTo>
                      <a:lnTo>
                        <a:pt x="3075" y="3731"/>
                      </a:lnTo>
                      <a:lnTo>
                        <a:pt x="3070" y="3729"/>
                      </a:lnTo>
                      <a:lnTo>
                        <a:pt x="3065" y="3727"/>
                      </a:lnTo>
                      <a:lnTo>
                        <a:pt x="3058" y="3729"/>
                      </a:lnTo>
                      <a:lnTo>
                        <a:pt x="3050" y="3730"/>
                      </a:lnTo>
                      <a:lnTo>
                        <a:pt x="3045" y="3733"/>
                      </a:lnTo>
                      <a:lnTo>
                        <a:pt x="3037" y="3738"/>
                      </a:lnTo>
                      <a:lnTo>
                        <a:pt x="3031" y="3743"/>
                      </a:lnTo>
                      <a:lnTo>
                        <a:pt x="3027" y="3749"/>
                      </a:lnTo>
                      <a:lnTo>
                        <a:pt x="3024" y="3755"/>
                      </a:lnTo>
                      <a:lnTo>
                        <a:pt x="3022" y="3761"/>
                      </a:lnTo>
                      <a:lnTo>
                        <a:pt x="3022" y="3767"/>
                      </a:lnTo>
                      <a:lnTo>
                        <a:pt x="3022" y="3777"/>
                      </a:lnTo>
                      <a:lnTo>
                        <a:pt x="3022" y="3788"/>
                      </a:lnTo>
                      <a:lnTo>
                        <a:pt x="3020" y="3793"/>
                      </a:lnTo>
                      <a:lnTo>
                        <a:pt x="3017" y="3796"/>
                      </a:lnTo>
                      <a:lnTo>
                        <a:pt x="3015" y="3800"/>
                      </a:lnTo>
                      <a:lnTo>
                        <a:pt x="3011" y="3802"/>
                      </a:lnTo>
                      <a:lnTo>
                        <a:pt x="3002" y="3805"/>
                      </a:lnTo>
                      <a:lnTo>
                        <a:pt x="2991" y="3807"/>
                      </a:lnTo>
                      <a:lnTo>
                        <a:pt x="2979" y="3808"/>
                      </a:lnTo>
                      <a:lnTo>
                        <a:pt x="2966" y="3811"/>
                      </a:lnTo>
                      <a:lnTo>
                        <a:pt x="2960" y="3812"/>
                      </a:lnTo>
                      <a:lnTo>
                        <a:pt x="2954" y="3814"/>
                      </a:lnTo>
                      <a:lnTo>
                        <a:pt x="2948" y="3818"/>
                      </a:lnTo>
                      <a:lnTo>
                        <a:pt x="2942" y="3821"/>
                      </a:lnTo>
                      <a:lnTo>
                        <a:pt x="2932" y="3832"/>
                      </a:lnTo>
                      <a:lnTo>
                        <a:pt x="2921" y="3843"/>
                      </a:lnTo>
                      <a:lnTo>
                        <a:pt x="2914" y="3849"/>
                      </a:lnTo>
                      <a:lnTo>
                        <a:pt x="2908" y="3853"/>
                      </a:lnTo>
                      <a:lnTo>
                        <a:pt x="2901" y="3857"/>
                      </a:lnTo>
                      <a:lnTo>
                        <a:pt x="2894" y="3859"/>
                      </a:lnTo>
                      <a:lnTo>
                        <a:pt x="2888" y="3861"/>
                      </a:lnTo>
                      <a:lnTo>
                        <a:pt x="2880" y="3864"/>
                      </a:lnTo>
                      <a:lnTo>
                        <a:pt x="2876" y="3868"/>
                      </a:lnTo>
                      <a:lnTo>
                        <a:pt x="2871" y="3872"/>
                      </a:lnTo>
                      <a:lnTo>
                        <a:pt x="2869" y="3877"/>
                      </a:lnTo>
                      <a:lnTo>
                        <a:pt x="2866" y="3882"/>
                      </a:lnTo>
                      <a:lnTo>
                        <a:pt x="2865" y="3888"/>
                      </a:lnTo>
                      <a:lnTo>
                        <a:pt x="2865" y="3894"/>
                      </a:lnTo>
                      <a:lnTo>
                        <a:pt x="2867" y="3905"/>
                      </a:lnTo>
                      <a:lnTo>
                        <a:pt x="2871" y="3918"/>
                      </a:lnTo>
                      <a:lnTo>
                        <a:pt x="2877" y="3929"/>
                      </a:lnTo>
                      <a:lnTo>
                        <a:pt x="2883" y="3944"/>
                      </a:lnTo>
                      <a:lnTo>
                        <a:pt x="2885" y="3951"/>
                      </a:lnTo>
                      <a:lnTo>
                        <a:pt x="2886" y="3956"/>
                      </a:lnTo>
                      <a:lnTo>
                        <a:pt x="2885" y="3959"/>
                      </a:lnTo>
                      <a:lnTo>
                        <a:pt x="2883" y="3962"/>
                      </a:lnTo>
                      <a:lnTo>
                        <a:pt x="2878" y="3964"/>
                      </a:lnTo>
                      <a:lnTo>
                        <a:pt x="2873" y="3964"/>
                      </a:lnTo>
                      <a:lnTo>
                        <a:pt x="2867" y="3963"/>
                      </a:lnTo>
                      <a:lnTo>
                        <a:pt x="2860" y="3962"/>
                      </a:lnTo>
                      <a:lnTo>
                        <a:pt x="2857" y="3960"/>
                      </a:lnTo>
                      <a:lnTo>
                        <a:pt x="2854" y="3962"/>
                      </a:lnTo>
                      <a:lnTo>
                        <a:pt x="2851" y="3962"/>
                      </a:lnTo>
                      <a:lnTo>
                        <a:pt x="2850" y="3963"/>
                      </a:lnTo>
                      <a:lnTo>
                        <a:pt x="2845" y="3968"/>
                      </a:lnTo>
                      <a:lnTo>
                        <a:pt x="2841" y="3973"/>
                      </a:lnTo>
                      <a:lnTo>
                        <a:pt x="2838" y="3979"/>
                      </a:lnTo>
                      <a:lnTo>
                        <a:pt x="2834" y="3985"/>
                      </a:lnTo>
                      <a:lnTo>
                        <a:pt x="2832" y="3988"/>
                      </a:lnTo>
                      <a:lnTo>
                        <a:pt x="2828" y="3989"/>
                      </a:lnTo>
                      <a:lnTo>
                        <a:pt x="2826" y="3991"/>
                      </a:lnTo>
                      <a:lnTo>
                        <a:pt x="2822" y="3991"/>
                      </a:lnTo>
                      <a:lnTo>
                        <a:pt x="2816" y="3992"/>
                      </a:lnTo>
                      <a:lnTo>
                        <a:pt x="2812" y="3991"/>
                      </a:lnTo>
                      <a:lnTo>
                        <a:pt x="2806" y="3987"/>
                      </a:lnTo>
                      <a:lnTo>
                        <a:pt x="2796" y="3978"/>
                      </a:lnTo>
                      <a:lnTo>
                        <a:pt x="2793" y="3976"/>
                      </a:lnTo>
                      <a:lnTo>
                        <a:pt x="2789" y="3975"/>
                      </a:lnTo>
                      <a:lnTo>
                        <a:pt x="2784" y="3976"/>
                      </a:lnTo>
                      <a:lnTo>
                        <a:pt x="2781" y="3976"/>
                      </a:lnTo>
                      <a:lnTo>
                        <a:pt x="2774" y="3978"/>
                      </a:lnTo>
                      <a:lnTo>
                        <a:pt x="2768" y="3979"/>
                      </a:lnTo>
                      <a:lnTo>
                        <a:pt x="2762" y="3976"/>
                      </a:lnTo>
                      <a:lnTo>
                        <a:pt x="2757" y="3971"/>
                      </a:lnTo>
                      <a:lnTo>
                        <a:pt x="2752" y="3964"/>
                      </a:lnTo>
                      <a:lnTo>
                        <a:pt x="2746" y="3951"/>
                      </a:lnTo>
                      <a:lnTo>
                        <a:pt x="2740" y="3934"/>
                      </a:lnTo>
                      <a:lnTo>
                        <a:pt x="2733" y="3918"/>
                      </a:lnTo>
                      <a:lnTo>
                        <a:pt x="2727" y="3902"/>
                      </a:lnTo>
                      <a:lnTo>
                        <a:pt x="2721" y="3888"/>
                      </a:lnTo>
                      <a:lnTo>
                        <a:pt x="2719" y="3883"/>
                      </a:lnTo>
                      <a:lnTo>
                        <a:pt x="2715" y="3878"/>
                      </a:lnTo>
                      <a:lnTo>
                        <a:pt x="2712" y="3874"/>
                      </a:lnTo>
                      <a:lnTo>
                        <a:pt x="2707" y="3870"/>
                      </a:lnTo>
                      <a:lnTo>
                        <a:pt x="2702" y="3868"/>
                      </a:lnTo>
                      <a:lnTo>
                        <a:pt x="2697" y="3865"/>
                      </a:lnTo>
                      <a:lnTo>
                        <a:pt x="2693" y="3864"/>
                      </a:lnTo>
                      <a:lnTo>
                        <a:pt x="2687" y="3863"/>
                      </a:lnTo>
                      <a:lnTo>
                        <a:pt x="2676" y="3859"/>
                      </a:lnTo>
                      <a:lnTo>
                        <a:pt x="2667" y="3856"/>
                      </a:lnTo>
                      <a:lnTo>
                        <a:pt x="2659" y="3850"/>
                      </a:lnTo>
                      <a:lnTo>
                        <a:pt x="2651" y="3842"/>
                      </a:lnTo>
                      <a:lnTo>
                        <a:pt x="2645" y="3830"/>
                      </a:lnTo>
                      <a:lnTo>
                        <a:pt x="2640" y="3815"/>
                      </a:lnTo>
                      <a:lnTo>
                        <a:pt x="2636" y="3801"/>
                      </a:lnTo>
                      <a:lnTo>
                        <a:pt x="2631" y="3790"/>
                      </a:lnTo>
                      <a:lnTo>
                        <a:pt x="2618" y="3774"/>
                      </a:lnTo>
                      <a:lnTo>
                        <a:pt x="2601" y="3756"/>
                      </a:lnTo>
                      <a:lnTo>
                        <a:pt x="2598" y="3750"/>
                      </a:lnTo>
                      <a:lnTo>
                        <a:pt x="2594" y="3742"/>
                      </a:lnTo>
                      <a:lnTo>
                        <a:pt x="2593" y="3732"/>
                      </a:lnTo>
                      <a:lnTo>
                        <a:pt x="2590" y="3721"/>
                      </a:lnTo>
                      <a:lnTo>
                        <a:pt x="2588" y="3700"/>
                      </a:lnTo>
                      <a:lnTo>
                        <a:pt x="2587" y="3682"/>
                      </a:lnTo>
                      <a:lnTo>
                        <a:pt x="2584" y="3669"/>
                      </a:lnTo>
                      <a:lnTo>
                        <a:pt x="2580" y="3657"/>
                      </a:lnTo>
                      <a:lnTo>
                        <a:pt x="2575" y="3648"/>
                      </a:lnTo>
                      <a:lnTo>
                        <a:pt x="2569" y="3639"/>
                      </a:lnTo>
                      <a:lnTo>
                        <a:pt x="2562" y="3632"/>
                      </a:lnTo>
                      <a:lnTo>
                        <a:pt x="2554" y="3625"/>
                      </a:lnTo>
                      <a:lnTo>
                        <a:pt x="2551" y="3623"/>
                      </a:lnTo>
                      <a:lnTo>
                        <a:pt x="2548" y="3620"/>
                      </a:lnTo>
                      <a:lnTo>
                        <a:pt x="2545" y="3619"/>
                      </a:lnTo>
                      <a:lnTo>
                        <a:pt x="2542" y="3619"/>
                      </a:lnTo>
                      <a:lnTo>
                        <a:pt x="2536" y="3623"/>
                      </a:lnTo>
                      <a:lnTo>
                        <a:pt x="2529" y="3630"/>
                      </a:lnTo>
                      <a:lnTo>
                        <a:pt x="2520" y="3638"/>
                      </a:lnTo>
                      <a:lnTo>
                        <a:pt x="2514" y="3645"/>
                      </a:lnTo>
                      <a:lnTo>
                        <a:pt x="2510" y="3654"/>
                      </a:lnTo>
                      <a:lnTo>
                        <a:pt x="2505" y="3666"/>
                      </a:lnTo>
                      <a:lnTo>
                        <a:pt x="2500" y="3677"/>
                      </a:lnTo>
                      <a:lnTo>
                        <a:pt x="2497" y="3687"/>
                      </a:lnTo>
                      <a:lnTo>
                        <a:pt x="2494" y="3691"/>
                      </a:lnTo>
                      <a:lnTo>
                        <a:pt x="2491" y="3693"/>
                      </a:lnTo>
                      <a:lnTo>
                        <a:pt x="2486" y="3694"/>
                      </a:lnTo>
                      <a:lnTo>
                        <a:pt x="2482" y="3694"/>
                      </a:lnTo>
                      <a:lnTo>
                        <a:pt x="2473" y="3693"/>
                      </a:lnTo>
                      <a:lnTo>
                        <a:pt x="2464" y="3691"/>
                      </a:lnTo>
                      <a:lnTo>
                        <a:pt x="2461" y="3691"/>
                      </a:lnTo>
                      <a:lnTo>
                        <a:pt x="2460" y="3692"/>
                      </a:lnTo>
                      <a:lnTo>
                        <a:pt x="2458" y="3693"/>
                      </a:lnTo>
                      <a:lnTo>
                        <a:pt x="2457" y="3695"/>
                      </a:lnTo>
                      <a:lnTo>
                        <a:pt x="2460" y="3700"/>
                      </a:lnTo>
                      <a:lnTo>
                        <a:pt x="2463" y="3705"/>
                      </a:lnTo>
                      <a:lnTo>
                        <a:pt x="2468" y="3710"/>
                      </a:lnTo>
                      <a:lnTo>
                        <a:pt x="2472" y="3716"/>
                      </a:lnTo>
                      <a:lnTo>
                        <a:pt x="2474" y="3723"/>
                      </a:lnTo>
                      <a:lnTo>
                        <a:pt x="2474" y="3730"/>
                      </a:lnTo>
                      <a:lnTo>
                        <a:pt x="2474" y="3740"/>
                      </a:lnTo>
                      <a:lnTo>
                        <a:pt x="2474" y="3756"/>
                      </a:lnTo>
                      <a:lnTo>
                        <a:pt x="2476" y="3773"/>
                      </a:lnTo>
                      <a:lnTo>
                        <a:pt x="2480" y="3784"/>
                      </a:lnTo>
                      <a:lnTo>
                        <a:pt x="2483" y="3792"/>
                      </a:lnTo>
                      <a:lnTo>
                        <a:pt x="2486" y="3796"/>
                      </a:lnTo>
                      <a:lnTo>
                        <a:pt x="2486" y="3800"/>
                      </a:lnTo>
                      <a:lnTo>
                        <a:pt x="2485" y="3802"/>
                      </a:lnTo>
                      <a:lnTo>
                        <a:pt x="2483" y="3805"/>
                      </a:lnTo>
                      <a:lnTo>
                        <a:pt x="2480" y="3808"/>
                      </a:lnTo>
                      <a:lnTo>
                        <a:pt x="2470" y="3814"/>
                      </a:lnTo>
                      <a:lnTo>
                        <a:pt x="2457" y="3823"/>
                      </a:lnTo>
                      <a:lnTo>
                        <a:pt x="2450" y="3826"/>
                      </a:lnTo>
                      <a:lnTo>
                        <a:pt x="2443" y="3830"/>
                      </a:lnTo>
                      <a:lnTo>
                        <a:pt x="2435" y="3832"/>
                      </a:lnTo>
                      <a:lnTo>
                        <a:pt x="2426" y="3833"/>
                      </a:lnTo>
                      <a:lnTo>
                        <a:pt x="2419" y="3833"/>
                      </a:lnTo>
                      <a:lnTo>
                        <a:pt x="2412" y="3832"/>
                      </a:lnTo>
                      <a:lnTo>
                        <a:pt x="2407" y="3830"/>
                      </a:lnTo>
                      <a:lnTo>
                        <a:pt x="2403" y="3826"/>
                      </a:lnTo>
                      <a:lnTo>
                        <a:pt x="2395" y="3818"/>
                      </a:lnTo>
                      <a:lnTo>
                        <a:pt x="2392" y="3811"/>
                      </a:lnTo>
                      <a:lnTo>
                        <a:pt x="2390" y="3805"/>
                      </a:lnTo>
                      <a:lnTo>
                        <a:pt x="2387" y="3799"/>
                      </a:lnTo>
                      <a:lnTo>
                        <a:pt x="2385" y="3796"/>
                      </a:lnTo>
                      <a:lnTo>
                        <a:pt x="2384" y="3795"/>
                      </a:lnTo>
                      <a:lnTo>
                        <a:pt x="2381" y="3794"/>
                      </a:lnTo>
                      <a:lnTo>
                        <a:pt x="2378" y="3794"/>
                      </a:lnTo>
                      <a:lnTo>
                        <a:pt x="2372" y="3796"/>
                      </a:lnTo>
                      <a:lnTo>
                        <a:pt x="2366" y="3798"/>
                      </a:lnTo>
                      <a:lnTo>
                        <a:pt x="2360" y="3799"/>
                      </a:lnTo>
                      <a:lnTo>
                        <a:pt x="2355" y="3798"/>
                      </a:lnTo>
                      <a:lnTo>
                        <a:pt x="2351" y="3795"/>
                      </a:lnTo>
                      <a:lnTo>
                        <a:pt x="2350" y="3793"/>
                      </a:lnTo>
                      <a:lnTo>
                        <a:pt x="2348" y="3790"/>
                      </a:lnTo>
                      <a:lnTo>
                        <a:pt x="2347" y="3787"/>
                      </a:lnTo>
                      <a:lnTo>
                        <a:pt x="2344" y="3780"/>
                      </a:lnTo>
                      <a:lnTo>
                        <a:pt x="2343" y="3773"/>
                      </a:lnTo>
                      <a:lnTo>
                        <a:pt x="2342" y="3767"/>
                      </a:lnTo>
                      <a:lnTo>
                        <a:pt x="2340" y="3761"/>
                      </a:lnTo>
                      <a:lnTo>
                        <a:pt x="2336" y="3754"/>
                      </a:lnTo>
                      <a:lnTo>
                        <a:pt x="2331" y="3748"/>
                      </a:lnTo>
                      <a:lnTo>
                        <a:pt x="2322" y="3737"/>
                      </a:lnTo>
                      <a:lnTo>
                        <a:pt x="2310" y="3724"/>
                      </a:lnTo>
                      <a:lnTo>
                        <a:pt x="2298" y="3710"/>
                      </a:lnTo>
                      <a:lnTo>
                        <a:pt x="2287" y="3699"/>
                      </a:lnTo>
                      <a:lnTo>
                        <a:pt x="2284" y="3694"/>
                      </a:lnTo>
                      <a:lnTo>
                        <a:pt x="2281" y="3689"/>
                      </a:lnTo>
                      <a:lnTo>
                        <a:pt x="2279" y="3685"/>
                      </a:lnTo>
                      <a:lnTo>
                        <a:pt x="2278" y="3680"/>
                      </a:lnTo>
                      <a:lnTo>
                        <a:pt x="2278" y="3675"/>
                      </a:lnTo>
                      <a:lnTo>
                        <a:pt x="2278" y="3672"/>
                      </a:lnTo>
                      <a:lnTo>
                        <a:pt x="2279" y="3667"/>
                      </a:lnTo>
                      <a:lnTo>
                        <a:pt x="2280" y="3663"/>
                      </a:lnTo>
                      <a:lnTo>
                        <a:pt x="2288" y="3655"/>
                      </a:lnTo>
                      <a:lnTo>
                        <a:pt x="2298" y="3647"/>
                      </a:lnTo>
                      <a:lnTo>
                        <a:pt x="2299" y="3645"/>
                      </a:lnTo>
                      <a:lnTo>
                        <a:pt x="2299" y="3644"/>
                      </a:lnTo>
                      <a:lnTo>
                        <a:pt x="2298" y="3643"/>
                      </a:lnTo>
                      <a:lnTo>
                        <a:pt x="2297" y="3642"/>
                      </a:lnTo>
                      <a:lnTo>
                        <a:pt x="2293" y="3639"/>
                      </a:lnTo>
                      <a:lnTo>
                        <a:pt x="2290" y="3638"/>
                      </a:lnTo>
                      <a:lnTo>
                        <a:pt x="2279" y="3632"/>
                      </a:lnTo>
                      <a:lnTo>
                        <a:pt x="2267" y="3625"/>
                      </a:lnTo>
                      <a:lnTo>
                        <a:pt x="2261" y="3623"/>
                      </a:lnTo>
                      <a:lnTo>
                        <a:pt x="2255" y="3623"/>
                      </a:lnTo>
                      <a:lnTo>
                        <a:pt x="2249" y="3623"/>
                      </a:lnTo>
                      <a:lnTo>
                        <a:pt x="2242" y="3622"/>
                      </a:lnTo>
                      <a:lnTo>
                        <a:pt x="2234" y="3620"/>
                      </a:lnTo>
                      <a:lnTo>
                        <a:pt x="2228" y="3620"/>
                      </a:lnTo>
                      <a:lnTo>
                        <a:pt x="2222" y="3623"/>
                      </a:lnTo>
                      <a:lnTo>
                        <a:pt x="2217" y="3626"/>
                      </a:lnTo>
                      <a:lnTo>
                        <a:pt x="2214" y="3628"/>
                      </a:lnTo>
                      <a:lnTo>
                        <a:pt x="2210" y="3629"/>
                      </a:lnTo>
                      <a:lnTo>
                        <a:pt x="2205" y="3628"/>
                      </a:lnTo>
                      <a:lnTo>
                        <a:pt x="2201" y="3626"/>
                      </a:lnTo>
                      <a:lnTo>
                        <a:pt x="2191" y="3623"/>
                      </a:lnTo>
                      <a:lnTo>
                        <a:pt x="2182" y="3620"/>
                      </a:lnTo>
                      <a:lnTo>
                        <a:pt x="2178" y="3622"/>
                      </a:lnTo>
                      <a:lnTo>
                        <a:pt x="2177" y="3624"/>
                      </a:lnTo>
                      <a:lnTo>
                        <a:pt x="2177" y="3628"/>
                      </a:lnTo>
                      <a:lnTo>
                        <a:pt x="2178" y="3632"/>
                      </a:lnTo>
                      <a:lnTo>
                        <a:pt x="2179" y="3636"/>
                      </a:lnTo>
                      <a:lnTo>
                        <a:pt x="2179" y="3639"/>
                      </a:lnTo>
                      <a:lnTo>
                        <a:pt x="2173" y="3650"/>
                      </a:lnTo>
                      <a:lnTo>
                        <a:pt x="2167" y="3660"/>
                      </a:lnTo>
                      <a:lnTo>
                        <a:pt x="2165" y="3661"/>
                      </a:lnTo>
                      <a:lnTo>
                        <a:pt x="2161" y="3661"/>
                      </a:lnTo>
                      <a:lnTo>
                        <a:pt x="2157" y="3658"/>
                      </a:lnTo>
                      <a:lnTo>
                        <a:pt x="2151" y="3655"/>
                      </a:lnTo>
                      <a:lnTo>
                        <a:pt x="2146" y="3650"/>
                      </a:lnTo>
                      <a:lnTo>
                        <a:pt x="2141" y="3645"/>
                      </a:lnTo>
                      <a:lnTo>
                        <a:pt x="2138" y="3639"/>
                      </a:lnTo>
                      <a:lnTo>
                        <a:pt x="2135" y="3634"/>
                      </a:lnTo>
                      <a:lnTo>
                        <a:pt x="2133" y="3622"/>
                      </a:lnTo>
                      <a:lnTo>
                        <a:pt x="2130" y="3609"/>
                      </a:lnTo>
                      <a:lnTo>
                        <a:pt x="2126" y="3597"/>
                      </a:lnTo>
                      <a:lnTo>
                        <a:pt x="2121" y="3585"/>
                      </a:lnTo>
                      <a:lnTo>
                        <a:pt x="2117" y="3579"/>
                      </a:lnTo>
                      <a:lnTo>
                        <a:pt x="2115" y="3571"/>
                      </a:lnTo>
                      <a:lnTo>
                        <a:pt x="2114" y="3561"/>
                      </a:lnTo>
                      <a:lnTo>
                        <a:pt x="2113" y="3552"/>
                      </a:lnTo>
                      <a:lnTo>
                        <a:pt x="2111" y="3542"/>
                      </a:lnTo>
                      <a:lnTo>
                        <a:pt x="2111" y="3534"/>
                      </a:lnTo>
                      <a:lnTo>
                        <a:pt x="2113" y="3527"/>
                      </a:lnTo>
                      <a:lnTo>
                        <a:pt x="2114" y="3523"/>
                      </a:lnTo>
                      <a:lnTo>
                        <a:pt x="2115" y="3519"/>
                      </a:lnTo>
                      <a:lnTo>
                        <a:pt x="2120" y="3518"/>
                      </a:lnTo>
                      <a:lnTo>
                        <a:pt x="2123" y="3516"/>
                      </a:lnTo>
                      <a:lnTo>
                        <a:pt x="2128" y="3515"/>
                      </a:lnTo>
                      <a:lnTo>
                        <a:pt x="2132" y="3515"/>
                      </a:lnTo>
                      <a:lnTo>
                        <a:pt x="2136" y="3513"/>
                      </a:lnTo>
                      <a:lnTo>
                        <a:pt x="2138" y="3513"/>
                      </a:lnTo>
                      <a:lnTo>
                        <a:pt x="2139" y="3512"/>
                      </a:lnTo>
                      <a:lnTo>
                        <a:pt x="2139" y="3511"/>
                      </a:lnTo>
                      <a:lnTo>
                        <a:pt x="2139" y="3509"/>
                      </a:lnTo>
                      <a:lnTo>
                        <a:pt x="2132" y="3499"/>
                      </a:lnTo>
                      <a:lnTo>
                        <a:pt x="2123" y="3491"/>
                      </a:lnTo>
                      <a:lnTo>
                        <a:pt x="2114" y="3481"/>
                      </a:lnTo>
                      <a:lnTo>
                        <a:pt x="2104" y="3472"/>
                      </a:lnTo>
                      <a:lnTo>
                        <a:pt x="2098" y="3465"/>
                      </a:lnTo>
                      <a:lnTo>
                        <a:pt x="2094" y="3459"/>
                      </a:lnTo>
                      <a:lnTo>
                        <a:pt x="2090" y="3453"/>
                      </a:lnTo>
                      <a:lnTo>
                        <a:pt x="2086" y="3447"/>
                      </a:lnTo>
                      <a:lnTo>
                        <a:pt x="2082" y="3436"/>
                      </a:lnTo>
                      <a:lnTo>
                        <a:pt x="2079" y="3427"/>
                      </a:lnTo>
                      <a:lnTo>
                        <a:pt x="2078" y="3424"/>
                      </a:lnTo>
                      <a:lnTo>
                        <a:pt x="2076" y="3422"/>
                      </a:lnTo>
                      <a:lnTo>
                        <a:pt x="2072" y="3421"/>
                      </a:lnTo>
                      <a:lnTo>
                        <a:pt x="2069" y="3420"/>
                      </a:lnTo>
                      <a:lnTo>
                        <a:pt x="2058" y="3420"/>
                      </a:lnTo>
                      <a:lnTo>
                        <a:pt x="2046" y="3422"/>
                      </a:lnTo>
                      <a:lnTo>
                        <a:pt x="2034" y="3424"/>
                      </a:lnTo>
                      <a:lnTo>
                        <a:pt x="2025" y="3426"/>
                      </a:lnTo>
                      <a:lnTo>
                        <a:pt x="2017" y="3424"/>
                      </a:lnTo>
                      <a:lnTo>
                        <a:pt x="2008" y="3421"/>
                      </a:lnTo>
                      <a:lnTo>
                        <a:pt x="1998" y="3414"/>
                      </a:lnTo>
                      <a:lnTo>
                        <a:pt x="1989" y="3406"/>
                      </a:lnTo>
                      <a:lnTo>
                        <a:pt x="1983" y="3403"/>
                      </a:lnTo>
                      <a:lnTo>
                        <a:pt x="1977" y="3401"/>
                      </a:lnTo>
                      <a:lnTo>
                        <a:pt x="1971" y="3398"/>
                      </a:lnTo>
                      <a:lnTo>
                        <a:pt x="1964" y="3397"/>
                      </a:lnTo>
                      <a:lnTo>
                        <a:pt x="1951" y="3396"/>
                      </a:lnTo>
                      <a:lnTo>
                        <a:pt x="1939" y="3397"/>
                      </a:lnTo>
                      <a:lnTo>
                        <a:pt x="1933" y="3399"/>
                      </a:lnTo>
                      <a:lnTo>
                        <a:pt x="1927" y="3402"/>
                      </a:lnTo>
                      <a:lnTo>
                        <a:pt x="1922" y="3405"/>
                      </a:lnTo>
                      <a:lnTo>
                        <a:pt x="1918" y="3409"/>
                      </a:lnTo>
                      <a:lnTo>
                        <a:pt x="1906" y="3420"/>
                      </a:lnTo>
                      <a:lnTo>
                        <a:pt x="1893" y="3431"/>
                      </a:lnTo>
                      <a:lnTo>
                        <a:pt x="1878" y="3443"/>
                      </a:lnTo>
                      <a:lnTo>
                        <a:pt x="1863" y="3453"/>
                      </a:lnTo>
                      <a:lnTo>
                        <a:pt x="1855" y="3458"/>
                      </a:lnTo>
                      <a:lnTo>
                        <a:pt x="1846" y="3460"/>
                      </a:lnTo>
                      <a:lnTo>
                        <a:pt x="1838" y="3462"/>
                      </a:lnTo>
                      <a:lnTo>
                        <a:pt x="1830" y="3464"/>
                      </a:lnTo>
                      <a:lnTo>
                        <a:pt x="1821" y="3464"/>
                      </a:lnTo>
                      <a:lnTo>
                        <a:pt x="1814" y="3462"/>
                      </a:lnTo>
                      <a:lnTo>
                        <a:pt x="1808" y="3461"/>
                      </a:lnTo>
                      <a:lnTo>
                        <a:pt x="1802" y="3460"/>
                      </a:lnTo>
                      <a:lnTo>
                        <a:pt x="1793" y="3456"/>
                      </a:lnTo>
                      <a:lnTo>
                        <a:pt x="1783" y="3454"/>
                      </a:lnTo>
                      <a:lnTo>
                        <a:pt x="1773" y="3453"/>
                      </a:lnTo>
                      <a:lnTo>
                        <a:pt x="1763" y="3453"/>
                      </a:lnTo>
                      <a:lnTo>
                        <a:pt x="1755" y="3452"/>
                      </a:lnTo>
                      <a:lnTo>
                        <a:pt x="1748" y="3448"/>
                      </a:lnTo>
                      <a:lnTo>
                        <a:pt x="1742" y="3443"/>
                      </a:lnTo>
                      <a:lnTo>
                        <a:pt x="1736" y="3436"/>
                      </a:lnTo>
                      <a:lnTo>
                        <a:pt x="1727" y="3428"/>
                      </a:lnTo>
                      <a:lnTo>
                        <a:pt x="1716" y="3420"/>
                      </a:lnTo>
                      <a:lnTo>
                        <a:pt x="1705" y="3411"/>
                      </a:lnTo>
                      <a:lnTo>
                        <a:pt x="1695" y="3404"/>
                      </a:lnTo>
                      <a:lnTo>
                        <a:pt x="1689" y="3398"/>
                      </a:lnTo>
                      <a:lnTo>
                        <a:pt x="1686" y="3393"/>
                      </a:lnTo>
                      <a:lnTo>
                        <a:pt x="1685" y="3387"/>
                      </a:lnTo>
                      <a:lnTo>
                        <a:pt x="1683" y="3382"/>
                      </a:lnTo>
                      <a:lnTo>
                        <a:pt x="1683" y="3374"/>
                      </a:lnTo>
                      <a:lnTo>
                        <a:pt x="1683" y="3368"/>
                      </a:lnTo>
                      <a:lnTo>
                        <a:pt x="1681" y="3361"/>
                      </a:lnTo>
                      <a:lnTo>
                        <a:pt x="1677" y="3354"/>
                      </a:lnTo>
                      <a:lnTo>
                        <a:pt x="1675" y="3348"/>
                      </a:lnTo>
                      <a:lnTo>
                        <a:pt x="1675" y="3341"/>
                      </a:lnTo>
                      <a:lnTo>
                        <a:pt x="1676" y="3334"/>
                      </a:lnTo>
                      <a:lnTo>
                        <a:pt x="1679" y="3328"/>
                      </a:lnTo>
                      <a:lnTo>
                        <a:pt x="1680" y="3322"/>
                      </a:lnTo>
                      <a:lnTo>
                        <a:pt x="1680" y="3321"/>
                      </a:lnTo>
                      <a:lnTo>
                        <a:pt x="1676" y="3321"/>
                      </a:lnTo>
                      <a:lnTo>
                        <a:pt x="1669" y="3322"/>
                      </a:lnTo>
                      <a:lnTo>
                        <a:pt x="1658" y="3324"/>
                      </a:lnTo>
                      <a:lnTo>
                        <a:pt x="1647" y="3327"/>
                      </a:lnTo>
                      <a:lnTo>
                        <a:pt x="1636" y="3329"/>
                      </a:lnTo>
                      <a:lnTo>
                        <a:pt x="1626" y="3333"/>
                      </a:lnTo>
                      <a:lnTo>
                        <a:pt x="1620" y="3336"/>
                      </a:lnTo>
                      <a:lnTo>
                        <a:pt x="1614" y="3340"/>
                      </a:lnTo>
                      <a:lnTo>
                        <a:pt x="1611" y="3344"/>
                      </a:lnTo>
                      <a:lnTo>
                        <a:pt x="1607" y="3348"/>
                      </a:lnTo>
                      <a:lnTo>
                        <a:pt x="1603" y="3358"/>
                      </a:lnTo>
                      <a:lnTo>
                        <a:pt x="1600" y="3366"/>
                      </a:lnTo>
                      <a:lnTo>
                        <a:pt x="1598" y="3370"/>
                      </a:lnTo>
                      <a:lnTo>
                        <a:pt x="1594" y="3372"/>
                      </a:lnTo>
                      <a:lnTo>
                        <a:pt x="1591" y="3374"/>
                      </a:lnTo>
                      <a:lnTo>
                        <a:pt x="1585" y="3377"/>
                      </a:lnTo>
                      <a:lnTo>
                        <a:pt x="1572" y="3379"/>
                      </a:lnTo>
                      <a:lnTo>
                        <a:pt x="1557" y="3380"/>
                      </a:lnTo>
                      <a:lnTo>
                        <a:pt x="1551" y="3380"/>
                      </a:lnTo>
                      <a:lnTo>
                        <a:pt x="1546" y="3383"/>
                      </a:lnTo>
                      <a:lnTo>
                        <a:pt x="1540" y="3385"/>
                      </a:lnTo>
                      <a:lnTo>
                        <a:pt x="1535" y="3387"/>
                      </a:lnTo>
                      <a:lnTo>
                        <a:pt x="1524" y="3392"/>
                      </a:lnTo>
                      <a:lnTo>
                        <a:pt x="1512" y="3396"/>
                      </a:lnTo>
                      <a:lnTo>
                        <a:pt x="1506" y="3397"/>
                      </a:lnTo>
                      <a:lnTo>
                        <a:pt x="1500" y="3396"/>
                      </a:lnTo>
                      <a:lnTo>
                        <a:pt x="1496" y="3395"/>
                      </a:lnTo>
                      <a:lnTo>
                        <a:pt x="1491" y="3391"/>
                      </a:lnTo>
                      <a:lnTo>
                        <a:pt x="1486" y="3387"/>
                      </a:lnTo>
                      <a:lnTo>
                        <a:pt x="1483" y="3383"/>
                      </a:lnTo>
                      <a:lnTo>
                        <a:pt x="1479" y="3378"/>
                      </a:lnTo>
                      <a:lnTo>
                        <a:pt x="1475" y="3372"/>
                      </a:lnTo>
                      <a:lnTo>
                        <a:pt x="1472" y="3366"/>
                      </a:lnTo>
                      <a:lnTo>
                        <a:pt x="1468" y="3361"/>
                      </a:lnTo>
                      <a:lnTo>
                        <a:pt x="1464" y="3358"/>
                      </a:lnTo>
                      <a:lnTo>
                        <a:pt x="1459" y="3354"/>
                      </a:lnTo>
                      <a:lnTo>
                        <a:pt x="1448" y="3349"/>
                      </a:lnTo>
                      <a:lnTo>
                        <a:pt x="1439" y="3346"/>
                      </a:lnTo>
                      <a:lnTo>
                        <a:pt x="1435" y="3346"/>
                      </a:lnTo>
                      <a:lnTo>
                        <a:pt x="1433" y="3347"/>
                      </a:lnTo>
                      <a:lnTo>
                        <a:pt x="1430" y="3349"/>
                      </a:lnTo>
                      <a:lnTo>
                        <a:pt x="1429" y="3353"/>
                      </a:lnTo>
                      <a:lnTo>
                        <a:pt x="1425" y="3364"/>
                      </a:lnTo>
                      <a:lnTo>
                        <a:pt x="1424" y="3374"/>
                      </a:lnTo>
                      <a:lnTo>
                        <a:pt x="1423" y="3379"/>
                      </a:lnTo>
                      <a:lnTo>
                        <a:pt x="1421" y="3384"/>
                      </a:lnTo>
                      <a:lnTo>
                        <a:pt x="1417" y="3386"/>
                      </a:lnTo>
                      <a:lnTo>
                        <a:pt x="1414" y="3389"/>
                      </a:lnTo>
                      <a:lnTo>
                        <a:pt x="1405" y="3390"/>
                      </a:lnTo>
                      <a:lnTo>
                        <a:pt x="1396" y="3391"/>
                      </a:lnTo>
                      <a:lnTo>
                        <a:pt x="1387" y="3391"/>
                      </a:lnTo>
                      <a:lnTo>
                        <a:pt x="1383" y="3393"/>
                      </a:lnTo>
                      <a:lnTo>
                        <a:pt x="1379" y="3396"/>
                      </a:lnTo>
                      <a:lnTo>
                        <a:pt x="1376" y="3398"/>
                      </a:lnTo>
                      <a:lnTo>
                        <a:pt x="1364" y="3403"/>
                      </a:lnTo>
                      <a:lnTo>
                        <a:pt x="1345" y="3409"/>
                      </a:lnTo>
                      <a:lnTo>
                        <a:pt x="1332" y="3412"/>
                      </a:lnTo>
                      <a:lnTo>
                        <a:pt x="1318" y="3414"/>
                      </a:lnTo>
                      <a:lnTo>
                        <a:pt x="1313" y="3414"/>
                      </a:lnTo>
                      <a:lnTo>
                        <a:pt x="1307" y="3412"/>
                      </a:lnTo>
                      <a:lnTo>
                        <a:pt x="1302" y="3411"/>
                      </a:lnTo>
                      <a:lnTo>
                        <a:pt x="1297" y="3410"/>
                      </a:lnTo>
                      <a:lnTo>
                        <a:pt x="1282" y="3396"/>
                      </a:lnTo>
                      <a:lnTo>
                        <a:pt x="1265" y="3378"/>
                      </a:lnTo>
                      <a:lnTo>
                        <a:pt x="1254" y="3368"/>
                      </a:lnTo>
                      <a:lnTo>
                        <a:pt x="1241" y="3359"/>
                      </a:lnTo>
                      <a:lnTo>
                        <a:pt x="1228" y="3349"/>
                      </a:lnTo>
                      <a:lnTo>
                        <a:pt x="1217" y="3345"/>
                      </a:lnTo>
                      <a:lnTo>
                        <a:pt x="1210" y="3341"/>
                      </a:lnTo>
                      <a:lnTo>
                        <a:pt x="1203" y="3338"/>
                      </a:lnTo>
                      <a:lnTo>
                        <a:pt x="1197" y="3333"/>
                      </a:lnTo>
                      <a:lnTo>
                        <a:pt x="1192" y="3327"/>
                      </a:lnTo>
                      <a:lnTo>
                        <a:pt x="1188" y="3320"/>
                      </a:lnTo>
                      <a:lnTo>
                        <a:pt x="1181" y="3314"/>
                      </a:lnTo>
                      <a:lnTo>
                        <a:pt x="1173" y="3310"/>
                      </a:lnTo>
                      <a:lnTo>
                        <a:pt x="1168" y="3305"/>
                      </a:lnTo>
                      <a:lnTo>
                        <a:pt x="1165" y="3302"/>
                      </a:lnTo>
                      <a:lnTo>
                        <a:pt x="1164" y="3298"/>
                      </a:lnTo>
                      <a:lnTo>
                        <a:pt x="1163" y="3295"/>
                      </a:lnTo>
                      <a:lnTo>
                        <a:pt x="1162" y="3290"/>
                      </a:lnTo>
                      <a:lnTo>
                        <a:pt x="1162" y="3278"/>
                      </a:lnTo>
                      <a:lnTo>
                        <a:pt x="1162" y="3263"/>
                      </a:lnTo>
                      <a:lnTo>
                        <a:pt x="1162" y="3256"/>
                      </a:lnTo>
                      <a:lnTo>
                        <a:pt x="1160" y="3248"/>
                      </a:lnTo>
                      <a:lnTo>
                        <a:pt x="1158" y="3242"/>
                      </a:lnTo>
                      <a:lnTo>
                        <a:pt x="1156" y="3238"/>
                      </a:lnTo>
                      <a:lnTo>
                        <a:pt x="1150" y="3229"/>
                      </a:lnTo>
                      <a:lnTo>
                        <a:pt x="1143" y="3222"/>
                      </a:lnTo>
                      <a:lnTo>
                        <a:pt x="1139" y="3220"/>
                      </a:lnTo>
                      <a:lnTo>
                        <a:pt x="1137" y="3216"/>
                      </a:lnTo>
                      <a:lnTo>
                        <a:pt x="1134" y="3214"/>
                      </a:lnTo>
                      <a:lnTo>
                        <a:pt x="1134" y="3212"/>
                      </a:lnTo>
                      <a:lnTo>
                        <a:pt x="1134" y="3206"/>
                      </a:lnTo>
                      <a:lnTo>
                        <a:pt x="1137" y="3200"/>
                      </a:lnTo>
                      <a:lnTo>
                        <a:pt x="1139" y="3193"/>
                      </a:lnTo>
                      <a:lnTo>
                        <a:pt x="1140" y="3185"/>
                      </a:lnTo>
                      <a:lnTo>
                        <a:pt x="1143" y="3179"/>
                      </a:lnTo>
                      <a:lnTo>
                        <a:pt x="1143" y="3172"/>
                      </a:lnTo>
                      <a:lnTo>
                        <a:pt x="1138" y="3158"/>
                      </a:lnTo>
                      <a:lnTo>
                        <a:pt x="1128" y="3138"/>
                      </a:lnTo>
                      <a:lnTo>
                        <a:pt x="1125" y="3126"/>
                      </a:lnTo>
                      <a:lnTo>
                        <a:pt x="1124" y="3113"/>
                      </a:lnTo>
                      <a:lnTo>
                        <a:pt x="1122" y="3100"/>
                      </a:lnTo>
                      <a:lnTo>
                        <a:pt x="1122" y="3087"/>
                      </a:lnTo>
                      <a:lnTo>
                        <a:pt x="1121" y="3082"/>
                      </a:lnTo>
                      <a:lnTo>
                        <a:pt x="1120" y="3077"/>
                      </a:lnTo>
                      <a:lnTo>
                        <a:pt x="1116" y="3074"/>
                      </a:lnTo>
                      <a:lnTo>
                        <a:pt x="1113" y="3071"/>
                      </a:lnTo>
                      <a:lnTo>
                        <a:pt x="1104" y="3069"/>
                      </a:lnTo>
                      <a:lnTo>
                        <a:pt x="1096" y="3068"/>
                      </a:lnTo>
                      <a:lnTo>
                        <a:pt x="1093" y="3068"/>
                      </a:lnTo>
                      <a:lnTo>
                        <a:pt x="1088" y="3068"/>
                      </a:lnTo>
                      <a:lnTo>
                        <a:pt x="1084" y="3065"/>
                      </a:lnTo>
                      <a:lnTo>
                        <a:pt x="1082" y="3064"/>
                      </a:lnTo>
                      <a:lnTo>
                        <a:pt x="1078" y="3062"/>
                      </a:lnTo>
                      <a:lnTo>
                        <a:pt x="1077" y="3061"/>
                      </a:lnTo>
                      <a:lnTo>
                        <a:pt x="1075" y="3061"/>
                      </a:lnTo>
                      <a:lnTo>
                        <a:pt x="1074" y="3061"/>
                      </a:lnTo>
                      <a:lnTo>
                        <a:pt x="1070" y="3064"/>
                      </a:lnTo>
                      <a:lnTo>
                        <a:pt x="1064" y="3068"/>
                      </a:lnTo>
                      <a:lnTo>
                        <a:pt x="1052" y="3074"/>
                      </a:lnTo>
                      <a:lnTo>
                        <a:pt x="1040" y="3080"/>
                      </a:lnTo>
                      <a:lnTo>
                        <a:pt x="1024" y="3088"/>
                      </a:lnTo>
                      <a:lnTo>
                        <a:pt x="1009" y="3094"/>
                      </a:lnTo>
                      <a:lnTo>
                        <a:pt x="1003" y="3096"/>
                      </a:lnTo>
                      <a:lnTo>
                        <a:pt x="998" y="3097"/>
                      </a:lnTo>
                      <a:lnTo>
                        <a:pt x="993" y="3099"/>
                      </a:lnTo>
                      <a:lnTo>
                        <a:pt x="989" y="3099"/>
                      </a:lnTo>
                      <a:lnTo>
                        <a:pt x="981" y="3095"/>
                      </a:lnTo>
                      <a:lnTo>
                        <a:pt x="974" y="3093"/>
                      </a:lnTo>
                      <a:lnTo>
                        <a:pt x="970" y="3092"/>
                      </a:lnTo>
                      <a:lnTo>
                        <a:pt x="967" y="3092"/>
                      </a:lnTo>
                      <a:lnTo>
                        <a:pt x="962" y="3094"/>
                      </a:lnTo>
                      <a:lnTo>
                        <a:pt x="958" y="3096"/>
                      </a:lnTo>
                      <a:lnTo>
                        <a:pt x="951" y="3102"/>
                      </a:lnTo>
                      <a:lnTo>
                        <a:pt x="944" y="3107"/>
                      </a:lnTo>
                      <a:lnTo>
                        <a:pt x="940" y="3108"/>
                      </a:lnTo>
                      <a:lnTo>
                        <a:pt x="936" y="3109"/>
                      </a:lnTo>
                      <a:lnTo>
                        <a:pt x="930" y="3109"/>
                      </a:lnTo>
                      <a:lnTo>
                        <a:pt x="923" y="3108"/>
                      </a:lnTo>
                      <a:lnTo>
                        <a:pt x="899" y="3107"/>
                      </a:lnTo>
                      <a:lnTo>
                        <a:pt x="880" y="3103"/>
                      </a:lnTo>
                      <a:lnTo>
                        <a:pt x="872" y="3101"/>
                      </a:lnTo>
                      <a:lnTo>
                        <a:pt x="863" y="3097"/>
                      </a:lnTo>
                      <a:lnTo>
                        <a:pt x="855" y="3092"/>
                      </a:lnTo>
                      <a:lnTo>
                        <a:pt x="847" y="3082"/>
                      </a:lnTo>
                      <a:lnTo>
                        <a:pt x="836" y="3069"/>
                      </a:lnTo>
                      <a:lnTo>
                        <a:pt x="826" y="3057"/>
                      </a:lnTo>
                      <a:lnTo>
                        <a:pt x="822" y="3051"/>
                      </a:lnTo>
                      <a:lnTo>
                        <a:pt x="817" y="3045"/>
                      </a:lnTo>
                      <a:lnTo>
                        <a:pt x="814" y="3038"/>
                      </a:lnTo>
                      <a:lnTo>
                        <a:pt x="811" y="3030"/>
                      </a:lnTo>
                      <a:lnTo>
                        <a:pt x="807" y="3013"/>
                      </a:lnTo>
                      <a:lnTo>
                        <a:pt x="805" y="2999"/>
                      </a:lnTo>
                      <a:lnTo>
                        <a:pt x="805" y="2992"/>
                      </a:lnTo>
                      <a:lnTo>
                        <a:pt x="805" y="2986"/>
                      </a:lnTo>
                      <a:lnTo>
                        <a:pt x="806" y="2981"/>
                      </a:lnTo>
                      <a:lnTo>
                        <a:pt x="807" y="2977"/>
                      </a:lnTo>
                      <a:lnTo>
                        <a:pt x="810" y="2974"/>
                      </a:lnTo>
                      <a:lnTo>
                        <a:pt x="812" y="2971"/>
                      </a:lnTo>
                      <a:lnTo>
                        <a:pt x="816" y="2969"/>
                      </a:lnTo>
                      <a:lnTo>
                        <a:pt x="819" y="2968"/>
                      </a:lnTo>
                      <a:lnTo>
                        <a:pt x="828" y="2967"/>
                      </a:lnTo>
                      <a:lnTo>
                        <a:pt x="837" y="2967"/>
                      </a:lnTo>
                      <a:lnTo>
                        <a:pt x="847" y="2968"/>
                      </a:lnTo>
                      <a:lnTo>
                        <a:pt x="857" y="2968"/>
                      </a:lnTo>
                      <a:lnTo>
                        <a:pt x="862" y="2967"/>
                      </a:lnTo>
                      <a:lnTo>
                        <a:pt x="866" y="2967"/>
                      </a:lnTo>
                      <a:lnTo>
                        <a:pt x="869" y="2964"/>
                      </a:lnTo>
                      <a:lnTo>
                        <a:pt x="872" y="2963"/>
                      </a:lnTo>
                      <a:lnTo>
                        <a:pt x="876" y="2956"/>
                      </a:lnTo>
                      <a:lnTo>
                        <a:pt x="879" y="2947"/>
                      </a:lnTo>
                      <a:lnTo>
                        <a:pt x="880" y="2941"/>
                      </a:lnTo>
                      <a:lnTo>
                        <a:pt x="883" y="2936"/>
                      </a:lnTo>
                      <a:lnTo>
                        <a:pt x="887" y="2932"/>
                      </a:lnTo>
                      <a:lnTo>
                        <a:pt x="891" y="2929"/>
                      </a:lnTo>
                      <a:lnTo>
                        <a:pt x="896" y="2925"/>
                      </a:lnTo>
                      <a:lnTo>
                        <a:pt x="902" y="2923"/>
                      </a:lnTo>
                      <a:lnTo>
                        <a:pt x="908" y="2922"/>
                      </a:lnTo>
                      <a:lnTo>
                        <a:pt x="917" y="2922"/>
                      </a:lnTo>
                      <a:lnTo>
                        <a:pt x="932" y="2920"/>
                      </a:lnTo>
                      <a:lnTo>
                        <a:pt x="949" y="2919"/>
                      </a:lnTo>
                      <a:lnTo>
                        <a:pt x="956" y="2918"/>
                      </a:lnTo>
                      <a:lnTo>
                        <a:pt x="962" y="2916"/>
                      </a:lnTo>
                      <a:lnTo>
                        <a:pt x="963" y="2914"/>
                      </a:lnTo>
                      <a:lnTo>
                        <a:pt x="965" y="2912"/>
                      </a:lnTo>
                      <a:lnTo>
                        <a:pt x="965" y="2910"/>
                      </a:lnTo>
                      <a:lnTo>
                        <a:pt x="967" y="2908"/>
                      </a:lnTo>
                      <a:lnTo>
                        <a:pt x="965" y="2893"/>
                      </a:lnTo>
                      <a:lnTo>
                        <a:pt x="964" y="2879"/>
                      </a:lnTo>
                      <a:lnTo>
                        <a:pt x="964" y="2872"/>
                      </a:lnTo>
                      <a:lnTo>
                        <a:pt x="965" y="2867"/>
                      </a:lnTo>
                      <a:lnTo>
                        <a:pt x="969" y="2864"/>
                      </a:lnTo>
                      <a:lnTo>
                        <a:pt x="976" y="2862"/>
                      </a:lnTo>
                      <a:lnTo>
                        <a:pt x="978" y="2861"/>
                      </a:lnTo>
                      <a:lnTo>
                        <a:pt x="981" y="2860"/>
                      </a:lnTo>
                      <a:lnTo>
                        <a:pt x="982" y="2859"/>
                      </a:lnTo>
                      <a:lnTo>
                        <a:pt x="981" y="2857"/>
                      </a:lnTo>
                      <a:lnTo>
                        <a:pt x="977" y="2851"/>
                      </a:lnTo>
                      <a:lnTo>
                        <a:pt x="975" y="2845"/>
                      </a:lnTo>
                      <a:lnTo>
                        <a:pt x="975" y="2842"/>
                      </a:lnTo>
                      <a:lnTo>
                        <a:pt x="974" y="2838"/>
                      </a:lnTo>
                      <a:lnTo>
                        <a:pt x="973" y="2836"/>
                      </a:lnTo>
                      <a:lnTo>
                        <a:pt x="970" y="2834"/>
                      </a:lnTo>
                      <a:lnTo>
                        <a:pt x="968" y="2834"/>
                      </a:lnTo>
                      <a:lnTo>
                        <a:pt x="965" y="2834"/>
                      </a:lnTo>
                      <a:lnTo>
                        <a:pt x="963" y="2835"/>
                      </a:lnTo>
                      <a:lnTo>
                        <a:pt x="961" y="2837"/>
                      </a:lnTo>
                      <a:lnTo>
                        <a:pt x="957" y="2840"/>
                      </a:lnTo>
                      <a:lnTo>
                        <a:pt x="955" y="2842"/>
                      </a:lnTo>
                      <a:lnTo>
                        <a:pt x="951" y="2843"/>
                      </a:lnTo>
                      <a:lnTo>
                        <a:pt x="949" y="2844"/>
                      </a:lnTo>
                      <a:lnTo>
                        <a:pt x="946" y="2843"/>
                      </a:lnTo>
                      <a:lnTo>
                        <a:pt x="944" y="2841"/>
                      </a:lnTo>
                      <a:lnTo>
                        <a:pt x="942" y="2837"/>
                      </a:lnTo>
                      <a:lnTo>
                        <a:pt x="940" y="2834"/>
                      </a:lnTo>
                      <a:lnTo>
                        <a:pt x="940" y="2823"/>
                      </a:lnTo>
                      <a:lnTo>
                        <a:pt x="942" y="2815"/>
                      </a:lnTo>
                      <a:lnTo>
                        <a:pt x="942" y="2811"/>
                      </a:lnTo>
                      <a:lnTo>
                        <a:pt x="940" y="2809"/>
                      </a:lnTo>
                      <a:lnTo>
                        <a:pt x="938" y="2806"/>
                      </a:lnTo>
                      <a:lnTo>
                        <a:pt x="936" y="2804"/>
                      </a:lnTo>
                      <a:lnTo>
                        <a:pt x="927" y="2800"/>
                      </a:lnTo>
                      <a:lnTo>
                        <a:pt x="918" y="2794"/>
                      </a:lnTo>
                      <a:lnTo>
                        <a:pt x="900" y="2788"/>
                      </a:lnTo>
                      <a:lnTo>
                        <a:pt x="885" y="2782"/>
                      </a:lnTo>
                      <a:lnTo>
                        <a:pt x="881" y="2780"/>
                      </a:lnTo>
                      <a:lnTo>
                        <a:pt x="879" y="2779"/>
                      </a:lnTo>
                      <a:lnTo>
                        <a:pt x="877" y="2779"/>
                      </a:lnTo>
                      <a:lnTo>
                        <a:pt x="876" y="2780"/>
                      </a:lnTo>
                      <a:lnTo>
                        <a:pt x="876" y="2782"/>
                      </a:lnTo>
                      <a:lnTo>
                        <a:pt x="880" y="2792"/>
                      </a:lnTo>
                      <a:lnTo>
                        <a:pt x="885" y="2804"/>
                      </a:lnTo>
                      <a:lnTo>
                        <a:pt x="888" y="2812"/>
                      </a:lnTo>
                      <a:lnTo>
                        <a:pt x="889" y="2821"/>
                      </a:lnTo>
                      <a:lnTo>
                        <a:pt x="889" y="2830"/>
                      </a:lnTo>
                      <a:lnTo>
                        <a:pt x="888" y="2840"/>
                      </a:lnTo>
                      <a:lnTo>
                        <a:pt x="887" y="2844"/>
                      </a:lnTo>
                      <a:lnTo>
                        <a:pt x="886" y="2847"/>
                      </a:lnTo>
                      <a:lnTo>
                        <a:pt x="883" y="2849"/>
                      </a:lnTo>
                      <a:lnTo>
                        <a:pt x="882" y="2849"/>
                      </a:lnTo>
                      <a:lnTo>
                        <a:pt x="876" y="2848"/>
                      </a:lnTo>
                      <a:lnTo>
                        <a:pt x="867" y="2849"/>
                      </a:lnTo>
                      <a:lnTo>
                        <a:pt x="862" y="2851"/>
                      </a:lnTo>
                      <a:lnTo>
                        <a:pt x="858" y="2855"/>
                      </a:lnTo>
                      <a:lnTo>
                        <a:pt x="855" y="2860"/>
                      </a:lnTo>
                      <a:lnTo>
                        <a:pt x="854" y="2866"/>
                      </a:lnTo>
                      <a:lnTo>
                        <a:pt x="851" y="2872"/>
                      </a:lnTo>
                      <a:lnTo>
                        <a:pt x="849" y="2879"/>
                      </a:lnTo>
                      <a:lnTo>
                        <a:pt x="844" y="2885"/>
                      </a:lnTo>
                      <a:lnTo>
                        <a:pt x="837" y="2889"/>
                      </a:lnTo>
                      <a:lnTo>
                        <a:pt x="828" y="2894"/>
                      </a:lnTo>
                      <a:lnTo>
                        <a:pt x="816" y="2899"/>
                      </a:lnTo>
                      <a:lnTo>
                        <a:pt x="803" y="2901"/>
                      </a:lnTo>
                      <a:lnTo>
                        <a:pt x="794" y="2903"/>
                      </a:lnTo>
                      <a:lnTo>
                        <a:pt x="787" y="2903"/>
                      </a:lnTo>
                      <a:lnTo>
                        <a:pt x="776" y="2903"/>
                      </a:lnTo>
                      <a:lnTo>
                        <a:pt x="773" y="2901"/>
                      </a:lnTo>
                      <a:lnTo>
                        <a:pt x="768" y="2900"/>
                      </a:lnTo>
                      <a:lnTo>
                        <a:pt x="765" y="2899"/>
                      </a:lnTo>
                      <a:lnTo>
                        <a:pt x="763" y="2898"/>
                      </a:lnTo>
                      <a:lnTo>
                        <a:pt x="761" y="2893"/>
                      </a:lnTo>
                      <a:lnTo>
                        <a:pt x="757" y="2887"/>
                      </a:lnTo>
                      <a:lnTo>
                        <a:pt x="755" y="2879"/>
                      </a:lnTo>
                      <a:lnTo>
                        <a:pt x="753" y="2870"/>
                      </a:lnTo>
                      <a:lnTo>
                        <a:pt x="751" y="2856"/>
                      </a:lnTo>
                      <a:lnTo>
                        <a:pt x="750" y="2845"/>
                      </a:lnTo>
                      <a:lnTo>
                        <a:pt x="749" y="2841"/>
                      </a:lnTo>
                      <a:lnTo>
                        <a:pt x="747" y="2838"/>
                      </a:lnTo>
                      <a:lnTo>
                        <a:pt x="743" y="2836"/>
                      </a:lnTo>
                      <a:lnTo>
                        <a:pt x="738" y="2835"/>
                      </a:lnTo>
                      <a:lnTo>
                        <a:pt x="732" y="2835"/>
                      </a:lnTo>
                      <a:lnTo>
                        <a:pt x="728" y="2835"/>
                      </a:lnTo>
                      <a:lnTo>
                        <a:pt x="724" y="2835"/>
                      </a:lnTo>
                      <a:lnTo>
                        <a:pt x="721" y="2832"/>
                      </a:lnTo>
                      <a:lnTo>
                        <a:pt x="718" y="2830"/>
                      </a:lnTo>
                      <a:lnTo>
                        <a:pt x="717" y="2825"/>
                      </a:lnTo>
                      <a:lnTo>
                        <a:pt x="716" y="2819"/>
                      </a:lnTo>
                      <a:lnTo>
                        <a:pt x="716" y="2811"/>
                      </a:lnTo>
                      <a:lnTo>
                        <a:pt x="717" y="2796"/>
                      </a:lnTo>
                      <a:lnTo>
                        <a:pt x="716" y="2782"/>
                      </a:lnTo>
                      <a:lnTo>
                        <a:pt x="715" y="2778"/>
                      </a:lnTo>
                      <a:lnTo>
                        <a:pt x="713" y="2774"/>
                      </a:lnTo>
                      <a:lnTo>
                        <a:pt x="710" y="2771"/>
                      </a:lnTo>
                      <a:lnTo>
                        <a:pt x="705" y="2767"/>
                      </a:lnTo>
                      <a:lnTo>
                        <a:pt x="691" y="2761"/>
                      </a:lnTo>
                      <a:lnTo>
                        <a:pt x="675" y="2753"/>
                      </a:lnTo>
                      <a:lnTo>
                        <a:pt x="659" y="2746"/>
                      </a:lnTo>
                      <a:lnTo>
                        <a:pt x="646" y="2737"/>
                      </a:lnTo>
                      <a:lnTo>
                        <a:pt x="635" y="2730"/>
                      </a:lnTo>
                      <a:lnTo>
                        <a:pt x="627" y="2723"/>
                      </a:lnTo>
                      <a:lnTo>
                        <a:pt x="621" y="2714"/>
                      </a:lnTo>
                      <a:lnTo>
                        <a:pt x="616" y="2704"/>
                      </a:lnTo>
                      <a:lnTo>
                        <a:pt x="614" y="2695"/>
                      </a:lnTo>
                      <a:lnTo>
                        <a:pt x="611" y="2686"/>
                      </a:lnTo>
                      <a:lnTo>
                        <a:pt x="610" y="2683"/>
                      </a:lnTo>
                      <a:lnTo>
                        <a:pt x="608" y="2679"/>
                      </a:lnTo>
                      <a:lnTo>
                        <a:pt x="605" y="2676"/>
                      </a:lnTo>
                      <a:lnTo>
                        <a:pt x="600" y="2673"/>
                      </a:lnTo>
                      <a:lnTo>
                        <a:pt x="598" y="2670"/>
                      </a:lnTo>
                      <a:lnTo>
                        <a:pt x="597" y="2665"/>
                      </a:lnTo>
                      <a:lnTo>
                        <a:pt x="597" y="2660"/>
                      </a:lnTo>
                      <a:lnTo>
                        <a:pt x="599" y="2654"/>
                      </a:lnTo>
                      <a:lnTo>
                        <a:pt x="605" y="2642"/>
                      </a:lnTo>
                      <a:lnTo>
                        <a:pt x="610" y="2629"/>
                      </a:lnTo>
                      <a:lnTo>
                        <a:pt x="614" y="2615"/>
                      </a:lnTo>
                      <a:lnTo>
                        <a:pt x="618" y="2599"/>
                      </a:lnTo>
                      <a:lnTo>
                        <a:pt x="621" y="2590"/>
                      </a:lnTo>
                      <a:lnTo>
                        <a:pt x="624" y="2582"/>
                      </a:lnTo>
                      <a:lnTo>
                        <a:pt x="630" y="2574"/>
                      </a:lnTo>
                      <a:lnTo>
                        <a:pt x="636" y="2567"/>
                      </a:lnTo>
                      <a:lnTo>
                        <a:pt x="654" y="2551"/>
                      </a:lnTo>
                      <a:lnTo>
                        <a:pt x="677" y="2532"/>
                      </a:lnTo>
                      <a:lnTo>
                        <a:pt x="700" y="2513"/>
                      </a:lnTo>
                      <a:lnTo>
                        <a:pt x="721" y="2495"/>
                      </a:lnTo>
                      <a:lnTo>
                        <a:pt x="738" y="2482"/>
                      </a:lnTo>
                      <a:lnTo>
                        <a:pt x="757" y="2470"/>
                      </a:lnTo>
                      <a:lnTo>
                        <a:pt x="773" y="2460"/>
                      </a:lnTo>
                      <a:lnTo>
                        <a:pt x="785" y="2451"/>
                      </a:lnTo>
                      <a:lnTo>
                        <a:pt x="789" y="2446"/>
                      </a:lnTo>
                      <a:lnTo>
                        <a:pt x="793" y="2440"/>
                      </a:lnTo>
                      <a:lnTo>
                        <a:pt x="797" y="2433"/>
                      </a:lnTo>
                      <a:lnTo>
                        <a:pt x="799" y="2426"/>
                      </a:lnTo>
                      <a:lnTo>
                        <a:pt x="803" y="2410"/>
                      </a:lnTo>
                      <a:lnTo>
                        <a:pt x="806" y="2396"/>
                      </a:lnTo>
                      <a:lnTo>
                        <a:pt x="809" y="2390"/>
                      </a:lnTo>
                      <a:lnTo>
                        <a:pt x="811" y="2384"/>
                      </a:lnTo>
                      <a:lnTo>
                        <a:pt x="814" y="2380"/>
                      </a:lnTo>
                      <a:lnTo>
                        <a:pt x="818" y="2375"/>
                      </a:lnTo>
                      <a:lnTo>
                        <a:pt x="823" y="2371"/>
                      </a:lnTo>
                      <a:lnTo>
                        <a:pt x="828" y="2369"/>
                      </a:lnTo>
                      <a:lnTo>
                        <a:pt x="833" y="2366"/>
                      </a:lnTo>
                      <a:lnTo>
                        <a:pt x="839" y="2364"/>
                      </a:lnTo>
                      <a:lnTo>
                        <a:pt x="845" y="2362"/>
                      </a:lnTo>
                      <a:lnTo>
                        <a:pt x="852" y="2358"/>
                      </a:lnTo>
                      <a:lnTo>
                        <a:pt x="861" y="2353"/>
                      </a:lnTo>
                      <a:lnTo>
                        <a:pt x="869" y="2347"/>
                      </a:lnTo>
                      <a:lnTo>
                        <a:pt x="883" y="2336"/>
                      </a:lnTo>
                      <a:lnTo>
                        <a:pt x="894" y="2324"/>
                      </a:lnTo>
                      <a:lnTo>
                        <a:pt x="901" y="2312"/>
                      </a:lnTo>
                      <a:lnTo>
                        <a:pt x="907" y="2295"/>
                      </a:lnTo>
                      <a:lnTo>
                        <a:pt x="914" y="2276"/>
                      </a:lnTo>
                      <a:lnTo>
                        <a:pt x="925" y="2257"/>
                      </a:lnTo>
                      <a:lnTo>
                        <a:pt x="938" y="2236"/>
                      </a:lnTo>
                      <a:lnTo>
                        <a:pt x="955" y="2214"/>
                      </a:lnTo>
                      <a:lnTo>
                        <a:pt x="971" y="2192"/>
                      </a:lnTo>
                      <a:lnTo>
                        <a:pt x="987" y="2170"/>
                      </a:lnTo>
                      <a:lnTo>
                        <a:pt x="1000" y="2154"/>
                      </a:lnTo>
                      <a:lnTo>
                        <a:pt x="1015" y="2135"/>
                      </a:lnTo>
                      <a:lnTo>
                        <a:pt x="1031" y="2117"/>
                      </a:lnTo>
                      <a:lnTo>
                        <a:pt x="1046" y="2101"/>
                      </a:lnTo>
                      <a:lnTo>
                        <a:pt x="1052" y="2095"/>
                      </a:lnTo>
                      <a:lnTo>
                        <a:pt x="1057" y="2093"/>
                      </a:lnTo>
                      <a:lnTo>
                        <a:pt x="1059" y="2093"/>
                      </a:lnTo>
                      <a:lnTo>
                        <a:pt x="1061" y="2093"/>
                      </a:lnTo>
                      <a:lnTo>
                        <a:pt x="1063" y="2095"/>
                      </a:lnTo>
                      <a:lnTo>
                        <a:pt x="1065" y="2100"/>
                      </a:lnTo>
                      <a:lnTo>
                        <a:pt x="1070" y="2111"/>
                      </a:lnTo>
                      <a:lnTo>
                        <a:pt x="1075" y="2124"/>
                      </a:lnTo>
                      <a:lnTo>
                        <a:pt x="1080" y="2137"/>
                      </a:lnTo>
                      <a:lnTo>
                        <a:pt x="1083" y="2148"/>
                      </a:lnTo>
                      <a:lnTo>
                        <a:pt x="1088" y="2161"/>
                      </a:lnTo>
                      <a:lnTo>
                        <a:pt x="1094" y="2176"/>
                      </a:lnTo>
                      <a:lnTo>
                        <a:pt x="1100" y="2192"/>
                      </a:lnTo>
                      <a:lnTo>
                        <a:pt x="1104" y="2204"/>
                      </a:lnTo>
                      <a:lnTo>
                        <a:pt x="1109" y="2213"/>
                      </a:lnTo>
                      <a:lnTo>
                        <a:pt x="1114" y="2221"/>
                      </a:lnTo>
                      <a:lnTo>
                        <a:pt x="1120" y="2229"/>
                      </a:lnTo>
                      <a:lnTo>
                        <a:pt x="1126" y="2235"/>
                      </a:lnTo>
                      <a:lnTo>
                        <a:pt x="1129" y="2239"/>
                      </a:lnTo>
                      <a:lnTo>
                        <a:pt x="1132" y="2244"/>
                      </a:lnTo>
                      <a:lnTo>
                        <a:pt x="1134" y="2251"/>
                      </a:lnTo>
                      <a:lnTo>
                        <a:pt x="1135" y="2260"/>
                      </a:lnTo>
                      <a:lnTo>
                        <a:pt x="1135" y="2268"/>
                      </a:lnTo>
                      <a:lnTo>
                        <a:pt x="1135" y="2271"/>
                      </a:lnTo>
                      <a:lnTo>
                        <a:pt x="1138" y="2269"/>
                      </a:lnTo>
                      <a:lnTo>
                        <a:pt x="1144" y="2262"/>
                      </a:lnTo>
                      <a:lnTo>
                        <a:pt x="1148" y="2254"/>
                      </a:lnTo>
                      <a:lnTo>
                        <a:pt x="1152" y="2246"/>
                      </a:lnTo>
                      <a:lnTo>
                        <a:pt x="1153" y="2237"/>
                      </a:lnTo>
                      <a:lnTo>
                        <a:pt x="1154" y="2227"/>
                      </a:lnTo>
                      <a:lnTo>
                        <a:pt x="1157" y="2218"/>
                      </a:lnTo>
                      <a:lnTo>
                        <a:pt x="1159" y="2211"/>
                      </a:lnTo>
                      <a:lnTo>
                        <a:pt x="1162" y="2202"/>
                      </a:lnTo>
                      <a:lnTo>
                        <a:pt x="1165" y="2192"/>
                      </a:lnTo>
                      <a:lnTo>
                        <a:pt x="1165" y="2185"/>
                      </a:lnTo>
                      <a:lnTo>
                        <a:pt x="1165" y="2180"/>
                      </a:lnTo>
                      <a:lnTo>
                        <a:pt x="1164" y="2175"/>
                      </a:lnTo>
                      <a:lnTo>
                        <a:pt x="1163" y="2170"/>
                      </a:lnTo>
                      <a:lnTo>
                        <a:pt x="1158" y="2162"/>
                      </a:lnTo>
                      <a:lnTo>
                        <a:pt x="1153" y="2151"/>
                      </a:lnTo>
                      <a:lnTo>
                        <a:pt x="1150" y="2138"/>
                      </a:lnTo>
                      <a:lnTo>
                        <a:pt x="1145" y="2122"/>
                      </a:lnTo>
                      <a:lnTo>
                        <a:pt x="1141" y="2105"/>
                      </a:lnTo>
                      <a:lnTo>
                        <a:pt x="1140" y="2087"/>
                      </a:lnTo>
                      <a:lnTo>
                        <a:pt x="1140" y="2065"/>
                      </a:lnTo>
                      <a:lnTo>
                        <a:pt x="1143" y="2035"/>
                      </a:lnTo>
                      <a:lnTo>
                        <a:pt x="1145" y="2004"/>
                      </a:lnTo>
                      <a:lnTo>
                        <a:pt x="1147" y="1979"/>
                      </a:lnTo>
                      <a:lnTo>
                        <a:pt x="1151" y="1958"/>
                      </a:lnTo>
                      <a:lnTo>
                        <a:pt x="1157" y="1934"/>
                      </a:lnTo>
                      <a:lnTo>
                        <a:pt x="1163" y="1909"/>
                      </a:lnTo>
                      <a:lnTo>
                        <a:pt x="1170" y="1885"/>
                      </a:lnTo>
                      <a:lnTo>
                        <a:pt x="1175" y="1864"/>
                      </a:lnTo>
                      <a:lnTo>
                        <a:pt x="1178" y="1844"/>
                      </a:lnTo>
                      <a:lnTo>
                        <a:pt x="1181" y="1824"/>
                      </a:lnTo>
                      <a:lnTo>
                        <a:pt x="1185" y="1809"/>
                      </a:lnTo>
                      <a:lnTo>
                        <a:pt x="1189" y="1803"/>
                      </a:lnTo>
                      <a:lnTo>
                        <a:pt x="1192" y="1798"/>
                      </a:lnTo>
                      <a:lnTo>
                        <a:pt x="1198" y="1795"/>
                      </a:lnTo>
                      <a:lnTo>
                        <a:pt x="1206" y="1792"/>
                      </a:lnTo>
                      <a:lnTo>
                        <a:pt x="1219" y="1791"/>
                      </a:lnTo>
                      <a:lnTo>
                        <a:pt x="1233" y="1792"/>
                      </a:lnTo>
                      <a:lnTo>
                        <a:pt x="1245" y="1792"/>
                      </a:lnTo>
                      <a:lnTo>
                        <a:pt x="1255" y="1792"/>
                      </a:lnTo>
                      <a:lnTo>
                        <a:pt x="1259" y="1791"/>
                      </a:lnTo>
                      <a:lnTo>
                        <a:pt x="1264" y="1789"/>
                      </a:lnTo>
                      <a:lnTo>
                        <a:pt x="1267" y="1786"/>
                      </a:lnTo>
                      <a:lnTo>
                        <a:pt x="1271" y="1783"/>
                      </a:lnTo>
                      <a:lnTo>
                        <a:pt x="1274" y="1778"/>
                      </a:lnTo>
                      <a:lnTo>
                        <a:pt x="1277" y="1771"/>
                      </a:lnTo>
                      <a:lnTo>
                        <a:pt x="1280" y="1761"/>
                      </a:lnTo>
                      <a:lnTo>
                        <a:pt x="1283" y="1752"/>
                      </a:lnTo>
                      <a:lnTo>
                        <a:pt x="1288" y="1732"/>
                      </a:lnTo>
                      <a:lnTo>
                        <a:pt x="1290" y="1713"/>
                      </a:lnTo>
                      <a:lnTo>
                        <a:pt x="1290" y="1696"/>
                      </a:lnTo>
                      <a:lnTo>
                        <a:pt x="1290" y="1679"/>
                      </a:lnTo>
                      <a:lnTo>
                        <a:pt x="1289" y="1671"/>
                      </a:lnTo>
                      <a:lnTo>
                        <a:pt x="1288" y="1663"/>
                      </a:lnTo>
                      <a:lnTo>
                        <a:pt x="1285" y="1655"/>
                      </a:lnTo>
                      <a:lnTo>
                        <a:pt x="1282" y="1647"/>
                      </a:lnTo>
                      <a:lnTo>
                        <a:pt x="1273" y="1632"/>
                      </a:lnTo>
                      <a:lnTo>
                        <a:pt x="1263" y="1615"/>
                      </a:lnTo>
                      <a:lnTo>
                        <a:pt x="1252" y="1601"/>
                      </a:lnTo>
                      <a:lnTo>
                        <a:pt x="1244" y="1590"/>
                      </a:lnTo>
                      <a:lnTo>
                        <a:pt x="1238" y="1582"/>
                      </a:lnTo>
                      <a:lnTo>
                        <a:pt x="1236" y="1576"/>
                      </a:lnTo>
                      <a:lnTo>
                        <a:pt x="1238" y="1574"/>
                      </a:lnTo>
                      <a:lnTo>
                        <a:pt x="1238" y="1573"/>
                      </a:lnTo>
                      <a:lnTo>
                        <a:pt x="1240" y="1571"/>
                      </a:lnTo>
                      <a:lnTo>
                        <a:pt x="1242" y="1570"/>
                      </a:lnTo>
                      <a:lnTo>
                        <a:pt x="1247" y="1569"/>
                      </a:lnTo>
                      <a:lnTo>
                        <a:pt x="1251" y="1568"/>
                      </a:lnTo>
                      <a:lnTo>
                        <a:pt x="1252" y="1567"/>
                      </a:lnTo>
                      <a:lnTo>
                        <a:pt x="1253" y="1564"/>
                      </a:lnTo>
                      <a:lnTo>
                        <a:pt x="1254" y="1561"/>
                      </a:lnTo>
                      <a:lnTo>
                        <a:pt x="1254" y="1557"/>
                      </a:lnTo>
                      <a:lnTo>
                        <a:pt x="1254" y="1546"/>
                      </a:lnTo>
                      <a:lnTo>
                        <a:pt x="1253" y="1538"/>
                      </a:lnTo>
                      <a:lnTo>
                        <a:pt x="1252" y="1531"/>
                      </a:lnTo>
                      <a:lnTo>
                        <a:pt x="1250" y="1524"/>
                      </a:lnTo>
                      <a:lnTo>
                        <a:pt x="1247" y="1517"/>
                      </a:lnTo>
                      <a:lnTo>
                        <a:pt x="1246" y="1511"/>
                      </a:lnTo>
                      <a:lnTo>
                        <a:pt x="1245" y="1504"/>
                      </a:lnTo>
                      <a:lnTo>
                        <a:pt x="1244" y="1496"/>
                      </a:lnTo>
                      <a:lnTo>
                        <a:pt x="1244" y="1488"/>
                      </a:lnTo>
                      <a:lnTo>
                        <a:pt x="1244" y="1479"/>
                      </a:lnTo>
                      <a:lnTo>
                        <a:pt x="1242" y="1467"/>
                      </a:lnTo>
                      <a:lnTo>
                        <a:pt x="1241" y="1451"/>
                      </a:lnTo>
                      <a:lnTo>
                        <a:pt x="1241" y="1435"/>
                      </a:lnTo>
                      <a:lnTo>
                        <a:pt x="1242" y="1419"/>
                      </a:lnTo>
                      <a:lnTo>
                        <a:pt x="1246" y="1405"/>
                      </a:lnTo>
                      <a:lnTo>
                        <a:pt x="1248" y="1392"/>
                      </a:lnTo>
                      <a:lnTo>
                        <a:pt x="1253" y="1381"/>
                      </a:lnTo>
                      <a:lnTo>
                        <a:pt x="1258" y="1369"/>
                      </a:lnTo>
                      <a:lnTo>
                        <a:pt x="1264" y="1356"/>
                      </a:lnTo>
                      <a:lnTo>
                        <a:pt x="1267" y="1343"/>
                      </a:lnTo>
                      <a:lnTo>
                        <a:pt x="1272" y="1331"/>
                      </a:lnTo>
                      <a:lnTo>
                        <a:pt x="1278" y="1321"/>
                      </a:lnTo>
                      <a:lnTo>
                        <a:pt x="1284" y="1311"/>
                      </a:lnTo>
                      <a:lnTo>
                        <a:pt x="1289" y="1299"/>
                      </a:lnTo>
                      <a:lnTo>
                        <a:pt x="1292" y="1286"/>
                      </a:lnTo>
                      <a:lnTo>
                        <a:pt x="1295" y="1271"/>
                      </a:lnTo>
                      <a:lnTo>
                        <a:pt x="1296" y="1255"/>
                      </a:lnTo>
                      <a:lnTo>
                        <a:pt x="1295" y="1242"/>
                      </a:lnTo>
                      <a:lnTo>
                        <a:pt x="1295" y="1237"/>
                      </a:lnTo>
                      <a:lnTo>
                        <a:pt x="1295" y="1233"/>
                      </a:lnTo>
                      <a:lnTo>
                        <a:pt x="1296" y="1229"/>
                      </a:lnTo>
                      <a:lnTo>
                        <a:pt x="1297" y="1225"/>
                      </a:lnTo>
                      <a:lnTo>
                        <a:pt x="1302" y="1221"/>
                      </a:lnTo>
                      <a:lnTo>
                        <a:pt x="1308" y="1216"/>
                      </a:lnTo>
                      <a:lnTo>
                        <a:pt x="1314" y="1212"/>
                      </a:lnTo>
                      <a:lnTo>
                        <a:pt x="1322" y="1209"/>
                      </a:lnTo>
                      <a:lnTo>
                        <a:pt x="1330" y="1202"/>
                      </a:lnTo>
                      <a:lnTo>
                        <a:pt x="1340" y="1193"/>
                      </a:lnTo>
                      <a:lnTo>
                        <a:pt x="1348" y="1183"/>
                      </a:lnTo>
                      <a:lnTo>
                        <a:pt x="1354" y="1172"/>
                      </a:lnTo>
                      <a:lnTo>
                        <a:pt x="1358" y="1162"/>
                      </a:lnTo>
                      <a:lnTo>
                        <a:pt x="1359" y="1152"/>
                      </a:lnTo>
                      <a:lnTo>
                        <a:pt x="1358" y="1140"/>
                      </a:lnTo>
                      <a:lnTo>
                        <a:pt x="1355" y="1126"/>
                      </a:lnTo>
                      <a:lnTo>
                        <a:pt x="1352" y="1111"/>
                      </a:lnTo>
                      <a:lnTo>
                        <a:pt x="1348" y="1099"/>
                      </a:lnTo>
                      <a:lnTo>
                        <a:pt x="1347" y="1094"/>
                      </a:lnTo>
                      <a:lnTo>
                        <a:pt x="1347" y="1089"/>
                      </a:lnTo>
                      <a:lnTo>
                        <a:pt x="1347" y="1083"/>
                      </a:lnTo>
                      <a:lnTo>
                        <a:pt x="1348" y="1079"/>
                      </a:lnTo>
                      <a:lnTo>
                        <a:pt x="1351" y="1071"/>
                      </a:lnTo>
                      <a:lnTo>
                        <a:pt x="1354" y="1065"/>
                      </a:lnTo>
                      <a:lnTo>
                        <a:pt x="1360" y="1060"/>
                      </a:lnTo>
                      <a:lnTo>
                        <a:pt x="1366" y="1053"/>
                      </a:lnTo>
                      <a:lnTo>
                        <a:pt x="1372" y="1045"/>
                      </a:lnTo>
                      <a:lnTo>
                        <a:pt x="1377" y="1035"/>
                      </a:lnTo>
                      <a:lnTo>
                        <a:pt x="1381" y="1026"/>
                      </a:lnTo>
                      <a:lnTo>
                        <a:pt x="1390" y="1014"/>
                      </a:lnTo>
                      <a:lnTo>
                        <a:pt x="1397" y="1002"/>
                      </a:lnTo>
                      <a:lnTo>
                        <a:pt x="1402" y="994"/>
                      </a:lnTo>
                      <a:lnTo>
                        <a:pt x="1403" y="989"/>
                      </a:lnTo>
                      <a:lnTo>
                        <a:pt x="1403" y="983"/>
                      </a:lnTo>
                      <a:lnTo>
                        <a:pt x="1402" y="977"/>
                      </a:lnTo>
                      <a:lnTo>
                        <a:pt x="1400" y="971"/>
                      </a:lnTo>
                      <a:lnTo>
                        <a:pt x="1399" y="964"/>
                      </a:lnTo>
                      <a:lnTo>
                        <a:pt x="1397" y="957"/>
                      </a:lnTo>
                      <a:lnTo>
                        <a:pt x="1393" y="951"/>
                      </a:lnTo>
                      <a:lnTo>
                        <a:pt x="1390" y="946"/>
                      </a:lnTo>
                      <a:lnTo>
                        <a:pt x="1383" y="938"/>
                      </a:lnTo>
                      <a:lnTo>
                        <a:pt x="1377" y="932"/>
                      </a:lnTo>
                      <a:lnTo>
                        <a:pt x="1370" y="928"/>
                      </a:lnTo>
                      <a:lnTo>
                        <a:pt x="1361" y="926"/>
                      </a:lnTo>
                      <a:lnTo>
                        <a:pt x="1354" y="922"/>
                      </a:lnTo>
                      <a:lnTo>
                        <a:pt x="1348" y="916"/>
                      </a:lnTo>
                      <a:lnTo>
                        <a:pt x="1342" y="910"/>
                      </a:lnTo>
                      <a:lnTo>
                        <a:pt x="1335" y="903"/>
                      </a:lnTo>
                      <a:lnTo>
                        <a:pt x="1324" y="893"/>
                      </a:lnTo>
                      <a:lnTo>
                        <a:pt x="1315" y="881"/>
                      </a:lnTo>
                      <a:lnTo>
                        <a:pt x="1302" y="866"/>
                      </a:lnTo>
                      <a:lnTo>
                        <a:pt x="1285" y="852"/>
                      </a:lnTo>
                      <a:lnTo>
                        <a:pt x="1277" y="845"/>
                      </a:lnTo>
                      <a:lnTo>
                        <a:pt x="1269" y="836"/>
                      </a:lnTo>
                      <a:lnTo>
                        <a:pt x="1260" y="827"/>
                      </a:lnTo>
                      <a:lnTo>
                        <a:pt x="1252" y="818"/>
                      </a:lnTo>
                      <a:lnTo>
                        <a:pt x="1238" y="799"/>
                      </a:lnTo>
                      <a:lnTo>
                        <a:pt x="1227" y="784"/>
                      </a:lnTo>
                      <a:lnTo>
                        <a:pt x="1216" y="771"/>
                      </a:lnTo>
                      <a:lnTo>
                        <a:pt x="1204" y="760"/>
                      </a:lnTo>
                      <a:lnTo>
                        <a:pt x="1197" y="754"/>
                      </a:lnTo>
                      <a:lnTo>
                        <a:pt x="1190" y="748"/>
                      </a:lnTo>
                      <a:lnTo>
                        <a:pt x="1182" y="742"/>
                      </a:lnTo>
                      <a:lnTo>
                        <a:pt x="1172" y="737"/>
                      </a:lnTo>
                      <a:lnTo>
                        <a:pt x="1159" y="726"/>
                      </a:lnTo>
                      <a:lnTo>
                        <a:pt x="1148" y="717"/>
                      </a:lnTo>
                      <a:lnTo>
                        <a:pt x="1145" y="716"/>
                      </a:lnTo>
                      <a:lnTo>
                        <a:pt x="1141" y="716"/>
                      </a:lnTo>
                      <a:lnTo>
                        <a:pt x="1137" y="717"/>
                      </a:lnTo>
                      <a:lnTo>
                        <a:pt x="1132" y="719"/>
                      </a:lnTo>
                      <a:lnTo>
                        <a:pt x="1121" y="725"/>
                      </a:lnTo>
                      <a:lnTo>
                        <a:pt x="1110" y="727"/>
                      </a:lnTo>
                      <a:lnTo>
                        <a:pt x="1103" y="729"/>
                      </a:lnTo>
                      <a:lnTo>
                        <a:pt x="1097" y="729"/>
                      </a:lnTo>
                      <a:lnTo>
                        <a:pt x="1095" y="730"/>
                      </a:lnTo>
                      <a:lnTo>
                        <a:pt x="1093" y="731"/>
                      </a:lnTo>
                      <a:lnTo>
                        <a:pt x="1093" y="733"/>
                      </a:lnTo>
                      <a:lnTo>
                        <a:pt x="1093" y="736"/>
                      </a:lnTo>
                      <a:lnTo>
                        <a:pt x="1094" y="745"/>
                      </a:lnTo>
                      <a:lnTo>
                        <a:pt x="1094" y="757"/>
                      </a:lnTo>
                      <a:lnTo>
                        <a:pt x="1093" y="763"/>
                      </a:lnTo>
                      <a:lnTo>
                        <a:pt x="1091" y="769"/>
                      </a:lnTo>
                      <a:lnTo>
                        <a:pt x="1089" y="774"/>
                      </a:lnTo>
                      <a:lnTo>
                        <a:pt x="1085" y="777"/>
                      </a:lnTo>
                      <a:lnTo>
                        <a:pt x="1076" y="782"/>
                      </a:lnTo>
                      <a:lnTo>
                        <a:pt x="1068" y="788"/>
                      </a:lnTo>
                      <a:lnTo>
                        <a:pt x="1064" y="792"/>
                      </a:lnTo>
                      <a:lnTo>
                        <a:pt x="1062" y="795"/>
                      </a:lnTo>
                      <a:lnTo>
                        <a:pt x="1061" y="799"/>
                      </a:lnTo>
                      <a:lnTo>
                        <a:pt x="1062" y="803"/>
                      </a:lnTo>
                      <a:lnTo>
                        <a:pt x="1064" y="813"/>
                      </a:lnTo>
                      <a:lnTo>
                        <a:pt x="1064" y="823"/>
                      </a:lnTo>
                      <a:lnTo>
                        <a:pt x="1064" y="827"/>
                      </a:lnTo>
                      <a:lnTo>
                        <a:pt x="1062" y="831"/>
                      </a:lnTo>
                      <a:lnTo>
                        <a:pt x="1059" y="836"/>
                      </a:lnTo>
                      <a:lnTo>
                        <a:pt x="1056" y="838"/>
                      </a:lnTo>
                      <a:lnTo>
                        <a:pt x="1045" y="847"/>
                      </a:lnTo>
                      <a:lnTo>
                        <a:pt x="1028" y="858"/>
                      </a:lnTo>
                      <a:lnTo>
                        <a:pt x="1012" y="869"/>
                      </a:lnTo>
                      <a:lnTo>
                        <a:pt x="999" y="876"/>
                      </a:lnTo>
                      <a:lnTo>
                        <a:pt x="994" y="877"/>
                      </a:lnTo>
                      <a:lnTo>
                        <a:pt x="989" y="878"/>
                      </a:lnTo>
                      <a:lnTo>
                        <a:pt x="984" y="878"/>
                      </a:lnTo>
                      <a:lnTo>
                        <a:pt x="978" y="877"/>
                      </a:lnTo>
                      <a:lnTo>
                        <a:pt x="970" y="874"/>
                      </a:lnTo>
                      <a:lnTo>
                        <a:pt x="962" y="870"/>
                      </a:lnTo>
                      <a:lnTo>
                        <a:pt x="956" y="868"/>
                      </a:lnTo>
                      <a:lnTo>
                        <a:pt x="949" y="866"/>
                      </a:lnTo>
                      <a:lnTo>
                        <a:pt x="946" y="868"/>
                      </a:lnTo>
                      <a:lnTo>
                        <a:pt x="943" y="869"/>
                      </a:lnTo>
                      <a:lnTo>
                        <a:pt x="940" y="872"/>
                      </a:lnTo>
                      <a:lnTo>
                        <a:pt x="939" y="876"/>
                      </a:lnTo>
                      <a:lnTo>
                        <a:pt x="938" y="885"/>
                      </a:lnTo>
                      <a:lnTo>
                        <a:pt x="937" y="896"/>
                      </a:lnTo>
                      <a:lnTo>
                        <a:pt x="936" y="901"/>
                      </a:lnTo>
                      <a:lnTo>
                        <a:pt x="935" y="906"/>
                      </a:lnTo>
                      <a:lnTo>
                        <a:pt x="932" y="909"/>
                      </a:lnTo>
                      <a:lnTo>
                        <a:pt x="929" y="912"/>
                      </a:lnTo>
                      <a:lnTo>
                        <a:pt x="925" y="914"/>
                      </a:lnTo>
                      <a:lnTo>
                        <a:pt x="920" y="915"/>
                      </a:lnTo>
                      <a:lnTo>
                        <a:pt x="917" y="916"/>
                      </a:lnTo>
                      <a:lnTo>
                        <a:pt x="912" y="916"/>
                      </a:lnTo>
                      <a:lnTo>
                        <a:pt x="906" y="915"/>
                      </a:lnTo>
                      <a:lnTo>
                        <a:pt x="901" y="914"/>
                      </a:lnTo>
                      <a:lnTo>
                        <a:pt x="895" y="912"/>
                      </a:lnTo>
                      <a:lnTo>
                        <a:pt x="889" y="908"/>
                      </a:lnTo>
                      <a:lnTo>
                        <a:pt x="883" y="905"/>
                      </a:lnTo>
                      <a:lnTo>
                        <a:pt x="876" y="902"/>
                      </a:lnTo>
                      <a:lnTo>
                        <a:pt x="869" y="902"/>
                      </a:lnTo>
                      <a:lnTo>
                        <a:pt x="862" y="903"/>
                      </a:lnTo>
                      <a:lnTo>
                        <a:pt x="848" y="907"/>
                      </a:lnTo>
                      <a:lnTo>
                        <a:pt x="837" y="913"/>
                      </a:lnTo>
                      <a:lnTo>
                        <a:pt x="832" y="915"/>
                      </a:lnTo>
                      <a:lnTo>
                        <a:pt x="828" y="916"/>
                      </a:lnTo>
                      <a:lnTo>
                        <a:pt x="820" y="918"/>
                      </a:lnTo>
                      <a:lnTo>
                        <a:pt x="814" y="918"/>
                      </a:lnTo>
                      <a:lnTo>
                        <a:pt x="807" y="918"/>
                      </a:lnTo>
                      <a:lnTo>
                        <a:pt x="800" y="916"/>
                      </a:lnTo>
                      <a:lnTo>
                        <a:pt x="793" y="915"/>
                      </a:lnTo>
                      <a:lnTo>
                        <a:pt x="786" y="913"/>
                      </a:lnTo>
                      <a:lnTo>
                        <a:pt x="772" y="907"/>
                      </a:lnTo>
                      <a:lnTo>
                        <a:pt x="760" y="901"/>
                      </a:lnTo>
                      <a:lnTo>
                        <a:pt x="750" y="896"/>
                      </a:lnTo>
                      <a:lnTo>
                        <a:pt x="743" y="891"/>
                      </a:lnTo>
                      <a:lnTo>
                        <a:pt x="740" y="889"/>
                      </a:lnTo>
                      <a:lnTo>
                        <a:pt x="737" y="888"/>
                      </a:lnTo>
                      <a:lnTo>
                        <a:pt x="734" y="888"/>
                      </a:lnTo>
                      <a:lnTo>
                        <a:pt x="730" y="889"/>
                      </a:lnTo>
                      <a:lnTo>
                        <a:pt x="728" y="891"/>
                      </a:lnTo>
                      <a:lnTo>
                        <a:pt x="724" y="895"/>
                      </a:lnTo>
                      <a:lnTo>
                        <a:pt x="723" y="899"/>
                      </a:lnTo>
                      <a:lnTo>
                        <a:pt x="722" y="903"/>
                      </a:lnTo>
                      <a:lnTo>
                        <a:pt x="719" y="913"/>
                      </a:lnTo>
                      <a:lnTo>
                        <a:pt x="717" y="921"/>
                      </a:lnTo>
                      <a:lnTo>
                        <a:pt x="716" y="925"/>
                      </a:lnTo>
                      <a:lnTo>
                        <a:pt x="712" y="927"/>
                      </a:lnTo>
                      <a:lnTo>
                        <a:pt x="710" y="931"/>
                      </a:lnTo>
                      <a:lnTo>
                        <a:pt x="705" y="933"/>
                      </a:lnTo>
                      <a:lnTo>
                        <a:pt x="693" y="941"/>
                      </a:lnTo>
                      <a:lnTo>
                        <a:pt x="681" y="950"/>
                      </a:lnTo>
                      <a:lnTo>
                        <a:pt x="669" y="959"/>
                      </a:lnTo>
                      <a:lnTo>
                        <a:pt x="661" y="966"/>
                      </a:lnTo>
                      <a:lnTo>
                        <a:pt x="654" y="972"/>
                      </a:lnTo>
                      <a:lnTo>
                        <a:pt x="646" y="976"/>
                      </a:lnTo>
                      <a:lnTo>
                        <a:pt x="641" y="976"/>
                      </a:lnTo>
                      <a:lnTo>
                        <a:pt x="636" y="976"/>
                      </a:lnTo>
                      <a:lnTo>
                        <a:pt x="631" y="975"/>
                      </a:lnTo>
                      <a:lnTo>
                        <a:pt x="627" y="971"/>
                      </a:lnTo>
                      <a:lnTo>
                        <a:pt x="616" y="965"/>
                      </a:lnTo>
                      <a:lnTo>
                        <a:pt x="606" y="960"/>
                      </a:lnTo>
                      <a:lnTo>
                        <a:pt x="600" y="959"/>
                      </a:lnTo>
                      <a:lnTo>
                        <a:pt x="596" y="958"/>
                      </a:lnTo>
                      <a:lnTo>
                        <a:pt x="590" y="958"/>
                      </a:lnTo>
                      <a:lnTo>
                        <a:pt x="584" y="959"/>
                      </a:lnTo>
                      <a:lnTo>
                        <a:pt x="577" y="959"/>
                      </a:lnTo>
                      <a:lnTo>
                        <a:pt x="572" y="959"/>
                      </a:lnTo>
                      <a:lnTo>
                        <a:pt x="568" y="957"/>
                      </a:lnTo>
                      <a:lnTo>
                        <a:pt x="566" y="956"/>
                      </a:lnTo>
                      <a:lnTo>
                        <a:pt x="561" y="950"/>
                      </a:lnTo>
                      <a:lnTo>
                        <a:pt x="558" y="943"/>
                      </a:lnTo>
                      <a:lnTo>
                        <a:pt x="554" y="937"/>
                      </a:lnTo>
                      <a:lnTo>
                        <a:pt x="549" y="931"/>
                      </a:lnTo>
                      <a:lnTo>
                        <a:pt x="543" y="926"/>
                      </a:lnTo>
                      <a:lnTo>
                        <a:pt x="536" y="922"/>
                      </a:lnTo>
                      <a:lnTo>
                        <a:pt x="529" y="919"/>
                      </a:lnTo>
                      <a:lnTo>
                        <a:pt x="523" y="914"/>
                      </a:lnTo>
                      <a:lnTo>
                        <a:pt x="522" y="910"/>
                      </a:lnTo>
                      <a:lnTo>
                        <a:pt x="521" y="907"/>
                      </a:lnTo>
                      <a:lnTo>
                        <a:pt x="520" y="902"/>
                      </a:lnTo>
                      <a:lnTo>
                        <a:pt x="520" y="896"/>
                      </a:lnTo>
                      <a:lnTo>
                        <a:pt x="523" y="882"/>
                      </a:lnTo>
                      <a:lnTo>
                        <a:pt x="526" y="869"/>
                      </a:lnTo>
                      <a:lnTo>
                        <a:pt x="527" y="863"/>
                      </a:lnTo>
                      <a:lnTo>
                        <a:pt x="527" y="858"/>
                      </a:lnTo>
                      <a:lnTo>
                        <a:pt x="526" y="855"/>
                      </a:lnTo>
                      <a:lnTo>
                        <a:pt x="523" y="852"/>
                      </a:lnTo>
                      <a:lnTo>
                        <a:pt x="517" y="850"/>
                      </a:lnTo>
                      <a:lnTo>
                        <a:pt x="510" y="846"/>
                      </a:lnTo>
                      <a:lnTo>
                        <a:pt x="508" y="843"/>
                      </a:lnTo>
                      <a:lnTo>
                        <a:pt x="505" y="840"/>
                      </a:lnTo>
                      <a:lnTo>
                        <a:pt x="503" y="836"/>
                      </a:lnTo>
                      <a:lnTo>
                        <a:pt x="501" y="831"/>
                      </a:lnTo>
                      <a:lnTo>
                        <a:pt x="495" y="818"/>
                      </a:lnTo>
                      <a:lnTo>
                        <a:pt x="488" y="805"/>
                      </a:lnTo>
                      <a:lnTo>
                        <a:pt x="479" y="792"/>
                      </a:lnTo>
                      <a:lnTo>
                        <a:pt x="474" y="781"/>
                      </a:lnTo>
                      <a:lnTo>
                        <a:pt x="470" y="770"/>
                      </a:lnTo>
                      <a:lnTo>
                        <a:pt x="467" y="758"/>
                      </a:lnTo>
                      <a:lnTo>
                        <a:pt x="466" y="751"/>
                      </a:lnTo>
                      <a:lnTo>
                        <a:pt x="464" y="745"/>
                      </a:lnTo>
                      <a:lnTo>
                        <a:pt x="461" y="740"/>
                      </a:lnTo>
                      <a:lnTo>
                        <a:pt x="458" y="736"/>
                      </a:lnTo>
                      <a:lnTo>
                        <a:pt x="451" y="730"/>
                      </a:lnTo>
                      <a:lnTo>
                        <a:pt x="446" y="723"/>
                      </a:lnTo>
                      <a:lnTo>
                        <a:pt x="444" y="719"/>
                      </a:lnTo>
                      <a:lnTo>
                        <a:pt x="442" y="716"/>
                      </a:lnTo>
                      <a:lnTo>
                        <a:pt x="442" y="711"/>
                      </a:lnTo>
                      <a:lnTo>
                        <a:pt x="442" y="705"/>
                      </a:lnTo>
                      <a:lnTo>
                        <a:pt x="442" y="692"/>
                      </a:lnTo>
                      <a:lnTo>
                        <a:pt x="440" y="680"/>
                      </a:lnTo>
                      <a:lnTo>
                        <a:pt x="438" y="674"/>
                      </a:lnTo>
                      <a:lnTo>
                        <a:pt x="435" y="668"/>
                      </a:lnTo>
                      <a:lnTo>
                        <a:pt x="432" y="663"/>
                      </a:lnTo>
                      <a:lnTo>
                        <a:pt x="427" y="658"/>
                      </a:lnTo>
                      <a:lnTo>
                        <a:pt x="422" y="654"/>
                      </a:lnTo>
                      <a:lnTo>
                        <a:pt x="419" y="649"/>
                      </a:lnTo>
                      <a:lnTo>
                        <a:pt x="415" y="645"/>
                      </a:lnTo>
                      <a:lnTo>
                        <a:pt x="414" y="641"/>
                      </a:lnTo>
                      <a:lnTo>
                        <a:pt x="411" y="636"/>
                      </a:lnTo>
                      <a:lnTo>
                        <a:pt x="411" y="631"/>
                      </a:lnTo>
                      <a:lnTo>
                        <a:pt x="411" y="628"/>
                      </a:lnTo>
                      <a:lnTo>
                        <a:pt x="411" y="622"/>
                      </a:lnTo>
                      <a:lnTo>
                        <a:pt x="413" y="617"/>
                      </a:lnTo>
                      <a:lnTo>
                        <a:pt x="415" y="613"/>
                      </a:lnTo>
                      <a:lnTo>
                        <a:pt x="417" y="609"/>
                      </a:lnTo>
                      <a:lnTo>
                        <a:pt x="421" y="605"/>
                      </a:lnTo>
                      <a:lnTo>
                        <a:pt x="423" y="601"/>
                      </a:lnTo>
                      <a:lnTo>
                        <a:pt x="427" y="597"/>
                      </a:lnTo>
                      <a:lnTo>
                        <a:pt x="429" y="592"/>
                      </a:lnTo>
                      <a:lnTo>
                        <a:pt x="430" y="586"/>
                      </a:lnTo>
                      <a:lnTo>
                        <a:pt x="434" y="574"/>
                      </a:lnTo>
                      <a:lnTo>
                        <a:pt x="438" y="565"/>
                      </a:lnTo>
                      <a:lnTo>
                        <a:pt x="438" y="561"/>
                      </a:lnTo>
                      <a:lnTo>
                        <a:pt x="438" y="559"/>
                      </a:lnTo>
                      <a:lnTo>
                        <a:pt x="436" y="557"/>
                      </a:lnTo>
                      <a:lnTo>
                        <a:pt x="433" y="557"/>
                      </a:lnTo>
                      <a:lnTo>
                        <a:pt x="420" y="560"/>
                      </a:lnTo>
                      <a:lnTo>
                        <a:pt x="404" y="562"/>
                      </a:lnTo>
                      <a:lnTo>
                        <a:pt x="388" y="566"/>
                      </a:lnTo>
                      <a:lnTo>
                        <a:pt x="375" y="567"/>
                      </a:lnTo>
                      <a:lnTo>
                        <a:pt x="364" y="567"/>
                      </a:lnTo>
                      <a:lnTo>
                        <a:pt x="354" y="565"/>
                      </a:lnTo>
                      <a:lnTo>
                        <a:pt x="351" y="563"/>
                      </a:lnTo>
                      <a:lnTo>
                        <a:pt x="347" y="561"/>
                      </a:lnTo>
                      <a:lnTo>
                        <a:pt x="345" y="557"/>
                      </a:lnTo>
                      <a:lnTo>
                        <a:pt x="344" y="554"/>
                      </a:lnTo>
                      <a:lnTo>
                        <a:pt x="343" y="546"/>
                      </a:lnTo>
                      <a:lnTo>
                        <a:pt x="340" y="538"/>
                      </a:lnTo>
                      <a:lnTo>
                        <a:pt x="338" y="536"/>
                      </a:lnTo>
                      <a:lnTo>
                        <a:pt x="335" y="534"/>
                      </a:lnTo>
                      <a:lnTo>
                        <a:pt x="333" y="531"/>
                      </a:lnTo>
                      <a:lnTo>
                        <a:pt x="329" y="530"/>
                      </a:lnTo>
                      <a:lnTo>
                        <a:pt x="322" y="528"/>
                      </a:lnTo>
                      <a:lnTo>
                        <a:pt x="318" y="524"/>
                      </a:lnTo>
                      <a:lnTo>
                        <a:pt x="315" y="518"/>
                      </a:lnTo>
                      <a:lnTo>
                        <a:pt x="313" y="510"/>
                      </a:lnTo>
                      <a:lnTo>
                        <a:pt x="308" y="498"/>
                      </a:lnTo>
                      <a:lnTo>
                        <a:pt x="300" y="484"/>
                      </a:lnTo>
                      <a:lnTo>
                        <a:pt x="296" y="478"/>
                      </a:lnTo>
                      <a:lnTo>
                        <a:pt x="291" y="472"/>
                      </a:lnTo>
                      <a:lnTo>
                        <a:pt x="288" y="468"/>
                      </a:lnTo>
                      <a:lnTo>
                        <a:pt x="285" y="467"/>
                      </a:lnTo>
                      <a:lnTo>
                        <a:pt x="283" y="468"/>
                      </a:lnTo>
                      <a:lnTo>
                        <a:pt x="280" y="473"/>
                      </a:lnTo>
                      <a:lnTo>
                        <a:pt x="277" y="479"/>
                      </a:lnTo>
                      <a:lnTo>
                        <a:pt x="274" y="487"/>
                      </a:lnTo>
                      <a:lnTo>
                        <a:pt x="266" y="504"/>
                      </a:lnTo>
                      <a:lnTo>
                        <a:pt x="262" y="518"/>
                      </a:lnTo>
                      <a:lnTo>
                        <a:pt x="255" y="532"/>
                      </a:lnTo>
                      <a:lnTo>
                        <a:pt x="245" y="552"/>
                      </a:lnTo>
                      <a:lnTo>
                        <a:pt x="237" y="569"/>
                      </a:lnTo>
                      <a:lnTo>
                        <a:pt x="230" y="582"/>
                      </a:lnTo>
                      <a:lnTo>
                        <a:pt x="226" y="587"/>
                      </a:lnTo>
                      <a:lnTo>
                        <a:pt x="222" y="591"/>
                      </a:lnTo>
                      <a:lnTo>
                        <a:pt x="218" y="593"/>
                      </a:lnTo>
                      <a:lnTo>
                        <a:pt x="213" y="595"/>
                      </a:lnTo>
                      <a:lnTo>
                        <a:pt x="203" y="597"/>
                      </a:lnTo>
                      <a:lnTo>
                        <a:pt x="194" y="598"/>
                      </a:lnTo>
                      <a:lnTo>
                        <a:pt x="190" y="597"/>
                      </a:lnTo>
                      <a:lnTo>
                        <a:pt x="186" y="595"/>
                      </a:lnTo>
                      <a:lnTo>
                        <a:pt x="182" y="593"/>
                      </a:lnTo>
                      <a:lnTo>
                        <a:pt x="177" y="591"/>
                      </a:lnTo>
                      <a:lnTo>
                        <a:pt x="168" y="582"/>
                      </a:lnTo>
                      <a:lnTo>
                        <a:pt x="159" y="573"/>
                      </a:lnTo>
                      <a:lnTo>
                        <a:pt x="153" y="562"/>
                      </a:lnTo>
                      <a:lnTo>
                        <a:pt x="149" y="552"/>
                      </a:lnTo>
                      <a:lnTo>
                        <a:pt x="144" y="548"/>
                      </a:lnTo>
                      <a:lnTo>
                        <a:pt x="139" y="544"/>
                      </a:lnTo>
                      <a:lnTo>
                        <a:pt x="133" y="541"/>
                      </a:lnTo>
                      <a:lnTo>
                        <a:pt x="124" y="538"/>
                      </a:lnTo>
                      <a:lnTo>
                        <a:pt x="105" y="535"/>
                      </a:lnTo>
                      <a:lnTo>
                        <a:pt x="90" y="531"/>
                      </a:lnTo>
                      <a:lnTo>
                        <a:pt x="79" y="528"/>
                      </a:lnTo>
                      <a:lnTo>
                        <a:pt x="69" y="522"/>
                      </a:lnTo>
                      <a:lnTo>
                        <a:pt x="61" y="515"/>
                      </a:lnTo>
                      <a:lnTo>
                        <a:pt x="52" y="509"/>
                      </a:lnTo>
                      <a:lnTo>
                        <a:pt x="49" y="506"/>
                      </a:lnTo>
                      <a:lnTo>
                        <a:pt x="43" y="505"/>
                      </a:lnTo>
                      <a:lnTo>
                        <a:pt x="37" y="504"/>
                      </a:lnTo>
                      <a:lnTo>
                        <a:pt x="29" y="505"/>
                      </a:lnTo>
                      <a:lnTo>
                        <a:pt x="14" y="506"/>
                      </a:lnTo>
                      <a:lnTo>
                        <a:pt x="6" y="506"/>
                      </a:lnTo>
                      <a:lnTo>
                        <a:pt x="4" y="506"/>
                      </a:lnTo>
                      <a:lnTo>
                        <a:pt x="3" y="505"/>
                      </a:lnTo>
                      <a:lnTo>
                        <a:pt x="1" y="503"/>
                      </a:lnTo>
                      <a:lnTo>
                        <a:pt x="0" y="499"/>
                      </a:lnTo>
                      <a:lnTo>
                        <a:pt x="0" y="496"/>
                      </a:lnTo>
                      <a:lnTo>
                        <a:pt x="3" y="492"/>
                      </a:lnTo>
                      <a:lnTo>
                        <a:pt x="5" y="487"/>
                      </a:lnTo>
                      <a:lnTo>
                        <a:pt x="8" y="484"/>
                      </a:lnTo>
                      <a:lnTo>
                        <a:pt x="18" y="473"/>
                      </a:lnTo>
                      <a:lnTo>
                        <a:pt x="31" y="460"/>
                      </a:lnTo>
                      <a:lnTo>
                        <a:pt x="45" y="443"/>
                      </a:lnTo>
                      <a:lnTo>
                        <a:pt x="61" y="426"/>
                      </a:lnTo>
                      <a:lnTo>
                        <a:pt x="69" y="416"/>
                      </a:lnTo>
                      <a:lnTo>
                        <a:pt x="76" y="406"/>
                      </a:lnTo>
                      <a:lnTo>
                        <a:pt x="82" y="397"/>
                      </a:lnTo>
                      <a:lnTo>
                        <a:pt x="88" y="386"/>
                      </a:lnTo>
                      <a:lnTo>
                        <a:pt x="98" y="367"/>
                      </a:lnTo>
                      <a:lnTo>
                        <a:pt x="102" y="353"/>
                      </a:lnTo>
                      <a:lnTo>
                        <a:pt x="105" y="340"/>
                      </a:lnTo>
                      <a:lnTo>
                        <a:pt x="106" y="328"/>
                      </a:lnTo>
                      <a:lnTo>
                        <a:pt x="106" y="316"/>
                      </a:lnTo>
                      <a:lnTo>
                        <a:pt x="108" y="303"/>
                      </a:lnTo>
                      <a:lnTo>
                        <a:pt x="111" y="297"/>
                      </a:lnTo>
                      <a:lnTo>
                        <a:pt x="114" y="292"/>
                      </a:lnTo>
                      <a:lnTo>
                        <a:pt x="118" y="289"/>
                      </a:lnTo>
                      <a:lnTo>
                        <a:pt x="121" y="285"/>
                      </a:lnTo>
                      <a:lnTo>
                        <a:pt x="126" y="284"/>
                      </a:lnTo>
                      <a:lnTo>
                        <a:pt x="129" y="282"/>
                      </a:lnTo>
                      <a:lnTo>
                        <a:pt x="131" y="279"/>
                      </a:lnTo>
                      <a:lnTo>
                        <a:pt x="132" y="276"/>
                      </a:lnTo>
                      <a:lnTo>
                        <a:pt x="133" y="269"/>
                      </a:lnTo>
                      <a:lnTo>
                        <a:pt x="132" y="258"/>
                      </a:lnTo>
                      <a:lnTo>
                        <a:pt x="130" y="252"/>
                      </a:lnTo>
                      <a:lnTo>
                        <a:pt x="127" y="247"/>
                      </a:lnTo>
                      <a:lnTo>
                        <a:pt x="124" y="244"/>
                      </a:lnTo>
                      <a:lnTo>
                        <a:pt x="120" y="241"/>
                      </a:lnTo>
                      <a:lnTo>
                        <a:pt x="112" y="238"/>
                      </a:lnTo>
                      <a:lnTo>
                        <a:pt x="105" y="237"/>
                      </a:lnTo>
                      <a:lnTo>
                        <a:pt x="98" y="235"/>
                      </a:lnTo>
                      <a:lnTo>
                        <a:pt x="93" y="232"/>
                      </a:lnTo>
                      <a:lnTo>
                        <a:pt x="90" y="229"/>
                      </a:lnTo>
                      <a:lnTo>
                        <a:pt x="88" y="226"/>
                      </a:lnTo>
                      <a:lnTo>
                        <a:pt x="87" y="222"/>
                      </a:lnTo>
                      <a:lnTo>
                        <a:pt x="87" y="216"/>
                      </a:lnTo>
                      <a:lnTo>
                        <a:pt x="86" y="210"/>
                      </a:lnTo>
                      <a:lnTo>
                        <a:pt x="83" y="206"/>
                      </a:lnTo>
                      <a:lnTo>
                        <a:pt x="80" y="201"/>
                      </a:lnTo>
                      <a:lnTo>
                        <a:pt x="76" y="196"/>
                      </a:lnTo>
                      <a:lnTo>
                        <a:pt x="68" y="189"/>
                      </a:lnTo>
                      <a:lnTo>
                        <a:pt x="60" y="184"/>
                      </a:lnTo>
                      <a:lnTo>
                        <a:pt x="50" y="179"/>
                      </a:lnTo>
                      <a:lnTo>
                        <a:pt x="41" y="174"/>
                      </a:lnTo>
                      <a:lnTo>
                        <a:pt x="37" y="169"/>
                      </a:lnTo>
                      <a:lnTo>
                        <a:pt x="35" y="165"/>
                      </a:lnTo>
                      <a:lnTo>
                        <a:pt x="33" y="163"/>
                      </a:lnTo>
                      <a:lnTo>
                        <a:pt x="35" y="160"/>
                      </a:lnTo>
                      <a:lnTo>
                        <a:pt x="39" y="158"/>
                      </a:lnTo>
                      <a:lnTo>
                        <a:pt x="49" y="156"/>
                      </a:lnTo>
                      <a:close/>
                    </a:path>
                  </a:pathLst>
                </a:custGeom>
                <a:solidFill>
                  <a:srgbClr val="DDEBF7"/>
                </a:solidFill>
                <a:ln w="9525">
                  <a:solidFill>
                    <a:srgbClr val="AFABAB"/>
                  </a:solidFill>
                  <a:round/>
                  <a:headEnd/>
                  <a:tailEnd/>
                </a:ln>
              </p:spPr>
              <p:txBody>
                <a:bodyPr/>
                <a:lstStyle/>
                <a:p>
                  <a:endParaRPr lang="zh-CN" altLang="en-US"/>
                </a:p>
              </p:txBody>
            </p:sp>
            <p:sp>
              <p:nvSpPr>
                <p:cNvPr id="39" name="湖北">
                  <a:extLst>
                    <a:ext uri="{FF2B5EF4-FFF2-40B4-BE49-F238E27FC236}">
                      <a16:creationId xmlns:a16="http://schemas.microsoft.com/office/drawing/2014/main" id="{327AE96D-5889-4D2A-AD4F-922A44B9A339}"/>
                    </a:ext>
                  </a:extLst>
                </p:cNvPr>
                <p:cNvSpPr>
                  <a:spLocks/>
                </p:cNvSpPr>
                <p:nvPr/>
              </p:nvSpPr>
              <p:spPr bwMode="auto">
                <a:xfrm>
                  <a:off x="2962311" y="2409951"/>
                  <a:ext cx="762009" cy="476275"/>
                </a:xfrm>
                <a:custGeom>
                  <a:avLst/>
                  <a:gdLst>
                    <a:gd name="T0" fmla="*/ 2147483646 w 2869"/>
                    <a:gd name="T1" fmla="*/ 2147483646 h 1815"/>
                    <a:gd name="T2" fmla="*/ 2147483646 w 2869"/>
                    <a:gd name="T3" fmla="*/ 2147483646 h 1815"/>
                    <a:gd name="T4" fmla="*/ 2147483646 w 2869"/>
                    <a:gd name="T5" fmla="*/ 2147483646 h 1815"/>
                    <a:gd name="T6" fmla="*/ 2147483646 w 2869"/>
                    <a:gd name="T7" fmla="*/ 2147483646 h 1815"/>
                    <a:gd name="T8" fmla="*/ 2147483646 w 2869"/>
                    <a:gd name="T9" fmla="*/ 2147483646 h 1815"/>
                    <a:gd name="T10" fmla="*/ 2147483646 w 2869"/>
                    <a:gd name="T11" fmla="*/ 2147483646 h 1815"/>
                    <a:gd name="T12" fmla="*/ 2147483646 w 2869"/>
                    <a:gd name="T13" fmla="*/ 2147483646 h 1815"/>
                    <a:gd name="T14" fmla="*/ 2147483646 w 2869"/>
                    <a:gd name="T15" fmla="*/ 2147483646 h 1815"/>
                    <a:gd name="T16" fmla="*/ 2147483646 w 2869"/>
                    <a:gd name="T17" fmla="*/ 2147483646 h 1815"/>
                    <a:gd name="T18" fmla="*/ 2147483646 w 2869"/>
                    <a:gd name="T19" fmla="*/ 2147483646 h 1815"/>
                    <a:gd name="T20" fmla="*/ 2147483646 w 2869"/>
                    <a:gd name="T21" fmla="*/ 2147483646 h 1815"/>
                    <a:gd name="T22" fmla="*/ 2147483646 w 2869"/>
                    <a:gd name="T23" fmla="*/ 2147483646 h 1815"/>
                    <a:gd name="T24" fmla="*/ 2147483646 w 2869"/>
                    <a:gd name="T25" fmla="*/ 2147483646 h 1815"/>
                    <a:gd name="T26" fmla="*/ 2147483646 w 2869"/>
                    <a:gd name="T27" fmla="*/ 2147483646 h 1815"/>
                    <a:gd name="T28" fmla="*/ 2147483646 w 2869"/>
                    <a:gd name="T29" fmla="*/ 2147483646 h 1815"/>
                    <a:gd name="T30" fmla="*/ 2147483646 w 2869"/>
                    <a:gd name="T31" fmla="*/ 2147483646 h 1815"/>
                    <a:gd name="T32" fmla="*/ 2147483646 w 2869"/>
                    <a:gd name="T33" fmla="*/ 2147483646 h 1815"/>
                    <a:gd name="T34" fmla="*/ 2147483646 w 2869"/>
                    <a:gd name="T35" fmla="*/ 2147483646 h 1815"/>
                    <a:gd name="T36" fmla="*/ 2147483646 w 2869"/>
                    <a:gd name="T37" fmla="*/ 2147483646 h 1815"/>
                    <a:gd name="T38" fmla="*/ 2147483646 w 2869"/>
                    <a:gd name="T39" fmla="*/ 2147483646 h 1815"/>
                    <a:gd name="T40" fmla="*/ 2147483646 w 2869"/>
                    <a:gd name="T41" fmla="*/ 2147483646 h 1815"/>
                    <a:gd name="T42" fmla="*/ 2147483646 w 2869"/>
                    <a:gd name="T43" fmla="*/ 2147483646 h 1815"/>
                    <a:gd name="T44" fmla="*/ 2147483646 w 2869"/>
                    <a:gd name="T45" fmla="*/ 2147483646 h 1815"/>
                    <a:gd name="T46" fmla="*/ 2147483646 w 2869"/>
                    <a:gd name="T47" fmla="*/ 2147483646 h 1815"/>
                    <a:gd name="T48" fmla="*/ 2147483646 w 2869"/>
                    <a:gd name="T49" fmla="*/ 2147483646 h 1815"/>
                    <a:gd name="T50" fmla="*/ 2147483646 w 2869"/>
                    <a:gd name="T51" fmla="*/ 2147483646 h 1815"/>
                    <a:gd name="T52" fmla="*/ 2147483646 w 2869"/>
                    <a:gd name="T53" fmla="*/ 2147483646 h 1815"/>
                    <a:gd name="T54" fmla="*/ 2147483646 w 2869"/>
                    <a:gd name="T55" fmla="*/ 2147483646 h 1815"/>
                    <a:gd name="T56" fmla="*/ 2147483646 w 2869"/>
                    <a:gd name="T57" fmla="*/ 2147483646 h 1815"/>
                    <a:gd name="T58" fmla="*/ 2147483646 w 2869"/>
                    <a:gd name="T59" fmla="*/ 2147483646 h 1815"/>
                    <a:gd name="T60" fmla="*/ 2147483646 w 2869"/>
                    <a:gd name="T61" fmla="*/ 2147483646 h 1815"/>
                    <a:gd name="T62" fmla="*/ 2147483646 w 2869"/>
                    <a:gd name="T63" fmla="*/ 2147483646 h 1815"/>
                    <a:gd name="T64" fmla="*/ 2147483646 w 2869"/>
                    <a:gd name="T65" fmla="*/ 2147483646 h 1815"/>
                    <a:gd name="T66" fmla="*/ 2147483646 w 2869"/>
                    <a:gd name="T67" fmla="*/ 2147483646 h 1815"/>
                    <a:gd name="T68" fmla="*/ 2147483646 w 2869"/>
                    <a:gd name="T69" fmla="*/ 2147483646 h 1815"/>
                    <a:gd name="T70" fmla="*/ 2147483646 w 2869"/>
                    <a:gd name="T71" fmla="*/ 2147483646 h 1815"/>
                    <a:gd name="T72" fmla="*/ 2147483646 w 2869"/>
                    <a:gd name="T73" fmla="*/ 2147483646 h 1815"/>
                    <a:gd name="T74" fmla="*/ 2147483646 w 2869"/>
                    <a:gd name="T75" fmla="*/ 2147483646 h 1815"/>
                    <a:gd name="T76" fmla="*/ 2147483646 w 2869"/>
                    <a:gd name="T77" fmla="*/ 2147483646 h 1815"/>
                    <a:gd name="T78" fmla="*/ 2147483646 w 2869"/>
                    <a:gd name="T79" fmla="*/ 2147483646 h 1815"/>
                    <a:gd name="T80" fmla="*/ 2147483646 w 2869"/>
                    <a:gd name="T81" fmla="*/ 2147483646 h 1815"/>
                    <a:gd name="T82" fmla="*/ 2147483646 w 2869"/>
                    <a:gd name="T83" fmla="*/ 2147483646 h 1815"/>
                    <a:gd name="T84" fmla="*/ 2147483646 w 2869"/>
                    <a:gd name="T85" fmla="*/ 2147483646 h 1815"/>
                    <a:gd name="T86" fmla="*/ 2147483646 w 2869"/>
                    <a:gd name="T87" fmla="*/ 2147483646 h 1815"/>
                    <a:gd name="T88" fmla="*/ 2147483646 w 2869"/>
                    <a:gd name="T89" fmla="*/ 2147483646 h 1815"/>
                    <a:gd name="T90" fmla="*/ 2147483646 w 2869"/>
                    <a:gd name="T91" fmla="*/ 2147483646 h 1815"/>
                    <a:gd name="T92" fmla="*/ 2147483646 w 2869"/>
                    <a:gd name="T93" fmla="*/ 2147483646 h 1815"/>
                    <a:gd name="T94" fmla="*/ 2147483646 w 2869"/>
                    <a:gd name="T95" fmla="*/ 2147483646 h 1815"/>
                    <a:gd name="T96" fmla="*/ 2147483646 w 2869"/>
                    <a:gd name="T97" fmla="*/ 2147483646 h 1815"/>
                    <a:gd name="T98" fmla="*/ 2147483646 w 2869"/>
                    <a:gd name="T99" fmla="*/ 2147483646 h 1815"/>
                    <a:gd name="T100" fmla="*/ 2147483646 w 2869"/>
                    <a:gd name="T101" fmla="*/ 2147483646 h 1815"/>
                    <a:gd name="T102" fmla="*/ 2147483646 w 2869"/>
                    <a:gd name="T103" fmla="*/ 2147483646 h 1815"/>
                    <a:gd name="T104" fmla="*/ 2147483646 w 2869"/>
                    <a:gd name="T105" fmla="*/ 2147483646 h 1815"/>
                    <a:gd name="T106" fmla="*/ 2147483646 w 2869"/>
                    <a:gd name="T107" fmla="*/ 2147483646 h 1815"/>
                    <a:gd name="T108" fmla="*/ 2147483646 w 2869"/>
                    <a:gd name="T109" fmla="*/ 2147483646 h 1815"/>
                    <a:gd name="T110" fmla="*/ 2147483646 w 2869"/>
                    <a:gd name="T111" fmla="*/ 2147483646 h 1815"/>
                    <a:gd name="T112" fmla="*/ 2147483646 w 2869"/>
                    <a:gd name="T113" fmla="*/ 2147483646 h 1815"/>
                    <a:gd name="T114" fmla="*/ 2147483646 w 2869"/>
                    <a:gd name="T115" fmla="*/ 2147483646 h 1815"/>
                    <a:gd name="T116" fmla="*/ 2147483646 w 2869"/>
                    <a:gd name="T117" fmla="*/ 2147483646 h 1815"/>
                    <a:gd name="T118" fmla="*/ 2147483646 w 2869"/>
                    <a:gd name="T119" fmla="*/ 2147483646 h 1815"/>
                    <a:gd name="T120" fmla="*/ 2147483646 w 2869"/>
                    <a:gd name="T121" fmla="*/ 2147483646 h 1815"/>
                    <a:gd name="T122" fmla="*/ 2147483646 w 2869"/>
                    <a:gd name="T123" fmla="*/ 2147483646 h 181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869" h="1815">
                      <a:moveTo>
                        <a:pt x="2867" y="1427"/>
                      </a:moveTo>
                      <a:lnTo>
                        <a:pt x="2869" y="1424"/>
                      </a:lnTo>
                      <a:lnTo>
                        <a:pt x="2869" y="1422"/>
                      </a:lnTo>
                      <a:lnTo>
                        <a:pt x="2864" y="1405"/>
                      </a:lnTo>
                      <a:lnTo>
                        <a:pt x="2862" y="1396"/>
                      </a:lnTo>
                      <a:lnTo>
                        <a:pt x="2859" y="1386"/>
                      </a:lnTo>
                      <a:lnTo>
                        <a:pt x="2858" y="1377"/>
                      </a:lnTo>
                      <a:lnTo>
                        <a:pt x="2856" y="1367"/>
                      </a:lnTo>
                      <a:lnTo>
                        <a:pt x="2853" y="1359"/>
                      </a:lnTo>
                      <a:lnTo>
                        <a:pt x="2851" y="1351"/>
                      </a:lnTo>
                      <a:lnTo>
                        <a:pt x="2851" y="1343"/>
                      </a:lnTo>
                      <a:lnTo>
                        <a:pt x="2851" y="1335"/>
                      </a:lnTo>
                      <a:lnTo>
                        <a:pt x="2851" y="1327"/>
                      </a:lnTo>
                      <a:lnTo>
                        <a:pt x="2851" y="1318"/>
                      </a:lnTo>
                      <a:lnTo>
                        <a:pt x="2851" y="1309"/>
                      </a:lnTo>
                      <a:lnTo>
                        <a:pt x="2850" y="1299"/>
                      </a:lnTo>
                      <a:lnTo>
                        <a:pt x="2848" y="1290"/>
                      </a:lnTo>
                      <a:lnTo>
                        <a:pt x="2845" y="1280"/>
                      </a:lnTo>
                      <a:lnTo>
                        <a:pt x="2841" y="1270"/>
                      </a:lnTo>
                      <a:lnTo>
                        <a:pt x="2835" y="1260"/>
                      </a:lnTo>
                      <a:lnTo>
                        <a:pt x="2829" y="1252"/>
                      </a:lnTo>
                      <a:lnTo>
                        <a:pt x="2819" y="1238"/>
                      </a:lnTo>
                      <a:lnTo>
                        <a:pt x="2810" y="1228"/>
                      </a:lnTo>
                      <a:lnTo>
                        <a:pt x="2795" y="1221"/>
                      </a:lnTo>
                      <a:lnTo>
                        <a:pt x="2780" y="1216"/>
                      </a:lnTo>
                      <a:lnTo>
                        <a:pt x="2776" y="1214"/>
                      </a:lnTo>
                      <a:lnTo>
                        <a:pt x="2774" y="1210"/>
                      </a:lnTo>
                      <a:lnTo>
                        <a:pt x="2772" y="1205"/>
                      </a:lnTo>
                      <a:lnTo>
                        <a:pt x="2771" y="1200"/>
                      </a:lnTo>
                      <a:lnTo>
                        <a:pt x="2770" y="1195"/>
                      </a:lnTo>
                      <a:lnTo>
                        <a:pt x="2770" y="1189"/>
                      </a:lnTo>
                      <a:lnTo>
                        <a:pt x="2771" y="1183"/>
                      </a:lnTo>
                      <a:lnTo>
                        <a:pt x="2772" y="1177"/>
                      </a:lnTo>
                      <a:lnTo>
                        <a:pt x="2776" y="1167"/>
                      </a:lnTo>
                      <a:lnTo>
                        <a:pt x="2778" y="1158"/>
                      </a:lnTo>
                      <a:lnTo>
                        <a:pt x="2778" y="1154"/>
                      </a:lnTo>
                      <a:lnTo>
                        <a:pt x="2778" y="1150"/>
                      </a:lnTo>
                      <a:lnTo>
                        <a:pt x="2776" y="1145"/>
                      </a:lnTo>
                      <a:lnTo>
                        <a:pt x="2772" y="1140"/>
                      </a:lnTo>
                      <a:lnTo>
                        <a:pt x="2769" y="1135"/>
                      </a:lnTo>
                      <a:lnTo>
                        <a:pt x="2766" y="1131"/>
                      </a:lnTo>
                      <a:lnTo>
                        <a:pt x="2764" y="1126"/>
                      </a:lnTo>
                      <a:lnTo>
                        <a:pt x="2763" y="1121"/>
                      </a:lnTo>
                      <a:lnTo>
                        <a:pt x="2762" y="1112"/>
                      </a:lnTo>
                      <a:lnTo>
                        <a:pt x="2762" y="1103"/>
                      </a:lnTo>
                      <a:lnTo>
                        <a:pt x="2759" y="1095"/>
                      </a:lnTo>
                      <a:lnTo>
                        <a:pt x="2757" y="1089"/>
                      </a:lnTo>
                      <a:lnTo>
                        <a:pt x="2752" y="1085"/>
                      </a:lnTo>
                      <a:lnTo>
                        <a:pt x="2746" y="1083"/>
                      </a:lnTo>
                      <a:lnTo>
                        <a:pt x="2741" y="1082"/>
                      </a:lnTo>
                      <a:lnTo>
                        <a:pt x="2738" y="1080"/>
                      </a:lnTo>
                      <a:lnTo>
                        <a:pt x="2734" y="1076"/>
                      </a:lnTo>
                      <a:lnTo>
                        <a:pt x="2731" y="1072"/>
                      </a:lnTo>
                      <a:lnTo>
                        <a:pt x="2727" y="1068"/>
                      </a:lnTo>
                      <a:lnTo>
                        <a:pt x="2724" y="1063"/>
                      </a:lnTo>
                      <a:lnTo>
                        <a:pt x="2722" y="1058"/>
                      </a:lnTo>
                      <a:lnTo>
                        <a:pt x="2720" y="1052"/>
                      </a:lnTo>
                      <a:lnTo>
                        <a:pt x="2719" y="1046"/>
                      </a:lnTo>
                      <a:lnTo>
                        <a:pt x="2719" y="1040"/>
                      </a:lnTo>
                      <a:lnTo>
                        <a:pt x="2719" y="1036"/>
                      </a:lnTo>
                      <a:lnTo>
                        <a:pt x="2720" y="1031"/>
                      </a:lnTo>
                      <a:lnTo>
                        <a:pt x="2722" y="1027"/>
                      </a:lnTo>
                      <a:lnTo>
                        <a:pt x="2725" y="1024"/>
                      </a:lnTo>
                      <a:lnTo>
                        <a:pt x="2727" y="1020"/>
                      </a:lnTo>
                      <a:lnTo>
                        <a:pt x="2731" y="1017"/>
                      </a:lnTo>
                      <a:lnTo>
                        <a:pt x="2738" y="1011"/>
                      </a:lnTo>
                      <a:lnTo>
                        <a:pt x="2743" y="1006"/>
                      </a:lnTo>
                      <a:lnTo>
                        <a:pt x="2745" y="1001"/>
                      </a:lnTo>
                      <a:lnTo>
                        <a:pt x="2746" y="994"/>
                      </a:lnTo>
                      <a:lnTo>
                        <a:pt x="2745" y="986"/>
                      </a:lnTo>
                      <a:lnTo>
                        <a:pt x="2744" y="977"/>
                      </a:lnTo>
                      <a:lnTo>
                        <a:pt x="2745" y="974"/>
                      </a:lnTo>
                      <a:lnTo>
                        <a:pt x="2746" y="971"/>
                      </a:lnTo>
                      <a:lnTo>
                        <a:pt x="2749" y="968"/>
                      </a:lnTo>
                      <a:lnTo>
                        <a:pt x="2752" y="965"/>
                      </a:lnTo>
                      <a:lnTo>
                        <a:pt x="2762" y="962"/>
                      </a:lnTo>
                      <a:lnTo>
                        <a:pt x="2769" y="959"/>
                      </a:lnTo>
                      <a:lnTo>
                        <a:pt x="2776" y="956"/>
                      </a:lnTo>
                      <a:lnTo>
                        <a:pt x="2783" y="949"/>
                      </a:lnTo>
                      <a:lnTo>
                        <a:pt x="2793" y="938"/>
                      </a:lnTo>
                      <a:lnTo>
                        <a:pt x="2803" y="929"/>
                      </a:lnTo>
                      <a:lnTo>
                        <a:pt x="2813" y="919"/>
                      </a:lnTo>
                      <a:lnTo>
                        <a:pt x="2819" y="912"/>
                      </a:lnTo>
                      <a:lnTo>
                        <a:pt x="2820" y="908"/>
                      </a:lnTo>
                      <a:lnTo>
                        <a:pt x="2820" y="905"/>
                      </a:lnTo>
                      <a:lnTo>
                        <a:pt x="2819" y="902"/>
                      </a:lnTo>
                      <a:lnTo>
                        <a:pt x="2816" y="899"/>
                      </a:lnTo>
                      <a:lnTo>
                        <a:pt x="2808" y="895"/>
                      </a:lnTo>
                      <a:lnTo>
                        <a:pt x="2799" y="892"/>
                      </a:lnTo>
                      <a:lnTo>
                        <a:pt x="2789" y="889"/>
                      </a:lnTo>
                      <a:lnTo>
                        <a:pt x="2780" y="883"/>
                      </a:lnTo>
                      <a:lnTo>
                        <a:pt x="2775" y="880"/>
                      </a:lnTo>
                      <a:lnTo>
                        <a:pt x="2770" y="876"/>
                      </a:lnTo>
                      <a:lnTo>
                        <a:pt x="2766" y="872"/>
                      </a:lnTo>
                      <a:lnTo>
                        <a:pt x="2764" y="867"/>
                      </a:lnTo>
                      <a:lnTo>
                        <a:pt x="2758" y="857"/>
                      </a:lnTo>
                      <a:lnTo>
                        <a:pt x="2751" y="849"/>
                      </a:lnTo>
                      <a:lnTo>
                        <a:pt x="2747" y="847"/>
                      </a:lnTo>
                      <a:lnTo>
                        <a:pt x="2743" y="845"/>
                      </a:lnTo>
                      <a:lnTo>
                        <a:pt x="2737" y="844"/>
                      </a:lnTo>
                      <a:lnTo>
                        <a:pt x="2731" y="845"/>
                      </a:lnTo>
                      <a:lnTo>
                        <a:pt x="2720" y="849"/>
                      </a:lnTo>
                      <a:lnTo>
                        <a:pt x="2709" y="850"/>
                      </a:lnTo>
                      <a:lnTo>
                        <a:pt x="2706" y="850"/>
                      </a:lnTo>
                      <a:lnTo>
                        <a:pt x="2701" y="848"/>
                      </a:lnTo>
                      <a:lnTo>
                        <a:pt x="2698" y="845"/>
                      </a:lnTo>
                      <a:lnTo>
                        <a:pt x="2694" y="842"/>
                      </a:lnTo>
                      <a:lnTo>
                        <a:pt x="2687" y="832"/>
                      </a:lnTo>
                      <a:lnTo>
                        <a:pt x="2682" y="824"/>
                      </a:lnTo>
                      <a:lnTo>
                        <a:pt x="2678" y="822"/>
                      </a:lnTo>
                      <a:lnTo>
                        <a:pt x="2676" y="819"/>
                      </a:lnTo>
                      <a:lnTo>
                        <a:pt x="2674" y="819"/>
                      </a:lnTo>
                      <a:lnTo>
                        <a:pt x="2670" y="819"/>
                      </a:lnTo>
                      <a:lnTo>
                        <a:pt x="2656" y="826"/>
                      </a:lnTo>
                      <a:lnTo>
                        <a:pt x="2640" y="837"/>
                      </a:lnTo>
                      <a:lnTo>
                        <a:pt x="2637" y="838"/>
                      </a:lnTo>
                      <a:lnTo>
                        <a:pt x="2632" y="837"/>
                      </a:lnTo>
                      <a:lnTo>
                        <a:pt x="2629" y="835"/>
                      </a:lnTo>
                      <a:lnTo>
                        <a:pt x="2624" y="830"/>
                      </a:lnTo>
                      <a:lnTo>
                        <a:pt x="2617" y="819"/>
                      </a:lnTo>
                      <a:lnTo>
                        <a:pt x="2608" y="807"/>
                      </a:lnTo>
                      <a:lnTo>
                        <a:pt x="2602" y="793"/>
                      </a:lnTo>
                      <a:lnTo>
                        <a:pt x="2598" y="781"/>
                      </a:lnTo>
                      <a:lnTo>
                        <a:pt x="2595" y="775"/>
                      </a:lnTo>
                      <a:lnTo>
                        <a:pt x="2593" y="772"/>
                      </a:lnTo>
                      <a:lnTo>
                        <a:pt x="2589" y="768"/>
                      </a:lnTo>
                      <a:lnTo>
                        <a:pt x="2585" y="767"/>
                      </a:lnTo>
                      <a:lnTo>
                        <a:pt x="2579" y="766"/>
                      </a:lnTo>
                      <a:lnTo>
                        <a:pt x="2574" y="765"/>
                      </a:lnTo>
                      <a:lnTo>
                        <a:pt x="2570" y="763"/>
                      </a:lnTo>
                      <a:lnTo>
                        <a:pt x="2567" y="761"/>
                      </a:lnTo>
                      <a:lnTo>
                        <a:pt x="2563" y="757"/>
                      </a:lnTo>
                      <a:lnTo>
                        <a:pt x="2562" y="754"/>
                      </a:lnTo>
                      <a:lnTo>
                        <a:pt x="2562" y="750"/>
                      </a:lnTo>
                      <a:lnTo>
                        <a:pt x="2562" y="748"/>
                      </a:lnTo>
                      <a:lnTo>
                        <a:pt x="2562" y="747"/>
                      </a:lnTo>
                      <a:lnTo>
                        <a:pt x="2562" y="746"/>
                      </a:lnTo>
                      <a:lnTo>
                        <a:pt x="2561" y="744"/>
                      </a:lnTo>
                      <a:lnTo>
                        <a:pt x="2558" y="744"/>
                      </a:lnTo>
                      <a:lnTo>
                        <a:pt x="2552" y="746"/>
                      </a:lnTo>
                      <a:lnTo>
                        <a:pt x="2542" y="750"/>
                      </a:lnTo>
                      <a:lnTo>
                        <a:pt x="2532" y="753"/>
                      </a:lnTo>
                      <a:lnTo>
                        <a:pt x="2524" y="754"/>
                      </a:lnTo>
                      <a:lnTo>
                        <a:pt x="2520" y="754"/>
                      </a:lnTo>
                      <a:lnTo>
                        <a:pt x="2518" y="753"/>
                      </a:lnTo>
                      <a:lnTo>
                        <a:pt x="2517" y="751"/>
                      </a:lnTo>
                      <a:lnTo>
                        <a:pt x="2516" y="749"/>
                      </a:lnTo>
                      <a:lnTo>
                        <a:pt x="2516" y="744"/>
                      </a:lnTo>
                      <a:lnTo>
                        <a:pt x="2514" y="742"/>
                      </a:lnTo>
                      <a:lnTo>
                        <a:pt x="2512" y="741"/>
                      </a:lnTo>
                      <a:lnTo>
                        <a:pt x="2508" y="741"/>
                      </a:lnTo>
                      <a:lnTo>
                        <a:pt x="2504" y="741"/>
                      </a:lnTo>
                      <a:lnTo>
                        <a:pt x="2500" y="740"/>
                      </a:lnTo>
                      <a:lnTo>
                        <a:pt x="2497" y="736"/>
                      </a:lnTo>
                      <a:lnTo>
                        <a:pt x="2494" y="729"/>
                      </a:lnTo>
                      <a:lnTo>
                        <a:pt x="2494" y="724"/>
                      </a:lnTo>
                      <a:lnTo>
                        <a:pt x="2494" y="719"/>
                      </a:lnTo>
                      <a:lnTo>
                        <a:pt x="2495" y="713"/>
                      </a:lnTo>
                      <a:lnTo>
                        <a:pt x="2497" y="709"/>
                      </a:lnTo>
                      <a:lnTo>
                        <a:pt x="2499" y="698"/>
                      </a:lnTo>
                      <a:lnTo>
                        <a:pt x="2500" y="687"/>
                      </a:lnTo>
                      <a:lnTo>
                        <a:pt x="2499" y="683"/>
                      </a:lnTo>
                      <a:lnTo>
                        <a:pt x="2498" y="678"/>
                      </a:lnTo>
                      <a:lnTo>
                        <a:pt x="2494" y="674"/>
                      </a:lnTo>
                      <a:lnTo>
                        <a:pt x="2489" y="671"/>
                      </a:lnTo>
                      <a:lnTo>
                        <a:pt x="2485" y="668"/>
                      </a:lnTo>
                      <a:lnTo>
                        <a:pt x="2480" y="666"/>
                      </a:lnTo>
                      <a:lnTo>
                        <a:pt x="2474" y="666"/>
                      </a:lnTo>
                      <a:lnTo>
                        <a:pt x="2469" y="666"/>
                      </a:lnTo>
                      <a:lnTo>
                        <a:pt x="2465" y="669"/>
                      </a:lnTo>
                      <a:lnTo>
                        <a:pt x="2461" y="674"/>
                      </a:lnTo>
                      <a:lnTo>
                        <a:pt x="2459" y="680"/>
                      </a:lnTo>
                      <a:lnTo>
                        <a:pt x="2457" y="687"/>
                      </a:lnTo>
                      <a:lnTo>
                        <a:pt x="2454" y="703"/>
                      </a:lnTo>
                      <a:lnTo>
                        <a:pt x="2451" y="717"/>
                      </a:lnTo>
                      <a:lnTo>
                        <a:pt x="2449" y="722"/>
                      </a:lnTo>
                      <a:lnTo>
                        <a:pt x="2445" y="725"/>
                      </a:lnTo>
                      <a:lnTo>
                        <a:pt x="2442" y="728"/>
                      </a:lnTo>
                      <a:lnTo>
                        <a:pt x="2437" y="729"/>
                      </a:lnTo>
                      <a:lnTo>
                        <a:pt x="2426" y="731"/>
                      </a:lnTo>
                      <a:lnTo>
                        <a:pt x="2416" y="732"/>
                      </a:lnTo>
                      <a:lnTo>
                        <a:pt x="2402" y="735"/>
                      </a:lnTo>
                      <a:lnTo>
                        <a:pt x="2387" y="738"/>
                      </a:lnTo>
                      <a:lnTo>
                        <a:pt x="2380" y="740"/>
                      </a:lnTo>
                      <a:lnTo>
                        <a:pt x="2373" y="740"/>
                      </a:lnTo>
                      <a:lnTo>
                        <a:pt x="2367" y="740"/>
                      </a:lnTo>
                      <a:lnTo>
                        <a:pt x="2360" y="737"/>
                      </a:lnTo>
                      <a:lnTo>
                        <a:pt x="2354" y="735"/>
                      </a:lnTo>
                      <a:lnTo>
                        <a:pt x="2346" y="730"/>
                      </a:lnTo>
                      <a:lnTo>
                        <a:pt x="2337" y="725"/>
                      </a:lnTo>
                      <a:lnTo>
                        <a:pt x="2329" y="718"/>
                      </a:lnTo>
                      <a:lnTo>
                        <a:pt x="2314" y="706"/>
                      </a:lnTo>
                      <a:lnTo>
                        <a:pt x="2303" y="696"/>
                      </a:lnTo>
                      <a:lnTo>
                        <a:pt x="2299" y="691"/>
                      </a:lnTo>
                      <a:lnTo>
                        <a:pt x="2296" y="688"/>
                      </a:lnTo>
                      <a:lnTo>
                        <a:pt x="2293" y="686"/>
                      </a:lnTo>
                      <a:lnTo>
                        <a:pt x="2291" y="686"/>
                      </a:lnTo>
                      <a:lnTo>
                        <a:pt x="2285" y="687"/>
                      </a:lnTo>
                      <a:lnTo>
                        <a:pt x="2278" y="692"/>
                      </a:lnTo>
                      <a:lnTo>
                        <a:pt x="2273" y="694"/>
                      </a:lnTo>
                      <a:lnTo>
                        <a:pt x="2270" y="694"/>
                      </a:lnTo>
                      <a:lnTo>
                        <a:pt x="2267" y="693"/>
                      </a:lnTo>
                      <a:lnTo>
                        <a:pt x="2264" y="691"/>
                      </a:lnTo>
                      <a:lnTo>
                        <a:pt x="2262" y="687"/>
                      </a:lnTo>
                      <a:lnTo>
                        <a:pt x="2261" y="683"/>
                      </a:lnTo>
                      <a:lnTo>
                        <a:pt x="2261" y="678"/>
                      </a:lnTo>
                      <a:lnTo>
                        <a:pt x="2261" y="674"/>
                      </a:lnTo>
                      <a:lnTo>
                        <a:pt x="2267" y="659"/>
                      </a:lnTo>
                      <a:lnTo>
                        <a:pt x="2274" y="643"/>
                      </a:lnTo>
                      <a:lnTo>
                        <a:pt x="2274" y="633"/>
                      </a:lnTo>
                      <a:lnTo>
                        <a:pt x="2274" y="621"/>
                      </a:lnTo>
                      <a:lnTo>
                        <a:pt x="2273" y="616"/>
                      </a:lnTo>
                      <a:lnTo>
                        <a:pt x="2271" y="611"/>
                      </a:lnTo>
                      <a:lnTo>
                        <a:pt x="2267" y="609"/>
                      </a:lnTo>
                      <a:lnTo>
                        <a:pt x="2264" y="608"/>
                      </a:lnTo>
                      <a:lnTo>
                        <a:pt x="2248" y="616"/>
                      </a:lnTo>
                      <a:lnTo>
                        <a:pt x="2232" y="623"/>
                      </a:lnTo>
                      <a:lnTo>
                        <a:pt x="2218" y="624"/>
                      </a:lnTo>
                      <a:lnTo>
                        <a:pt x="2203" y="623"/>
                      </a:lnTo>
                      <a:lnTo>
                        <a:pt x="2189" y="622"/>
                      </a:lnTo>
                      <a:lnTo>
                        <a:pt x="2179" y="620"/>
                      </a:lnTo>
                      <a:lnTo>
                        <a:pt x="2171" y="614"/>
                      </a:lnTo>
                      <a:lnTo>
                        <a:pt x="2159" y="603"/>
                      </a:lnTo>
                      <a:lnTo>
                        <a:pt x="2148" y="592"/>
                      </a:lnTo>
                      <a:lnTo>
                        <a:pt x="2140" y="583"/>
                      </a:lnTo>
                      <a:lnTo>
                        <a:pt x="2136" y="579"/>
                      </a:lnTo>
                      <a:lnTo>
                        <a:pt x="2133" y="576"/>
                      </a:lnTo>
                      <a:lnTo>
                        <a:pt x="2129" y="573"/>
                      </a:lnTo>
                      <a:lnTo>
                        <a:pt x="2126" y="572"/>
                      </a:lnTo>
                      <a:lnTo>
                        <a:pt x="2122" y="572"/>
                      </a:lnTo>
                      <a:lnTo>
                        <a:pt x="2119" y="573"/>
                      </a:lnTo>
                      <a:lnTo>
                        <a:pt x="2115" y="577"/>
                      </a:lnTo>
                      <a:lnTo>
                        <a:pt x="2110" y="581"/>
                      </a:lnTo>
                      <a:lnTo>
                        <a:pt x="2102" y="596"/>
                      </a:lnTo>
                      <a:lnTo>
                        <a:pt x="2094" y="609"/>
                      </a:lnTo>
                      <a:lnTo>
                        <a:pt x="2089" y="615"/>
                      </a:lnTo>
                      <a:lnTo>
                        <a:pt x="2084" y="621"/>
                      </a:lnTo>
                      <a:lnTo>
                        <a:pt x="2078" y="625"/>
                      </a:lnTo>
                      <a:lnTo>
                        <a:pt x="2073" y="629"/>
                      </a:lnTo>
                      <a:lnTo>
                        <a:pt x="2063" y="635"/>
                      </a:lnTo>
                      <a:lnTo>
                        <a:pt x="2053" y="637"/>
                      </a:lnTo>
                      <a:lnTo>
                        <a:pt x="2050" y="637"/>
                      </a:lnTo>
                      <a:lnTo>
                        <a:pt x="2047" y="636"/>
                      </a:lnTo>
                      <a:lnTo>
                        <a:pt x="2045" y="635"/>
                      </a:lnTo>
                      <a:lnTo>
                        <a:pt x="2044" y="633"/>
                      </a:lnTo>
                      <a:lnTo>
                        <a:pt x="2043" y="624"/>
                      </a:lnTo>
                      <a:lnTo>
                        <a:pt x="2043" y="615"/>
                      </a:lnTo>
                      <a:lnTo>
                        <a:pt x="2044" y="604"/>
                      </a:lnTo>
                      <a:lnTo>
                        <a:pt x="2045" y="591"/>
                      </a:lnTo>
                      <a:lnTo>
                        <a:pt x="2044" y="586"/>
                      </a:lnTo>
                      <a:lnTo>
                        <a:pt x="2043" y="583"/>
                      </a:lnTo>
                      <a:lnTo>
                        <a:pt x="2040" y="579"/>
                      </a:lnTo>
                      <a:lnTo>
                        <a:pt x="2038" y="578"/>
                      </a:lnTo>
                      <a:lnTo>
                        <a:pt x="2034" y="578"/>
                      </a:lnTo>
                      <a:lnTo>
                        <a:pt x="2032" y="579"/>
                      </a:lnTo>
                      <a:lnTo>
                        <a:pt x="2028" y="580"/>
                      </a:lnTo>
                      <a:lnTo>
                        <a:pt x="2026" y="583"/>
                      </a:lnTo>
                      <a:lnTo>
                        <a:pt x="2022" y="587"/>
                      </a:lnTo>
                      <a:lnTo>
                        <a:pt x="2018" y="591"/>
                      </a:lnTo>
                      <a:lnTo>
                        <a:pt x="2015" y="592"/>
                      </a:lnTo>
                      <a:lnTo>
                        <a:pt x="2013" y="592"/>
                      </a:lnTo>
                      <a:lnTo>
                        <a:pt x="2010" y="591"/>
                      </a:lnTo>
                      <a:lnTo>
                        <a:pt x="2008" y="590"/>
                      </a:lnTo>
                      <a:lnTo>
                        <a:pt x="2004" y="584"/>
                      </a:lnTo>
                      <a:lnTo>
                        <a:pt x="2002" y="577"/>
                      </a:lnTo>
                      <a:lnTo>
                        <a:pt x="2000" y="567"/>
                      </a:lnTo>
                      <a:lnTo>
                        <a:pt x="1997" y="558"/>
                      </a:lnTo>
                      <a:lnTo>
                        <a:pt x="1994" y="547"/>
                      </a:lnTo>
                      <a:lnTo>
                        <a:pt x="1990" y="540"/>
                      </a:lnTo>
                      <a:lnTo>
                        <a:pt x="1987" y="535"/>
                      </a:lnTo>
                      <a:lnTo>
                        <a:pt x="1983" y="533"/>
                      </a:lnTo>
                      <a:lnTo>
                        <a:pt x="1978" y="530"/>
                      </a:lnTo>
                      <a:lnTo>
                        <a:pt x="1975" y="529"/>
                      </a:lnTo>
                      <a:lnTo>
                        <a:pt x="1972" y="527"/>
                      </a:lnTo>
                      <a:lnTo>
                        <a:pt x="1971" y="522"/>
                      </a:lnTo>
                      <a:lnTo>
                        <a:pt x="1971" y="516"/>
                      </a:lnTo>
                      <a:lnTo>
                        <a:pt x="1971" y="510"/>
                      </a:lnTo>
                      <a:lnTo>
                        <a:pt x="1970" y="504"/>
                      </a:lnTo>
                      <a:lnTo>
                        <a:pt x="1966" y="497"/>
                      </a:lnTo>
                      <a:lnTo>
                        <a:pt x="1964" y="494"/>
                      </a:lnTo>
                      <a:lnTo>
                        <a:pt x="1963" y="490"/>
                      </a:lnTo>
                      <a:lnTo>
                        <a:pt x="1962" y="486"/>
                      </a:lnTo>
                      <a:lnTo>
                        <a:pt x="1963" y="482"/>
                      </a:lnTo>
                      <a:lnTo>
                        <a:pt x="1964" y="472"/>
                      </a:lnTo>
                      <a:lnTo>
                        <a:pt x="1969" y="461"/>
                      </a:lnTo>
                      <a:lnTo>
                        <a:pt x="1971" y="457"/>
                      </a:lnTo>
                      <a:lnTo>
                        <a:pt x="1972" y="452"/>
                      </a:lnTo>
                      <a:lnTo>
                        <a:pt x="1972" y="447"/>
                      </a:lnTo>
                      <a:lnTo>
                        <a:pt x="1972" y="444"/>
                      </a:lnTo>
                      <a:lnTo>
                        <a:pt x="1970" y="439"/>
                      </a:lnTo>
                      <a:lnTo>
                        <a:pt x="1965" y="433"/>
                      </a:lnTo>
                      <a:lnTo>
                        <a:pt x="1960" y="427"/>
                      </a:lnTo>
                      <a:lnTo>
                        <a:pt x="1958" y="420"/>
                      </a:lnTo>
                      <a:lnTo>
                        <a:pt x="1957" y="415"/>
                      </a:lnTo>
                      <a:lnTo>
                        <a:pt x="1957" y="412"/>
                      </a:lnTo>
                      <a:lnTo>
                        <a:pt x="1958" y="409"/>
                      </a:lnTo>
                      <a:lnTo>
                        <a:pt x="1959" y="407"/>
                      </a:lnTo>
                      <a:lnTo>
                        <a:pt x="1964" y="401"/>
                      </a:lnTo>
                      <a:lnTo>
                        <a:pt x="1968" y="394"/>
                      </a:lnTo>
                      <a:lnTo>
                        <a:pt x="1970" y="390"/>
                      </a:lnTo>
                      <a:lnTo>
                        <a:pt x="1970" y="385"/>
                      </a:lnTo>
                      <a:lnTo>
                        <a:pt x="1971" y="381"/>
                      </a:lnTo>
                      <a:lnTo>
                        <a:pt x="1970" y="377"/>
                      </a:lnTo>
                      <a:lnTo>
                        <a:pt x="1966" y="365"/>
                      </a:lnTo>
                      <a:lnTo>
                        <a:pt x="1963" y="351"/>
                      </a:lnTo>
                      <a:lnTo>
                        <a:pt x="1960" y="345"/>
                      </a:lnTo>
                      <a:lnTo>
                        <a:pt x="1959" y="340"/>
                      </a:lnTo>
                      <a:lnTo>
                        <a:pt x="1957" y="339"/>
                      </a:lnTo>
                      <a:lnTo>
                        <a:pt x="1956" y="338"/>
                      </a:lnTo>
                      <a:lnTo>
                        <a:pt x="1952" y="338"/>
                      </a:lnTo>
                      <a:lnTo>
                        <a:pt x="1949" y="339"/>
                      </a:lnTo>
                      <a:lnTo>
                        <a:pt x="1939" y="341"/>
                      </a:lnTo>
                      <a:lnTo>
                        <a:pt x="1931" y="346"/>
                      </a:lnTo>
                      <a:lnTo>
                        <a:pt x="1915" y="360"/>
                      </a:lnTo>
                      <a:lnTo>
                        <a:pt x="1897" y="377"/>
                      </a:lnTo>
                      <a:lnTo>
                        <a:pt x="1894" y="379"/>
                      </a:lnTo>
                      <a:lnTo>
                        <a:pt x="1889" y="382"/>
                      </a:lnTo>
                      <a:lnTo>
                        <a:pt x="1884" y="384"/>
                      </a:lnTo>
                      <a:lnTo>
                        <a:pt x="1881" y="384"/>
                      </a:lnTo>
                      <a:lnTo>
                        <a:pt x="1873" y="385"/>
                      </a:lnTo>
                      <a:lnTo>
                        <a:pt x="1865" y="385"/>
                      </a:lnTo>
                      <a:lnTo>
                        <a:pt x="1861" y="385"/>
                      </a:lnTo>
                      <a:lnTo>
                        <a:pt x="1858" y="387"/>
                      </a:lnTo>
                      <a:lnTo>
                        <a:pt x="1855" y="390"/>
                      </a:lnTo>
                      <a:lnTo>
                        <a:pt x="1849" y="395"/>
                      </a:lnTo>
                      <a:lnTo>
                        <a:pt x="1846" y="397"/>
                      </a:lnTo>
                      <a:lnTo>
                        <a:pt x="1843" y="400"/>
                      </a:lnTo>
                      <a:lnTo>
                        <a:pt x="1838" y="401"/>
                      </a:lnTo>
                      <a:lnTo>
                        <a:pt x="1834" y="402"/>
                      </a:lnTo>
                      <a:lnTo>
                        <a:pt x="1831" y="403"/>
                      </a:lnTo>
                      <a:lnTo>
                        <a:pt x="1826" y="402"/>
                      </a:lnTo>
                      <a:lnTo>
                        <a:pt x="1823" y="401"/>
                      </a:lnTo>
                      <a:lnTo>
                        <a:pt x="1818" y="400"/>
                      </a:lnTo>
                      <a:lnTo>
                        <a:pt x="1813" y="397"/>
                      </a:lnTo>
                      <a:lnTo>
                        <a:pt x="1808" y="394"/>
                      </a:lnTo>
                      <a:lnTo>
                        <a:pt x="1804" y="390"/>
                      </a:lnTo>
                      <a:lnTo>
                        <a:pt x="1800" y="387"/>
                      </a:lnTo>
                      <a:lnTo>
                        <a:pt x="1794" y="377"/>
                      </a:lnTo>
                      <a:lnTo>
                        <a:pt x="1789" y="369"/>
                      </a:lnTo>
                      <a:lnTo>
                        <a:pt x="1785" y="360"/>
                      </a:lnTo>
                      <a:lnTo>
                        <a:pt x="1780" y="356"/>
                      </a:lnTo>
                      <a:lnTo>
                        <a:pt x="1773" y="352"/>
                      </a:lnTo>
                      <a:lnTo>
                        <a:pt x="1764" y="351"/>
                      </a:lnTo>
                      <a:lnTo>
                        <a:pt x="1758" y="351"/>
                      </a:lnTo>
                      <a:lnTo>
                        <a:pt x="1755" y="352"/>
                      </a:lnTo>
                      <a:lnTo>
                        <a:pt x="1751" y="353"/>
                      </a:lnTo>
                      <a:lnTo>
                        <a:pt x="1749" y="354"/>
                      </a:lnTo>
                      <a:lnTo>
                        <a:pt x="1744" y="359"/>
                      </a:lnTo>
                      <a:lnTo>
                        <a:pt x="1741" y="364"/>
                      </a:lnTo>
                      <a:lnTo>
                        <a:pt x="1738" y="368"/>
                      </a:lnTo>
                      <a:lnTo>
                        <a:pt x="1736" y="369"/>
                      </a:lnTo>
                      <a:lnTo>
                        <a:pt x="1733" y="370"/>
                      </a:lnTo>
                      <a:lnTo>
                        <a:pt x="1731" y="371"/>
                      </a:lnTo>
                      <a:lnTo>
                        <a:pt x="1725" y="370"/>
                      </a:lnTo>
                      <a:lnTo>
                        <a:pt x="1720" y="366"/>
                      </a:lnTo>
                      <a:lnTo>
                        <a:pt x="1717" y="363"/>
                      </a:lnTo>
                      <a:lnTo>
                        <a:pt x="1714" y="360"/>
                      </a:lnTo>
                      <a:lnTo>
                        <a:pt x="1708" y="357"/>
                      </a:lnTo>
                      <a:lnTo>
                        <a:pt x="1699" y="354"/>
                      </a:lnTo>
                      <a:lnTo>
                        <a:pt x="1693" y="353"/>
                      </a:lnTo>
                      <a:lnTo>
                        <a:pt x="1687" y="354"/>
                      </a:lnTo>
                      <a:lnTo>
                        <a:pt x="1681" y="356"/>
                      </a:lnTo>
                      <a:lnTo>
                        <a:pt x="1675" y="358"/>
                      </a:lnTo>
                      <a:lnTo>
                        <a:pt x="1662" y="364"/>
                      </a:lnTo>
                      <a:lnTo>
                        <a:pt x="1648" y="368"/>
                      </a:lnTo>
                      <a:lnTo>
                        <a:pt x="1634" y="372"/>
                      </a:lnTo>
                      <a:lnTo>
                        <a:pt x="1619" y="378"/>
                      </a:lnTo>
                      <a:lnTo>
                        <a:pt x="1613" y="381"/>
                      </a:lnTo>
                      <a:lnTo>
                        <a:pt x="1606" y="383"/>
                      </a:lnTo>
                      <a:lnTo>
                        <a:pt x="1600" y="384"/>
                      </a:lnTo>
                      <a:lnTo>
                        <a:pt x="1596" y="385"/>
                      </a:lnTo>
                      <a:lnTo>
                        <a:pt x="1584" y="384"/>
                      </a:lnTo>
                      <a:lnTo>
                        <a:pt x="1572" y="382"/>
                      </a:lnTo>
                      <a:lnTo>
                        <a:pt x="1556" y="381"/>
                      </a:lnTo>
                      <a:lnTo>
                        <a:pt x="1537" y="379"/>
                      </a:lnTo>
                      <a:lnTo>
                        <a:pt x="1516" y="381"/>
                      </a:lnTo>
                      <a:lnTo>
                        <a:pt x="1496" y="383"/>
                      </a:lnTo>
                      <a:lnTo>
                        <a:pt x="1479" y="387"/>
                      </a:lnTo>
                      <a:lnTo>
                        <a:pt x="1466" y="390"/>
                      </a:lnTo>
                      <a:lnTo>
                        <a:pt x="1456" y="391"/>
                      </a:lnTo>
                      <a:lnTo>
                        <a:pt x="1445" y="393"/>
                      </a:lnTo>
                      <a:lnTo>
                        <a:pt x="1439" y="391"/>
                      </a:lnTo>
                      <a:lnTo>
                        <a:pt x="1434" y="390"/>
                      </a:lnTo>
                      <a:lnTo>
                        <a:pt x="1428" y="389"/>
                      </a:lnTo>
                      <a:lnTo>
                        <a:pt x="1423" y="387"/>
                      </a:lnTo>
                      <a:lnTo>
                        <a:pt x="1411" y="379"/>
                      </a:lnTo>
                      <a:lnTo>
                        <a:pt x="1397" y="372"/>
                      </a:lnTo>
                      <a:lnTo>
                        <a:pt x="1384" y="366"/>
                      </a:lnTo>
                      <a:lnTo>
                        <a:pt x="1376" y="360"/>
                      </a:lnTo>
                      <a:lnTo>
                        <a:pt x="1370" y="356"/>
                      </a:lnTo>
                      <a:lnTo>
                        <a:pt x="1364" y="351"/>
                      </a:lnTo>
                      <a:lnTo>
                        <a:pt x="1354" y="349"/>
                      </a:lnTo>
                      <a:lnTo>
                        <a:pt x="1341" y="347"/>
                      </a:lnTo>
                      <a:lnTo>
                        <a:pt x="1334" y="347"/>
                      </a:lnTo>
                      <a:lnTo>
                        <a:pt x="1329" y="346"/>
                      </a:lnTo>
                      <a:lnTo>
                        <a:pt x="1325" y="345"/>
                      </a:lnTo>
                      <a:lnTo>
                        <a:pt x="1321" y="343"/>
                      </a:lnTo>
                      <a:lnTo>
                        <a:pt x="1315" y="337"/>
                      </a:lnTo>
                      <a:lnTo>
                        <a:pt x="1308" y="331"/>
                      </a:lnTo>
                      <a:lnTo>
                        <a:pt x="1298" y="325"/>
                      </a:lnTo>
                      <a:lnTo>
                        <a:pt x="1288" y="321"/>
                      </a:lnTo>
                      <a:lnTo>
                        <a:pt x="1276" y="319"/>
                      </a:lnTo>
                      <a:lnTo>
                        <a:pt x="1265" y="318"/>
                      </a:lnTo>
                      <a:lnTo>
                        <a:pt x="1260" y="316"/>
                      </a:lnTo>
                      <a:lnTo>
                        <a:pt x="1256" y="315"/>
                      </a:lnTo>
                      <a:lnTo>
                        <a:pt x="1251" y="313"/>
                      </a:lnTo>
                      <a:lnTo>
                        <a:pt x="1247" y="310"/>
                      </a:lnTo>
                      <a:lnTo>
                        <a:pt x="1241" y="302"/>
                      </a:lnTo>
                      <a:lnTo>
                        <a:pt x="1235" y="293"/>
                      </a:lnTo>
                      <a:lnTo>
                        <a:pt x="1233" y="289"/>
                      </a:lnTo>
                      <a:lnTo>
                        <a:pt x="1229" y="288"/>
                      </a:lnTo>
                      <a:lnTo>
                        <a:pt x="1225" y="287"/>
                      </a:lnTo>
                      <a:lnTo>
                        <a:pt x="1220" y="288"/>
                      </a:lnTo>
                      <a:lnTo>
                        <a:pt x="1208" y="290"/>
                      </a:lnTo>
                      <a:lnTo>
                        <a:pt x="1196" y="290"/>
                      </a:lnTo>
                      <a:lnTo>
                        <a:pt x="1187" y="289"/>
                      </a:lnTo>
                      <a:lnTo>
                        <a:pt x="1178" y="286"/>
                      </a:lnTo>
                      <a:lnTo>
                        <a:pt x="1170" y="281"/>
                      </a:lnTo>
                      <a:lnTo>
                        <a:pt x="1159" y="272"/>
                      </a:lnTo>
                      <a:lnTo>
                        <a:pt x="1149" y="262"/>
                      </a:lnTo>
                      <a:lnTo>
                        <a:pt x="1139" y="251"/>
                      </a:lnTo>
                      <a:lnTo>
                        <a:pt x="1132" y="242"/>
                      </a:lnTo>
                      <a:lnTo>
                        <a:pt x="1126" y="233"/>
                      </a:lnTo>
                      <a:lnTo>
                        <a:pt x="1121" y="225"/>
                      </a:lnTo>
                      <a:lnTo>
                        <a:pt x="1115" y="213"/>
                      </a:lnTo>
                      <a:lnTo>
                        <a:pt x="1114" y="207"/>
                      </a:lnTo>
                      <a:lnTo>
                        <a:pt x="1113" y="202"/>
                      </a:lnTo>
                      <a:lnTo>
                        <a:pt x="1113" y="198"/>
                      </a:lnTo>
                      <a:lnTo>
                        <a:pt x="1113" y="193"/>
                      </a:lnTo>
                      <a:lnTo>
                        <a:pt x="1114" y="189"/>
                      </a:lnTo>
                      <a:lnTo>
                        <a:pt x="1115" y="187"/>
                      </a:lnTo>
                      <a:lnTo>
                        <a:pt x="1115" y="183"/>
                      </a:lnTo>
                      <a:lnTo>
                        <a:pt x="1114" y="181"/>
                      </a:lnTo>
                      <a:lnTo>
                        <a:pt x="1113" y="179"/>
                      </a:lnTo>
                      <a:lnTo>
                        <a:pt x="1109" y="176"/>
                      </a:lnTo>
                      <a:lnTo>
                        <a:pt x="1106" y="175"/>
                      </a:lnTo>
                      <a:lnTo>
                        <a:pt x="1102" y="174"/>
                      </a:lnTo>
                      <a:lnTo>
                        <a:pt x="1090" y="170"/>
                      </a:lnTo>
                      <a:lnTo>
                        <a:pt x="1077" y="164"/>
                      </a:lnTo>
                      <a:lnTo>
                        <a:pt x="1064" y="157"/>
                      </a:lnTo>
                      <a:lnTo>
                        <a:pt x="1056" y="150"/>
                      </a:lnTo>
                      <a:lnTo>
                        <a:pt x="1052" y="146"/>
                      </a:lnTo>
                      <a:lnTo>
                        <a:pt x="1050" y="142"/>
                      </a:lnTo>
                      <a:lnTo>
                        <a:pt x="1049" y="136"/>
                      </a:lnTo>
                      <a:lnTo>
                        <a:pt x="1048" y="129"/>
                      </a:lnTo>
                      <a:lnTo>
                        <a:pt x="1046" y="117"/>
                      </a:lnTo>
                      <a:lnTo>
                        <a:pt x="1048" y="105"/>
                      </a:lnTo>
                      <a:lnTo>
                        <a:pt x="1048" y="100"/>
                      </a:lnTo>
                      <a:lnTo>
                        <a:pt x="1046" y="97"/>
                      </a:lnTo>
                      <a:lnTo>
                        <a:pt x="1045" y="93"/>
                      </a:lnTo>
                      <a:lnTo>
                        <a:pt x="1044" y="89"/>
                      </a:lnTo>
                      <a:lnTo>
                        <a:pt x="1042" y="87"/>
                      </a:lnTo>
                      <a:lnTo>
                        <a:pt x="1039" y="83"/>
                      </a:lnTo>
                      <a:lnTo>
                        <a:pt x="1036" y="82"/>
                      </a:lnTo>
                      <a:lnTo>
                        <a:pt x="1032" y="80"/>
                      </a:lnTo>
                      <a:lnTo>
                        <a:pt x="1024" y="76"/>
                      </a:lnTo>
                      <a:lnTo>
                        <a:pt x="1018" y="72"/>
                      </a:lnTo>
                      <a:lnTo>
                        <a:pt x="1013" y="67"/>
                      </a:lnTo>
                      <a:lnTo>
                        <a:pt x="1011" y="61"/>
                      </a:lnTo>
                      <a:lnTo>
                        <a:pt x="1008" y="54"/>
                      </a:lnTo>
                      <a:lnTo>
                        <a:pt x="1006" y="48"/>
                      </a:lnTo>
                      <a:lnTo>
                        <a:pt x="1002" y="42"/>
                      </a:lnTo>
                      <a:lnTo>
                        <a:pt x="996" y="36"/>
                      </a:lnTo>
                      <a:lnTo>
                        <a:pt x="981" y="24"/>
                      </a:lnTo>
                      <a:lnTo>
                        <a:pt x="962" y="9"/>
                      </a:lnTo>
                      <a:lnTo>
                        <a:pt x="952" y="1"/>
                      </a:lnTo>
                      <a:lnTo>
                        <a:pt x="949" y="0"/>
                      </a:lnTo>
                      <a:lnTo>
                        <a:pt x="945" y="4"/>
                      </a:lnTo>
                      <a:lnTo>
                        <a:pt x="939" y="12"/>
                      </a:lnTo>
                      <a:lnTo>
                        <a:pt x="935" y="18"/>
                      </a:lnTo>
                      <a:lnTo>
                        <a:pt x="931" y="19"/>
                      </a:lnTo>
                      <a:lnTo>
                        <a:pt x="927" y="19"/>
                      </a:lnTo>
                      <a:lnTo>
                        <a:pt x="923" y="17"/>
                      </a:lnTo>
                      <a:lnTo>
                        <a:pt x="919" y="16"/>
                      </a:lnTo>
                      <a:lnTo>
                        <a:pt x="916" y="17"/>
                      </a:lnTo>
                      <a:lnTo>
                        <a:pt x="911" y="18"/>
                      </a:lnTo>
                      <a:lnTo>
                        <a:pt x="907" y="19"/>
                      </a:lnTo>
                      <a:lnTo>
                        <a:pt x="899" y="25"/>
                      </a:lnTo>
                      <a:lnTo>
                        <a:pt x="889" y="32"/>
                      </a:lnTo>
                      <a:lnTo>
                        <a:pt x="873" y="43"/>
                      </a:lnTo>
                      <a:lnTo>
                        <a:pt x="861" y="50"/>
                      </a:lnTo>
                      <a:lnTo>
                        <a:pt x="860" y="53"/>
                      </a:lnTo>
                      <a:lnTo>
                        <a:pt x="857" y="54"/>
                      </a:lnTo>
                      <a:lnTo>
                        <a:pt x="855" y="54"/>
                      </a:lnTo>
                      <a:lnTo>
                        <a:pt x="851" y="55"/>
                      </a:lnTo>
                      <a:lnTo>
                        <a:pt x="849" y="54"/>
                      </a:lnTo>
                      <a:lnTo>
                        <a:pt x="847" y="53"/>
                      </a:lnTo>
                      <a:lnTo>
                        <a:pt x="844" y="51"/>
                      </a:lnTo>
                      <a:lnTo>
                        <a:pt x="842" y="48"/>
                      </a:lnTo>
                      <a:lnTo>
                        <a:pt x="839" y="44"/>
                      </a:lnTo>
                      <a:lnTo>
                        <a:pt x="836" y="42"/>
                      </a:lnTo>
                      <a:lnTo>
                        <a:pt x="834" y="42"/>
                      </a:lnTo>
                      <a:lnTo>
                        <a:pt x="829" y="43"/>
                      </a:lnTo>
                      <a:lnTo>
                        <a:pt x="824" y="43"/>
                      </a:lnTo>
                      <a:lnTo>
                        <a:pt x="820" y="41"/>
                      </a:lnTo>
                      <a:lnTo>
                        <a:pt x="819" y="36"/>
                      </a:lnTo>
                      <a:lnTo>
                        <a:pt x="817" y="26"/>
                      </a:lnTo>
                      <a:lnTo>
                        <a:pt x="816" y="16"/>
                      </a:lnTo>
                      <a:lnTo>
                        <a:pt x="812" y="9"/>
                      </a:lnTo>
                      <a:lnTo>
                        <a:pt x="809" y="5"/>
                      </a:lnTo>
                      <a:lnTo>
                        <a:pt x="805" y="1"/>
                      </a:lnTo>
                      <a:lnTo>
                        <a:pt x="803" y="1"/>
                      </a:lnTo>
                      <a:lnTo>
                        <a:pt x="800" y="1"/>
                      </a:lnTo>
                      <a:lnTo>
                        <a:pt x="798" y="1"/>
                      </a:lnTo>
                      <a:lnTo>
                        <a:pt x="796" y="3"/>
                      </a:lnTo>
                      <a:lnTo>
                        <a:pt x="790" y="7"/>
                      </a:lnTo>
                      <a:lnTo>
                        <a:pt x="785" y="13"/>
                      </a:lnTo>
                      <a:lnTo>
                        <a:pt x="779" y="18"/>
                      </a:lnTo>
                      <a:lnTo>
                        <a:pt x="773" y="22"/>
                      </a:lnTo>
                      <a:lnTo>
                        <a:pt x="766" y="24"/>
                      </a:lnTo>
                      <a:lnTo>
                        <a:pt x="756" y="26"/>
                      </a:lnTo>
                      <a:lnTo>
                        <a:pt x="744" y="26"/>
                      </a:lnTo>
                      <a:lnTo>
                        <a:pt x="734" y="28"/>
                      </a:lnTo>
                      <a:lnTo>
                        <a:pt x="722" y="30"/>
                      </a:lnTo>
                      <a:lnTo>
                        <a:pt x="708" y="34"/>
                      </a:lnTo>
                      <a:lnTo>
                        <a:pt x="700" y="35"/>
                      </a:lnTo>
                      <a:lnTo>
                        <a:pt x="694" y="36"/>
                      </a:lnTo>
                      <a:lnTo>
                        <a:pt x="689" y="35"/>
                      </a:lnTo>
                      <a:lnTo>
                        <a:pt x="684" y="34"/>
                      </a:lnTo>
                      <a:lnTo>
                        <a:pt x="675" y="30"/>
                      </a:lnTo>
                      <a:lnTo>
                        <a:pt x="667" y="25"/>
                      </a:lnTo>
                      <a:lnTo>
                        <a:pt x="664" y="22"/>
                      </a:lnTo>
                      <a:lnTo>
                        <a:pt x="658" y="19"/>
                      </a:lnTo>
                      <a:lnTo>
                        <a:pt x="652" y="18"/>
                      </a:lnTo>
                      <a:lnTo>
                        <a:pt x="646" y="17"/>
                      </a:lnTo>
                      <a:lnTo>
                        <a:pt x="633" y="16"/>
                      </a:lnTo>
                      <a:lnTo>
                        <a:pt x="622" y="17"/>
                      </a:lnTo>
                      <a:lnTo>
                        <a:pt x="611" y="18"/>
                      </a:lnTo>
                      <a:lnTo>
                        <a:pt x="598" y="18"/>
                      </a:lnTo>
                      <a:lnTo>
                        <a:pt x="583" y="17"/>
                      </a:lnTo>
                      <a:lnTo>
                        <a:pt x="568" y="13"/>
                      </a:lnTo>
                      <a:lnTo>
                        <a:pt x="553" y="10"/>
                      </a:lnTo>
                      <a:lnTo>
                        <a:pt x="538" y="7"/>
                      </a:lnTo>
                      <a:lnTo>
                        <a:pt x="523" y="7"/>
                      </a:lnTo>
                      <a:lnTo>
                        <a:pt x="516" y="7"/>
                      </a:lnTo>
                      <a:lnTo>
                        <a:pt x="510" y="5"/>
                      </a:lnTo>
                      <a:lnTo>
                        <a:pt x="501" y="3"/>
                      </a:lnTo>
                      <a:lnTo>
                        <a:pt x="495" y="1"/>
                      </a:lnTo>
                      <a:lnTo>
                        <a:pt x="489" y="0"/>
                      </a:lnTo>
                      <a:lnTo>
                        <a:pt x="483" y="1"/>
                      </a:lnTo>
                      <a:lnTo>
                        <a:pt x="477" y="3"/>
                      </a:lnTo>
                      <a:lnTo>
                        <a:pt x="467" y="5"/>
                      </a:lnTo>
                      <a:lnTo>
                        <a:pt x="459" y="7"/>
                      </a:lnTo>
                      <a:lnTo>
                        <a:pt x="451" y="7"/>
                      </a:lnTo>
                      <a:lnTo>
                        <a:pt x="441" y="7"/>
                      </a:lnTo>
                      <a:lnTo>
                        <a:pt x="435" y="7"/>
                      </a:lnTo>
                      <a:lnTo>
                        <a:pt x="431" y="9"/>
                      </a:lnTo>
                      <a:lnTo>
                        <a:pt x="425" y="11"/>
                      </a:lnTo>
                      <a:lnTo>
                        <a:pt x="420" y="15"/>
                      </a:lnTo>
                      <a:lnTo>
                        <a:pt x="412" y="20"/>
                      </a:lnTo>
                      <a:lnTo>
                        <a:pt x="406" y="28"/>
                      </a:lnTo>
                      <a:lnTo>
                        <a:pt x="404" y="31"/>
                      </a:lnTo>
                      <a:lnTo>
                        <a:pt x="402" y="34"/>
                      </a:lnTo>
                      <a:lnTo>
                        <a:pt x="402" y="37"/>
                      </a:lnTo>
                      <a:lnTo>
                        <a:pt x="402" y="41"/>
                      </a:lnTo>
                      <a:lnTo>
                        <a:pt x="403" y="44"/>
                      </a:lnTo>
                      <a:lnTo>
                        <a:pt x="404" y="48"/>
                      </a:lnTo>
                      <a:lnTo>
                        <a:pt x="408" y="50"/>
                      </a:lnTo>
                      <a:lnTo>
                        <a:pt x="413" y="51"/>
                      </a:lnTo>
                      <a:lnTo>
                        <a:pt x="427" y="55"/>
                      </a:lnTo>
                      <a:lnTo>
                        <a:pt x="446" y="57"/>
                      </a:lnTo>
                      <a:lnTo>
                        <a:pt x="465" y="60"/>
                      </a:lnTo>
                      <a:lnTo>
                        <a:pt x="480" y="62"/>
                      </a:lnTo>
                      <a:lnTo>
                        <a:pt x="488" y="63"/>
                      </a:lnTo>
                      <a:lnTo>
                        <a:pt x="494" y="66"/>
                      </a:lnTo>
                      <a:lnTo>
                        <a:pt x="500" y="69"/>
                      </a:lnTo>
                      <a:lnTo>
                        <a:pt x="505" y="73"/>
                      </a:lnTo>
                      <a:lnTo>
                        <a:pt x="510" y="78"/>
                      </a:lnTo>
                      <a:lnTo>
                        <a:pt x="514" y="81"/>
                      </a:lnTo>
                      <a:lnTo>
                        <a:pt x="516" y="86"/>
                      </a:lnTo>
                      <a:lnTo>
                        <a:pt x="517" y="91"/>
                      </a:lnTo>
                      <a:lnTo>
                        <a:pt x="519" y="101"/>
                      </a:lnTo>
                      <a:lnTo>
                        <a:pt x="519" y="118"/>
                      </a:lnTo>
                      <a:lnTo>
                        <a:pt x="517" y="136"/>
                      </a:lnTo>
                      <a:lnTo>
                        <a:pt x="517" y="152"/>
                      </a:lnTo>
                      <a:lnTo>
                        <a:pt x="517" y="160"/>
                      </a:lnTo>
                      <a:lnTo>
                        <a:pt x="519" y="164"/>
                      </a:lnTo>
                      <a:lnTo>
                        <a:pt x="521" y="167"/>
                      </a:lnTo>
                      <a:lnTo>
                        <a:pt x="523" y="168"/>
                      </a:lnTo>
                      <a:lnTo>
                        <a:pt x="529" y="169"/>
                      </a:lnTo>
                      <a:lnTo>
                        <a:pt x="535" y="167"/>
                      </a:lnTo>
                      <a:lnTo>
                        <a:pt x="547" y="163"/>
                      </a:lnTo>
                      <a:lnTo>
                        <a:pt x="560" y="160"/>
                      </a:lnTo>
                      <a:lnTo>
                        <a:pt x="566" y="160"/>
                      </a:lnTo>
                      <a:lnTo>
                        <a:pt x="571" y="161"/>
                      </a:lnTo>
                      <a:lnTo>
                        <a:pt x="574" y="163"/>
                      </a:lnTo>
                      <a:lnTo>
                        <a:pt x="577" y="165"/>
                      </a:lnTo>
                      <a:lnTo>
                        <a:pt x="580" y="168"/>
                      </a:lnTo>
                      <a:lnTo>
                        <a:pt x="585" y="171"/>
                      </a:lnTo>
                      <a:lnTo>
                        <a:pt x="592" y="173"/>
                      </a:lnTo>
                      <a:lnTo>
                        <a:pt x="601" y="174"/>
                      </a:lnTo>
                      <a:lnTo>
                        <a:pt x="610" y="173"/>
                      </a:lnTo>
                      <a:lnTo>
                        <a:pt x="620" y="173"/>
                      </a:lnTo>
                      <a:lnTo>
                        <a:pt x="628" y="175"/>
                      </a:lnTo>
                      <a:lnTo>
                        <a:pt x="634" y="177"/>
                      </a:lnTo>
                      <a:lnTo>
                        <a:pt x="643" y="186"/>
                      </a:lnTo>
                      <a:lnTo>
                        <a:pt x="652" y="192"/>
                      </a:lnTo>
                      <a:lnTo>
                        <a:pt x="656" y="195"/>
                      </a:lnTo>
                      <a:lnTo>
                        <a:pt x="658" y="198"/>
                      </a:lnTo>
                      <a:lnTo>
                        <a:pt x="658" y="202"/>
                      </a:lnTo>
                      <a:lnTo>
                        <a:pt x="658" y="208"/>
                      </a:lnTo>
                      <a:lnTo>
                        <a:pt x="656" y="218"/>
                      </a:lnTo>
                      <a:lnTo>
                        <a:pt x="658" y="228"/>
                      </a:lnTo>
                      <a:lnTo>
                        <a:pt x="662" y="247"/>
                      </a:lnTo>
                      <a:lnTo>
                        <a:pt x="668" y="263"/>
                      </a:lnTo>
                      <a:lnTo>
                        <a:pt x="670" y="272"/>
                      </a:lnTo>
                      <a:lnTo>
                        <a:pt x="668" y="280"/>
                      </a:lnTo>
                      <a:lnTo>
                        <a:pt x="666" y="282"/>
                      </a:lnTo>
                      <a:lnTo>
                        <a:pt x="664" y="284"/>
                      </a:lnTo>
                      <a:lnTo>
                        <a:pt x="661" y="284"/>
                      </a:lnTo>
                      <a:lnTo>
                        <a:pt x="656" y="284"/>
                      </a:lnTo>
                      <a:lnTo>
                        <a:pt x="649" y="284"/>
                      </a:lnTo>
                      <a:lnTo>
                        <a:pt x="645" y="286"/>
                      </a:lnTo>
                      <a:lnTo>
                        <a:pt x="641" y="289"/>
                      </a:lnTo>
                      <a:lnTo>
                        <a:pt x="637" y="294"/>
                      </a:lnTo>
                      <a:lnTo>
                        <a:pt x="631" y="300"/>
                      </a:lnTo>
                      <a:lnTo>
                        <a:pt x="624" y="306"/>
                      </a:lnTo>
                      <a:lnTo>
                        <a:pt x="616" y="313"/>
                      </a:lnTo>
                      <a:lnTo>
                        <a:pt x="609" y="318"/>
                      </a:lnTo>
                      <a:lnTo>
                        <a:pt x="605" y="319"/>
                      </a:lnTo>
                      <a:lnTo>
                        <a:pt x="602" y="318"/>
                      </a:lnTo>
                      <a:lnTo>
                        <a:pt x="597" y="315"/>
                      </a:lnTo>
                      <a:lnTo>
                        <a:pt x="592" y="313"/>
                      </a:lnTo>
                      <a:lnTo>
                        <a:pt x="583" y="305"/>
                      </a:lnTo>
                      <a:lnTo>
                        <a:pt x="574" y="296"/>
                      </a:lnTo>
                      <a:lnTo>
                        <a:pt x="570" y="294"/>
                      </a:lnTo>
                      <a:lnTo>
                        <a:pt x="566" y="291"/>
                      </a:lnTo>
                      <a:lnTo>
                        <a:pt x="563" y="291"/>
                      </a:lnTo>
                      <a:lnTo>
                        <a:pt x="559" y="291"/>
                      </a:lnTo>
                      <a:lnTo>
                        <a:pt x="552" y="294"/>
                      </a:lnTo>
                      <a:lnTo>
                        <a:pt x="546" y="299"/>
                      </a:lnTo>
                      <a:lnTo>
                        <a:pt x="540" y="303"/>
                      </a:lnTo>
                      <a:lnTo>
                        <a:pt x="535" y="306"/>
                      </a:lnTo>
                      <a:lnTo>
                        <a:pt x="530" y="305"/>
                      </a:lnTo>
                      <a:lnTo>
                        <a:pt x="523" y="302"/>
                      </a:lnTo>
                      <a:lnTo>
                        <a:pt x="515" y="300"/>
                      </a:lnTo>
                      <a:lnTo>
                        <a:pt x="505" y="300"/>
                      </a:lnTo>
                      <a:lnTo>
                        <a:pt x="496" y="300"/>
                      </a:lnTo>
                      <a:lnTo>
                        <a:pt x="488" y="299"/>
                      </a:lnTo>
                      <a:lnTo>
                        <a:pt x="482" y="297"/>
                      </a:lnTo>
                      <a:lnTo>
                        <a:pt x="475" y="297"/>
                      </a:lnTo>
                      <a:lnTo>
                        <a:pt x="471" y="297"/>
                      </a:lnTo>
                      <a:lnTo>
                        <a:pt x="469" y="299"/>
                      </a:lnTo>
                      <a:lnTo>
                        <a:pt x="465" y="301"/>
                      </a:lnTo>
                      <a:lnTo>
                        <a:pt x="461" y="303"/>
                      </a:lnTo>
                      <a:lnTo>
                        <a:pt x="456" y="312"/>
                      </a:lnTo>
                      <a:lnTo>
                        <a:pt x="450" y="322"/>
                      </a:lnTo>
                      <a:lnTo>
                        <a:pt x="447" y="328"/>
                      </a:lnTo>
                      <a:lnTo>
                        <a:pt x="445" y="335"/>
                      </a:lnTo>
                      <a:lnTo>
                        <a:pt x="444" y="341"/>
                      </a:lnTo>
                      <a:lnTo>
                        <a:pt x="444" y="349"/>
                      </a:lnTo>
                      <a:lnTo>
                        <a:pt x="444" y="354"/>
                      </a:lnTo>
                      <a:lnTo>
                        <a:pt x="442" y="360"/>
                      </a:lnTo>
                      <a:lnTo>
                        <a:pt x="441" y="364"/>
                      </a:lnTo>
                      <a:lnTo>
                        <a:pt x="440" y="368"/>
                      </a:lnTo>
                      <a:lnTo>
                        <a:pt x="437" y="372"/>
                      </a:lnTo>
                      <a:lnTo>
                        <a:pt x="432" y="376"/>
                      </a:lnTo>
                      <a:lnTo>
                        <a:pt x="426" y="382"/>
                      </a:lnTo>
                      <a:lnTo>
                        <a:pt x="421" y="390"/>
                      </a:lnTo>
                      <a:lnTo>
                        <a:pt x="419" y="396"/>
                      </a:lnTo>
                      <a:lnTo>
                        <a:pt x="416" y="403"/>
                      </a:lnTo>
                      <a:lnTo>
                        <a:pt x="416" y="409"/>
                      </a:lnTo>
                      <a:lnTo>
                        <a:pt x="416" y="417"/>
                      </a:lnTo>
                      <a:lnTo>
                        <a:pt x="417" y="425"/>
                      </a:lnTo>
                      <a:lnTo>
                        <a:pt x="420" y="431"/>
                      </a:lnTo>
                      <a:lnTo>
                        <a:pt x="423" y="435"/>
                      </a:lnTo>
                      <a:lnTo>
                        <a:pt x="427" y="440"/>
                      </a:lnTo>
                      <a:lnTo>
                        <a:pt x="435" y="446"/>
                      </a:lnTo>
                      <a:lnTo>
                        <a:pt x="442" y="452"/>
                      </a:lnTo>
                      <a:lnTo>
                        <a:pt x="445" y="455"/>
                      </a:lnTo>
                      <a:lnTo>
                        <a:pt x="447" y="460"/>
                      </a:lnTo>
                      <a:lnTo>
                        <a:pt x="448" y="466"/>
                      </a:lnTo>
                      <a:lnTo>
                        <a:pt x="450" y="475"/>
                      </a:lnTo>
                      <a:lnTo>
                        <a:pt x="451" y="490"/>
                      </a:lnTo>
                      <a:lnTo>
                        <a:pt x="452" y="508"/>
                      </a:lnTo>
                      <a:lnTo>
                        <a:pt x="451" y="530"/>
                      </a:lnTo>
                      <a:lnTo>
                        <a:pt x="450" y="560"/>
                      </a:lnTo>
                      <a:lnTo>
                        <a:pt x="450" y="576"/>
                      </a:lnTo>
                      <a:lnTo>
                        <a:pt x="451" y="591"/>
                      </a:lnTo>
                      <a:lnTo>
                        <a:pt x="451" y="604"/>
                      </a:lnTo>
                      <a:lnTo>
                        <a:pt x="453" y="615"/>
                      </a:lnTo>
                      <a:lnTo>
                        <a:pt x="454" y="627"/>
                      </a:lnTo>
                      <a:lnTo>
                        <a:pt x="454" y="637"/>
                      </a:lnTo>
                      <a:lnTo>
                        <a:pt x="452" y="646"/>
                      </a:lnTo>
                      <a:lnTo>
                        <a:pt x="448" y="654"/>
                      </a:lnTo>
                      <a:lnTo>
                        <a:pt x="444" y="662"/>
                      </a:lnTo>
                      <a:lnTo>
                        <a:pt x="440" y="667"/>
                      </a:lnTo>
                      <a:lnTo>
                        <a:pt x="440" y="668"/>
                      </a:lnTo>
                      <a:lnTo>
                        <a:pt x="442" y="669"/>
                      </a:lnTo>
                      <a:lnTo>
                        <a:pt x="446" y="669"/>
                      </a:lnTo>
                      <a:lnTo>
                        <a:pt x="451" y="668"/>
                      </a:lnTo>
                      <a:lnTo>
                        <a:pt x="457" y="668"/>
                      </a:lnTo>
                      <a:lnTo>
                        <a:pt x="463" y="669"/>
                      </a:lnTo>
                      <a:lnTo>
                        <a:pt x="469" y="671"/>
                      </a:lnTo>
                      <a:lnTo>
                        <a:pt x="476" y="672"/>
                      </a:lnTo>
                      <a:lnTo>
                        <a:pt x="482" y="675"/>
                      </a:lnTo>
                      <a:lnTo>
                        <a:pt x="488" y="678"/>
                      </a:lnTo>
                      <a:lnTo>
                        <a:pt x="491" y="680"/>
                      </a:lnTo>
                      <a:lnTo>
                        <a:pt x="495" y="684"/>
                      </a:lnTo>
                      <a:lnTo>
                        <a:pt x="496" y="688"/>
                      </a:lnTo>
                      <a:lnTo>
                        <a:pt x="498" y="697"/>
                      </a:lnTo>
                      <a:lnTo>
                        <a:pt x="498" y="705"/>
                      </a:lnTo>
                      <a:lnTo>
                        <a:pt x="500" y="716"/>
                      </a:lnTo>
                      <a:lnTo>
                        <a:pt x="500" y="725"/>
                      </a:lnTo>
                      <a:lnTo>
                        <a:pt x="501" y="735"/>
                      </a:lnTo>
                      <a:lnTo>
                        <a:pt x="502" y="742"/>
                      </a:lnTo>
                      <a:lnTo>
                        <a:pt x="504" y="747"/>
                      </a:lnTo>
                      <a:lnTo>
                        <a:pt x="508" y="749"/>
                      </a:lnTo>
                      <a:lnTo>
                        <a:pt x="511" y="750"/>
                      </a:lnTo>
                      <a:lnTo>
                        <a:pt x="517" y="753"/>
                      </a:lnTo>
                      <a:lnTo>
                        <a:pt x="523" y="754"/>
                      </a:lnTo>
                      <a:lnTo>
                        <a:pt x="534" y="755"/>
                      </a:lnTo>
                      <a:lnTo>
                        <a:pt x="542" y="755"/>
                      </a:lnTo>
                      <a:lnTo>
                        <a:pt x="548" y="755"/>
                      </a:lnTo>
                      <a:lnTo>
                        <a:pt x="555" y="756"/>
                      </a:lnTo>
                      <a:lnTo>
                        <a:pt x="564" y="757"/>
                      </a:lnTo>
                      <a:lnTo>
                        <a:pt x="571" y="761"/>
                      </a:lnTo>
                      <a:lnTo>
                        <a:pt x="587" y="775"/>
                      </a:lnTo>
                      <a:lnTo>
                        <a:pt x="605" y="793"/>
                      </a:lnTo>
                      <a:lnTo>
                        <a:pt x="608" y="795"/>
                      </a:lnTo>
                      <a:lnTo>
                        <a:pt x="611" y="798"/>
                      </a:lnTo>
                      <a:lnTo>
                        <a:pt x="614" y="799"/>
                      </a:lnTo>
                      <a:lnTo>
                        <a:pt x="617" y="799"/>
                      </a:lnTo>
                      <a:lnTo>
                        <a:pt x="626" y="799"/>
                      </a:lnTo>
                      <a:lnTo>
                        <a:pt x="635" y="798"/>
                      </a:lnTo>
                      <a:lnTo>
                        <a:pt x="640" y="798"/>
                      </a:lnTo>
                      <a:lnTo>
                        <a:pt x="645" y="800"/>
                      </a:lnTo>
                      <a:lnTo>
                        <a:pt x="649" y="804"/>
                      </a:lnTo>
                      <a:lnTo>
                        <a:pt x="653" y="809"/>
                      </a:lnTo>
                      <a:lnTo>
                        <a:pt x="656" y="814"/>
                      </a:lnTo>
                      <a:lnTo>
                        <a:pt x="659" y="822"/>
                      </a:lnTo>
                      <a:lnTo>
                        <a:pt x="661" y="829"/>
                      </a:lnTo>
                      <a:lnTo>
                        <a:pt x="664" y="837"/>
                      </a:lnTo>
                      <a:lnTo>
                        <a:pt x="666" y="860"/>
                      </a:lnTo>
                      <a:lnTo>
                        <a:pt x="666" y="885"/>
                      </a:lnTo>
                      <a:lnTo>
                        <a:pt x="665" y="896"/>
                      </a:lnTo>
                      <a:lnTo>
                        <a:pt x="664" y="907"/>
                      </a:lnTo>
                      <a:lnTo>
                        <a:pt x="661" y="917"/>
                      </a:lnTo>
                      <a:lnTo>
                        <a:pt x="658" y="925"/>
                      </a:lnTo>
                      <a:lnTo>
                        <a:pt x="654" y="931"/>
                      </a:lnTo>
                      <a:lnTo>
                        <a:pt x="652" y="937"/>
                      </a:lnTo>
                      <a:lnTo>
                        <a:pt x="652" y="943"/>
                      </a:lnTo>
                      <a:lnTo>
                        <a:pt x="652" y="949"/>
                      </a:lnTo>
                      <a:lnTo>
                        <a:pt x="653" y="961"/>
                      </a:lnTo>
                      <a:lnTo>
                        <a:pt x="656" y="970"/>
                      </a:lnTo>
                      <a:lnTo>
                        <a:pt x="659" y="980"/>
                      </a:lnTo>
                      <a:lnTo>
                        <a:pt x="660" y="992"/>
                      </a:lnTo>
                      <a:lnTo>
                        <a:pt x="660" y="1003"/>
                      </a:lnTo>
                      <a:lnTo>
                        <a:pt x="656" y="1015"/>
                      </a:lnTo>
                      <a:lnTo>
                        <a:pt x="652" y="1027"/>
                      </a:lnTo>
                      <a:lnTo>
                        <a:pt x="645" y="1039"/>
                      </a:lnTo>
                      <a:lnTo>
                        <a:pt x="641" y="1045"/>
                      </a:lnTo>
                      <a:lnTo>
                        <a:pt x="636" y="1050"/>
                      </a:lnTo>
                      <a:lnTo>
                        <a:pt x="631" y="1055"/>
                      </a:lnTo>
                      <a:lnTo>
                        <a:pt x="626" y="1058"/>
                      </a:lnTo>
                      <a:lnTo>
                        <a:pt x="621" y="1060"/>
                      </a:lnTo>
                      <a:lnTo>
                        <a:pt x="617" y="1063"/>
                      </a:lnTo>
                      <a:lnTo>
                        <a:pt x="612" y="1063"/>
                      </a:lnTo>
                      <a:lnTo>
                        <a:pt x="609" y="1063"/>
                      </a:lnTo>
                      <a:lnTo>
                        <a:pt x="605" y="1062"/>
                      </a:lnTo>
                      <a:lnTo>
                        <a:pt x="602" y="1059"/>
                      </a:lnTo>
                      <a:lnTo>
                        <a:pt x="598" y="1056"/>
                      </a:lnTo>
                      <a:lnTo>
                        <a:pt x="593" y="1051"/>
                      </a:lnTo>
                      <a:lnTo>
                        <a:pt x="587" y="1047"/>
                      </a:lnTo>
                      <a:lnTo>
                        <a:pt x="580" y="1044"/>
                      </a:lnTo>
                      <a:lnTo>
                        <a:pt x="572" y="1041"/>
                      </a:lnTo>
                      <a:lnTo>
                        <a:pt x="564" y="1041"/>
                      </a:lnTo>
                      <a:lnTo>
                        <a:pt x="553" y="1041"/>
                      </a:lnTo>
                      <a:lnTo>
                        <a:pt x="543" y="1043"/>
                      </a:lnTo>
                      <a:lnTo>
                        <a:pt x="533" y="1045"/>
                      </a:lnTo>
                      <a:lnTo>
                        <a:pt x="522" y="1050"/>
                      </a:lnTo>
                      <a:lnTo>
                        <a:pt x="513" y="1055"/>
                      </a:lnTo>
                      <a:lnTo>
                        <a:pt x="504" y="1060"/>
                      </a:lnTo>
                      <a:lnTo>
                        <a:pt x="496" y="1068"/>
                      </a:lnTo>
                      <a:lnTo>
                        <a:pt x="489" y="1075"/>
                      </a:lnTo>
                      <a:lnTo>
                        <a:pt x="477" y="1089"/>
                      </a:lnTo>
                      <a:lnTo>
                        <a:pt x="470" y="1101"/>
                      </a:lnTo>
                      <a:lnTo>
                        <a:pt x="464" y="1110"/>
                      </a:lnTo>
                      <a:lnTo>
                        <a:pt x="457" y="1119"/>
                      </a:lnTo>
                      <a:lnTo>
                        <a:pt x="453" y="1121"/>
                      </a:lnTo>
                      <a:lnTo>
                        <a:pt x="450" y="1125"/>
                      </a:lnTo>
                      <a:lnTo>
                        <a:pt x="446" y="1126"/>
                      </a:lnTo>
                      <a:lnTo>
                        <a:pt x="442" y="1127"/>
                      </a:lnTo>
                      <a:lnTo>
                        <a:pt x="435" y="1128"/>
                      </a:lnTo>
                      <a:lnTo>
                        <a:pt x="428" y="1132"/>
                      </a:lnTo>
                      <a:lnTo>
                        <a:pt x="420" y="1137"/>
                      </a:lnTo>
                      <a:lnTo>
                        <a:pt x="410" y="1144"/>
                      </a:lnTo>
                      <a:lnTo>
                        <a:pt x="400" y="1156"/>
                      </a:lnTo>
                      <a:lnTo>
                        <a:pt x="390" y="1167"/>
                      </a:lnTo>
                      <a:lnTo>
                        <a:pt x="382" y="1181"/>
                      </a:lnTo>
                      <a:lnTo>
                        <a:pt x="378" y="1192"/>
                      </a:lnTo>
                      <a:lnTo>
                        <a:pt x="376" y="1197"/>
                      </a:lnTo>
                      <a:lnTo>
                        <a:pt x="375" y="1201"/>
                      </a:lnTo>
                      <a:lnTo>
                        <a:pt x="372" y="1203"/>
                      </a:lnTo>
                      <a:lnTo>
                        <a:pt x="370" y="1205"/>
                      </a:lnTo>
                      <a:lnTo>
                        <a:pt x="369" y="1205"/>
                      </a:lnTo>
                      <a:lnTo>
                        <a:pt x="366" y="1205"/>
                      </a:lnTo>
                      <a:lnTo>
                        <a:pt x="364" y="1204"/>
                      </a:lnTo>
                      <a:lnTo>
                        <a:pt x="363" y="1202"/>
                      </a:lnTo>
                      <a:lnTo>
                        <a:pt x="360" y="1197"/>
                      </a:lnTo>
                      <a:lnTo>
                        <a:pt x="358" y="1189"/>
                      </a:lnTo>
                      <a:lnTo>
                        <a:pt x="356" y="1181"/>
                      </a:lnTo>
                      <a:lnTo>
                        <a:pt x="356" y="1171"/>
                      </a:lnTo>
                      <a:lnTo>
                        <a:pt x="354" y="1163"/>
                      </a:lnTo>
                      <a:lnTo>
                        <a:pt x="352" y="1157"/>
                      </a:lnTo>
                      <a:lnTo>
                        <a:pt x="351" y="1154"/>
                      </a:lnTo>
                      <a:lnTo>
                        <a:pt x="349" y="1153"/>
                      </a:lnTo>
                      <a:lnTo>
                        <a:pt x="346" y="1152"/>
                      </a:lnTo>
                      <a:lnTo>
                        <a:pt x="344" y="1152"/>
                      </a:lnTo>
                      <a:lnTo>
                        <a:pt x="338" y="1153"/>
                      </a:lnTo>
                      <a:lnTo>
                        <a:pt x="332" y="1156"/>
                      </a:lnTo>
                      <a:lnTo>
                        <a:pt x="326" y="1162"/>
                      </a:lnTo>
                      <a:lnTo>
                        <a:pt x="319" y="1169"/>
                      </a:lnTo>
                      <a:lnTo>
                        <a:pt x="310" y="1176"/>
                      </a:lnTo>
                      <a:lnTo>
                        <a:pt x="303" y="1182"/>
                      </a:lnTo>
                      <a:lnTo>
                        <a:pt x="299" y="1184"/>
                      </a:lnTo>
                      <a:lnTo>
                        <a:pt x="295" y="1185"/>
                      </a:lnTo>
                      <a:lnTo>
                        <a:pt x="291" y="1185"/>
                      </a:lnTo>
                      <a:lnTo>
                        <a:pt x="287" y="1184"/>
                      </a:lnTo>
                      <a:lnTo>
                        <a:pt x="283" y="1183"/>
                      </a:lnTo>
                      <a:lnTo>
                        <a:pt x="280" y="1181"/>
                      </a:lnTo>
                      <a:lnTo>
                        <a:pt x="277" y="1178"/>
                      </a:lnTo>
                      <a:lnTo>
                        <a:pt x="275" y="1175"/>
                      </a:lnTo>
                      <a:lnTo>
                        <a:pt x="270" y="1166"/>
                      </a:lnTo>
                      <a:lnTo>
                        <a:pt x="264" y="1153"/>
                      </a:lnTo>
                      <a:lnTo>
                        <a:pt x="262" y="1147"/>
                      </a:lnTo>
                      <a:lnTo>
                        <a:pt x="257" y="1143"/>
                      </a:lnTo>
                      <a:lnTo>
                        <a:pt x="252" y="1139"/>
                      </a:lnTo>
                      <a:lnTo>
                        <a:pt x="247" y="1137"/>
                      </a:lnTo>
                      <a:lnTo>
                        <a:pt x="243" y="1135"/>
                      </a:lnTo>
                      <a:lnTo>
                        <a:pt x="238" y="1135"/>
                      </a:lnTo>
                      <a:lnTo>
                        <a:pt x="233" y="1135"/>
                      </a:lnTo>
                      <a:lnTo>
                        <a:pt x="228" y="1137"/>
                      </a:lnTo>
                      <a:lnTo>
                        <a:pt x="224" y="1140"/>
                      </a:lnTo>
                      <a:lnTo>
                        <a:pt x="219" y="1144"/>
                      </a:lnTo>
                      <a:lnTo>
                        <a:pt x="213" y="1150"/>
                      </a:lnTo>
                      <a:lnTo>
                        <a:pt x="208" y="1156"/>
                      </a:lnTo>
                      <a:lnTo>
                        <a:pt x="196" y="1171"/>
                      </a:lnTo>
                      <a:lnTo>
                        <a:pt x="186" y="1185"/>
                      </a:lnTo>
                      <a:lnTo>
                        <a:pt x="180" y="1192"/>
                      </a:lnTo>
                      <a:lnTo>
                        <a:pt x="174" y="1197"/>
                      </a:lnTo>
                      <a:lnTo>
                        <a:pt x="169" y="1202"/>
                      </a:lnTo>
                      <a:lnTo>
                        <a:pt x="164" y="1204"/>
                      </a:lnTo>
                      <a:lnTo>
                        <a:pt x="160" y="1207"/>
                      </a:lnTo>
                      <a:lnTo>
                        <a:pt x="155" y="1207"/>
                      </a:lnTo>
                      <a:lnTo>
                        <a:pt x="150" y="1207"/>
                      </a:lnTo>
                      <a:lnTo>
                        <a:pt x="146" y="1207"/>
                      </a:lnTo>
                      <a:lnTo>
                        <a:pt x="143" y="1205"/>
                      </a:lnTo>
                      <a:lnTo>
                        <a:pt x="138" y="1203"/>
                      </a:lnTo>
                      <a:lnTo>
                        <a:pt x="135" y="1200"/>
                      </a:lnTo>
                      <a:lnTo>
                        <a:pt x="131" y="1196"/>
                      </a:lnTo>
                      <a:lnTo>
                        <a:pt x="124" y="1189"/>
                      </a:lnTo>
                      <a:lnTo>
                        <a:pt x="119" y="1181"/>
                      </a:lnTo>
                      <a:lnTo>
                        <a:pt x="114" y="1173"/>
                      </a:lnTo>
                      <a:lnTo>
                        <a:pt x="110" y="1167"/>
                      </a:lnTo>
                      <a:lnTo>
                        <a:pt x="107" y="1165"/>
                      </a:lnTo>
                      <a:lnTo>
                        <a:pt x="105" y="1164"/>
                      </a:lnTo>
                      <a:lnTo>
                        <a:pt x="104" y="1164"/>
                      </a:lnTo>
                      <a:lnTo>
                        <a:pt x="101" y="1166"/>
                      </a:lnTo>
                      <a:lnTo>
                        <a:pt x="98" y="1173"/>
                      </a:lnTo>
                      <a:lnTo>
                        <a:pt x="95" y="1183"/>
                      </a:lnTo>
                      <a:lnTo>
                        <a:pt x="93" y="1192"/>
                      </a:lnTo>
                      <a:lnTo>
                        <a:pt x="88" y="1203"/>
                      </a:lnTo>
                      <a:lnTo>
                        <a:pt x="86" y="1208"/>
                      </a:lnTo>
                      <a:lnTo>
                        <a:pt x="83" y="1210"/>
                      </a:lnTo>
                      <a:lnTo>
                        <a:pt x="80" y="1211"/>
                      </a:lnTo>
                      <a:lnTo>
                        <a:pt x="75" y="1213"/>
                      </a:lnTo>
                      <a:lnTo>
                        <a:pt x="66" y="1211"/>
                      </a:lnTo>
                      <a:lnTo>
                        <a:pt x="53" y="1208"/>
                      </a:lnTo>
                      <a:lnTo>
                        <a:pt x="45" y="1208"/>
                      </a:lnTo>
                      <a:lnTo>
                        <a:pt x="39" y="1209"/>
                      </a:lnTo>
                      <a:lnTo>
                        <a:pt x="34" y="1211"/>
                      </a:lnTo>
                      <a:lnTo>
                        <a:pt x="29" y="1216"/>
                      </a:lnTo>
                      <a:lnTo>
                        <a:pt x="19" y="1226"/>
                      </a:lnTo>
                      <a:lnTo>
                        <a:pt x="13" y="1236"/>
                      </a:lnTo>
                      <a:lnTo>
                        <a:pt x="9" y="1245"/>
                      </a:lnTo>
                      <a:lnTo>
                        <a:pt x="7" y="1251"/>
                      </a:lnTo>
                      <a:lnTo>
                        <a:pt x="7" y="1254"/>
                      </a:lnTo>
                      <a:lnTo>
                        <a:pt x="9" y="1257"/>
                      </a:lnTo>
                      <a:lnTo>
                        <a:pt x="11" y="1259"/>
                      </a:lnTo>
                      <a:lnTo>
                        <a:pt x="14" y="1263"/>
                      </a:lnTo>
                      <a:lnTo>
                        <a:pt x="23" y="1268"/>
                      </a:lnTo>
                      <a:lnTo>
                        <a:pt x="34" y="1276"/>
                      </a:lnTo>
                      <a:lnTo>
                        <a:pt x="44" y="1284"/>
                      </a:lnTo>
                      <a:lnTo>
                        <a:pt x="54" y="1293"/>
                      </a:lnTo>
                      <a:lnTo>
                        <a:pt x="58" y="1298"/>
                      </a:lnTo>
                      <a:lnTo>
                        <a:pt x="61" y="1304"/>
                      </a:lnTo>
                      <a:lnTo>
                        <a:pt x="63" y="1309"/>
                      </a:lnTo>
                      <a:lnTo>
                        <a:pt x="66" y="1314"/>
                      </a:lnTo>
                      <a:lnTo>
                        <a:pt x="67" y="1327"/>
                      </a:lnTo>
                      <a:lnTo>
                        <a:pt x="68" y="1343"/>
                      </a:lnTo>
                      <a:lnTo>
                        <a:pt x="68" y="1353"/>
                      </a:lnTo>
                      <a:lnTo>
                        <a:pt x="67" y="1359"/>
                      </a:lnTo>
                      <a:lnTo>
                        <a:pt x="66" y="1365"/>
                      </a:lnTo>
                      <a:lnTo>
                        <a:pt x="64" y="1368"/>
                      </a:lnTo>
                      <a:lnTo>
                        <a:pt x="61" y="1374"/>
                      </a:lnTo>
                      <a:lnTo>
                        <a:pt x="56" y="1383"/>
                      </a:lnTo>
                      <a:lnTo>
                        <a:pt x="54" y="1386"/>
                      </a:lnTo>
                      <a:lnTo>
                        <a:pt x="54" y="1390"/>
                      </a:lnTo>
                      <a:lnTo>
                        <a:pt x="55" y="1392"/>
                      </a:lnTo>
                      <a:lnTo>
                        <a:pt x="56" y="1394"/>
                      </a:lnTo>
                      <a:lnTo>
                        <a:pt x="60" y="1402"/>
                      </a:lnTo>
                      <a:lnTo>
                        <a:pt x="63" y="1412"/>
                      </a:lnTo>
                      <a:lnTo>
                        <a:pt x="64" y="1419"/>
                      </a:lnTo>
                      <a:lnTo>
                        <a:pt x="64" y="1427"/>
                      </a:lnTo>
                      <a:lnTo>
                        <a:pt x="63" y="1435"/>
                      </a:lnTo>
                      <a:lnTo>
                        <a:pt x="62" y="1442"/>
                      </a:lnTo>
                      <a:lnTo>
                        <a:pt x="60" y="1449"/>
                      </a:lnTo>
                      <a:lnTo>
                        <a:pt x="57" y="1456"/>
                      </a:lnTo>
                      <a:lnTo>
                        <a:pt x="54" y="1462"/>
                      </a:lnTo>
                      <a:lnTo>
                        <a:pt x="49" y="1466"/>
                      </a:lnTo>
                      <a:lnTo>
                        <a:pt x="44" y="1469"/>
                      </a:lnTo>
                      <a:lnTo>
                        <a:pt x="38" y="1473"/>
                      </a:lnTo>
                      <a:lnTo>
                        <a:pt x="32" y="1475"/>
                      </a:lnTo>
                      <a:lnTo>
                        <a:pt x="25" y="1478"/>
                      </a:lnTo>
                      <a:lnTo>
                        <a:pt x="13" y="1480"/>
                      </a:lnTo>
                      <a:lnTo>
                        <a:pt x="4" y="1484"/>
                      </a:lnTo>
                      <a:lnTo>
                        <a:pt x="3" y="1486"/>
                      </a:lnTo>
                      <a:lnTo>
                        <a:pt x="0" y="1487"/>
                      </a:lnTo>
                      <a:lnTo>
                        <a:pt x="0" y="1490"/>
                      </a:lnTo>
                      <a:lnTo>
                        <a:pt x="0" y="1492"/>
                      </a:lnTo>
                      <a:lnTo>
                        <a:pt x="1" y="1497"/>
                      </a:lnTo>
                      <a:lnTo>
                        <a:pt x="6" y="1500"/>
                      </a:lnTo>
                      <a:lnTo>
                        <a:pt x="11" y="1505"/>
                      </a:lnTo>
                      <a:lnTo>
                        <a:pt x="17" y="1510"/>
                      </a:lnTo>
                      <a:lnTo>
                        <a:pt x="20" y="1517"/>
                      </a:lnTo>
                      <a:lnTo>
                        <a:pt x="25" y="1526"/>
                      </a:lnTo>
                      <a:lnTo>
                        <a:pt x="29" y="1536"/>
                      </a:lnTo>
                      <a:lnTo>
                        <a:pt x="32" y="1544"/>
                      </a:lnTo>
                      <a:lnTo>
                        <a:pt x="35" y="1547"/>
                      </a:lnTo>
                      <a:lnTo>
                        <a:pt x="37" y="1549"/>
                      </a:lnTo>
                      <a:lnTo>
                        <a:pt x="39" y="1550"/>
                      </a:lnTo>
                      <a:lnTo>
                        <a:pt x="42" y="1551"/>
                      </a:lnTo>
                      <a:lnTo>
                        <a:pt x="45" y="1550"/>
                      </a:lnTo>
                      <a:lnTo>
                        <a:pt x="50" y="1549"/>
                      </a:lnTo>
                      <a:lnTo>
                        <a:pt x="54" y="1545"/>
                      </a:lnTo>
                      <a:lnTo>
                        <a:pt x="58" y="1538"/>
                      </a:lnTo>
                      <a:lnTo>
                        <a:pt x="63" y="1528"/>
                      </a:lnTo>
                      <a:lnTo>
                        <a:pt x="67" y="1516"/>
                      </a:lnTo>
                      <a:lnTo>
                        <a:pt x="73" y="1505"/>
                      </a:lnTo>
                      <a:lnTo>
                        <a:pt x="78" y="1497"/>
                      </a:lnTo>
                      <a:lnTo>
                        <a:pt x="85" y="1492"/>
                      </a:lnTo>
                      <a:lnTo>
                        <a:pt x="93" y="1490"/>
                      </a:lnTo>
                      <a:lnTo>
                        <a:pt x="97" y="1488"/>
                      </a:lnTo>
                      <a:lnTo>
                        <a:pt x="99" y="1488"/>
                      </a:lnTo>
                      <a:lnTo>
                        <a:pt x="102" y="1490"/>
                      </a:lnTo>
                      <a:lnTo>
                        <a:pt x="104" y="1491"/>
                      </a:lnTo>
                      <a:lnTo>
                        <a:pt x="106" y="1497"/>
                      </a:lnTo>
                      <a:lnTo>
                        <a:pt x="106" y="1506"/>
                      </a:lnTo>
                      <a:lnTo>
                        <a:pt x="106" y="1519"/>
                      </a:lnTo>
                      <a:lnTo>
                        <a:pt x="106" y="1534"/>
                      </a:lnTo>
                      <a:lnTo>
                        <a:pt x="107" y="1542"/>
                      </a:lnTo>
                      <a:lnTo>
                        <a:pt x="110" y="1548"/>
                      </a:lnTo>
                      <a:lnTo>
                        <a:pt x="113" y="1553"/>
                      </a:lnTo>
                      <a:lnTo>
                        <a:pt x="118" y="1557"/>
                      </a:lnTo>
                      <a:lnTo>
                        <a:pt x="127" y="1564"/>
                      </a:lnTo>
                      <a:lnTo>
                        <a:pt x="138" y="1568"/>
                      </a:lnTo>
                      <a:lnTo>
                        <a:pt x="148" y="1570"/>
                      </a:lnTo>
                      <a:lnTo>
                        <a:pt x="157" y="1574"/>
                      </a:lnTo>
                      <a:lnTo>
                        <a:pt x="162" y="1575"/>
                      </a:lnTo>
                      <a:lnTo>
                        <a:pt x="165" y="1578"/>
                      </a:lnTo>
                      <a:lnTo>
                        <a:pt x="169" y="1580"/>
                      </a:lnTo>
                      <a:lnTo>
                        <a:pt x="173" y="1583"/>
                      </a:lnTo>
                      <a:lnTo>
                        <a:pt x="179" y="1594"/>
                      </a:lnTo>
                      <a:lnTo>
                        <a:pt x="186" y="1610"/>
                      </a:lnTo>
                      <a:lnTo>
                        <a:pt x="188" y="1618"/>
                      </a:lnTo>
                      <a:lnTo>
                        <a:pt x="189" y="1626"/>
                      </a:lnTo>
                      <a:lnTo>
                        <a:pt x="189" y="1633"/>
                      </a:lnTo>
                      <a:lnTo>
                        <a:pt x="188" y="1639"/>
                      </a:lnTo>
                      <a:lnTo>
                        <a:pt x="186" y="1644"/>
                      </a:lnTo>
                      <a:lnTo>
                        <a:pt x="184" y="1649"/>
                      </a:lnTo>
                      <a:lnTo>
                        <a:pt x="184" y="1652"/>
                      </a:lnTo>
                      <a:lnTo>
                        <a:pt x="186" y="1657"/>
                      </a:lnTo>
                      <a:lnTo>
                        <a:pt x="189" y="1664"/>
                      </a:lnTo>
                      <a:lnTo>
                        <a:pt x="195" y="1671"/>
                      </a:lnTo>
                      <a:lnTo>
                        <a:pt x="198" y="1675"/>
                      </a:lnTo>
                      <a:lnTo>
                        <a:pt x="199" y="1679"/>
                      </a:lnTo>
                      <a:lnTo>
                        <a:pt x="200" y="1682"/>
                      </a:lnTo>
                      <a:lnTo>
                        <a:pt x="201" y="1686"/>
                      </a:lnTo>
                      <a:lnTo>
                        <a:pt x="200" y="1695"/>
                      </a:lnTo>
                      <a:lnTo>
                        <a:pt x="199" y="1706"/>
                      </a:lnTo>
                      <a:lnTo>
                        <a:pt x="198" y="1711"/>
                      </a:lnTo>
                      <a:lnTo>
                        <a:pt x="199" y="1714"/>
                      </a:lnTo>
                      <a:lnTo>
                        <a:pt x="201" y="1717"/>
                      </a:lnTo>
                      <a:lnTo>
                        <a:pt x="204" y="1719"/>
                      </a:lnTo>
                      <a:lnTo>
                        <a:pt x="206" y="1719"/>
                      </a:lnTo>
                      <a:lnTo>
                        <a:pt x="209" y="1719"/>
                      </a:lnTo>
                      <a:lnTo>
                        <a:pt x="213" y="1718"/>
                      </a:lnTo>
                      <a:lnTo>
                        <a:pt x="217" y="1717"/>
                      </a:lnTo>
                      <a:lnTo>
                        <a:pt x="224" y="1712"/>
                      </a:lnTo>
                      <a:lnTo>
                        <a:pt x="231" y="1707"/>
                      </a:lnTo>
                      <a:lnTo>
                        <a:pt x="238" y="1700"/>
                      </a:lnTo>
                      <a:lnTo>
                        <a:pt x="243" y="1694"/>
                      </a:lnTo>
                      <a:lnTo>
                        <a:pt x="247" y="1688"/>
                      </a:lnTo>
                      <a:lnTo>
                        <a:pt x="251" y="1685"/>
                      </a:lnTo>
                      <a:lnTo>
                        <a:pt x="252" y="1685"/>
                      </a:lnTo>
                      <a:lnTo>
                        <a:pt x="255" y="1686"/>
                      </a:lnTo>
                      <a:lnTo>
                        <a:pt x="257" y="1687"/>
                      </a:lnTo>
                      <a:lnTo>
                        <a:pt x="259" y="1689"/>
                      </a:lnTo>
                      <a:lnTo>
                        <a:pt x="263" y="1694"/>
                      </a:lnTo>
                      <a:lnTo>
                        <a:pt x="265" y="1699"/>
                      </a:lnTo>
                      <a:lnTo>
                        <a:pt x="267" y="1704"/>
                      </a:lnTo>
                      <a:lnTo>
                        <a:pt x="269" y="1709"/>
                      </a:lnTo>
                      <a:lnTo>
                        <a:pt x="271" y="1724"/>
                      </a:lnTo>
                      <a:lnTo>
                        <a:pt x="272" y="1739"/>
                      </a:lnTo>
                      <a:lnTo>
                        <a:pt x="274" y="1756"/>
                      </a:lnTo>
                      <a:lnTo>
                        <a:pt x="276" y="1770"/>
                      </a:lnTo>
                      <a:lnTo>
                        <a:pt x="277" y="1776"/>
                      </a:lnTo>
                      <a:lnTo>
                        <a:pt x="281" y="1782"/>
                      </a:lnTo>
                      <a:lnTo>
                        <a:pt x="284" y="1788"/>
                      </a:lnTo>
                      <a:lnTo>
                        <a:pt x="289" y="1793"/>
                      </a:lnTo>
                      <a:lnTo>
                        <a:pt x="300" y="1801"/>
                      </a:lnTo>
                      <a:lnTo>
                        <a:pt x="309" y="1805"/>
                      </a:lnTo>
                      <a:lnTo>
                        <a:pt x="314" y="1807"/>
                      </a:lnTo>
                      <a:lnTo>
                        <a:pt x="318" y="1808"/>
                      </a:lnTo>
                      <a:lnTo>
                        <a:pt x="320" y="1808"/>
                      </a:lnTo>
                      <a:lnTo>
                        <a:pt x="321" y="1807"/>
                      </a:lnTo>
                      <a:lnTo>
                        <a:pt x="322" y="1806"/>
                      </a:lnTo>
                      <a:lnTo>
                        <a:pt x="324" y="1803"/>
                      </a:lnTo>
                      <a:lnTo>
                        <a:pt x="327" y="1794"/>
                      </a:lnTo>
                      <a:lnTo>
                        <a:pt x="331" y="1789"/>
                      </a:lnTo>
                      <a:lnTo>
                        <a:pt x="333" y="1786"/>
                      </a:lnTo>
                      <a:lnTo>
                        <a:pt x="335" y="1783"/>
                      </a:lnTo>
                      <a:lnTo>
                        <a:pt x="337" y="1778"/>
                      </a:lnTo>
                      <a:lnTo>
                        <a:pt x="337" y="1772"/>
                      </a:lnTo>
                      <a:lnTo>
                        <a:pt x="338" y="1768"/>
                      </a:lnTo>
                      <a:lnTo>
                        <a:pt x="339" y="1764"/>
                      </a:lnTo>
                      <a:lnTo>
                        <a:pt x="340" y="1761"/>
                      </a:lnTo>
                      <a:lnTo>
                        <a:pt x="343" y="1758"/>
                      </a:lnTo>
                      <a:lnTo>
                        <a:pt x="346" y="1756"/>
                      </a:lnTo>
                      <a:lnTo>
                        <a:pt x="351" y="1755"/>
                      </a:lnTo>
                      <a:lnTo>
                        <a:pt x="354" y="1753"/>
                      </a:lnTo>
                      <a:lnTo>
                        <a:pt x="359" y="1751"/>
                      </a:lnTo>
                      <a:lnTo>
                        <a:pt x="362" y="1747"/>
                      </a:lnTo>
                      <a:lnTo>
                        <a:pt x="364" y="1743"/>
                      </a:lnTo>
                      <a:lnTo>
                        <a:pt x="362" y="1734"/>
                      </a:lnTo>
                      <a:lnTo>
                        <a:pt x="359" y="1724"/>
                      </a:lnTo>
                      <a:lnTo>
                        <a:pt x="358" y="1718"/>
                      </a:lnTo>
                      <a:lnTo>
                        <a:pt x="358" y="1712"/>
                      </a:lnTo>
                      <a:lnTo>
                        <a:pt x="359" y="1706"/>
                      </a:lnTo>
                      <a:lnTo>
                        <a:pt x="362" y="1701"/>
                      </a:lnTo>
                      <a:lnTo>
                        <a:pt x="370" y="1695"/>
                      </a:lnTo>
                      <a:lnTo>
                        <a:pt x="376" y="1692"/>
                      </a:lnTo>
                      <a:lnTo>
                        <a:pt x="381" y="1689"/>
                      </a:lnTo>
                      <a:lnTo>
                        <a:pt x="383" y="1687"/>
                      </a:lnTo>
                      <a:lnTo>
                        <a:pt x="385" y="1685"/>
                      </a:lnTo>
                      <a:lnTo>
                        <a:pt x="387" y="1682"/>
                      </a:lnTo>
                      <a:lnTo>
                        <a:pt x="387" y="1676"/>
                      </a:lnTo>
                      <a:lnTo>
                        <a:pt x="387" y="1668"/>
                      </a:lnTo>
                      <a:lnTo>
                        <a:pt x="387" y="1662"/>
                      </a:lnTo>
                      <a:lnTo>
                        <a:pt x="387" y="1655"/>
                      </a:lnTo>
                      <a:lnTo>
                        <a:pt x="388" y="1649"/>
                      </a:lnTo>
                      <a:lnTo>
                        <a:pt x="390" y="1644"/>
                      </a:lnTo>
                      <a:lnTo>
                        <a:pt x="396" y="1635"/>
                      </a:lnTo>
                      <a:lnTo>
                        <a:pt x="403" y="1623"/>
                      </a:lnTo>
                      <a:lnTo>
                        <a:pt x="410" y="1611"/>
                      </a:lnTo>
                      <a:lnTo>
                        <a:pt x="416" y="1602"/>
                      </a:lnTo>
                      <a:lnTo>
                        <a:pt x="421" y="1597"/>
                      </a:lnTo>
                      <a:lnTo>
                        <a:pt x="427" y="1591"/>
                      </a:lnTo>
                      <a:lnTo>
                        <a:pt x="434" y="1586"/>
                      </a:lnTo>
                      <a:lnTo>
                        <a:pt x="441" y="1583"/>
                      </a:lnTo>
                      <a:lnTo>
                        <a:pt x="456" y="1582"/>
                      </a:lnTo>
                      <a:lnTo>
                        <a:pt x="469" y="1582"/>
                      </a:lnTo>
                      <a:lnTo>
                        <a:pt x="478" y="1585"/>
                      </a:lnTo>
                      <a:lnTo>
                        <a:pt x="484" y="1586"/>
                      </a:lnTo>
                      <a:lnTo>
                        <a:pt x="485" y="1586"/>
                      </a:lnTo>
                      <a:lnTo>
                        <a:pt x="488" y="1585"/>
                      </a:lnTo>
                      <a:lnTo>
                        <a:pt x="491" y="1582"/>
                      </a:lnTo>
                      <a:lnTo>
                        <a:pt x="494" y="1580"/>
                      </a:lnTo>
                      <a:lnTo>
                        <a:pt x="497" y="1576"/>
                      </a:lnTo>
                      <a:lnTo>
                        <a:pt x="500" y="1572"/>
                      </a:lnTo>
                      <a:lnTo>
                        <a:pt x="503" y="1566"/>
                      </a:lnTo>
                      <a:lnTo>
                        <a:pt x="504" y="1560"/>
                      </a:lnTo>
                      <a:lnTo>
                        <a:pt x="507" y="1553"/>
                      </a:lnTo>
                      <a:lnTo>
                        <a:pt x="509" y="1547"/>
                      </a:lnTo>
                      <a:lnTo>
                        <a:pt x="513" y="1541"/>
                      </a:lnTo>
                      <a:lnTo>
                        <a:pt x="517" y="1536"/>
                      </a:lnTo>
                      <a:lnTo>
                        <a:pt x="523" y="1531"/>
                      </a:lnTo>
                      <a:lnTo>
                        <a:pt x="532" y="1528"/>
                      </a:lnTo>
                      <a:lnTo>
                        <a:pt x="541" y="1525"/>
                      </a:lnTo>
                      <a:lnTo>
                        <a:pt x="553" y="1523"/>
                      </a:lnTo>
                      <a:lnTo>
                        <a:pt x="576" y="1523"/>
                      </a:lnTo>
                      <a:lnTo>
                        <a:pt x="593" y="1524"/>
                      </a:lnTo>
                      <a:lnTo>
                        <a:pt x="602" y="1525"/>
                      </a:lnTo>
                      <a:lnTo>
                        <a:pt x="609" y="1525"/>
                      </a:lnTo>
                      <a:lnTo>
                        <a:pt x="616" y="1524"/>
                      </a:lnTo>
                      <a:lnTo>
                        <a:pt x="624" y="1523"/>
                      </a:lnTo>
                      <a:lnTo>
                        <a:pt x="639" y="1518"/>
                      </a:lnTo>
                      <a:lnTo>
                        <a:pt x="652" y="1517"/>
                      </a:lnTo>
                      <a:lnTo>
                        <a:pt x="659" y="1518"/>
                      </a:lnTo>
                      <a:lnTo>
                        <a:pt x="666" y="1520"/>
                      </a:lnTo>
                      <a:lnTo>
                        <a:pt x="672" y="1524"/>
                      </a:lnTo>
                      <a:lnTo>
                        <a:pt x="679" y="1530"/>
                      </a:lnTo>
                      <a:lnTo>
                        <a:pt x="698" y="1550"/>
                      </a:lnTo>
                      <a:lnTo>
                        <a:pt x="709" y="1564"/>
                      </a:lnTo>
                      <a:lnTo>
                        <a:pt x="712" y="1569"/>
                      </a:lnTo>
                      <a:lnTo>
                        <a:pt x="718" y="1572"/>
                      </a:lnTo>
                      <a:lnTo>
                        <a:pt x="724" y="1572"/>
                      </a:lnTo>
                      <a:lnTo>
                        <a:pt x="731" y="1572"/>
                      </a:lnTo>
                      <a:lnTo>
                        <a:pt x="736" y="1575"/>
                      </a:lnTo>
                      <a:lnTo>
                        <a:pt x="742" y="1578"/>
                      </a:lnTo>
                      <a:lnTo>
                        <a:pt x="747" y="1576"/>
                      </a:lnTo>
                      <a:lnTo>
                        <a:pt x="750" y="1575"/>
                      </a:lnTo>
                      <a:lnTo>
                        <a:pt x="753" y="1572"/>
                      </a:lnTo>
                      <a:lnTo>
                        <a:pt x="757" y="1567"/>
                      </a:lnTo>
                      <a:lnTo>
                        <a:pt x="761" y="1561"/>
                      </a:lnTo>
                      <a:lnTo>
                        <a:pt x="766" y="1557"/>
                      </a:lnTo>
                      <a:lnTo>
                        <a:pt x="772" y="1555"/>
                      </a:lnTo>
                      <a:lnTo>
                        <a:pt x="778" y="1554"/>
                      </a:lnTo>
                      <a:lnTo>
                        <a:pt x="786" y="1553"/>
                      </a:lnTo>
                      <a:lnTo>
                        <a:pt x="796" y="1551"/>
                      </a:lnTo>
                      <a:lnTo>
                        <a:pt x="805" y="1550"/>
                      </a:lnTo>
                      <a:lnTo>
                        <a:pt x="815" y="1547"/>
                      </a:lnTo>
                      <a:lnTo>
                        <a:pt x="820" y="1544"/>
                      </a:lnTo>
                      <a:lnTo>
                        <a:pt x="825" y="1542"/>
                      </a:lnTo>
                      <a:lnTo>
                        <a:pt x="829" y="1537"/>
                      </a:lnTo>
                      <a:lnTo>
                        <a:pt x="832" y="1532"/>
                      </a:lnTo>
                      <a:lnTo>
                        <a:pt x="835" y="1528"/>
                      </a:lnTo>
                      <a:lnTo>
                        <a:pt x="836" y="1523"/>
                      </a:lnTo>
                      <a:lnTo>
                        <a:pt x="837" y="1518"/>
                      </a:lnTo>
                      <a:lnTo>
                        <a:pt x="836" y="1513"/>
                      </a:lnTo>
                      <a:lnTo>
                        <a:pt x="835" y="1509"/>
                      </a:lnTo>
                      <a:lnTo>
                        <a:pt x="832" y="1504"/>
                      </a:lnTo>
                      <a:lnTo>
                        <a:pt x="830" y="1499"/>
                      </a:lnTo>
                      <a:lnTo>
                        <a:pt x="826" y="1496"/>
                      </a:lnTo>
                      <a:lnTo>
                        <a:pt x="818" y="1487"/>
                      </a:lnTo>
                      <a:lnTo>
                        <a:pt x="809" y="1480"/>
                      </a:lnTo>
                      <a:lnTo>
                        <a:pt x="799" y="1473"/>
                      </a:lnTo>
                      <a:lnTo>
                        <a:pt x="791" y="1466"/>
                      </a:lnTo>
                      <a:lnTo>
                        <a:pt x="785" y="1459"/>
                      </a:lnTo>
                      <a:lnTo>
                        <a:pt x="781" y="1452"/>
                      </a:lnTo>
                      <a:lnTo>
                        <a:pt x="780" y="1448"/>
                      </a:lnTo>
                      <a:lnTo>
                        <a:pt x="780" y="1444"/>
                      </a:lnTo>
                      <a:lnTo>
                        <a:pt x="781" y="1441"/>
                      </a:lnTo>
                      <a:lnTo>
                        <a:pt x="782" y="1438"/>
                      </a:lnTo>
                      <a:lnTo>
                        <a:pt x="787" y="1434"/>
                      </a:lnTo>
                      <a:lnTo>
                        <a:pt x="792" y="1431"/>
                      </a:lnTo>
                      <a:lnTo>
                        <a:pt x="794" y="1430"/>
                      </a:lnTo>
                      <a:lnTo>
                        <a:pt x="793" y="1428"/>
                      </a:lnTo>
                      <a:lnTo>
                        <a:pt x="792" y="1424"/>
                      </a:lnTo>
                      <a:lnTo>
                        <a:pt x="790" y="1421"/>
                      </a:lnTo>
                      <a:lnTo>
                        <a:pt x="784" y="1412"/>
                      </a:lnTo>
                      <a:lnTo>
                        <a:pt x="778" y="1405"/>
                      </a:lnTo>
                      <a:lnTo>
                        <a:pt x="776" y="1402"/>
                      </a:lnTo>
                      <a:lnTo>
                        <a:pt x="776" y="1398"/>
                      </a:lnTo>
                      <a:lnTo>
                        <a:pt x="776" y="1394"/>
                      </a:lnTo>
                      <a:lnTo>
                        <a:pt x="778" y="1392"/>
                      </a:lnTo>
                      <a:lnTo>
                        <a:pt x="782" y="1386"/>
                      </a:lnTo>
                      <a:lnTo>
                        <a:pt x="791" y="1380"/>
                      </a:lnTo>
                      <a:lnTo>
                        <a:pt x="797" y="1378"/>
                      </a:lnTo>
                      <a:lnTo>
                        <a:pt x="803" y="1377"/>
                      </a:lnTo>
                      <a:lnTo>
                        <a:pt x="811" y="1375"/>
                      </a:lnTo>
                      <a:lnTo>
                        <a:pt x="818" y="1377"/>
                      </a:lnTo>
                      <a:lnTo>
                        <a:pt x="826" y="1378"/>
                      </a:lnTo>
                      <a:lnTo>
                        <a:pt x="835" y="1380"/>
                      </a:lnTo>
                      <a:lnTo>
                        <a:pt x="842" y="1383"/>
                      </a:lnTo>
                      <a:lnTo>
                        <a:pt x="848" y="1386"/>
                      </a:lnTo>
                      <a:lnTo>
                        <a:pt x="853" y="1390"/>
                      </a:lnTo>
                      <a:lnTo>
                        <a:pt x="857" y="1392"/>
                      </a:lnTo>
                      <a:lnTo>
                        <a:pt x="863" y="1394"/>
                      </a:lnTo>
                      <a:lnTo>
                        <a:pt x="868" y="1394"/>
                      </a:lnTo>
                      <a:lnTo>
                        <a:pt x="872" y="1394"/>
                      </a:lnTo>
                      <a:lnTo>
                        <a:pt x="875" y="1393"/>
                      </a:lnTo>
                      <a:lnTo>
                        <a:pt x="878" y="1391"/>
                      </a:lnTo>
                      <a:lnTo>
                        <a:pt x="879" y="1386"/>
                      </a:lnTo>
                      <a:lnTo>
                        <a:pt x="881" y="1378"/>
                      </a:lnTo>
                      <a:lnTo>
                        <a:pt x="882" y="1370"/>
                      </a:lnTo>
                      <a:lnTo>
                        <a:pt x="885" y="1367"/>
                      </a:lnTo>
                      <a:lnTo>
                        <a:pt x="887" y="1365"/>
                      </a:lnTo>
                      <a:lnTo>
                        <a:pt x="891" y="1362"/>
                      </a:lnTo>
                      <a:lnTo>
                        <a:pt x="895" y="1361"/>
                      </a:lnTo>
                      <a:lnTo>
                        <a:pt x="908" y="1360"/>
                      </a:lnTo>
                      <a:lnTo>
                        <a:pt x="922" y="1360"/>
                      </a:lnTo>
                      <a:lnTo>
                        <a:pt x="929" y="1361"/>
                      </a:lnTo>
                      <a:lnTo>
                        <a:pt x="933" y="1362"/>
                      </a:lnTo>
                      <a:lnTo>
                        <a:pt x="938" y="1365"/>
                      </a:lnTo>
                      <a:lnTo>
                        <a:pt x="939" y="1367"/>
                      </a:lnTo>
                      <a:lnTo>
                        <a:pt x="943" y="1375"/>
                      </a:lnTo>
                      <a:lnTo>
                        <a:pt x="945" y="1385"/>
                      </a:lnTo>
                      <a:lnTo>
                        <a:pt x="948" y="1389"/>
                      </a:lnTo>
                      <a:lnTo>
                        <a:pt x="950" y="1392"/>
                      </a:lnTo>
                      <a:lnTo>
                        <a:pt x="952" y="1394"/>
                      </a:lnTo>
                      <a:lnTo>
                        <a:pt x="955" y="1396"/>
                      </a:lnTo>
                      <a:lnTo>
                        <a:pt x="967" y="1394"/>
                      </a:lnTo>
                      <a:lnTo>
                        <a:pt x="983" y="1394"/>
                      </a:lnTo>
                      <a:lnTo>
                        <a:pt x="1004" y="1394"/>
                      </a:lnTo>
                      <a:lnTo>
                        <a:pt x="1023" y="1394"/>
                      </a:lnTo>
                      <a:lnTo>
                        <a:pt x="1036" y="1396"/>
                      </a:lnTo>
                      <a:lnTo>
                        <a:pt x="1050" y="1398"/>
                      </a:lnTo>
                      <a:lnTo>
                        <a:pt x="1064" y="1403"/>
                      </a:lnTo>
                      <a:lnTo>
                        <a:pt x="1077" y="1410"/>
                      </a:lnTo>
                      <a:lnTo>
                        <a:pt x="1081" y="1412"/>
                      </a:lnTo>
                      <a:lnTo>
                        <a:pt x="1084" y="1415"/>
                      </a:lnTo>
                      <a:lnTo>
                        <a:pt x="1088" y="1418"/>
                      </a:lnTo>
                      <a:lnTo>
                        <a:pt x="1090" y="1424"/>
                      </a:lnTo>
                      <a:lnTo>
                        <a:pt x="1093" y="1429"/>
                      </a:lnTo>
                      <a:lnTo>
                        <a:pt x="1096" y="1434"/>
                      </a:lnTo>
                      <a:lnTo>
                        <a:pt x="1099" y="1437"/>
                      </a:lnTo>
                      <a:lnTo>
                        <a:pt x="1101" y="1438"/>
                      </a:lnTo>
                      <a:lnTo>
                        <a:pt x="1106" y="1440"/>
                      </a:lnTo>
                      <a:lnTo>
                        <a:pt x="1109" y="1442"/>
                      </a:lnTo>
                      <a:lnTo>
                        <a:pt x="1111" y="1447"/>
                      </a:lnTo>
                      <a:lnTo>
                        <a:pt x="1113" y="1450"/>
                      </a:lnTo>
                      <a:lnTo>
                        <a:pt x="1115" y="1454"/>
                      </a:lnTo>
                      <a:lnTo>
                        <a:pt x="1120" y="1455"/>
                      </a:lnTo>
                      <a:lnTo>
                        <a:pt x="1125" y="1455"/>
                      </a:lnTo>
                      <a:lnTo>
                        <a:pt x="1128" y="1453"/>
                      </a:lnTo>
                      <a:lnTo>
                        <a:pt x="1132" y="1450"/>
                      </a:lnTo>
                      <a:lnTo>
                        <a:pt x="1135" y="1448"/>
                      </a:lnTo>
                      <a:lnTo>
                        <a:pt x="1140" y="1448"/>
                      </a:lnTo>
                      <a:lnTo>
                        <a:pt x="1146" y="1450"/>
                      </a:lnTo>
                      <a:lnTo>
                        <a:pt x="1162" y="1457"/>
                      </a:lnTo>
                      <a:lnTo>
                        <a:pt x="1177" y="1462"/>
                      </a:lnTo>
                      <a:lnTo>
                        <a:pt x="1191" y="1462"/>
                      </a:lnTo>
                      <a:lnTo>
                        <a:pt x="1208" y="1461"/>
                      </a:lnTo>
                      <a:lnTo>
                        <a:pt x="1226" y="1460"/>
                      </a:lnTo>
                      <a:lnTo>
                        <a:pt x="1242" y="1459"/>
                      </a:lnTo>
                      <a:lnTo>
                        <a:pt x="1250" y="1459"/>
                      </a:lnTo>
                      <a:lnTo>
                        <a:pt x="1256" y="1460"/>
                      </a:lnTo>
                      <a:lnTo>
                        <a:pt x="1261" y="1462"/>
                      </a:lnTo>
                      <a:lnTo>
                        <a:pt x="1267" y="1465"/>
                      </a:lnTo>
                      <a:lnTo>
                        <a:pt x="1278" y="1471"/>
                      </a:lnTo>
                      <a:lnTo>
                        <a:pt x="1290" y="1476"/>
                      </a:lnTo>
                      <a:lnTo>
                        <a:pt x="1303" y="1485"/>
                      </a:lnTo>
                      <a:lnTo>
                        <a:pt x="1317" y="1493"/>
                      </a:lnTo>
                      <a:lnTo>
                        <a:pt x="1329" y="1501"/>
                      </a:lnTo>
                      <a:lnTo>
                        <a:pt x="1339" y="1510"/>
                      </a:lnTo>
                      <a:lnTo>
                        <a:pt x="1345" y="1516"/>
                      </a:lnTo>
                      <a:lnTo>
                        <a:pt x="1349" y="1519"/>
                      </a:lnTo>
                      <a:lnTo>
                        <a:pt x="1354" y="1522"/>
                      </a:lnTo>
                      <a:lnTo>
                        <a:pt x="1358" y="1522"/>
                      </a:lnTo>
                      <a:lnTo>
                        <a:pt x="1360" y="1523"/>
                      </a:lnTo>
                      <a:lnTo>
                        <a:pt x="1363" y="1523"/>
                      </a:lnTo>
                      <a:lnTo>
                        <a:pt x="1364" y="1525"/>
                      </a:lnTo>
                      <a:lnTo>
                        <a:pt x="1365" y="1528"/>
                      </a:lnTo>
                      <a:lnTo>
                        <a:pt x="1367" y="1534"/>
                      </a:lnTo>
                      <a:lnTo>
                        <a:pt x="1371" y="1542"/>
                      </a:lnTo>
                      <a:lnTo>
                        <a:pt x="1373" y="1549"/>
                      </a:lnTo>
                      <a:lnTo>
                        <a:pt x="1377" y="1555"/>
                      </a:lnTo>
                      <a:lnTo>
                        <a:pt x="1378" y="1557"/>
                      </a:lnTo>
                      <a:lnTo>
                        <a:pt x="1380" y="1559"/>
                      </a:lnTo>
                      <a:lnTo>
                        <a:pt x="1384" y="1560"/>
                      </a:lnTo>
                      <a:lnTo>
                        <a:pt x="1388" y="1560"/>
                      </a:lnTo>
                      <a:lnTo>
                        <a:pt x="1393" y="1561"/>
                      </a:lnTo>
                      <a:lnTo>
                        <a:pt x="1397" y="1563"/>
                      </a:lnTo>
                      <a:lnTo>
                        <a:pt x="1401" y="1567"/>
                      </a:lnTo>
                      <a:lnTo>
                        <a:pt x="1404" y="1572"/>
                      </a:lnTo>
                      <a:lnTo>
                        <a:pt x="1405" y="1574"/>
                      </a:lnTo>
                      <a:lnTo>
                        <a:pt x="1408" y="1575"/>
                      </a:lnTo>
                      <a:lnTo>
                        <a:pt x="1410" y="1576"/>
                      </a:lnTo>
                      <a:lnTo>
                        <a:pt x="1412" y="1576"/>
                      </a:lnTo>
                      <a:lnTo>
                        <a:pt x="1418" y="1575"/>
                      </a:lnTo>
                      <a:lnTo>
                        <a:pt x="1423" y="1572"/>
                      </a:lnTo>
                      <a:lnTo>
                        <a:pt x="1426" y="1569"/>
                      </a:lnTo>
                      <a:lnTo>
                        <a:pt x="1428" y="1567"/>
                      </a:lnTo>
                      <a:lnTo>
                        <a:pt x="1431" y="1566"/>
                      </a:lnTo>
                      <a:lnTo>
                        <a:pt x="1435" y="1564"/>
                      </a:lnTo>
                      <a:lnTo>
                        <a:pt x="1439" y="1566"/>
                      </a:lnTo>
                      <a:lnTo>
                        <a:pt x="1441" y="1567"/>
                      </a:lnTo>
                      <a:lnTo>
                        <a:pt x="1445" y="1572"/>
                      </a:lnTo>
                      <a:lnTo>
                        <a:pt x="1448" y="1578"/>
                      </a:lnTo>
                      <a:lnTo>
                        <a:pt x="1453" y="1589"/>
                      </a:lnTo>
                      <a:lnTo>
                        <a:pt x="1455" y="1600"/>
                      </a:lnTo>
                      <a:lnTo>
                        <a:pt x="1456" y="1608"/>
                      </a:lnTo>
                      <a:lnTo>
                        <a:pt x="1456" y="1617"/>
                      </a:lnTo>
                      <a:lnTo>
                        <a:pt x="1456" y="1620"/>
                      </a:lnTo>
                      <a:lnTo>
                        <a:pt x="1458" y="1622"/>
                      </a:lnTo>
                      <a:lnTo>
                        <a:pt x="1460" y="1623"/>
                      </a:lnTo>
                      <a:lnTo>
                        <a:pt x="1464" y="1623"/>
                      </a:lnTo>
                      <a:lnTo>
                        <a:pt x="1472" y="1619"/>
                      </a:lnTo>
                      <a:lnTo>
                        <a:pt x="1481" y="1613"/>
                      </a:lnTo>
                      <a:lnTo>
                        <a:pt x="1490" y="1606"/>
                      </a:lnTo>
                      <a:lnTo>
                        <a:pt x="1497" y="1598"/>
                      </a:lnTo>
                      <a:lnTo>
                        <a:pt x="1504" y="1589"/>
                      </a:lnTo>
                      <a:lnTo>
                        <a:pt x="1509" y="1582"/>
                      </a:lnTo>
                      <a:lnTo>
                        <a:pt x="1512" y="1579"/>
                      </a:lnTo>
                      <a:lnTo>
                        <a:pt x="1516" y="1576"/>
                      </a:lnTo>
                      <a:lnTo>
                        <a:pt x="1521" y="1574"/>
                      </a:lnTo>
                      <a:lnTo>
                        <a:pt x="1527" y="1573"/>
                      </a:lnTo>
                      <a:lnTo>
                        <a:pt x="1540" y="1573"/>
                      </a:lnTo>
                      <a:lnTo>
                        <a:pt x="1553" y="1575"/>
                      </a:lnTo>
                      <a:lnTo>
                        <a:pt x="1566" y="1578"/>
                      </a:lnTo>
                      <a:lnTo>
                        <a:pt x="1575" y="1581"/>
                      </a:lnTo>
                      <a:lnTo>
                        <a:pt x="1585" y="1585"/>
                      </a:lnTo>
                      <a:lnTo>
                        <a:pt x="1592" y="1588"/>
                      </a:lnTo>
                      <a:lnTo>
                        <a:pt x="1596" y="1589"/>
                      </a:lnTo>
                      <a:lnTo>
                        <a:pt x="1598" y="1589"/>
                      </a:lnTo>
                      <a:lnTo>
                        <a:pt x="1600" y="1589"/>
                      </a:lnTo>
                      <a:lnTo>
                        <a:pt x="1603" y="1588"/>
                      </a:lnTo>
                      <a:lnTo>
                        <a:pt x="1606" y="1583"/>
                      </a:lnTo>
                      <a:lnTo>
                        <a:pt x="1612" y="1575"/>
                      </a:lnTo>
                      <a:lnTo>
                        <a:pt x="1628" y="1561"/>
                      </a:lnTo>
                      <a:lnTo>
                        <a:pt x="1642" y="1547"/>
                      </a:lnTo>
                      <a:lnTo>
                        <a:pt x="1644" y="1542"/>
                      </a:lnTo>
                      <a:lnTo>
                        <a:pt x="1647" y="1537"/>
                      </a:lnTo>
                      <a:lnTo>
                        <a:pt x="1648" y="1534"/>
                      </a:lnTo>
                      <a:lnTo>
                        <a:pt x="1649" y="1529"/>
                      </a:lnTo>
                      <a:lnTo>
                        <a:pt x="1649" y="1522"/>
                      </a:lnTo>
                      <a:lnTo>
                        <a:pt x="1650" y="1516"/>
                      </a:lnTo>
                      <a:lnTo>
                        <a:pt x="1654" y="1511"/>
                      </a:lnTo>
                      <a:lnTo>
                        <a:pt x="1661" y="1506"/>
                      </a:lnTo>
                      <a:lnTo>
                        <a:pt x="1664" y="1503"/>
                      </a:lnTo>
                      <a:lnTo>
                        <a:pt x="1669" y="1500"/>
                      </a:lnTo>
                      <a:lnTo>
                        <a:pt x="1674" y="1500"/>
                      </a:lnTo>
                      <a:lnTo>
                        <a:pt x="1678" y="1501"/>
                      </a:lnTo>
                      <a:lnTo>
                        <a:pt x="1680" y="1505"/>
                      </a:lnTo>
                      <a:lnTo>
                        <a:pt x="1682" y="1509"/>
                      </a:lnTo>
                      <a:lnTo>
                        <a:pt x="1684" y="1513"/>
                      </a:lnTo>
                      <a:lnTo>
                        <a:pt x="1685" y="1518"/>
                      </a:lnTo>
                      <a:lnTo>
                        <a:pt x="1687" y="1530"/>
                      </a:lnTo>
                      <a:lnTo>
                        <a:pt x="1687" y="1543"/>
                      </a:lnTo>
                      <a:lnTo>
                        <a:pt x="1689" y="1542"/>
                      </a:lnTo>
                      <a:lnTo>
                        <a:pt x="1697" y="1536"/>
                      </a:lnTo>
                      <a:lnTo>
                        <a:pt x="1705" y="1528"/>
                      </a:lnTo>
                      <a:lnTo>
                        <a:pt x="1711" y="1518"/>
                      </a:lnTo>
                      <a:lnTo>
                        <a:pt x="1714" y="1511"/>
                      </a:lnTo>
                      <a:lnTo>
                        <a:pt x="1719" y="1504"/>
                      </a:lnTo>
                      <a:lnTo>
                        <a:pt x="1722" y="1501"/>
                      </a:lnTo>
                      <a:lnTo>
                        <a:pt x="1725" y="1500"/>
                      </a:lnTo>
                      <a:lnTo>
                        <a:pt x="1729" y="1500"/>
                      </a:lnTo>
                      <a:lnTo>
                        <a:pt x="1731" y="1504"/>
                      </a:lnTo>
                      <a:lnTo>
                        <a:pt x="1732" y="1511"/>
                      </a:lnTo>
                      <a:lnTo>
                        <a:pt x="1733" y="1524"/>
                      </a:lnTo>
                      <a:lnTo>
                        <a:pt x="1733" y="1530"/>
                      </a:lnTo>
                      <a:lnTo>
                        <a:pt x="1733" y="1537"/>
                      </a:lnTo>
                      <a:lnTo>
                        <a:pt x="1732" y="1543"/>
                      </a:lnTo>
                      <a:lnTo>
                        <a:pt x="1731" y="1548"/>
                      </a:lnTo>
                      <a:lnTo>
                        <a:pt x="1725" y="1556"/>
                      </a:lnTo>
                      <a:lnTo>
                        <a:pt x="1719" y="1563"/>
                      </a:lnTo>
                      <a:lnTo>
                        <a:pt x="1712" y="1570"/>
                      </a:lnTo>
                      <a:lnTo>
                        <a:pt x="1705" y="1575"/>
                      </a:lnTo>
                      <a:lnTo>
                        <a:pt x="1694" y="1583"/>
                      </a:lnTo>
                      <a:lnTo>
                        <a:pt x="1689" y="1589"/>
                      </a:lnTo>
                      <a:lnTo>
                        <a:pt x="1691" y="1599"/>
                      </a:lnTo>
                      <a:lnTo>
                        <a:pt x="1693" y="1608"/>
                      </a:lnTo>
                      <a:lnTo>
                        <a:pt x="1695" y="1619"/>
                      </a:lnTo>
                      <a:lnTo>
                        <a:pt x="1699" y="1630"/>
                      </a:lnTo>
                      <a:lnTo>
                        <a:pt x="1700" y="1633"/>
                      </a:lnTo>
                      <a:lnTo>
                        <a:pt x="1704" y="1635"/>
                      </a:lnTo>
                      <a:lnTo>
                        <a:pt x="1706" y="1636"/>
                      </a:lnTo>
                      <a:lnTo>
                        <a:pt x="1711" y="1633"/>
                      </a:lnTo>
                      <a:lnTo>
                        <a:pt x="1720" y="1629"/>
                      </a:lnTo>
                      <a:lnTo>
                        <a:pt x="1727" y="1627"/>
                      </a:lnTo>
                      <a:lnTo>
                        <a:pt x="1731" y="1627"/>
                      </a:lnTo>
                      <a:lnTo>
                        <a:pt x="1735" y="1629"/>
                      </a:lnTo>
                      <a:lnTo>
                        <a:pt x="1737" y="1632"/>
                      </a:lnTo>
                      <a:lnTo>
                        <a:pt x="1739" y="1636"/>
                      </a:lnTo>
                      <a:lnTo>
                        <a:pt x="1743" y="1644"/>
                      </a:lnTo>
                      <a:lnTo>
                        <a:pt x="1745" y="1649"/>
                      </a:lnTo>
                      <a:lnTo>
                        <a:pt x="1748" y="1649"/>
                      </a:lnTo>
                      <a:lnTo>
                        <a:pt x="1749" y="1649"/>
                      </a:lnTo>
                      <a:lnTo>
                        <a:pt x="1751" y="1646"/>
                      </a:lnTo>
                      <a:lnTo>
                        <a:pt x="1754" y="1644"/>
                      </a:lnTo>
                      <a:lnTo>
                        <a:pt x="1760" y="1637"/>
                      </a:lnTo>
                      <a:lnTo>
                        <a:pt x="1764" y="1635"/>
                      </a:lnTo>
                      <a:lnTo>
                        <a:pt x="1767" y="1633"/>
                      </a:lnTo>
                      <a:lnTo>
                        <a:pt x="1769" y="1635"/>
                      </a:lnTo>
                      <a:lnTo>
                        <a:pt x="1771" y="1636"/>
                      </a:lnTo>
                      <a:lnTo>
                        <a:pt x="1774" y="1637"/>
                      </a:lnTo>
                      <a:lnTo>
                        <a:pt x="1776" y="1639"/>
                      </a:lnTo>
                      <a:lnTo>
                        <a:pt x="1780" y="1639"/>
                      </a:lnTo>
                      <a:lnTo>
                        <a:pt x="1782" y="1639"/>
                      </a:lnTo>
                      <a:lnTo>
                        <a:pt x="1785" y="1637"/>
                      </a:lnTo>
                      <a:lnTo>
                        <a:pt x="1790" y="1631"/>
                      </a:lnTo>
                      <a:lnTo>
                        <a:pt x="1796" y="1622"/>
                      </a:lnTo>
                      <a:lnTo>
                        <a:pt x="1806" y="1606"/>
                      </a:lnTo>
                      <a:lnTo>
                        <a:pt x="1818" y="1587"/>
                      </a:lnTo>
                      <a:lnTo>
                        <a:pt x="1831" y="1566"/>
                      </a:lnTo>
                      <a:lnTo>
                        <a:pt x="1844" y="1548"/>
                      </a:lnTo>
                      <a:lnTo>
                        <a:pt x="1853" y="1537"/>
                      </a:lnTo>
                      <a:lnTo>
                        <a:pt x="1863" y="1525"/>
                      </a:lnTo>
                      <a:lnTo>
                        <a:pt x="1875" y="1513"/>
                      </a:lnTo>
                      <a:lnTo>
                        <a:pt x="1887" y="1500"/>
                      </a:lnTo>
                      <a:lnTo>
                        <a:pt x="1900" y="1488"/>
                      </a:lnTo>
                      <a:lnTo>
                        <a:pt x="1912" y="1478"/>
                      </a:lnTo>
                      <a:lnTo>
                        <a:pt x="1915" y="1475"/>
                      </a:lnTo>
                      <a:lnTo>
                        <a:pt x="1918" y="1475"/>
                      </a:lnTo>
                      <a:lnTo>
                        <a:pt x="1919" y="1478"/>
                      </a:lnTo>
                      <a:lnTo>
                        <a:pt x="1919" y="1484"/>
                      </a:lnTo>
                      <a:lnTo>
                        <a:pt x="1920" y="1494"/>
                      </a:lnTo>
                      <a:lnTo>
                        <a:pt x="1921" y="1506"/>
                      </a:lnTo>
                      <a:lnTo>
                        <a:pt x="1922" y="1517"/>
                      </a:lnTo>
                      <a:lnTo>
                        <a:pt x="1924" y="1526"/>
                      </a:lnTo>
                      <a:lnTo>
                        <a:pt x="1924" y="1532"/>
                      </a:lnTo>
                      <a:lnTo>
                        <a:pt x="1925" y="1536"/>
                      </a:lnTo>
                      <a:lnTo>
                        <a:pt x="1927" y="1538"/>
                      </a:lnTo>
                      <a:lnTo>
                        <a:pt x="1930" y="1539"/>
                      </a:lnTo>
                      <a:lnTo>
                        <a:pt x="1936" y="1539"/>
                      </a:lnTo>
                      <a:lnTo>
                        <a:pt x="1946" y="1538"/>
                      </a:lnTo>
                      <a:lnTo>
                        <a:pt x="1952" y="1538"/>
                      </a:lnTo>
                      <a:lnTo>
                        <a:pt x="1958" y="1538"/>
                      </a:lnTo>
                      <a:lnTo>
                        <a:pt x="1963" y="1539"/>
                      </a:lnTo>
                      <a:lnTo>
                        <a:pt x="1968" y="1541"/>
                      </a:lnTo>
                      <a:lnTo>
                        <a:pt x="1972" y="1543"/>
                      </a:lnTo>
                      <a:lnTo>
                        <a:pt x="1976" y="1545"/>
                      </a:lnTo>
                      <a:lnTo>
                        <a:pt x="1980" y="1549"/>
                      </a:lnTo>
                      <a:lnTo>
                        <a:pt x="1981" y="1554"/>
                      </a:lnTo>
                      <a:lnTo>
                        <a:pt x="1983" y="1561"/>
                      </a:lnTo>
                      <a:lnTo>
                        <a:pt x="1983" y="1567"/>
                      </a:lnTo>
                      <a:lnTo>
                        <a:pt x="1982" y="1572"/>
                      </a:lnTo>
                      <a:lnTo>
                        <a:pt x="1981" y="1578"/>
                      </a:lnTo>
                      <a:lnTo>
                        <a:pt x="1976" y="1587"/>
                      </a:lnTo>
                      <a:lnTo>
                        <a:pt x="1971" y="1594"/>
                      </a:lnTo>
                      <a:lnTo>
                        <a:pt x="1970" y="1598"/>
                      </a:lnTo>
                      <a:lnTo>
                        <a:pt x="1970" y="1601"/>
                      </a:lnTo>
                      <a:lnTo>
                        <a:pt x="1971" y="1604"/>
                      </a:lnTo>
                      <a:lnTo>
                        <a:pt x="1972" y="1607"/>
                      </a:lnTo>
                      <a:lnTo>
                        <a:pt x="1980" y="1613"/>
                      </a:lnTo>
                      <a:lnTo>
                        <a:pt x="1989" y="1618"/>
                      </a:lnTo>
                      <a:lnTo>
                        <a:pt x="1994" y="1622"/>
                      </a:lnTo>
                      <a:lnTo>
                        <a:pt x="1997" y="1626"/>
                      </a:lnTo>
                      <a:lnTo>
                        <a:pt x="2000" y="1630"/>
                      </a:lnTo>
                      <a:lnTo>
                        <a:pt x="2001" y="1635"/>
                      </a:lnTo>
                      <a:lnTo>
                        <a:pt x="2001" y="1641"/>
                      </a:lnTo>
                      <a:lnTo>
                        <a:pt x="2000" y="1645"/>
                      </a:lnTo>
                      <a:lnTo>
                        <a:pt x="1997" y="1650"/>
                      </a:lnTo>
                      <a:lnTo>
                        <a:pt x="1994" y="1654"/>
                      </a:lnTo>
                      <a:lnTo>
                        <a:pt x="1983" y="1663"/>
                      </a:lnTo>
                      <a:lnTo>
                        <a:pt x="1971" y="1676"/>
                      </a:lnTo>
                      <a:lnTo>
                        <a:pt x="1960" y="1688"/>
                      </a:lnTo>
                      <a:lnTo>
                        <a:pt x="1952" y="1698"/>
                      </a:lnTo>
                      <a:lnTo>
                        <a:pt x="1949" y="1705"/>
                      </a:lnTo>
                      <a:lnTo>
                        <a:pt x="1946" y="1712"/>
                      </a:lnTo>
                      <a:lnTo>
                        <a:pt x="1946" y="1715"/>
                      </a:lnTo>
                      <a:lnTo>
                        <a:pt x="1946" y="1719"/>
                      </a:lnTo>
                      <a:lnTo>
                        <a:pt x="1949" y="1721"/>
                      </a:lnTo>
                      <a:lnTo>
                        <a:pt x="1951" y="1723"/>
                      </a:lnTo>
                      <a:lnTo>
                        <a:pt x="1966" y="1726"/>
                      </a:lnTo>
                      <a:lnTo>
                        <a:pt x="1980" y="1731"/>
                      </a:lnTo>
                      <a:lnTo>
                        <a:pt x="1982" y="1733"/>
                      </a:lnTo>
                      <a:lnTo>
                        <a:pt x="1982" y="1736"/>
                      </a:lnTo>
                      <a:lnTo>
                        <a:pt x="1982" y="1740"/>
                      </a:lnTo>
                      <a:lnTo>
                        <a:pt x="1981" y="1744"/>
                      </a:lnTo>
                      <a:lnTo>
                        <a:pt x="1978" y="1753"/>
                      </a:lnTo>
                      <a:lnTo>
                        <a:pt x="1976" y="1764"/>
                      </a:lnTo>
                      <a:lnTo>
                        <a:pt x="1976" y="1770"/>
                      </a:lnTo>
                      <a:lnTo>
                        <a:pt x="1977" y="1776"/>
                      </a:lnTo>
                      <a:lnTo>
                        <a:pt x="1980" y="1782"/>
                      </a:lnTo>
                      <a:lnTo>
                        <a:pt x="1982" y="1787"/>
                      </a:lnTo>
                      <a:lnTo>
                        <a:pt x="1989" y="1796"/>
                      </a:lnTo>
                      <a:lnTo>
                        <a:pt x="1995" y="1802"/>
                      </a:lnTo>
                      <a:lnTo>
                        <a:pt x="2002" y="1806"/>
                      </a:lnTo>
                      <a:lnTo>
                        <a:pt x="2009" y="1806"/>
                      </a:lnTo>
                      <a:lnTo>
                        <a:pt x="2012" y="1806"/>
                      </a:lnTo>
                      <a:lnTo>
                        <a:pt x="2014" y="1805"/>
                      </a:lnTo>
                      <a:lnTo>
                        <a:pt x="2015" y="1803"/>
                      </a:lnTo>
                      <a:lnTo>
                        <a:pt x="2016" y="1801"/>
                      </a:lnTo>
                      <a:lnTo>
                        <a:pt x="2018" y="1795"/>
                      </a:lnTo>
                      <a:lnTo>
                        <a:pt x="2020" y="1790"/>
                      </a:lnTo>
                      <a:lnTo>
                        <a:pt x="2021" y="1787"/>
                      </a:lnTo>
                      <a:lnTo>
                        <a:pt x="2023" y="1786"/>
                      </a:lnTo>
                      <a:lnTo>
                        <a:pt x="2025" y="1784"/>
                      </a:lnTo>
                      <a:lnTo>
                        <a:pt x="2028" y="1783"/>
                      </a:lnTo>
                      <a:lnTo>
                        <a:pt x="2033" y="1786"/>
                      </a:lnTo>
                      <a:lnTo>
                        <a:pt x="2039" y="1790"/>
                      </a:lnTo>
                      <a:lnTo>
                        <a:pt x="2044" y="1796"/>
                      </a:lnTo>
                      <a:lnTo>
                        <a:pt x="2048" y="1803"/>
                      </a:lnTo>
                      <a:lnTo>
                        <a:pt x="2053" y="1809"/>
                      </a:lnTo>
                      <a:lnTo>
                        <a:pt x="2057" y="1814"/>
                      </a:lnTo>
                      <a:lnTo>
                        <a:pt x="2058" y="1815"/>
                      </a:lnTo>
                      <a:lnTo>
                        <a:pt x="2060" y="1815"/>
                      </a:lnTo>
                      <a:lnTo>
                        <a:pt x="2063" y="1815"/>
                      </a:lnTo>
                      <a:lnTo>
                        <a:pt x="2065" y="1814"/>
                      </a:lnTo>
                      <a:lnTo>
                        <a:pt x="2072" y="1808"/>
                      </a:lnTo>
                      <a:lnTo>
                        <a:pt x="2077" y="1806"/>
                      </a:lnTo>
                      <a:lnTo>
                        <a:pt x="2082" y="1805"/>
                      </a:lnTo>
                      <a:lnTo>
                        <a:pt x="2084" y="1806"/>
                      </a:lnTo>
                      <a:lnTo>
                        <a:pt x="2085" y="1805"/>
                      </a:lnTo>
                      <a:lnTo>
                        <a:pt x="2088" y="1797"/>
                      </a:lnTo>
                      <a:lnTo>
                        <a:pt x="2089" y="1789"/>
                      </a:lnTo>
                      <a:lnTo>
                        <a:pt x="2094" y="1781"/>
                      </a:lnTo>
                      <a:lnTo>
                        <a:pt x="2113" y="1762"/>
                      </a:lnTo>
                      <a:lnTo>
                        <a:pt x="2128" y="1746"/>
                      </a:lnTo>
                      <a:lnTo>
                        <a:pt x="2130" y="1743"/>
                      </a:lnTo>
                      <a:lnTo>
                        <a:pt x="2134" y="1739"/>
                      </a:lnTo>
                      <a:lnTo>
                        <a:pt x="2136" y="1737"/>
                      </a:lnTo>
                      <a:lnTo>
                        <a:pt x="2140" y="1734"/>
                      </a:lnTo>
                      <a:lnTo>
                        <a:pt x="2148" y="1732"/>
                      </a:lnTo>
                      <a:lnTo>
                        <a:pt x="2157" y="1730"/>
                      </a:lnTo>
                      <a:lnTo>
                        <a:pt x="2167" y="1728"/>
                      </a:lnTo>
                      <a:lnTo>
                        <a:pt x="2177" y="1727"/>
                      </a:lnTo>
                      <a:lnTo>
                        <a:pt x="2182" y="1726"/>
                      </a:lnTo>
                      <a:lnTo>
                        <a:pt x="2186" y="1724"/>
                      </a:lnTo>
                      <a:lnTo>
                        <a:pt x="2190" y="1720"/>
                      </a:lnTo>
                      <a:lnTo>
                        <a:pt x="2192" y="1714"/>
                      </a:lnTo>
                      <a:lnTo>
                        <a:pt x="2196" y="1702"/>
                      </a:lnTo>
                      <a:lnTo>
                        <a:pt x="2197" y="1690"/>
                      </a:lnTo>
                      <a:lnTo>
                        <a:pt x="2198" y="1685"/>
                      </a:lnTo>
                      <a:lnTo>
                        <a:pt x="2199" y="1680"/>
                      </a:lnTo>
                      <a:lnTo>
                        <a:pt x="2202" y="1676"/>
                      </a:lnTo>
                      <a:lnTo>
                        <a:pt x="2204" y="1674"/>
                      </a:lnTo>
                      <a:lnTo>
                        <a:pt x="2209" y="1671"/>
                      </a:lnTo>
                      <a:lnTo>
                        <a:pt x="2214" y="1671"/>
                      </a:lnTo>
                      <a:lnTo>
                        <a:pt x="2218" y="1671"/>
                      </a:lnTo>
                      <a:lnTo>
                        <a:pt x="2224" y="1671"/>
                      </a:lnTo>
                      <a:lnTo>
                        <a:pt x="2235" y="1673"/>
                      </a:lnTo>
                      <a:lnTo>
                        <a:pt x="2245" y="1676"/>
                      </a:lnTo>
                      <a:lnTo>
                        <a:pt x="2256" y="1677"/>
                      </a:lnTo>
                      <a:lnTo>
                        <a:pt x="2273" y="1679"/>
                      </a:lnTo>
                      <a:lnTo>
                        <a:pt x="2281" y="1677"/>
                      </a:lnTo>
                      <a:lnTo>
                        <a:pt x="2291" y="1676"/>
                      </a:lnTo>
                      <a:lnTo>
                        <a:pt x="2299" y="1674"/>
                      </a:lnTo>
                      <a:lnTo>
                        <a:pt x="2306" y="1671"/>
                      </a:lnTo>
                      <a:lnTo>
                        <a:pt x="2318" y="1663"/>
                      </a:lnTo>
                      <a:lnTo>
                        <a:pt x="2329" y="1654"/>
                      </a:lnTo>
                      <a:lnTo>
                        <a:pt x="2336" y="1649"/>
                      </a:lnTo>
                      <a:lnTo>
                        <a:pt x="2342" y="1645"/>
                      </a:lnTo>
                      <a:lnTo>
                        <a:pt x="2350" y="1644"/>
                      </a:lnTo>
                      <a:lnTo>
                        <a:pt x="2359" y="1645"/>
                      </a:lnTo>
                      <a:lnTo>
                        <a:pt x="2367" y="1646"/>
                      </a:lnTo>
                      <a:lnTo>
                        <a:pt x="2375" y="1648"/>
                      </a:lnTo>
                      <a:lnTo>
                        <a:pt x="2384" y="1648"/>
                      </a:lnTo>
                      <a:lnTo>
                        <a:pt x="2392" y="1646"/>
                      </a:lnTo>
                      <a:lnTo>
                        <a:pt x="2406" y="1643"/>
                      </a:lnTo>
                      <a:lnTo>
                        <a:pt x="2421" y="1638"/>
                      </a:lnTo>
                      <a:lnTo>
                        <a:pt x="2426" y="1635"/>
                      </a:lnTo>
                      <a:lnTo>
                        <a:pt x="2432" y="1631"/>
                      </a:lnTo>
                      <a:lnTo>
                        <a:pt x="2437" y="1627"/>
                      </a:lnTo>
                      <a:lnTo>
                        <a:pt x="2440" y="1625"/>
                      </a:lnTo>
                      <a:lnTo>
                        <a:pt x="2441" y="1622"/>
                      </a:lnTo>
                      <a:lnTo>
                        <a:pt x="2441" y="1619"/>
                      </a:lnTo>
                      <a:lnTo>
                        <a:pt x="2437" y="1617"/>
                      </a:lnTo>
                      <a:lnTo>
                        <a:pt x="2432" y="1616"/>
                      </a:lnTo>
                      <a:lnTo>
                        <a:pt x="2426" y="1614"/>
                      </a:lnTo>
                      <a:lnTo>
                        <a:pt x="2422" y="1612"/>
                      </a:lnTo>
                      <a:lnTo>
                        <a:pt x="2419" y="1610"/>
                      </a:lnTo>
                      <a:lnTo>
                        <a:pt x="2418" y="1607"/>
                      </a:lnTo>
                      <a:lnTo>
                        <a:pt x="2418" y="1604"/>
                      </a:lnTo>
                      <a:lnTo>
                        <a:pt x="2418" y="1601"/>
                      </a:lnTo>
                      <a:lnTo>
                        <a:pt x="2419" y="1598"/>
                      </a:lnTo>
                      <a:lnTo>
                        <a:pt x="2422" y="1595"/>
                      </a:lnTo>
                      <a:lnTo>
                        <a:pt x="2425" y="1591"/>
                      </a:lnTo>
                      <a:lnTo>
                        <a:pt x="2430" y="1588"/>
                      </a:lnTo>
                      <a:lnTo>
                        <a:pt x="2436" y="1588"/>
                      </a:lnTo>
                      <a:lnTo>
                        <a:pt x="2443" y="1591"/>
                      </a:lnTo>
                      <a:lnTo>
                        <a:pt x="2447" y="1592"/>
                      </a:lnTo>
                      <a:lnTo>
                        <a:pt x="2450" y="1593"/>
                      </a:lnTo>
                      <a:lnTo>
                        <a:pt x="2453" y="1593"/>
                      </a:lnTo>
                      <a:lnTo>
                        <a:pt x="2454" y="1592"/>
                      </a:lnTo>
                      <a:lnTo>
                        <a:pt x="2455" y="1589"/>
                      </a:lnTo>
                      <a:lnTo>
                        <a:pt x="2455" y="1587"/>
                      </a:lnTo>
                      <a:lnTo>
                        <a:pt x="2454" y="1585"/>
                      </a:lnTo>
                      <a:lnTo>
                        <a:pt x="2453" y="1581"/>
                      </a:lnTo>
                      <a:lnTo>
                        <a:pt x="2451" y="1578"/>
                      </a:lnTo>
                      <a:lnTo>
                        <a:pt x="2451" y="1574"/>
                      </a:lnTo>
                      <a:lnTo>
                        <a:pt x="2453" y="1570"/>
                      </a:lnTo>
                      <a:lnTo>
                        <a:pt x="2455" y="1568"/>
                      </a:lnTo>
                      <a:lnTo>
                        <a:pt x="2460" y="1563"/>
                      </a:lnTo>
                      <a:lnTo>
                        <a:pt x="2467" y="1560"/>
                      </a:lnTo>
                      <a:lnTo>
                        <a:pt x="2474" y="1559"/>
                      </a:lnTo>
                      <a:lnTo>
                        <a:pt x="2484" y="1560"/>
                      </a:lnTo>
                      <a:lnTo>
                        <a:pt x="2487" y="1561"/>
                      </a:lnTo>
                      <a:lnTo>
                        <a:pt x="2492" y="1563"/>
                      </a:lnTo>
                      <a:lnTo>
                        <a:pt x="2497" y="1566"/>
                      </a:lnTo>
                      <a:lnTo>
                        <a:pt x="2501" y="1569"/>
                      </a:lnTo>
                      <a:lnTo>
                        <a:pt x="2505" y="1573"/>
                      </a:lnTo>
                      <a:lnTo>
                        <a:pt x="2510" y="1574"/>
                      </a:lnTo>
                      <a:lnTo>
                        <a:pt x="2513" y="1575"/>
                      </a:lnTo>
                      <a:lnTo>
                        <a:pt x="2517" y="1574"/>
                      </a:lnTo>
                      <a:lnTo>
                        <a:pt x="2520" y="1573"/>
                      </a:lnTo>
                      <a:lnTo>
                        <a:pt x="2523" y="1569"/>
                      </a:lnTo>
                      <a:lnTo>
                        <a:pt x="2523" y="1566"/>
                      </a:lnTo>
                      <a:lnTo>
                        <a:pt x="2524" y="1561"/>
                      </a:lnTo>
                      <a:lnTo>
                        <a:pt x="2522" y="1549"/>
                      </a:lnTo>
                      <a:lnTo>
                        <a:pt x="2520" y="1536"/>
                      </a:lnTo>
                      <a:lnTo>
                        <a:pt x="2518" y="1530"/>
                      </a:lnTo>
                      <a:lnTo>
                        <a:pt x="2517" y="1524"/>
                      </a:lnTo>
                      <a:lnTo>
                        <a:pt x="2514" y="1519"/>
                      </a:lnTo>
                      <a:lnTo>
                        <a:pt x="2512" y="1517"/>
                      </a:lnTo>
                      <a:lnTo>
                        <a:pt x="2510" y="1513"/>
                      </a:lnTo>
                      <a:lnTo>
                        <a:pt x="2508" y="1511"/>
                      </a:lnTo>
                      <a:lnTo>
                        <a:pt x="2507" y="1509"/>
                      </a:lnTo>
                      <a:lnTo>
                        <a:pt x="2508" y="1507"/>
                      </a:lnTo>
                      <a:lnTo>
                        <a:pt x="2510" y="1505"/>
                      </a:lnTo>
                      <a:lnTo>
                        <a:pt x="2512" y="1504"/>
                      </a:lnTo>
                      <a:lnTo>
                        <a:pt x="2516" y="1504"/>
                      </a:lnTo>
                      <a:lnTo>
                        <a:pt x="2520" y="1504"/>
                      </a:lnTo>
                      <a:lnTo>
                        <a:pt x="2532" y="1506"/>
                      </a:lnTo>
                      <a:lnTo>
                        <a:pt x="2544" y="1510"/>
                      </a:lnTo>
                      <a:lnTo>
                        <a:pt x="2556" y="1513"/>
                      </a:lnTo>
                      <a:lnTo>
                        <a:pt x="2563" y="1518"/>
                      </a:lnTo>
                      <a:lnTo>
                        <a:pt x="2568" y="1519"/>
                      </a:lnTo>
                      <a:lnTo>
                        <a:pt x="2573" y="1520"/>
                      </a:lnTo>
                      <a:lnTo>
                        <a:pt x="2579" y="1520"/>
                      </a:lnTo>
                      <a:lnTo>
                        <a:pt x="2585" y="1520"/>
                      </a:lnTo>
                      <a:lnTo>
                        <a:pt x="2592" y="1519"/>
                      </a:lnTo>
                      <a:lnTo>
                        <a:pt x="2598" y="1517"/>
                      </a:lnTo>
                      <a:lnTo>
                        <a:pt x="2602" y="1515"/>
                      </a:lnTo>
                      <a:lnTo>
                        <a:pt x="2607" y="1511"/>
                      </a:lnTo>
                      <a:lnTo>
                        <a:pt x="2613" y="1504"/>
                      </a:lnTo>
                      <a:lnTo>
                        <a:pt x="2620" y="1493"/>
                      </a:lnTo>
                      <a:lnTo>
                        <a:pt x="2624" y="1486"/>
                      </a:lnTo>
                      <a:lnTo>
                        <a:pt x="2627" y="1476"/>
                      </a:lnTo>
                      <a:lnTo>
                        <a:pt x="2631" y="1466"/>
                      </a:lnTo>
                      <a:lnTo>
                        <a:pt x="2633" y="1453"/>
                      </a:lnTo>
                      <a:lnTo>
                        <a:pt x="2637" y="1442"/>
                      </a:lnTo>
                      <a:lnTo>
                        <a:pt x="2639" y="1436"/>
                      </a:lnTo>
                      <a:lnTo>
                        <a:pt x="2643" y="1433"/>
                      </a:lnTo>
                      <a:lnTo>
                        <a:pt x="2646" y="1430"/>
                      </a:lnTo>
                      <a:lnTo>
                        <a:pt x="2659" y="1430"/>
                      </a:lnTo>
                      <a:lnTo>
                        <a:pt x="2680" y="1429"/>
                      </a:lnTo>
                      <a:lnTo>
                        <a:pt x="2700" y="1425"/>
                      </a:lnTo>
                      <a:lnTo>
                        <a:pt x="2713" y="1423"/>
                      </a:lnTo>
                      <a:lnTo>
                        <a:pt x="2721" y="1424"/>
                      </a:lnTo>
                      <a:lnTo>
                        <a:pt x="2727" y="1425"/>
                      </a:lnTo>
                      <a:lnTo>
                        <a:pt x="2734" y="1431"/>
                      </a:lnTo>
                      <a:lnTo>
                        <a:pt x="2741" y="1438"/>
                      </a:lnTo>
                      <a:lnTo>
                        <a:pt x="2746" y="1446"/>
                      </a:lnTo>
                      <a:lnTo>
                        <a:pt x="2752" y="1452"/>
                      </a:lnTo>
                      <a:lnTo>
                        <a:pt x="2758" y="1457"/>
                      </a:lnTo>
                      <a:lnTo>
                        <a:pt x="2766" y="1463"/>
                      </a:lnTo>
                      <a:lnTo>
                        <a:pt x="2772" y="1466"/>
                      </a:lnTo>
                      <a:lnTo>
                        <a:pt x="2781" y="1468"/>
                      </a:lnTo>
                      <a:lnTo>
                        <a:pt x="2790" y="1469"/>
                      </a:lnTo>
                      <a:lnTo>
                        <a:pt x="2801" y="1469"/>
                      </a:lnTo>
                      <a:lnTo>
                        <a:pt x="2809" y="1468"/>
                      </a:lnTo>
                      <a:lnTo>
                        <a:pt x="2816" y="1467"/>
                      </a:lnTo>
                      <a:lnTo>
                        <a:pt x="2821" y="1466"/>
                      </a:lnTo>
                      <a:lnTo>
                        <a:pt x="2826" y="1465"/>
                      </a:lnTo>
                      <a:lnTo>
                        <a:pt x="2833" y="1461"/>
                      </a:lnTo>
                      <a:lnTo>
                        <a:pt x="2841" y="1457"/>
                      </a:lnTo>
                      <a:lnTo>
                        <a:pt x="2848" y="1455"/>
                      </a:lnTo>
                      <a:lnTo>
                        <a:pt x="2867" y="1427"/>
                      </a:lnTo>
                      <a:close/>
                    </a:path>
                  </a:pathLst>
                </a:custGeom>
                <a:solidFill>
                  <a:srgbClr val="9BC2E6"/>
                </a:solidFill>
                <a:ln w="9525">
                  <a:solidFill>
                    <a:srgbClr val="AFABAB"/>
                  </a:solidFill>
                  <a:round/>
                  <a:headEnd/>
                  <a:tailEnd/>
                </a:ln>
              </p:spPr>
              <p:txBody>
                <a:bodyPr/>
                <a:lstStyle/>
                <a:p>
                  <a:endParaRPr lang="zh-CN" altLang="en-US"/>
                </a:p>
              </p:txBody>
            </p:sp>
            <p:sp>
              <p:nvSpPr>
                <p:cNvPr id="40" name="山东">
                  <a:extLst>
                    <a:ext uri="{FF2B5EF4-FFF2-40B4-BE49-F238E27FC236}">
                      <a16:creationId xmlns:a16="http://schemas.microsoft.com/office/drawing/2014/main" id="{5027EE21-CFC6-4309-920B-0274F502ED4D}"/>
                    </a:ext>
                  </a:extLst>
                </p:cNvPr>
                <p:cNvSpPr>
                  <a:spLocks/>
                </p:cNvSpPr>
                <p:nvPr/>
              </p:nvSpPr>
              <p:spPr bwMode="auto">
                <a:xfrm>
                  <a:off x="3571919" y="1800319"/>
                  <a:ext cx="685808" cy="438173"/>
                </a:xfrm>
                <a:custGeom>
                  <a:avLst/>
                  <a:gdLst>
                    <a:gd name="T0" fmla="*/ 2147483646 w 2606"/>
                    <a:gd name="T1" fmla="*/ 2147483646 h 1671"/>
                    <a:gd name="T2" fmla="*/ 2147483646 w 2606"/>
                    <a:gd name="T3" fmla="*/ 2147483646 h 1671"/>
                    <a:gd name="T4" fmla="*/ 2147483646 w 2606"/>
                    <a:gd name="T5" fmla="*/ 2147483646 h 1671"/>
                    <a:gd name="T6" fmla="*/ 2147483646 w 2606"/>
                    <a:gd name="T7" fmla="*/ 2147483646 h 1671"/>
                    <a:gd name="T8" fmla="*/ 2147483646 w 2606"/>
                    <a:gd name="T9" fmla="*/ 2147483646 h 1671"/>
                    <a:gd name="T10" fmla="*/ 2147483646 w 2606"/>
                    <a:gd name="T11" fmla="*/ 2147483646 h 1671"/>
                    <a:gd name="T12" fmla="*/ 2147483646 w 2606"/>
                    <a:gd name="T13" fmla="*/ 2147483646 h 1671"/>
                    <a:gd name="T14" fmla="*/ 2147483646 w 2606"/>
                    <a:gd name="T15" fmla="*/ 2147483646 h 1671"/>
                    <a:gd name="T16" fmla="*/ 2147483646 w 2606"/>
                    <a:gd name="T17" fmla="*/ 2147483646 h 1671"/>
                    <a:gd name="T18" fmla="*/ 2147483646 w 2606"/>
                    <a:gd name="T19" fmla="*/ 2147483646 h 1671"/>
                    <a:gd name="T20" fmla="*/ 2147483646 w 2606"/>
                    <a:gd name="T21" fmla="*/ 2147483646 h 1671"/>
                    <a:gd name="T22" fmla="*/ 2147483646 w 2606"/>
                    <a:gd name="T23" fmla="*/ 2147483646 h 1671"/>
                    <a:gd name="T24" fmla="*/ 2147483646 w 2606"/>
                    <a:gd name="T25" fmla="*/ 2147483646 h 1671"/>
                    <a:gd name="T26" fmla="*/ 2147483646 w 2606"/>
                    <a:gd name="T27" fmla="*/ 2147483646 h 1671"/>
                    <a:gd name="T28" fmla="*/ 2147483646 w 2606"/>
                    <a:gd name="T29" fmla="*/ 2147483646 h 1671"/>
                    <a:gd name="T30" fmla="*/ 2147483646 w 2606"/>
                    <a:gd name="T31" fmla="*/ 2147483646 h 1671"/>
                    <a:gd name="T32" fmla="*/ 2147483646 w 2606"/>
                    <a:gd name="T33" fmla="*/ 2147483646 h 1671"/>
                    <a:gd name="T34" fmla="*/ 2147483646 w 2606"/>
                    <a:gd name="T35" fmla="*/ 2147483646 h 1671"/>
                    <a:gd name="T36" fmla="*/ 2147483646 w 2606"/>
                    <a:gd name="T37" fmla="*/ 2147483646 h 1671"/>
                    <a:gd name="T38" fmla="*/ 2147483646 w 2606"/>
                    <a:gd name="T39" fmla="*/ 2147483646 h 1671"/>
                    <a:gd name="T40" fmla="*/ 2147483646 w 2606"/>
                    <a:gd name="T41" fmla="*/ 2147483646 h 1671"/>
                    <a:gd name="T42" fmla="*/ 2147483646 w 2606"/>
                    <a:gd name="T43" fmla="*/ 2147483646 h 1671"/>
                    <a:gd name="T44" fmla="*/ 2147483646 w 2606"/>
                    <a:gd name="T45" fmla="*/ 2147483646 h 1671"/>
                    <a:gd name="T46" fmla="*/ 2147483646 w 2606"/>
                    <a:gd name="T47" fmla="*/ 2147483646 h 1671"/>
                    <a:gd name="T48" fmla="*/ 2147483646 w 2606"/>
                    <a:gd name="T49" fmla="*/ 2147483646 h 1671"/>
                    <a:gd name="T50" fmla="*/ 2147483646 w 2606"/>
                    <a:gd name="T51" fmla="*/ 2147483646 h 1671"/>
                    <a:gd name="T52" fmla="*/ 2147483646 w 2606"/>
                    <a:gd name="T53" fmla="*/ 2147483646 h 1671"/>
                    <a:gd name="T54" fmla="*/ 2147483646 w 2606"/>
                    <a:gd name="T55" fmla="*/ 2147483646 h 1671"/>
                    <a:gd name="T56" fmla="*/ 2147483646 w 2606"/>
                    <a:gd name="T57" fmla="*/ 2147483646 h 1671"/>
                    <a:gd name="T58" fmla="*/ 2147483646 w 2606"/>
                    <a:gd name="T59" fmla="*/ 2147483646 h 1671"/>
                    <a:gd name="T60" fmla="*/ 2147483646 w 2606"/>
                    <a:gd name="T61" fmla="*/ 2147483646 h 1671"/>
                    <a:gd name="T62" fmla="*/ 2147483646 w 2606"/>
                    <a:gd name="T63" fmla="*/ 2147483646 h 1671"/>
                    <a:gd name="T64" fmla="*/ 2147483646 w 2606"/>
                    <a:gd name="T65" fmla="*/ 2147483646 h 1671"/>
                    <a:gd name="T66" fmla="*/ 2147483646 w 2606"/>
                    <a:gd name="T67" fmla="*/ 2147483646 h 1671"/>
                    <a:gd name="T68" fmla="*/ 2147483646 w 2606"/>
                    <a:gd name="T69" fmla="*/ 2147483646 h 1671"/>
                    <a:gd name="T70" fmla="*/ 2147483646 w 2606"/>
                    <a:gd name="T71" fmla="*/ 2147483646 h 1671"/>
                    <a:gd name="T72" fmla="*/ 2147483646 w 2606"/>
                    <a:gd name="T73" fmla="*/ 2147483646 h 1671"/>
                    <a:gd name="T74" fmla="*/ 2147483646 w 2606"/>
                    <a:gd name="T75" fmla="*/ 2147483646 h 1671"/>
                    <a:gd name="T76" fmla="*/ 2147483646 w 2606"/>
                    <a:gd name="T77" fmla="*/ 2147483646 h 1671"/>
                    <a:gd name="T78" fmla="*/ 2147483646 w 2606"/>
                    <a:gd name="T79" fmla="*/ 2147483646 h 1671"/>
                    <a:gd name="T80" fmla="*/ 2147483646 w 2606"/>
                    <a:gd name="T81" fmla="*/ 2147483646 h 1671"/>
                    <a:gd name="T82" fmla="*/ 2147483646 w 2606"/>
                    <a:gd name="T83" fmla="*/ 2147483646 h 1671"/>
                    <a:gd name="T84" fmla="*/ 2147483646 w 2606"/>
                    <a:gd name="T85" fmla="*/ 2147483646 h 1671"/>
                    <a:gd name="T86" fmla="*/ 2147483646 w 2606"/>
                    <a:gd name="T87" fmla="*/ 2147483646 h 1671"/>
                    <a:gd name="T88" fmla="*/ 2147483646 w 2606"/>
                    <a:gd name="T89" fmla="*/ 2147483646 h 1671"/>
                    <a:gd name="T90" fmla="*/ 2147483646 w 2606"/>
                    <a:gd name="T91" fmla="*/ 2147483646 h 1671"/>
                    <a:gd name="T92" fmla="*/ 2147483646 w 2606"/>
                    <a:gd name="T93" fmla="*/ 2147483646 h 1671"/>
                    <a:gd name="T94" fmla="*/ 2147483646 w 2606"/>
                    <a:gd name="T95" fmla="*/ 2147483646 h 1671"/>
                    <a:gd name="T96" fmla="*/ 2147483646 w 2606"/>
                    <a:gd name="T97" fmla="*/ 2147483646 h 1671"/>
                    <a:gd name="T98" fmla="*/ 2147483646 w 2606"/>
                    <a:gd name="T99" fmla="*/ 2147483646 h 1671"/>
                    <a:gd name="T100" fmla="*/ 2147483646 w 2606"/>
                    <a:gd name="T101" fmla="*/ 2147483646 h 1671"/>
                    <a:gd name="T102" fmla="*/ 2147483646 w 2606"/>
                    <a:gd name="T103" fmla="*/ 2147483646 h 1671"/>
                    <a:gd name="T104" fmla="*/ 2147483646 w 2606"/>
                    <a:gd name="T105" fmla="*/ 2147483646 h 1671"/>
                    <a:gd name="T106" fmla="*/ 2147483646 w 2606"/>
                    <a:gd name="T107" fmla="*/ 2147483646 h 1671"/>
                    <a:gd name="T108" fmla="*/ 2147483646 w 2606"/>
                    <a:gd name="T109" fmla="*/ 2147483646 h 1671"/>
                    <a:gd name="T110" fmla="*/ 2147483646 w 2606"/>
                    <a:gd name="T111" fmla="*/ 2147483646 h 1671"/>
                    <a:gd name="T112" fmla="*/ 2147483646 w 2606"/>
                    <a:gd name="T113" fmla="*/ 2147483646 h 1671"/>
                    <a:gd name="T114" fmla="*/ 2147483646 w 2606"/>
                    <a:gd name="T115" fmla="*/ 2147483646 h 1671"/>
                    <a:gd name="T116" fmla="*/ 2147483646 w 2606"/>
                    <a:gd name="T117" fmla="*/ 2147483646 h 1671"/>
                    <a:gd name="T118" fmla="*/ 2147483646 w 2606"/>
                    <a:gd name="T119" fmla="*/ 2147483646 h 1671"/>
                    <a:gd name="T120" fmla="*/ 2147483646 w 2606"/>
                    <a:gd name="T121" fmla="*/ 2147483646 h 167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606" h="1671">
                      <a:moveTo>
                        <a:pt x="923" y="0"/>
                      </a:moveTo>
                      <a:lnTo>
                        <a:pt x="923" y="12"/>
                      </a:lnTo>
                      <a:lnTo>
                        <a:pt x="921" y="27"/>
                      </a:lnTo>
                      <a:lnTo>
                        <a:pt x="918" y="36"/>
                      </a:lnTo>
                      <a:lnTo>
                        <a:pt x="913" y="43"/>
                      </a:lnTo>
                      <a:lnTo>
                        <a:pt x="906" y="50"/>
                      </a:lnTo>
                      <a:lnTo>
                        <a:pt x="898" y="56"/>
                      </a:lnTo>
                      <a:lnTo>
                        <a:pt x="892" y="60"/>
                      </a:lnTo>
                      <a:lnTo>
                        <a:pt x="885" y="64"/>
                      </a:lnTo>
                      <a:lnTo>
                        <a:pt x="874" y="71"/>
                      </a:lnTo>
                      <a:lnTo>
                        <a:pt x="865" y="80"/>
                      </a:lnTo>
                      <a:lnTo>
                        <a:pt x="860" y="83"/>
                      </a:lnTo>
                      <a:lnTo>
                        <a:pt x="856" y="88"/>
                      </a:lnTo>
                      <a:lnTo>
                        <a:pt x="853" y="93"/>
                      </a:lnTo>
                      <a:lnTo>
                        <a:pt x="850" y="98"/>
                      </a:lnTo>
                      <a:lnTo>
                        <a:pt x="848" y="102"/>
                      </a:lnTo>
                      <a:lnTo>
                        <a:pt x="847" y="107"/>
                      </a:lnTo>
                      <a:lnTo>
                        <a:pt x="843" y="118"/>
                      </a:lnTo>
                      <a:lnTo>
                        <a:pt x="840" y="127"/>
                      </a:lnTo>
                      <a:lnTo>
                        <a:pt x="837" y="137"/>
                      </a:lnTo>
                      <a:lnTo>
                        <a:pt x="835" y="145"/>
                      </a:lnTo>
                      <a:lnTo>
                        <a:pt x="833" y="150"/>
                      </a:lnTo>
                      <a:lnTo>
                        <a:pt x="831" y="153"/>
                      </a:lnTo>
                      <a:lnTo>
                        <a:pt x="829" y="157"/>
                      </a:lnTo>
                      <a:lnTo>
                        <a:pt x="827" y="159"/>
                      </a:lnTo>
                      <a:lnTo>
                        <a:pt x="822" y="163"/>
                      </a:lnTo>
                      <a:lnTo>
                        <a:pt x="817" y="164"/>
                      </a:lnTo>
                      <a:lnTo>
                        <a:pt x="812" y="165"/>
                      </a:lnTo>
                      <a:lnTo>
                        <a:pt x="806" y="167"/>
                      </a:lnTo>
                      <a:lnTo>
                        <a:pt x="795" y="169"/>
                      </a:lnTo>
                      <a:lnTo>
                        <a:pt x="784" y="170"/>
                      </a:lnTo>
                      <a:lnTo>
                        <a:pt x="772" y="173"/>
                      </a:lnTo>
                      <a:lnTo>
                        <a:pt x="760" y="174"/>
                      </a:lnTo>
                      <a:lnTo>
                        <a:pt x="747" y="175"/>
                      </a:lnTo>
                      <a:lnTo>
                        <a:pt x="732" y="177"/>
                      </a:lnTo>
                      <a:lnTo>
                        <a:pt x="720" y="180"/>
                      </a:lnTo>
                      <a:lnTo>
                        <a:pt x="707" y="183"/>
                      </a:lnTo>
                      <a:lnTo>
                        <a:pt x="693" y="186"/>
                      </a:lnTo>
                      <a:lnTo>
                        <a:pt x="679" y="189"/>
                      </a:lnTo>
                      <a:lnTo>
                        <a:pt x="666" y="190"/>
                      </a:lnTo>
                      <a:lnTo>
                        <a:pt x="654" y="190"/>
                      </a:lnTo>
                      <a:lnTo>
                        <a:pt x="642" y="192"/>
                      </a:lnTo>
                      <a:lnTo>
                        <a:pt x="630" y="193"/>
                      </a:lnTo>
                      <a:lnTo>
                        <a:pt x="625" y="194"/>
                      </a:lnTo>
                      <a:lnTo>
                        <a:pt x="620" y="195"/>
                      </a:lnTo>
                      <a:lnTo>
                        <a:pt x="614" y="197"/>
                      </a:lnTo>
                      <a:lnTo>
                        <a:pt x="608" y="201"/>
                      </a:lnTo>
                      <a:lnTo>
                        <a:pt x="603" y="205"/>
                      </a:lnTo>
                      <a:lnTo>
                        <a:pt x="598" y="209"/>
                      </a:lnTo>
                      <a:lnTo>
                        <a:pt x="594" y="215"/>
                      </a:lnTo>
                      <a:lnTo>
                        <a:pt x="590" y="222"/>
                      </a:lnTo>
                      <a:lnTo>
                        <a:pt x="576" y="250"/>
                      </a:lnTo>
                      <a:lnTo>
                        <a:pt x="563" y="274"/>
                      </a:lnTo>
                      <a:lnTo>
                        <a:pt x="557" y="284"/>
                      </a:lnTo>
                      <a:lnTo>
                        <a:pt x="548" y="294"/>
                      </a:lnTo>
                      <a:lnTo>
                        <a:pt x="540" y="302"/>
                      </a:lnTo>
                      <a:lnTo>
                        <a:pt x="531" y="310"/>
                      </a:lnTo>
                      <a:lnTo>
                        <a:pt x="512" y="325"/>
                      </a:lnTo>
                      <a:lnTo>
                        <a:pt x="499" y="335"/>
                      </a:lnTo>
                      <a:lnTo>
                        <a:pt x="491" y="339"/>
                      </a:lnTo>
                      <a:lnTo>
                        <a:pt x="484" y="340"/>
                      </a:lnTo>
                      <a:lnTo>
                        <a:pt x="477" y="339"/>
                      </a:lnTo>
                      <a:lnTo>
                        <a:pt x="468" y="337"/>
                      </a:lnTo>
                      <a:lnTo>
                        <a:pt x="459" y="333"/>
                      </a:lnTo>
                      <a:lnTo>
                        <a:pt x="452" y="331"/>
                      </a:lnTo>
                      <a:lnTo>
                        <a:pt x="446" y="331"/>
                      </a:lnTo>
                      <a:lnTo>
                        <a:pt x="440" y="333"/>
                      </a:lnTo>
                      <a:lnTo>
                        <a:pt x="437" y="337"/>
                      </a:lnTo>
                      <a:lnTo>
                        <a:pt x="432" y="342"/>
                      </a:lnTo>
                      <a:lnTo>
                        <a:pt x="427" y="352"/>
                      </a:lnTo>
                      <a:lnTo>
                        <a:pt x="421" y="363"/>
                      </a:lnTo>
                      <a:lnTo>
                        <a:pt x="419" y="370"/>
                      </a:lnTo>
                      <a:lnTo>
                        <a:pt x="418" y="375"/>
                      </a:lnTo>
                      <a:lnTo>
                        <a:pt x="418" y="379"/>
                      </a:lnTo>
                      <a:lnTo>
                        <a:pt x="419" y="384"/>
                      </a:lnTo>
                      <a:lnTo>
                        <a:pt x="421" y="390"/>
                      </a:lnTo>
                      <a:lnTo>
                        <a:pt x="425" y="396"/>
                      </a:lnTo>
                      <a:lnTo>
                        <a:pt x="427" y="400"/>
                      </a:lnTo>
                      <a:lnTo>
                        <a:pt x="430" y="403"/>
                      </a:lnTo>
                      <a:lnTo>
                        <a:pt x="430" y="405"/>
                      </a:lnTo>
                      <a:lnTo>
                        <a:pt x="428" y="407"/>
                      </a:lnTo>
                      <a:lnTo>
                        <a:pt x="426" y="409"/>
                      </a:lnTo>
                      <a:lnTo>
                        <a:pt x="424" y="411"/>
                      </a:lnTo>
                      <a:lnTo>
                        <a:pt x="419" y="414"/>
                      </a:lnTo>
                      <a:lnTo>
                        <a:pt x="415" y="415"/>
                      </a:lnTo>
                      <a:lnTo>
                        <a:pt x="412" y="415"/>
                      </a:lnTo>
                      <a:lnTo>
                        <a:pt x="407" y="415"/>
                      </a:lnTo>
                      <a:lnTo>
                        <a:pt x="399" y="413"/>
                      </a:lnTo>
                      <a:lnTo>
                        <a:pt x="389" y="411"/>
                      </a:lnTo>
                      <a:lnTo>
                        <a:pt x="380" y="410"/>
                      </a:lnTo>
                      <a:lnTo>
                        <a:pt x="371" y="410"/>
                      </a:lnTo>
                      <a:lnTo>
                        <a:pt x="367" y="411"/>
                      </a:lnTo>
                      <a:lnTo>
                        <a:pt x="363" y="414"/>
                      </a:lnTo>
                      <a:lnTo>
                        <a:pt x="358" y="417"/>
                      </a:lnTo>
                      <a:lnTo>
                        <a:pt x="354" y="422"/>
                      </a:lnTo>
                      <a:lnTo>
                        <a:pt x="346" y="434"/>
                      </a:lnTo>
                      <a:lnTo>
                        <a:pt x="338" y="448"/>
                      </a:lnTo>
                      <a:lnTo>
                        <a:pt x="330" y="466"/>
                      </a:lnTo>
                      <a:lnTo>
                        <a:pt x="321" y="485"/>
                      </a:lnTo>
                      <a:lnTo>
                        <a:pt x="313" y="508"/>
                      </a:lnTo>
                      <a:lnTo>
                        <a:pt x="306" y="533"/>
                      </a:lnTo>
                      <a:lnTo>
                        <a:pt x="301" y="555"/>
                      </a:lnTo>
                      <a:lnTo>
                        <a:pt x="296" y="574"/>
                      </a:lnTo>
                      <a:lnTo>
                        <a:pt x="294" y="580"/>
                      </a:lnTo>
                      <a:lnTo>
                        <a:pt x="292" y="586"/>
                      </a:lnTo>
                      <a:lnTo>
                        <a:pt x="288" y="591"/>
                      </a:lnTo>
                      <a:lnTo>
                        <a:pt x="285" y="597"/>
                      </a:lnTo>
                      <a:lnTo>
                        <a:pt x="277" y="606"/>
                      </a:lnTo>
                      <a:lnTo>
                        <a:pt x="271" y="616"/>
                      </a:lnTo>
                      <a:lnTo>
                        <a:pt x="267" y="630"/>
                      </a:lnTo>
                      <a:lnTo>
                        <a:pt x="263" y="644"/>
                      </a:lnTo>
                      <a:lnTo>
                        <a:pt x="261" y="650"/>
                      </a:lnTo>
                      <a:lnTo>
                        <a:pt x="258" y="656"/>
                      </a:lnTo>
                      <a:lnTo>
                        <a:pt x="256" y="661"/>
                      </a:lnTo>
                      <a:lnTo>
                        <a:pt x="252" y="665"/>
                      </a:lnTo>
                      <a:lnTo>
                        <a:pt x="235" y="676"/>
                      </a:lnTo>
                      <a:lnTo>
                        <a:pt x="214" y="688"/>
                      </a:lnTo>
                      <a:lnTo>
                        <a:pt x="204" y="694"/>
                      </a:lnTo>
                      <a:lnTo>
                        <a:pt x="194" y="701"/>
                      </a:lnTo>
                      <a:lnTo>
                        <a:pt x="185" y="711"/>
                      </a:lnTo>
                      <a:lnTo>
                        <a:pt x="178" y="722"/>
                      </a:lnTo>
                      <a:lnTo>
                        <a:pt x="162" y="747"/>
                      </a:lnTo>
                      <a:lnTo>
                        <a:pt x="147" y="774"/>
                      </a:lnTo>
                      <a:lnTo>
                        <a:pt x="140" y="787"/>
                      </a:lnTo>
                      <a:lnTo>
                        <a:pt x="134" y="799"/>
                      </a:lnTo>
                      <a:lnTo>
                        <a:pt x="129" y="812"/>
                      </a:lnTo>
                      <a:lnTo>
                        <a:pt x="126" y="823"/>
                      </a:lnTo>
                      <a:lnTo>
                        <a:pt x="125" y="832"/>
                      </a:lnTo>
                      <a:lnTo>
                        <a:pt x="125" y="842"/>
                      </a:lnTo>
                      <a:lnTo>
                        <a:pt x="125" y="850"/>
                      </a:lnTo>
                      <a:lnTo>
                        <a:pt x="126" y="856"/>
                      </a:lnTo>
                      <a:lnTo>
                        <a:pt x="130" y="867"/>
                      </a:lnTo>
                      <a:lnTo>
                        <a:pt x="132" y="874"/>
                      </a:lnTo>
                      <a:lnTo>
                        <a:pt x="135" y="876"/>
                      </a:lnTo>
                      <a:lnTo>
                        <a:pt x="137" y="877"/>
                      </a:lnTo>
                      <a:lnTo>
                        <a:pt x="140" y="880"/>
                      </a:lnTo>
                      <a:lnTo>
                        <a:pt x="143" y="881"/>
                      </a:lnTo>
                      <a:lnTo>
                        <a:pt x="153" y="883"/>
                      </a:lnTo>
                      <a:lnTo>
                        <a:pt x="163" y="889"/>
                      </a:lnTo>
                      <a:lnTo>
                        <a:pt x="169" y="893"/>
                      </a:lnTo>
                      <a:lnTo>
                        <a:pt x="174" y="898"/>
                      </a:lnTo>
                      <a:lnTo>
                        <a:pt x="179" y="902"/>
                      </a:lnTo>
                      <a:lnTo>
                        <a:pt x="182" y="908"/>
                      </a:lnTo>
                      <a:lnTo>
                        <a:pt x="188" y="919"/>
                      </a:lnTo>
                      <a:lnTo>
                        <a:pt x="193" y="931"/>
                      </a:lnTo>
                      <a:lnTo>
                        <a:pt x="198" y="947"/>
                      </a:lnTo>
                      <a:lnTo>
                        <a:pt x="200" y="958"/>
                      </a:lnTo>
                      <a:lnTo>
                        <a:pt x="203" y="965"/>
                      </a:lnTo>
                      <a:lnTo>
                        <a:pt x="204" y="974"/>
                      </a:lnTo>
                      <a:lnTo>
                        <a:pt x="204" y="986"/>
                      </a:lnTo>
                      <a:lnTo>
                        <a:pt x="200" y="1001"/>
                      </a:lnTo>
                      <a:lnTo>
                        <a:pt x="197" y="1010"/>
                      </a:lnTo>
                      <a:lnTo>
                        <a:pt x="192" y="1021"/>
                      </a:lnTo>
                      <a:lnTo>
                        <a:pt x="187" y="1029"/>
                      </a:lnTo>
                      <a:lnTo>
                        <a:pt x="182" y="1035"/>
                      </a:lnTo>
                      <a:lnTo>
                        <a:pt x="173" y="1043"/>
                      </a:lnTo>
                      <a:lnTo>
                        <a:pt x="164" y="1050"/>
                      </a:lnTo>
                      <a:lnTo>
                        <a:pt x="162" y="1054"/>
                      </a:lnTo>
                      <a:lnTo>
                        <a:pt x="160" y="1060"/>
                      </a:lnTo>
                      <a:lnTo>
                        <a:pt x="159" y="1068"/>
                      </a:lnTo>
                      <a:lnTo>
                        <a:pt x="157" y="1075"/>
                      </a:lnTo>
                      <a:lnTo>
                        <a:pt x="157" y="1091"/>
                      </a:lnTo>
                      <a:lnTo>
                        <a:pt x="156" y="1106"/>
                      </a:lnTo>
                      <a:lnTo>
                        <a:pt x="157" y="1110"/>
                      </a:lnTo>
                      <a:lnTo>
                        <a:pt x="160" y="1114"/>
                      </a:lnTo>
                      <a:lnTo>
                        <a:pt x="164" y="1116"/>
                      </a:lnTo>
                      <a:lnTo>
                        <a:pt x="169" y="1116"/>
                      </a:lnTo>
                      <a:lnTo>
                        <a:pt x="174" y="1115"/>
                      </a:lnTo>
                      <a:lnTo>
                        <a:pt x="180" y="1113"/>
                      </a:lnTo>
                      <a:lnTo>
                        <a:pt x="184" y="1108"/>
                      </a:lnTo>
                      <a:lnTo>
                        <a:pt x="186" y="1101"/>
                      </a:lnTo>
                      <a:lnTo>
                        <a:pt x="187" y="1089"/>
                      </a:lnTo>
                      <a:lnTo>
                        <a:pt x="186" y="1075"/>
                      </a:lnTo>
                      <a:lnTo>
                        <a:pt x="186" y="1069"/>
                      </a:lnTo>
                      <a:lnTo>
                        <a:pt x="187" y="1063"/>
                      </a:lnTo>
                      <a:lnTo>
                        <a:pt x="189" y="1057"/>
                      </a:lnTo>
                      <a:lnTo>
                        <a:pt x="192" y="1052"/>
                      </a:lnTo>
                      <a:lnTo>
                        <a:pt x="195" y="1052"/>
                      </a:lnTo>
                      <a:lnTo>
                        <a:pt x="201" y="1053"/>
                      </a:lnTo>
                      <a:lnTo>
                        <a:pt x="207" y="1056"/>
                      </a:lnTo>
                      <a:lnTo>
                        <a:pt x="214" y="1059"/>
                      </a:lnTo>
                      <a:lnTo>
                        <a:pt x="224" y="1064"/>
                      </a:lnTo>
                      <a:lnTo>
                        <a:pt x="232" y="1069"/>
                      </a:lnTo>
                      <a:lnTo>
                        <a:pt x="237" y="1070"/>
                      </a:lnTo>
                      <a:lnTo>
                        <a:pt x="241" y="1070"/>
                      </a:lnTo>
                      <a:lnTo>
                        <a:pt x="244" y="1070"/>
                      </a:lnTo>
                      <a:lnTo>
                        <a:pt x="248" y="1068"/>
                      </a:lnTo>
                      <a:lnTo>
                        <a:pt x="256" y="1060"/>
                      </a:lnTo>
                      <a:lnTo>
                        <a:pt x="269" y="1051"/>
                      </a:lnTo>
                      <a:lnTo>
                        <a:pt x="286" y="1040"/>
                      </a:lnTo>
                      <a:lnTo>
                        <a:pt x="307" y="1029"/>
                      </a:lnTo>
                      <a:lnTo>
                        <a:pt x="327" y="1021"/>
                      </a:lnTo>
                      <a:lnTo>
                        <a:pt x="343" y="1014"/>
                      </a:lnTo>
                      <a:lnTo>
                        <a:pt x="357" y="1007"/>
                      </a:lnTo>
                      <a:lnTo>
                        <a:pt x="371" y="1000"/>
                      </a:lnTo>
                      <a:lnTo>
                        <a:pt x="386" y="991"/>
                      </a:lnTo>
                      <a:lnTo>
                        <a:pt x="396" y="987"/>
                      </a:lnTo>
                      <a:lnTo>
                        <a:pt x="405" y="984"/>
                      </a:lnTo>
                      <a:lnTo>
                        <a:pt x="409" y="984"/>
                      </a:lnTo>
                      <a:lnTo>
                        <a:pt x="412" y="986"/>
                      </a:lnTo>
                      <a:lnTo>
                        <a:pt x="413" y="986"/>
                      </a:lnTo>
                      <a:lnTo>
                        <a:pt x="413" y="988"/>
                      </a:lnTo>
                      <a:lnTo>
                        <a:pt x="413" y="989"/>
                      </a:lnTo>
                      <a:lnTo>
                        <a:pt x="412" y="999"/>
                      </a:lnTo>
                      <a:lnTo>
                        <a:pt x="407" y="1012"/>
                      </a:lnTo>
                      <a:lnTo>
                        <a:pt x="405" y="1019"/>
                      </a:lnTo>
                      <a:lnTo>
                        <a:pt x="400" y="1024"/>
                      </a:lnTo>
                      <a:lnTo>
                        <a:pt x="395" y="1027"/>
                      </a:lnTo>
                      <a:lnTo>
                        <a:pt x="389" y="1031"/>
                      </a:lnTo>
                      <a:lnTo>
                        <a:pt x="376" y="1034"/>
                      </a:lnTo>
                      <a:lnTo>
                        <a:pt x="364" y="1035"/>
                      </a:lnTo>
                      <a:lnTo>
                        <a:pt x="359" y="1038"/>
                      </a:lnTo>
                      <a:lnTo>
                        <a:pt x="356" y="1040"/>
                      </a:lnTo>
                      <a:lnTo>
                        <a:pt x="352" y="1043"/>
                      </a:lnTo>
                      <a:lnTo>
                        <a:pt x="349" y="1047"/>
                      </a:lnTo>
                      <a:lnTo>
                        <a:pt x="345" y="1052"/>
                      </a:lnTo>
                      <a:lnTo>
                        <a:pt x="344" y="1058"/>
                      </a:lnTo>
                      <a:lnTo>
                        <a:pt x="342" y="1064"/>
                      </a:lnTo>
                      <a:lnTo>
                        <a:pt x="340" y="1071"/>
                      </a:lnTo>
                      <a:lnTo>
                        <a:pt x="339" y="1077"/>
                      </a:lnTo>
                      <a:lnTo>
                        <a:pt x="336" y="1081"/>
                      </a:lnTo>
                      <a:lnTo>
                        <a:pt x="333" y="1084"/>
                      </a:lnTo>
                      <a:lnTo>
                        <a:pt x="329" y="1087"/>
                      </a:lnTo>
                      <a:lnTo>
                        <a:pt x="319" y="1089"/>
                      </a:lnTo>
                      <a:lnTo>
                        <a:pt x="310" y="1089"/>
                      </a:lnTo>
                      <a:lnTo>
                        <a:pt x="305" y="1090"/>
                      </a:lnTo>
                      <a:lnTo>
                        <a:pt x="300" y="1094"/>
                      </a:lnTo>
                      <a:lnTo>
                        <a:pt x="296" y="1098"/>
                      </a:lnTo>
                      <a:lnTo>
                        <a:pt x="293" y="1104"/>
                      </a:lnTo>
                      <a:lnTo>
                        <a:pt x="286" y="1117"/>
                      </a:lnTo>
                      <a:lnTo>
                        <a:pt x="281" y="1129"/>
                      </a:lnTo>
                      <a:lnTo>
                        <a:pt x="279" y="1134"/>
                      </a:lnTo>
                      <a:lnTo>
                        <a:pt x="276" y="1138"/>
                      </a:lnTo>
                      <a:lnTo>
                        <a:pt x="274" y="1141"/>
                      </a:lnTo>
                      <a:lnTo>
                        <a:pt x="270" y="1142"/>
                      </a:lnTo>
                      <a:lnTo>
                        <a:pt x="262" y="1145"/>
                      </a:lnTo>
                      <a:lnTo>
                        <a:pt x="252" y="1144"/>
                      </a:lnTo>
                      <a:lnTo>
                        <a:pt x="248" y="1144"/>
                      </a:lnTo>
                      <a:lnTo>
                        <a:pt x="242" y="1145"/>
                      </a:lnTo>
                      <a:lnTo>
                        <a:pt x="237" y="1146"/>
                      </a:lnTo>
                      <a:lnTo>
                        <a:pt x="232" y="1148"/>
                      </a:lnTo>
                      <a:lnTo>
                        <a:pt x="223" y="1154"/>
                      </a:lnTo>
                      <a:lnTo>
                        <a:pt x="216" y="1161"/>
                      </a:lnTo>
                      <a:lnTo>
                        <a:pt x="203" y="1172"/>
                      </a:lnTo>
                      <a:lnTo>
                        <a:pt x="189" y="1184"/>
                      </a:lnTo>
                      <a:lnTo>
                        <a:pt x="184" y="1191"/>
                      </a:lnTo>
                      <a:lnTo>
                        <a:pt x="178" y="1198"/>
                      </a:lnTo>
                      <a:lnTo>
                        <a:pt x="173" y="1204"/>
                      </a:lnTo>
                      <a:lnTo>
                        <a:pt x="168" y="1215"/>
                      </a:lnTo>
                      <a:lnTo>
                        <a:pt x="164" y="1226"/>
                      </a:lnTo>
                      <a:lnTo>
                        <a:pt x="163" y="1235"/>
                      </a:lnTo>
                      <a:lnTo>
                        <a:pt x="163" y="1243"/>
                      </a:lnTo>
                      <a:lnTo>
                        <a:pt x="164" y="1251"/>
                      </a:lnTo>
                      <a:lnTo>
                        <a:pt x="164" y="1255"/>
                      </a:lnTo>
                      <a:lnTo>
                        <a:pt x="163" y="1259"/>
                      </a:lnTo>
                      <a:lnTo>
                        <a:pt x="160" y="1264"/>
                      </a:lnTo>
                      <a:lnTo>
                        <a:pt x="155" y="1268"/>
                      </a:lnTo>
                      <a:lnTo>
                        <a:pt x="144" y="1278"/>
                      </a:lnTo>
                      <a:lnTo>
                        <a:pt x="136" y="1285"/>
                      </a:lnTo>
                      <a:lnTo>
                        <a:pt x="129" y="1290"/>
                      </a:lnTo>
                      <a:lnTo>
                        <a:pt x="124" y="1292"/>
                      </a:lnTo>
                      <a:lnTo>
                        <a:pt x="119" y="1293"/>
                      </a:lnTo>
                      <a:lnTo>
                        <a:pt x="113" y="1293"/>
                      </a:lnTo>
                      <a:lnTo>
                        <a:pt x="109" y="1295"/>
                      </a:lnTo>
                      <a:lnTo>
                        <a:pt x="100" y="1298"/>
                      </a:lnTo>
                      <a:lnTo>
                        <a:pt x="92" y="1304"/>
                      </a:lnTo>
                      <a:lnTo>
                        <a:pt x="80" y="1314"/>
                      </a:lnTo>
                      <a:lnTo>
                        <a:pt x="75" y="1319"/>
                      </a:lnTo>
                      <a:lnTo>
                        <a:pt x="72" y="1325"/>
                      </a:lnTo>
                      <a:lnTo>
                        <a:pt x="69" y="1330"/>
                      </a:lnTo>
                      <a:lnTo>
                        <a:pt x="68" y="1335"/>
                      </a:lnTo>
                      <a:lnTo>
                        <a:pt x="66" y="1344"/>
                      </a:lnTo>
                      <a:lnTo>
                        <a:pt x="62" y="1353"/>
                      </a:lnTo>
                      <a:lnTo>
                        <a:pt x="54" y="1365"/>
                      </a:lnTo>
                      <a:lnTo>
                        <a:pt x="41" y="1379"/>
                      </a:lnTo>
                      <a:lnTo>
                        <a:pt x="27" y="1393"/>
                      </a:lnTo>
                      <a:lnTo>
                        <a:pt x="17" y="1404"/>
                      </a:lnTo>
                      <a:lnTo>
                        <a:pt x="14" y="1407"/>
                      </a:lnTo>
                      <a:lnTo>
                        <a:pt x="11" y="1412"/>
                      </a:lnTo>
                      <a:lnTo>
                        <a:pt x="10" y="1418"/>
                      </a:lnTo>
                      <a:lnTo>
                        <a:pt x="10" y="1423"/>
                      </a:lnTo>
                      <a:lnTo>
                        <a:pt x="10" y="1434"/>
                      </a:lnTo>
                      <a:lnTo>
                        <a:pt x="10" y="1443"/>
                      </a:lnTo>
                      <a:lnTo>
                        <a:pt x="9" y="1449"/>
                      </a:lnTo>
                      <a:lnTo>
                        <a:pt x="8" y="1455"/>
                      </a:lnTo>
                      <a:lnTo>
                        <a:pt x="5" y="1461"/>
                      </a:lnTo>
                      <a:lnTo>
                        <a:pt x="3" y="1468"/>
                      </a:lnTo>
                      <a:lnTo>
                        <a:pt x="0" y="1474"/>
                      </a:lnTo>
                      <a:lnTo>
                        <a:pt x="0" y="1478"/>
                      </a:lnTo>
                      <a:lnTo>
                        <a:pt x="4" y="1479"/>
                      </a:lnTo>
                      <a:lnTo>
                        <a:pt x="11" y="1481"/>
                      </a:lnTo>
                      <a:lnTo>
                        <a:pt x="22" y="1485"/>
                      </a:lnTo>
                      <a:lnTo>
                        <a:pt x="34" y="1488"/>
                      </a:lnTo>
                      <a:lnTo>
                        <a:pt x="44" y="1492"/>
                      </a:lnTo>
                      <a:lnTo>
                        <a:pt x="54" y="1494"/>
                      </a:lnTo>
                      <a:lnTo>
                        <a:pt x="60" y="1494"/>
                      </a:lnTo>
                      <a:lnTo>
                        <a:pt x="65" y="1494"/>
                      </a:lnTo>
                      <a:lnTo>
                        <a:pt x="68" y="1493"/>
                      </a:lnTo>
                      <a:lnTo>
                        <a:pt x="73" y="1491"/>
                      </a:lnTo>
                      <a:lnTo>
                        <a:pt x="80" y="1487"/>
                      </a:lnTo>
                      <a:lnTo>
                        <a:pt x="87" y="1484"/>
                      </a:lnTo>
                      <a:lnTo>
                        <a:pt x="92" y="1482"/>
                      </a:lnTo>
                      <a:lnTo>
                        <a:pt x="97" y="1482"/>
                      </a:lnTo>
                      <a:lnTo>
                        <a:pt x="100" y="1484"/>
                      </a:lnTo>
                      <a:lnTo>
                        <a:pt x="105" y="1485"/>
                      </a:lnTo>
                      <a:lnTo>
                        <a:pt x="110" y="1486"/>
                      </a:lnTo>
                      <a:lnTo>
                        <a:pt x="113" y="1489"/>
                      </a:lnTo>
                      <a:lnTo>
                        <a:pt x="117" y="1493"/>
                      </a:lnTo>
                      <a:lnTo>
                        <a:pt x="122" y="1499"/>
                      </a:lnTo>
                      <a:lnTo>
                        <a:pt x="129" y="1512"/>
                      </a:lnTo>
                      <a:lnTo>
                        <a:pt x="137" y="1526"/>
                      </a:lnTo>
                      <a:lnTo>
                        <a:pt x="142" y="1533"/>
                      </a:lnTo>
                      <a:lnTo>
                        <a:pt x="147" y="1539"/>
                      </a:lnTo>
                      <a:lnTo>
                        <a:pt x="153" y="1544"/>
                      </a:lnTo>
                      <a:lnTo>
                        <a:pt x="159" y="1547"/>
                      </a:lnTo>
                      <a:lnTo>
                        <a:pt x="173" y="1549"/>
                      </a:lnTo>
                      <a:lnTo>
                        <a:pt x="188" y="1554"/>
                      </a:lnTo>
                      <a:lnTo>
                        <a:pt x="195" y="1557"/>
                      </a:lnTo>
                      <a:lnTo>
                        <a:pt x="201" y="1561"/>
                      </a:lnTo>
                      <a:lnTo>
                        <a:pt x="206" y="1567"/>
                      </a:lnTo>
                      <a:lnTo>
                        <a:pt x="210" y="1573"/>
                      </a:lnTo>
                      <a:lnTo>
                        <a:pt x="213" y="1586"/>
                      </a:lnTo>
                      <a:lnTo>
                        <a:pt x="217" y="1598"/>
                      </a:lnTo>
                      <a:lnTo>
                        <a:pt x="222" y="1611"/>
                      </a:lnTo>
                      <a:lnTo>
                        <a:pt x="226" y="1625"/>
                      </a:lnTo>
                      <a:lnTo>
                        <a:pt x="231" y="1631"/>
                      </a:lnTo>
                      <a:lnTo>
                        <a:pt x="235" y="1637"/>
                      </a:lnTo>
                      <a:lnTo>
                        <a:pt x="239" y="1642"/>
                      </a:lnTo>
                      <a:lnTo>
                        <a:pt x="245" y="1645"/>
                      </a:lnTo>
                      <a:lnTo>
                        <a:pt x="251" y="1649"/>
                      </a:lnTo>
                      <a:lnTo>
                        <a:pt x="257" y="1651"/>
                      </a:lnTo>
                      <a:lnTo>
                        <a:pt x="263" y="1652"/>
                      </a:lnTo>
                      <a:lnTo>
                        <a:pt x="269" y="1652"/>
                      </a:lnTo>
                      <a:lnTo>
                        <a:pt x="286" y="1652"/>
                      </a:lnTo>
                      <a:lnTo>
                        <a:pt x="307" y="1651"/>
                      </a:lnTo>
                      <a:lnTo>
                        <a:pt x="329" y="1650"/>
                      </a:lnTo>
                      <a:lnTo>
                        <a:pt x="345" y="1651"/>
                      </a:lnTo>
                      <a:lnTo>
                        <a:pt x="357" y="1652"/>
                      </a:lnTo>
                      <a:lnTo>
                        <a:pt x="367" y="1652"/>
                      </a:lnTo>
                      <a:lnTo>
                        <a:pt x="375" y="1650"/>
                      </a:lnTo>
                      <a:lnTo>
                        <a:pt x="384" y="1645"/>
                      </a:lnTo>
                      <a:lnTo>
                        <a:pt x="396" y="1639"/>
                      </a:lnTo>
                      <a:lnTo>
                        <a:pt x="412" y="1634"/>
                      </a:lnTo>
                      <a:lnTo>
                        <a:pt x="419" y="1633"/>
                      </a:lnTo>
                      <a:lnTo>
                        <a:pt x="427" y="1633"/>
                      </a:lnTo>
                      <a:lnTo>
                        <a:pt x="434" y="1633"/>
                      </a:lnTo>
                      <a:lnTo>
                        <a:pt x="440" y="1634"/>
                      </a:lnTo>
                      <a:lnTo>
                        <a:pt x="451" y="1638"/>
                      </a:lnTo>
                      <a:lnTo>
                        <a:pt x="462" y="1644"/>
                      </a:lnTo>
                      <a:lnTo>
                        <a:pt x="470" y="1649"/>
                      </a:lnTo>
                      <a:lnTo>
                        <a:pt x="478" y="1652"/>
                      </a:lnTo>
                      <a:lnTo>
                        <a:pt x="487" y="1656"/>
                      </a:lnTo>
                      <a:lnTo>
                        <a:pt x="491" y="1657"/>
                      </a:lnTo>
                      <a:lnTo>
                        <a:pt x="494" y="1657"/>
                      </a:lnTo>
                      <a:lnTo>
                        <a:pt x="496" y="1655"/>
                      </a:lnTo>
                      <a:lnTo>
                        <a:pt x="500" y="1650"/>
                      </a:lnTo>
                      <a:lnTo>
                        <a:pt x="504" y="1644"/>
                      </a:lnTo>
                      <a:lnTo>
                        <a:pt x="509" y="1637"/>
                      </a:lnTo>
                      <a:lnTo>
                        <a:pt x="514" y="1632"/>
                      </a:lnTo>
                      <a:lnTo>
                        <a:pt x="525" y="1624"/>
                      </a:lnTo>
                      <a:lnTo>
                        <a:pt x="538" y="1614"/>
                      </a:lnTo>
                      <a:lnTo>
                        <a:pt x="544" y="1611"/>
                      </a:lnTo>
                      <a:lnTo>
                        <a:pt x="547" y="1607"/>
                      </a:lnTo>
                      <a:lnTo>
                        <a:pt x="548" y="1601"/>
                      </a:lnTo>
                      <a:lnTo>
                        <a:pt x="547" y="1590"/>
                      </a:lnTo>
                      <a:lnTo>
                        <a:pt x="547" y="1582"/>
                      </a:lnTo>
                      <a:lnTo>
                        <a:pt x="547" y="1573"/>
                      </a:lnTo>
                      <a:lnTo>
                        <a:pt x="550" y="1564"/>
                      </a:lnTo>
                      <a:lnTo>
                        <a:pt x="553" y="1558"/>
                      </a:lnTo>
                      <a:lnTo>
                        <a:pt x="560" y="1547"/>
                      </a:lnTo>
                      <a:lnTo>
                        <a:pt x="565" y="1536"/>
                      </a:lnTo>
                      <a:lnTo>
                        <a:pt x="569" y="1524"/>
                      </a:lnTo>
                      <a:lnTo>
                        <a:pt x="571" y="1512"/>
                      </a:lnTo>
                      <a:lnTo>
                        <a:pt x="575" y="1506"/>
                      </a:lnTo>
                      <a:lnTo>
                        <a:pt x="579" y="1501"/>
                      </a:lnTo>
                      <a:lnTo>
                        <a:pt x="586" y="1497"/>
                      </a:lnTo>
                      <a:lnTo>
                        <a:pt x="596" y="1492"/>
                      </a:lnTo>
                      <a:lnTo>
                        <a:pt x="614" y="1485"/>
                      </a:lnTo>
                      <a:lnTo>
                        <a:pt x="630" y="1478"/>
                      </a:lnTo>
                      <a:lnTo>
                        <a:pt x="641" y="1473"/>
                      </a:lnTo>
                      <a:lnTo>
                        <a:pt x="654" y="1467"/>
                      </a:lnTo>
                      <a:lnTo>
                        <a:pt x="666" y="1462"/>
                      </a:lnTo>
                      <a:lnTo>
                        <a:pt x="677" y="1456"/>
                      </a:lnTo>
                      <a:lnTo>
                        <a:pt x="679" y="1455"/>
                      </a:lnTo>
                      <a:lnTo>
                        <a:pt x="680" y="1454"/>
                      </a:lnTo>
                      <a:lnTo>
                        <a:pt x="680" y="1453"/>
                      </a:lnTo>
                      <a:lnTo>
                        <a:pt x="680" y="1450"/>
                      </a:lnTo>
                      <a:lnTo>
                        <a:pt x="679" y="1447"/>
                      </a:lnTo>
                      <a:lnTo>
                        <a:pt x="676" y="1443"/>
                      </a:lnTo>
                      <a:lnTo>
                        <a:pt x="666" y="1434"/>
                      </a:lnTo>
                      <a:lnTo>
                        <a:pt x="658" y="1426"/>
                      </a:lnTo>
                      <a:lnTo>
                        <a:pt x="648" y="1415"/>
                      </a:lnTo>
                      <a:lnTo>
                        <a:pt x="636" y="1399"/>
                      </a:lnTo>
                      <a:lnTo>
                        <a:pt x="630" y="1390"/>
                      </a:lnTo>
                      <a:lnTo>
                        <a:pt x="625" y="1380"/>
                      </a:lnTo>
                      <a:lnTo>
                        <a:pt x="621" y="1372"/>
                      </a:lnTo>
                      <a:lnTo>
                        <a:pt x="617" y="1363"/>
                      </a:lnTo>
                      <a:lnTo>
                        <a:pt x="616" y="1356"/>
                      </a:lnTo>
                      <a:lnTo>
                        <a:pt x="615" y="1348"/>
                      </a:lnTo>
                      <a:lnTo>
                        <a:pt x="615" y="1341"/>
                      </a:lnTo>
                      <a:lnTo>
                        <a:pt x="616" y="1335"/>
                      </a:lnTo>
                      <a:lnTo>
                        <a:pt x="617" y="1330"/>
                      </a:lnTo>
                      <a:lnTo>
                        <a:pt x="619" y="1328"/>
                      </a:lnTo>
                      <a:lnTo>
                        <a:pt x="621" y="1329"/>
                      </a:lnTo>
                      <a:lnTo>
                        <a:pt x="625" y="1333"/>
                      </a:lnTo>
                      <a:lnTo>
                        <a:pt x="629" y="1348"/>
                      </a:lnTo>
                      <a:lnTo>
                        <a:pt x="636" y="1367"/>
                      </a:lnTo>
                      <a:lnTo>
                        <a:pt x="641" y="1378"/>
                      </a:lnTo>
                      <a:lnTo>
                        <a:pt x="648" y="1387"/>
                      </a:lnTo>
                      <a:lnTo>
                        <a:pt x="655" y="1397"/>
                      </a:lnTo>
                      <a:lnTo>
                        <a:pt x="666" y="1406"/>
                      </a:lnTo>
                      <a:lnTo>
                        <a:pt x="677" y="1416"/>
                      </a:lnTo>
                      <a:lnTo>
                        <a:pt x="689" y="1426"/>
                      </a:lnTo>
                      <a:lnTo>
                        <a:pt x="701" y="1437"/>
                      </a:lnTo>
                      <a:lnTo>
                        <a:pt x="713" y="1450"/>
                      </a:lnTo>
                      <a:lnTo>
                        <a:pt x="734" y="1474"/>
                      </a:lnTo>
                      <a:lnTo>
                        <a:pt x="751" y="1494"/>
                      </a:lnTo>
                      <a:lnTo>
                        <a:pt x="761" y="1507"/>
                      </a:lnTo>
                      <a:lnTo>
                        <a:pt x="776" y="1520"/>
                      </a:lnTo>
                      <a:lnTo>
                        <a:pt x="781" y="1527"/>
                      </a:lnTo>
                      <a:lnTo>
                        <a:pt x="787" y="1535"/>
                      </a:lnTo>
                      <a:lnTo>
                        <a:pt x="792" y="1541"/>
                      </a:lnTo>
                      <a:lnTo>
                        <a:pt x="793" y="1547"/>
                      </a:lnTo>
                      <a:lnTo>
                        <a:pt x="791" y="1556"/>
                      </a:lnTo>
                      <a:lnTo>
                        <a:pt x="785" y="1570"/>
                      </a:lnTo>
                      <a:lnTo>
                        <a:pt x="781" y="1577"/>
                      </a:lnTo>
                      <a:lnTo>
                        <a:pt x="780" y="1585"/>
                      </a:lnTo>
                      <a:lnTo>
                        <a:pt x="779" y="1587"/>
                      </a:lnTo>
                      <a:lnTo>
                        <a:pt x="779" y="1589"/>
                      </a:lnTo>
                      <a:lnTo>
                        <a:pt x="780" y="1592"/>
                      </a:lnTo>
                      <a:lnTo>
                        <a:pt x="781" y="1594"/>
                      </a:lnTo>
                      <a:lnTo>
                        <a:pt x="785" y="1598"/>
                      </a:lnTo>
                      <a:lnTo>
                        <a:pt x="789" y="1600"/>
                      </a:lnTo>
                      <a:lnTo>
                        <a:pt x="792" y="1601"/>
                      </a:lnTo>
                      <a:lnTo>
                        <a:pt x="796" y="1602"/>
                      </a:lnTo>
                      <a:lnTo>
                        <a:pt x="803" y="1602"/>
                      </a:lnTo>
                      <a:lnTo>
                        <a:pt x="811" y="1602"/>
                      </a:lnTo>
                      <a:lnTo>
                        <a:pt x="819" y="1600"/>
                      </a:lnTo>
                      <a:lnTo>
                        <a:pt x="828" y="1599"/>
                      </a:lnTo>
                      <a:lnTo>
                        <a:pt x="836" y="1599"/>
                      </a:lnTo>
                      <a:lnTo>
                        <a:pt x="843" y="1599"/>
                      </a:lnTo>
                      <a:lnTo>
                        <a:pt x="855" y="1602"/>
                      </a:lnTo>
                      <a:lnTo>
                        <a:pt x="866" y="1606"/>
                      </a:lnTo>
                      <a:lnTo>
                        <a:pt x="875" y="1611"/>
                      </a:lnTo>
                      <a:lnTo>
                        <a:pt x="885" y="1615"/>
                      </a:lnTo>
                      <a:lnTo>
                        <a:pt x="894" y="1621"/>
                      </a:lnTo>
                      <a:lnTo>
                        <a:pt x="903" y="1627"/>
                      </a:lnTo>
                      <a:lnTo>
                        <a:pt x="911" y="1634"/>
                      </a:lnTo>
                      <a:lnTo>
                        <a:pt x="919" y="1643"/>
                      </a:lnTo>
                      <a:lnTo>
                        <a:pt x="924" y="1648"/>
                      </a:lnTo>
                      <a:lnTo>
                        <a:pt x="930" y="1652"/>
                      </a:lnTo>
                      <a:lnTo>
                        <a:pt x="937" y="1655"/>
                      </a:lnTo>
                      <a:lnTo>
                        <a:pt x="943" y="1658"/>
                      </a:lnTo>
                      <a:lnTo>
                        <a:pt x="950" y="1659"/>
                      </a:lnTo>
                      <a:lnTo>
                        <a:pt x="959" y="1659"/>
                      </a:lnTo>
                      <a:lnTo>
                        <a:pt x="966" y="1659"/>
                      </a:lnTo>
                      <a:lnTo>
                        <a:pt x="974" y="1658"/>
                      </a:lnTo>
                      <a:lnTo>
                        <a:pt x="986" y="1658"/>
                      </a:lnTo>
                      <a:lnTo>
                        <a:pt x="998" y="1658"/>
                      </a:lnTo>
                      <a:lnTo>
                        <a:pt x="1004" y="1657"/>
                      </a:lnTo>
                      <a:lnTo>
                        <a:pt x="1007" y="1656"/>
                      </a:lnTo>
                      <a:lnTo>
                        <a:pt x="1010" y="1655"/>
                      </a:lnTo>
                      <a:lnTo>
                        <a:pt x="1011" y="1652"/>
                      </a:lnTo>
                      <a:lnTo>
                        <a:pt x="1011" y="1650"/>
                      </a:lnTo>
                      <a:lnTo>
                        <a:pt x="1012" y="1648"/>
                      </a:lnTo>
                      <a:lnTo>
                        <a:pt x="1012" y="1643"/>
                      </a:lnTo>
                      <a:lnTo>
                        <a:pt x="1014" y="1639"/>
                      </a:lnTo>
                      <a:lnTo>
                        <a:pt x="1018" y="1636"/>
                      </a:lnTo>
                      <a:lnTo>
                        <a:pt x="1023" y="1633"/>
                      </a:lnTo>
                      <a:lnTo>
                        <a:pt x="1026" y="1632"/>
                      </a:lnTo>
                      <a:lnTo>
                        <a:pt x="1030" y="1631"/>
                      </a:lnTo>
                      <a:lnTo>
                        <a:pt x="1033" y="1632"/>
                      </a:lnTo>
                      <a:lnTo>
                        <a:pt x="1037" y="1633"/>
                      </a:lnTo>
                      <a:lnTo>
                        <a:pt x="1038" y="1634"/>
                      </a:lnTo>
                      <a:lnTo>
                        <a:pt x="1041" y="1634"/>
                      </a:lnTo>
                      <a:lnTo>
                        <a:pt x="1042" y="1633"/>
                      </a:lnTo>
                      <a:lnTo>
                        <a:pt x="1043" y="1631"/>
                      </a:lnTo>
                      <a:lnTo>
                        <a:pt x="1047" y="1625"/>
                      </a:lnTo>
                      <a:lnTo>
                        <a:pt x="1049" y="1618"/>
                      </a:lnTo>
                      <a:lnTo>
                        <a:pt x="1054" y="1600"/>
                      </a:lnTo>
                      <a:lnTo>
                        <a:pt x="1056" y="1590"/>
                      </a:lnTo>
                      <a:lnTo>
                        <a:pt x="1058" y="1585"/>
                      </a:lnTo>
                      <a:lnTo>
                        <a:pt x="1063" y="1579"/>
                      </a:lnTo>
                      <a:lnTo>
                        <a:pt x="1068" y="1574"/>
                      </a:lnTo>
                      <a:lnTo>
                        <a:pt x="1074" y="1569"/>
                      </a:lnTo>
                      <a:lnTo>
                        <a:pt x="1081" y="1566"/>
                      </a:lnTo>
                      <a:lnTo>
                        <a:pt x="1089" y="1562"/>
                      </a:lnTo>
                      <a:lnTo>
                        <a:pt x="1096" y="1560"/>
                      </a:lnTo>
                      <a:lnTo>
                        <a:pt x="1105" y="1558"/>
                      </a:lnTo>
                      <a:lnTo>
                        <a:pt x="1114" y="1557"/>
                      </a:lnTo>
                      <a:lnTo>
                        <a:pt x="1123" y="1558"/>
                      </a:lnTo>
                      <a:lnTo>
                        <a:pt x="1131" y="1560"/>
                      </a:lnTo>
                      <a:lnTo>
                        <a:pt x="1138" y="1561"/>
                      </a:lnTo>
                      <a:lnTo>
                        <a:pt x="1145" y="1563"/>
                      </a:lnTo>
                      <a:lnTo>
                        <a:pt x="1150" y="1568"/>
                      </a:lnTo>
                      <a:lnTo>
                        <a:pt x="1154" y="1571"/>
                      </a:lnTo>
                      <a:lnTo>
                        <a:pt x="1156" y="1577"/>
                      </a:lnTo>
                      <a:lnTo>
                        <a:pt x="1157" y="1583"/>
                      </a:lnTo>
                      <a:lnTo>
                        <a:pt x="1159" y="1588"/>
                      </a:lnTo>
                      <a:lnTo>
                        <a:pt x="1163" y="1593"/>
                      </a:lnTo>
                      <a:lnTo>
                        <a:pt x="1165" y="1596"/>
                      </a:lnTo>
                      <a:lnTo>
                        <a:pt x="1171" y="1605"/>
                      </a:lnTo>
                      <a:lnTo>
                        <a:pt x="1177" y="1614"/>
                      </a:lnTo>
                      <a:lnTo>
                        <a:pt x="1181" y="1626"/>
                      </a:lnTo>
                      <a:lnTo>
                        <a:pt x="1184" y="1639"/>
                      </a:lnTo>
                      <a:lnTo>
                        <a:pt x="1187" y="1652"/>
                      </a:lnTo>
                      <a:lnTo>
                        <a:pt x="1190" y="1662"/>
                      </a:lnTo>
                      <a:lnTo>
                        <a:pt x="1193" y="1667"/>
                      </a:lnTo>
                      <a:lnTo>
                        <a:pt x="1196" y="1669"/>
                      </a:lnTo>
                      <a:lnTo>
                        <a:pt x="1200" y="1671"/>
                      </a:lnTo>
                      <a:lnTo>
                        <a:pt x="1203" y="1671"/>
                      </a:lnTo>
                      <a:lnTo>
                        <a:pt x="1208" y="1671"/>
                      </a:lnTo>
                      <a:lnTo>
                        <a:pt x="1213" y="1670"/>
                      </a:lnTo>
                      <a:lnTo>
                        <a:pt x="1217" y="1668"/>
                      </a:lnTo>
                      <a:lnTo>
                        <a:pt x="1221" y="1665"/>
                      </a:lnTo>
                      <a:lnTo>
                        <a:pt x="1228" y="1658"/>
                      </a:lnTo>
                      <a:lnTo>
                        <a:pt x="1234" y="1655"/>
                      </a:lnTo>
                      <a:lnTo>
                        <a:pt x="1243" y="1651"/>
                      </a:lnTo>
                      <a:lnTo>
                        <a:pt x="1253" y="1650"/>
                      </a:lnTo>
                      <a:lnTo>
                        <a:pt x="1258" y="1649"/>
                      </a:lnTo>
                      <a:lnTo>
                        <a:pt x="1263" y="1648"/>
                      </a:lnTo>
                      <a:lnTo>
                        <a:pt x="1266" y="1646"/>
                      </a:lnTo>
                      <a:lnTo>
                        <a:pt x="1269" y="1644"/>
                      </a:lnTo>
                      <a:lnTo>
                        <a:pt x="1271" y="1642"/>
                      </a:lnTo>
                      <a:lnTo>
                        <a:pt x="1272" y="1637"/>
                      </a:lnTo>
                      <a:lnTo>
                        <a:pt x="1274" y="1632"/>
                      </a:lnTo>
                      <a:lnTo>
                        <a:pt x="1274" y="1626"/>
                      </a:lnTo>
                      <a:lnTo>
                        <a:pt x="1274" y="1615"/>
                      </a:lnTo>
                      <a:lnTo>
                        <a:pt x="1275" y="1602"/>
                      </a:lnTo>
                      <a:lnTo>
                        <a:pt x="1275" y="1587"/>
                      </a:lnTo>
                      <a:lnTo>
                        <a:pt x="1276" y="1571"/>
                      </a:lnTo>
                      <a:lnTo>
                        <a:pt x="1277" y="1560"/>
                      </a:lnTo>
                      <a:lnTo>
                        <a:pt x="1280" y="1550"/>
                      </a:lnTo>
                      <a:lnTo>
                        <a:pt x="1283" y="1543"/>
                      </a:lnTo>
                      <a:lnTo>
                        <a:pt x="1287" y="1537"/>
                      </a:lnTo>
                      <a:lnTo>
                        <a:pt x="1294" y="1530"/>
                      </a:lnTo>
                      <a:lnTo>
                        <a:pt x="1301" y="1525"/>
                      </a:lnTo>
                      <a:lnTo>
                        <a:pt x="1308" y="1522"/>
                      </a:lnTo>
                      <a:lnTo>
                        <a:pt x="1314" y="1519"/>
                      </a:lnTo>
                      <a:lnTo>
                        <a:pt x="1321" y="1518"/>
                      </a:lnTo>
                      <a:lnTo>
                        <a:pt x="1328" y="1518"/>
                      </a:lnTo>
                      <a:lnTo>
                        <a:pt x="1335" y="1518"/>
                      </a:lnTo>
                      <a:lnTo>
                        <a:pt x="1341" y="1519"/>
                      </a:lnTo>
                      <a:lnTo>
                        <a:pt x="1350" y="1522"/>
                      </a:lnTo>
                      <a:lnTo>
                        <a:pt x="1357" y="1523"/>
                      </a:lnTo>
                      <a:lnTo>
                        <a:pt x="1363" y="1523"/>
                      </a:lnTo>
                      <a:lnTo>
                        <a:pt x="1370" y="1522"/>
                      </a:lnTo>
                      <a:lnTo>
                        <a:pt x="1375" y="1520"/>
                      </a:lnTo>
                      <a:lnTo>
                        <a:pt x="1378" y="1518"/>
                      </a:lnTo>
                      <a:lnTo>
                        <a:pt x="1381" y="1514"/>
                      </a:lnTo>
                      <a:lnTo>
                        <a:pt x="1382" y="1510"/>
                      </a:lnTo>
                      <a:lnTo>
                        <a:pt x="1378" y="1499"/>
                      </a:lnTo>
                      <a:lnTo>
                        <a:pt x="1372" y="1488"/>
                      </a:lnTo>
                      <a:lnTo>
                        <a:pt x="1371" y="1482"/>
                      </a:lnTo>
                      <a:lnTo>
                        <a:pt x="1371" y="1476"/>
                      </a:lnTo>
                      <a:lnTo>
                        <a:pt x="1372" y="1472"/>
                      </a:lnTo>
                      <a:lnTo>
                        <a:pt x="1377" y="1466"/>
                      </a:lnTo>
                      <a:lnTo>
                        <a:pt x="1388" y="1454"/>
                      </a:lnTo>
                      <a:lnTo>
                        <a:pt x="1398" y="1442"/>
                      </a:lnTo>
                      <a:lnTo>
                        <a:pt x="1402" y="1435"/>
                      </a:lnTo>
                      <a:lnTo>
                        <a:pt x="1406" y="1428"/>
                      </a:lnTo>
                      <a:lnTo>
                        <a:pt x="1408" y="1419"/>
                      </a:lnTo>
                      <a:lnTo>
                        <a:pt x="1409" y="1410"/>
                      </a:lnTo>
                      <a:lnTo>
                        <a:pt x="1409" y="1393"/>
                      </a:lnTo>
                      <a:lnTo>
                        <a:pt x="1408" y="1379"/>
                      </a:lnTo>
                      <a:lnTo>
                        <a:pt x="1410" y="1374"/>
                      </a:lnTo>
                      <a:lnTo>
                        <a:pt x="1413" y="1369"/>
                      </a:lnTo>
                      <a:lnTo>
                        <a:pt x="1417" y="1367"/>
                      </a:lnTo>
                      <a:lnTo>
                        <a:pt x="1426" y="1365"/>
                      </a:lnTo>
                      <a:lnTo>
                        <a:pt x="1444" y="1361"/>
                      </a:lnTo>
                      <a:lnTo>
                        <a:pt x="1460" y="1358"/>
                      </a:lnTo>
                      <a:lnTo>
                        <a:pt x="1467" y="1355"/>
                      </a:lnTo>
                      <a:lnTo>
                        <a:pt x="1474" y="1352"/>
                      </a:lnTo>
                      <a:lnTo>
                        <a:pt x="1482" y="1348"/>
                      </a:lnTo>
                      <a:lnTo>
                        <a:pt x="1489" y="1343"/>
                      </a:lnTo>
                      <a:lnTo>
                        <a:pt x="1498" y="1336"/>
                      </a:lnTo>
                      <a:lnTo>
                        <a:pt x="1509" y="1330"/>
                      </a:lnTo>
                      <a:lnTo>
                        <a:pt x="1516" y="1328"/>
                      </a:lnTo>
                      <a:lnTo>
                        <a:pt x="1522" y="1327"/>
                      </a:lnTo>
                      <a:lnTo>
                        <a:pt x="1529" y="1327"/>
                      </a:lnTo>
                      <a:lnTo>
                        <a:pt x="1537" y="1327"/>
                      </a:lnTo>
                      <a:lnTo>
                        <a:pt x="1554" y="1330"/>
                      </a:lnTo>
                      <a:lnTo>
                        <a:pt x="1568" y="1334"/>
                      </a:lnTo>
                      <a:lnTo>
                        <a:pt x="1573" y="1329"/>
                      </a:lnTo>
                      <a:lnTo>
                        <a:pt x="1577" y="1325"/>
                      </a:lnTo>
                      <a:lnTo>
                        <a:pt x="1579" y="1319"/>
                      </a:lnTo>
                      <a:lnTo>
                        <a:pt x="1581" y="1315"/>
                      </a:lnTo>
                      <a:lnTo>
                        <a:pt x="1583" y="1299"/>
                      </a:lnTo>
                      <a:lnTo>
                        <a:pt x="1581" y="1280"/>
                      </a:lnTo>
                      <a:lnTo>
                        <a:pt x="1581" y="1271"/>
                      </a:lnTo>
                      <a:lnTo>
                        <a:pt x="1583" y="1262"/>
                      </a:lnTo>
                      <a:lnTo>
                        <a:pt x="1585" y="1254"/>
                      </a:lnTo>
                      <a:lnTo>
                        <a:pt x="1589" y="1247"/>
                      </a:lnTo>
                      <a:lnTo>
                        <a:pt x="1599" y="1236"/>
                      </a:lnTo>
                      <a:lnTo>
                        <a:pt x="1609" y="1227"/>
                      </a:lnTo>
                      <a:lnTo>
                        <a:pt x="1617" y="1220"/>
                      </a:lnTo>
                      <a:lnTo>
                        <a:pt x="1622" y="1211"/>
                      </a:lnTo>
                      <a:lnTo>
                        <a:pt x="1623" y="1208"/>
                      </a:lnTo>
                      <a:lnTo>
                        <a:pt x="1624" y="1205"/>
                      </a:lnTo>
                      <a:lnTo>
                        <a:pt x="1627" y="1203"/>
                      </a:lnTo>
                      <a:lnTo>
                        <a:pt x="1629" y="1202"/>
                      </a:lnTo>
                      <a:lnTo>
                        <a:pt x="1634" y="1202"/>
                      </a:lnTo>
                      <a:lnTo>
                        <a:pt x="1639" y="1202"/>
                      </a:lnTo>
                      <a:lnTo>
                        <a:pt x="1641" y="1202"/>
                      </a:lnTo>
                      <a:lnTo>
                        <a:pt x="1642" y="1202"/>
                      </a:lnTo>
                      <a:lnTo>
                        <a:pt x="1644" y="1199"/>
                      </a:lnTo>
                      <a:lnTo>
                        <a:pt x="1646" y="1197"/>
                      </a:lnTo>
                      <a:lnTo>
                        <a:pt x="1647" y="1189"/>
                      </a:lnTo>
                      <a:lnTo>
                        <a:pt x="1648" y="1177"/>
                      </a:lnTo>
                      <a:lnTo>
                        <a:pt x="1648" y="1161"/>
                      </a:lnTo>
                      <a:lnTo>
                        <a:pt x="1648" y="1142"/>
                      </a:lnTo>
                      <a:lnTo>
                        <a:pt x="1648" y="1126"/>
                      </a:lnTo>
                      <a:lnTo>
                        <a:pt x="1649" y="1115"/>
                      </a:lnTo>
                      <a:lnTo>
                        <a:pt x="1650" y="1111"/>
                      </a:lnTo>
                      <a:lnTo>
                        <a:pt x="1652" y="1107"/>
                      </a:lnTo>
                      <a:lnTo>
                        <a:pt x="1655" y="1102"/>
                      </a:lnTo>
                      <a:lnTo>
                        <a:pt x="1658" y="1098"/>
                      </a:lnTo>
                      <a:lnTo>
                        <a:pt x="1661" y="1094"/>
                      </a:lnTo>
                      <a:lnTo>
                        <a:pt x="1666" y="1090"/>
                      </a:lnTo>
                      <a:lnTo>
                        <a:pt x="1671" y="1088"/>
                      </a:lnTo>
                      <a:lnTo>
                        <a:pt x="1675" y="1085"/>
                      </a:lnTo>
                      <a:lnTo>
                        <a:pt x="1680" y="1085"/>
                      </a:lnTo>
                      <a:lnTo>
                        <a:pt x="1685" y="1087"/>
                      </a:lnTo>
                      <a:lnTo>
                        <a:pt x="1690" y="1088"/>
                      </a:lnTo>
                      <a:lnTo>
                        <a:pt x="1696" y="1090"/>
                      </a:lnTo>
                      <a:lnTo>
                        <a:pt x="1702" y="1092"/>
                      </a:lnTo>
                      <a:lnTo>
                        <a:pt x="1707" y="1094"/>
                      </a:lnTo>
                      <a:lnTo>
                        <a:pt x="1712" y="1095"/>
                      </a:lnTo>
                      <a:lnTo>
                        <a:pt x="1718" y="1094"/>
                      </a:lnTo>
                      <a:lnTo>
                        <a:pt x="1724" y="1092"/>
                      </a:lnTo>
                      <a:lnTo>
                        <a:pt x="1730" y="1089"/>
                      </a:lnTo>
                      <a:lnTo>
                        <a:pt x="1736" y="1085"/>
                      </a:lnTo>
                      <a:lnTo>
                        <a:pt x="1741" y="1082"/>
                      </a:lnTo>
                      <a:lnTo>
                        <a:pt x="1744" y="1078"/>
                      </a:lnTo>
                      <a:lnTo>
                        <a:pt x="1748" y="1073"/>
                      </a:lnTo>
                      <a:lnTo>
                        <a:pt x="1749" y="1070"/>
                      </a:lnTo>
                      <a:lnTo>
                        <a:pt x="1748" y="1066"/>
                      </a:lnTo>
                      <a:lnTo>
                        <a:pt x="1743" y="1059"/>
                      </a:lnTo>
                      <a:lnTo>
                        <a:pt x="1737" y="1051"/>
                      </a:lnTo>
                      <a:lnTo>
                        <a:pt x="1735" y="1045"/>
                      </a:lnTo>
                      <a:lnTo>
                        <a:pt x="1734" y="1040"/>
                      </a:lnTo>
                      <a:lnTo>
                        <a:pt x="1734" y="1035"/>
                      </a:lnTo>
                      <a:lnTo>
                        <a:pt x="1737" y="1029"/>
                      </a:lnTo>
                      <a:lnTo>
                        <a:pt x="1741" y="1026"/>
                      </a:lnTo>
                      <a:lnTo>
                        <a:pt x="1744" y="1024"/>
                      </a:lnTo>
                      <a:lnTo>
                        <a:pt x="1748" y="1022"/>
                      </a:lnTo>
                      <a:lnTo>
                        <a:pt x="1751" y="1024"/>
                      </a:lnTo>
                      <a:lnTo>
                        <a:pt x="1759" y="1027"/>
                      </a:lnTo>
                      <a:lnTo>
                        <a:pt x="1763" y="1032"/>
                      </a:lnTo>
                      <a:lnTo>
                        <a:pt x="1766" y="1033"/>
                      </a:lnTo>
                      <a:lnTo>
                        <a:pt x="1768" y="1034"/>
                      </a:lnTo>
                      <a:lnTo>
                        <a:pt x="1770" y="1034"/>
                      </a:lnTo>
                      <a:lnTo>
                        <a:pt x="1773" y="1033"/>
                      </a:lnTo>
                      <a:lnTo>
                        <a:pt x="1775" y="1032"/>
                      </a:lnTo>
                      <a:lnTo>
                        <a:pt x="1778" y="1028"/>
                      </a:lnTo>
                      <a:lnTo>
                        <a:pt x="1779" y="1024"/>
                      </a:lnTo>
                      <a:lnTo>
                        <a:pt x="1780" y="1018"/>
                      </a:lnTo>
                      <a:lnTo>
                        <a:pt x="1782" y="1005"/>
                      </a:lnTo>
                      <a:lnTo>
                        <a:pt x="1782" y="994"/>
                      </a:lnTo>
                      <a:lnTo>
                        <a:pt x="1782" y="989"/>
                      </a:lnTo>
                      <a:lnTo>
                        <a:pt x="1781" y="984"/>
                      </a:lnTo>
                      <a:lnTo>
                        <a:pt x="1780" y="981"/>
                      </a:lnTo>
                      <a:lnTo>
                        <a:pt x="1779" y="977"/>
                      </a:lnTo>
                      <a:lnTo>
                        <a:pt x="1776" y="974"/>
                      </a:lnTo>
                      <a:lnTo>
                        <a:pt x="1775" y="970"/>
                      </a:lnTo>
                      <a:lnTo>
                        <a:pt x="1774" y="966"/>
                      </a:lnTo>
                      <a:lnTo>
                        <a:pt x="1774" y="964"/>
                      </a:lnTo>
                      <a:lnTo>
                        <a:pt x="1775" y="961"/>
                      </a:lnTo>
                      <a:lnTo>
                        <a:pt x="1776" y="959"/>
                      </a:lnTo>
                      <a:lnTo>
                        <a:pt x="1779" y="958"/>
                      </a:lnTo>
                      <a:lnTo>
                        <a:pt x="1782" y="957"/>
                      </a:lnTo>
                      <a:lnTo>
                        <a:pt x="1798" y="956"/>
                      </a:lnTo>
                      <a:lnTo>
                        <a:pt x="1812" y="955"/>
                      </a:lnTo>
                      <a:lnTo>
                        <a:pt x="1818" y="953"/>
                      </a:lnTo>
                      <a:lnTo>
                        <a:pt x="1824" y="952"/>
                      </a:lnTo>
                      <a:lnTo>
                        <a:pt x="1830" y="950"/>
                      </a:lnTo>
                      <a:lnTo>
                        <a:pt x="1835" y="947"/>
                      </a:lnTo>
                      <a:lnTo>
                        <a:pt x="1838" y="944"/>
                      </a:lnTo>
                      <a:lnTo>
                        <a:pt x="1843" y="938"/>
                      </a:lnTo>
                      <a:lnTo>
                        <a:pt x="1845" y="932"/>
                      </a:lnTo>
                      <a:lnTo>
                        <a:pt x="1848" y="926"/>
                      </a:lnTo>
                      <a:lnTo>
                        <a:pt x="1848" y="920"/>
                      </a:lnTo>
                      <a:lnTo>
                        <a:pt x="1847" y="915"/>
                      </a:lnTo>
                      <a:lnTo>
                        <a:pt x="1845" y="914"/>
                      </a:lnTo>
                      <a:lnTo>
                        <a:pt x="1844" y="913"/>
                      </a:lnTo>
                      <a:lnTo>
                        <a:pt x="1842" y="912"/>
                      </a:lnTo>
                      <a:lnTo>
                        <a:pt x="1839" y="913"/>
                      </a:lnTo>
                      <a:lnTo>
                        <a:pt x="1833" y="913"/>
                      </a:lnTo>
                      <a:lnTo>
                        <a:pt x="1829" y="914"/>
                      </a:lnTo>
                      <a:lnTo>
                        <a:pt x="1824" y="913"/>
                      </a:lnTo>
                      <a:lnTo>
                        <a:pt x="1820" y="913"/>
                      </a:lnTo>
                      <a:lnTo>
                        <a:pt x="1818" y="911"/>
                      </a:lnTo>
                      <a:lnTo>
                        <a:pt x="1817" y="909"/>
                      </a:lnTo>
                      <a:lnTo>
                        <a:pt x="1817" y="906"/>
                      </a:lnTo>
                      <a:lnTo>
                        <a:pt x="1819" y="902"/>
                      </a:lnTo>
                      <a:lnTo>
                        <a:pt x="1823" y="895"/>
                      </a:lnTo>
                      <a:lnTo>
                        <a:pt x="1824" y="888"/>
                      </a:lnTo>
                      <a:lnTo>
                        <a:pt x="1824" y="884"/>
                      </a:lnTo>
                      <a:lnTo>
                        <a:pt x="1823" y="881"/>
                      </a:lnTo>
                      <a:lnTo>
                        <a:pt x="1820" y="879"/>
                      </a:lnTo>
                      <a:lnTo>
                        <a:pt x="1818" y="876"/>
                      </a:lnTo>
                      <a:lnTo>
                        <a:pt x="1811" y="875"/>
                      </a:lnTo>
                      <a:lnTo>
                        <a:pt x="1803" y="874"/>
                      </a:lnTo>
                      <a:lnTo>
                        <a:pt x="1798" y="874"/>
                      </a:lnTo>
                      <a:lnTo>
                        <a:pt x="1793" y="874"/>
                      </a:lnTo>
                      <a:lnTo>
                        <a:pt x="1790" y="871"/>
                      </a:lnTo>
                      <a:lnTo>
                        <a:pt x="1786" y="869"/>
                      </a:lnTo>
                      <a:lnTo>
                        <a:pt x="1782" y="864"/>
                      </a:lnTo>
                      <a:lnTo>
                        <a:pt x="1780" y="858"/>
                      </a:lnTo>
                      <a:lnTo>
                        <a:pt x="1778" y="850"/>
                      </a:lnTo>
                      <a:lnTo>
                        <a:pt x="1775" y="840"/>
                      </a:lnTo>
                      <a:lnTo>
                        <a:pt x="1774" y="831"/>
                      </a:lnTo>
                      <a:lnTo>
                        <a:pt x="1774" y="823"/>
                      </a:lnTo>
                      <a:lnTo>
                        <a:pt x="1775" y="814"/>
                      </a:lnTo>
                      <a:lnTo>
                        <a:pt x="1776" y="808"/>
                      </a:lnTo>
                      <a:lnTo>
                        <a:pt x="1779" y="804"/>
                      </a:lnTo>
                      <a:lnTo>
                        <a:pt x="1784" y="800"/>
                      </a:lnTo>
                      <a:lnTo>
                        <a:pt x="1790" y="798"/>
                      </a:lnTo>
                      <a:lnTo>
                        <a:pt x="1795" y="797"/>
                      </a:lnTo>
                      <a:lnTo>
                        <a:pt x="1801" y="795"/>
                      </a:lnTo>
                      <a:lnTo>
                        <a:pt x="1806" y="798"/>
                      </a:lnTo>
                      <a:lnTo>
                        <a:pt x="1811" y="800"/>
                      </a:lnTo>
                      <a:lnTo>
                        <a:pt x="1813" y="804"/>
                      </a:lnTo>
                      <a:lnTo>
                        <a:pt x="1817" y="814"/>
                      </a:lnTo>
                      <a:lnTo>
                        <a:pt x="1820" y="823"/>
                      </a:lnTo>
                      <a:lnTo>
                        <a:pt x="1823" y="826"/>
                      </a:lnTo>
                      <a:lnTo>
                        <a:pt x="1825" y="829"/>
                      </a:lnTo>
                      <a:lnTo>
                        <a:pt x="1829" y="830"/>
                      </a:lnTo>
                      <a:lnTo>
                        <a:pt x="1832" y="830"/>
                      </a:lnTo>
                      <a:lnTo>
                        <a:pt x="1835" y="829"/>
                      </a:lnTo>
                      <a:lnTo>
                        <a:pt x="1837" y="824"/>
                      </a:lnTo>
                      <a:lnTo>
                        <a:pt x="1838" y="819"/>
                      </a:lnTo>
                      <a:lnTo>
                        <a:pt x="1839" y="813"/>
                      </a:lnTo>
                      <a:lnTo>
                        <a:pt x="1842" y="807"/>
                      </a:lnTo>
                      <a:lnTo>
                        <a:pt x="1845" y="801"/>
                      </a:lnTo>
                      <a:lnTo>
                        <a:pt x="1847" y="800"/>
                      </a:lnTo>
                      <a:lnTo>
                        <a:pt x="1849" y="798"/>
                      </a:lnTo>
                      <a:lnTo>
                        <a:pt x="1851" y="797"/>
                      </a:lnTo>
                      <a:lnTo>
                        <a:pt x="1855" y="797"/>
                      </a:lnTo>
                      <a:lnTo>
                        <a:pt x="1861" y="798"/>
                      </a:lnTo>
                      <a:lnTo>
                        <a:pt x="1866" y="799"/>
                      </a:lnTo>
                      <a:lnTo>
                        <a:pt x="1869" y="802"/>
                      </a:lnTo>
                      <a:lnTo>
                        <a:pt x="1872" y="806"/>
                      </a:lnTo>
                      <a:lnTo>
                        <a:pt x="1873" y="811"/>
                      </a:lnTo>
                      <a:lnTo>
                        <a:pt x="1874" y="814"/>
                      </a:lnTo>
                      <a:lnTo>
                        <a:pt x="1874" y="819"/>
                      </a:lnTo>
                      <a:lnTo>
                        <a:pt x="1874" y="824"/>
                      </a:lnTo>
                      <a:lnTo>
                        <a:pt x="1870" y="832"/>
                      </a:lnTo>
                      <a:lnTo>
                        <a:pt x="1866" y="842"/>
                      </a:lnTo>
                      <a:lnTo>
                        <a:pt x="1861" y="850"/>
                      </a:lnTo>
                      <a:lnTo>
                        <a:pt x="1856" y="857"/>
                      </a:lnTo>
                      <a:lnTo>
                        <a:pt x="1854" y="863"/>
                      </a:lnTo>
                      <a:lnTo>
                        <a:pt x="1854" y="871"/>
                      </a:lnTo>
                      <a:lnTo>
                        <a:pt x="1854" y="875"/>
                      </a:lnTo>
                      <a:lnTo>
                        <a:pt x="1855" y="879"/>
                      </a:lnTo>
                      <a:lnTo>
                        <a:pt x="1857" y="881"/>
                      </a:lnTo>
                      <a:lnTo>
                        <a:pt x="1860" y="882"/>
                      </a:lnTo>
                      <a:lnTo>
                        <a:pt x="1870" y="882"/>
                      </a:lnTo>
                      <a:lnTo>
                        <a:pt x="1886" y="879"/>
                      </a:lnTo>
                      <a:lnTo>
                        <a:pt x="1894" y="876"/>
                      </a:lnTo>
                      <a:lnTo>
                        <a:pt x="1902" y="874"/>
                      </a:lnTo>
                      <a:lnTo>
                        <a:pt x="1910" y="870"/>
                      </a:lnTo>
                      <a:lnTo>
                        <a:pt x="1916" y="867"/>
                      </a:lnTo>
                      <a:lnTo>
                        <a:pt x="1926" y="858"/>
                      </a:lnTo>
                      <a:lnTo>
                        <a:pt x="1936" y="850"/>
                      </a:lnTo>
                      <a:lnTo>
                        <a:pt x="1940" y="846"/>
                      </a:lnTo>
                      <a:lnTo>
                        <a:pt x="1946" y="843"/>
                      </a:lnTo>
                      <a:lnTo>
                        <a:pt x="1951" y="840"/>
                      </a:lnTo>
                      <a:lnTo>
                        <a:pt x="1957" y="840"/>
                      </a:lnTo>
                      <a:lnTo>
                        <a:pt x="1970" y="840"/>
                      </a:lnTo>
                      <a:lnTo>
                        <a:pt x="1982" y="842"/>
                      </a:lnTo>
                      <a:lnTo>
                        <a:pt x="1988" y="842"/>
                      </a:lnTo>
                      <a:lnTo>
                        <a:pt x="1993" y="842"/>
                      </a:lnTo>
                      <a:lnTo>
                        <a:pt x="1995" y="840"/>
                      </a:lnTo>
                      <a:lnTo>
                        <a:pt x="1998" y="839"/>
                      </a:lnTo>
                      <a:lnTo>
                        <a:pt x="1999" y="837"/>
                      </a:lnTo>
                      <a:lnTo>
                        <a:pt x="1998" y="835"/>
                      </a:lnTo>
                      <a:lnTo>
                        <a:pt x="1996" y="830"/>
                      </a:lnTo>
                      <a:lnTo>
                        <a:pt x="1995" y="826"/>
                      </a:lnTo>
                      <a:lnTo>
                        <a:pt x="1990" y="817"/>
                      </a:lnTo>
                      <a:lnTo>
                        <a:pt x="1987" y="808"/>
                      </a:lnTo>
                      <a:lnTo>
                        <a:pt x="1982" y="800"/>
                      </a:lnTo>
                      <a:lnTo>
                        <a:pt x="1977" y="788"/>
                      </a:lnTo>
                      <a:lnTo>
                        <a:pt x="1976" y="781"/>
                      </a:lnTo>
                      <a:lnTo>
                        <a:pt x="1975" y="776"/>
                      </a:lnTo>
                      <a:lnTo>
                        <a:pt x="1975" y="770"/>
                      </a:lnTo>
                      <a:lnTo>
                        <a:pt x="1975" y="767"/>
                      </a:lnTo>
                      <a:lnTo>
                        <a:pt x="1981" y="761"/>
                      </a:lnTo>
                      <a:lnTo>
                        <a:pt x="1987" y="757"/>
                      </a:lnTo>
                      <a:lnTo>
                        <a:pt x="1990" y="755"/>
                      </a:lnTo>
                      <a:lnTo>
                        <a:pt x="1992" y="753"/>
                      </a:lnTo>
                      <a:lnTo>
                        <a:pt x="1993" y="749"/>
                      </a:lnTo>
                      <a:lnTo>
                        <a:pt x="1992" y="744"/>
                      </a:lnTo>
                      <a:lnTo>
                        <a:pt x="1987" y="735"/>
                      </a:lnTo>
                      <a:lnTo>
                        <a:pt x="1980" y="725"/>
                      </a:lnTo>
                      <a:lnTo>
                        <a:pt x="1977" y="720"/>
                      </a:lnTo>
                      <a:lnTo>
                        <a:pt x="1976" y="715"/>
                      </a:lnTo>
                      <a:lnTo>
                        <a:pt x="1975" y="707"/>
                      </a:lnTo>
                      <a:lnTo>
                        <a:pt x="1976" y="699"/>
                      </a:lnTo>
                      <a:lnTo>
                        <a:pt x="1980" y="691"/>
                      </a:lnTo>
                      <a:lnTo>
                        <a:pt x="1983" y="686"/>
                      </a:lnTo>
                      <a:lnTo>
                        <a:pt x="1987" y="681"/>
                      </a:lnTo>
                      <a:lnTo>
                        <a:pt x="1992" y="679"/>
                      </a:lnTo>
                      <a:lnTo>
                        <a:pt x="2000" y="676"/>
                      </a:lnTo>
                      <a:lnTo>
                        <a:pt x="2006" y="675"/>
                      </a:lnTo>
                      <a:lnTo>
                        <a:pt x="2009" y="676"/>
                      </a:lnTo>
                      <a:lnTo>
                        <a:pt x="2012" y="678"/>
                      </a:lnTo>
                      <a:lnTo>
                        <a:pt x="2014" y="680"/>
                      </a:lnTo>
                      <a:lnTo>
                        <a:pt x="2017" y="682"/>
                      </a:lnTo>
                      <a:lnTo>
                        <a:pt x="2020" y="691"/>
                      </a:lnTo>
                      <a:lnTo>
                        <a:pt x="2023" y="699"/>
                      </a:lnTo>
                      <a:lnTo>
                        <a:pt x="2024" y="709"/>
                      </a:lnTo>
                      <a:lnTo>
                        <a:pt x="2026" y="715"/>
                      </a:lnTo>
                      <a:lnTo>
                        <a:pt x="2030" y="719"/>
                      </a:lnTo>
                      <a:lnTo>
                        <a:pt x="2034" y="723"/>
                      </a:lnTo>
                      <a:lnTo>
                        <a:pt x="2037" y="724"/>
                      </a:lnTo>
                      <a:lnTo>
                        <a:pt x="2039" y="724"/>
                      </a:lnTo>
                      <a:lnTo>
                        <a:pt x="2042" y="724"/>
                      </a:lnTo>
                      <a:lnTo>
                        <a:pt x="2044" y="724"/>
                      </a:lnTo>
                      <a:lnTo>
                        <a:pt x="2046" y="723"/>
                      </a:lnTo>
                      <a:lnTo>
                        <a:pt x="2047" y="720"/>
                      </a:lnTo>
                      <a:lnTo>
                        <a:pt x="2047" y="717"/>
                      </a:lnTo>
                      <a:lnTo>
                        <a:pt x="2047" y="713"/>
                      </a:lnTo>
                      <a:lnTo>
                        <a:pt x="2045" y="703"/>
                      </a:lnTo>
                      <a:lnTo>
                        <a:pt x="2040" y="693"/>
                      </a:lnTo>
                      <a:lnTo>
                        <a:pt x="2039" y="688"/>
                      </a:lnTo>
                      <a:lnTo>
                        <a:pt x="2039" y="684"/>
                      </a:lnTo>
                      <a:lnTo>
                        <a:pt x="2040" y="681"/>
                      </a:lnTo>
                      <a:lnTo>
                        <a:pt x="2044" y="679"/>
                      </a:lnTo>
                      <a:lnTo>
                        <a:pt x="2049" y="676"/>
                      </a:lnTo>
                      <a:lnTo>
                        <a:pt x="2052" y="673"/>
                      </a:lnTo>
                      <a:lnTo>
                        <a:pt x="2056" y="671"/>
                      </a:lnTo>
                      <a:lnTo>
                        <a:pt x="2059" y="667"/>
                      </a:lnTo>
                      <a:lnTo>
                        <a:pt x="2062" y="662"/>
                      </a:lnTo>
                      <a:lnTo>
                        <a:pt x="2064" y="659"/>
                      </a:lnTo>
                      <a:lnTo>
                        <a:pt x="2064" y="655"/>
                      </a:lnTo>
                      <a:lnTo>
                        <a:pt x="2064" y="653"/>
                      </a:lnTo>
                      <a:lnTo>
                        <a:pt x="2063" y="650"/>
                      </a:lnTo>
                      <a:lnTo>
                        <a:pt x="2061" y="647"/>
                      </a:lnTo>
                      <a:lnTo>
                        <a:pt x="2057" y="646"/>
                      </a:lnTo>
                      <a:lnTo>
                        <a:pt x="2052" y="643"/>
                      </a:lnTo>
                      <a:lnTo>
                        <a:pt x="2043" y="640"/>
                      </a:lnTo>
                      <a:lnTo>
                        <a:pt x="2034" y="636"/>
                      </a:lnTo>
                      <a:lnTo>
                        <a:pt x="2030" y="636"/>
                      </a:lnTo>
                      <a:lnTo>
                        <a:pt x="2024" y="636"/>
                      </a:lnTo>
                      <a:lnTo>
                        <a:pt x="2018" y="637"/>
                      </a:lnTo>
                      <a:lnTo>
                        <a:pt x="2012" y="638"/>
                      </a:lnTo>
                      <a:lnTo>
                        <a:pt x="2001" y="642"/>
                      </a:lnTo>
                      <a:lnTo>
                        <a:pt x="1994" y="643"/>
                      </a:lnTo>
                      <a:lnTo>
                        <a:pt x="1992" y="643"/>
                      </a:lnTo>
                      <a:lnTo>
                        <a:pt x="1990" y="641"/>
                      </a:lnTo>
                      <a:lnTo>
                        <a:pt x="1990" y="638"/>
                      </a:lnTo>
                      <a:lnTo>
                        <a:pt x="1990" y="634"/>
                      </a:lnTo>
                      <a:lnTo>
                        <a:pt x="1992" y="629"/>
                      </a:lnTo>
                      <a:lnTo>
                        <a:pt x="1993" y="624"/>
                      </a:lnTo>
                      <a:lnTo>
                        <a:pt x="1995" y="618"/>
                      </a:lnTo>
                      <a:lnTo>
                        <a:pt x="1999" y="612"/>
                      </a:lnTo>
                      <a:lnTo>
                        <a:pt x="2002" y="608"/>
                      </a:lnTo>
                      <a:lnTo>
                        <a:pt x="2007" y="604"/>
                      </a:lnTo>
                      <a:lnTo>
                        <a:pt x="2012" y="602"/>
                      </a:lnTo>
                      <a:lnTo>
                        <a:pt x="2018" y="600"/>
                      </a:lnTo>
                      <a:lnTo>
                        <a:pt x="2027" y="598"/>
                      </a:lnTo>
                      <a:lnTo>
                        <a:pt x="2037" y="598"/>
                      </a:lnTo>
                      <a:lnTo>
                        <a:pt x="2043" y="599"/>
                      </a:lnTo>
                      <a:lnTo>
                        <a:pt x="2047" y="603"/>
                      </a:lnTo>
                      <a:lnTo>
                        <a:pt x="2049" y="604"/>
                      </a:lnTo>
                      <a:lnTo>
                        <a:pt x="2049" y="608"/>
                      </a:lnTo>
                      <a:lnTo>
                        <a:pt x="2049" y="610"/>
                      </a:lnTo>
                      <a:lnTo>
                        <a:pt x="2049" y="613"/>
                      </a:lnTo>
                      <a:lnTo>
                        <a:pt x="2047" y="618"/>
                      </a:lnTo>
                      <a:lnTo>
                        <a:pt x="2049" y="621"/>
                      </a:lnTo>
                      <a:lnTo>
                        <a:pt x="2050" y="623"/>
                      </a:lnTo>
                      <a:lnTo>
                        <a:pt x="2052" y="625"/>
                      </a:lnTo>
                      <a:lnTo>
                        <a:pt x="2059" y="628"/>
                      </a:lnTo>
                      <a:lnTo>
                        <a:pt x="2068" y="627"/>
                      </a:lnTo>
                      <a:lnTo>
                        <a:pt x="2076" y="623"/>
                      </a:lnTo>
                      <a:lnTo>
                        <a:pt x="2088" y="616"/>
                      </a:lnTo>
                      <a:lnTo>
                        <a:pt x="2093" y="612"/>
                      </a:lnTo>
                      <a:lnTo>
                        <a:pt x="2097" y="608"/>
                      </a:lnTo>
                      <a:lnTo>
                        <a:pt x="2101" y="603"/>
                      </a:lnTo>
                      <a:lnTo>
                        <a:pt x="2103" y="599"/>
                      </a:lnTo>
                      <a:lnTo>
                        <a:pt x="2106" y="592"/>
                      </a:lnTo>
                      <a:lnTo>
                        <a:pt x="2109" y="587"/>
                      </a:lnTo>
                      <a:lnTo>
                        <a:pt x="2119" y="583"/>
                      </a:lnTo>
                      <a:lnTo>
                        <a:pt x="2141" y="572"/>
                      </a:lnTo>
                      <a:lnTo>
                        <a:pt x="2150" y="568"/>
                      </a:lnTo>
                      <a:lnTo>
                        <a:pt x="2160" y="564"/>
                      </a:lnTo>
                      <a:lnTo>
                        <a:pt x="2172" y="559"/>
                      </a:lnTo>
                      <a:lnTo>
                        <a:pt x="2184" y="554"/>
                      </a:lnTo>
                      <a:lnTo>
                        <a:pt x="2189" y="550"/>
                      </a:lnTo>
                      <a:lnTo>
                        <a:pt x="2193" y="547"/>
                      </a:lnTo>
                      <a:lnTo>
                        <a:pt x="2195" y="542"/>
                      </a:lnTo>
                      <a:lnTo>
                        <a:pt x="2197" y="537"/>
                      </a:lnTo>
                      <a:lnTo>
                        <a:pt x="2200" y="524"/>
                      </a:lnTo>
                      <a:lnTo>
                        <a:pt x="2203" y="510"/>
                      </a:lnTo>
                      <a:lnTo>
                        <a:pt x="2203" y="502"/>
                      </a:lnTo>
                      <a:lnTo>
                        <a:pt x="2204" y="495"/>
                      </a:lnTo>
                      <a:lnTo>
                        <a:pt x="2206" y="491"/>
                      </a:lnTo>
                      <a:lnTo>
                        <a:pt x="2207" y="487"/>
                      </a:lnTo>
                      <a:lnTo>
                        <a:pt x="2208" y="485"/>
                      </a:lnTo>
                      <a:lnTo>
                        <a:pt x="2210" y="485"/>
                      </a:lnTo>
                      <a:lnTo>
                        <a:pt x="2221" y="489"/>
                      </a:lnTo>
                      <a:lnTo>
                        <a:pt x="2232" y="492"/>
                      </a:lnTo>
                      <a:lnTo>
                        <a:pt x="2238" y="490"/>
                      </a:lnTo>
                      <a:lnTo>
                        <a:pt x="2244" y="487"/>
                      </a:lnTo>
                      <a:lnTo>
                        <a:pt x="2246" y="486"/>
                      </a:lnTo>
                      <a:lnTo>
                        <a:pt x="2248" y="485"/>
                      </a:lnTo>
                      <a:lnTo>
                        <a:pt x="2252" y="485"/>
                      </a:lnTo>
                      <a:lnTo>
                        <a:pt x="2253" y="487"/>
                      </a:lnTo>
                      <a:lnTo>
                        <a:pt x="2256" y="489"/>
                      </a:lnTo>
                      <a:lnTo>
                        <a:pt x="2256" y="491"/>
                      </a:lnTo>
                      <a:lnTo>
                        <a:pt x="2256" y="492"/>
                      </a:lnTo>
                      <a:lnTo>
                        <a:pt x="2254" y="493"/>
                      </a:lnTo>
                      <a:lnTo>
                        <a:pt x="2251" y="498"/>
                      </a:lnTo>
                      <a:lnTo>
                        <a:pt x="2247" y="507"/>
                      </a:lnTo>
                      <a:lnTo>
                        <a:pt x="2244" y="516"/>
                      </a:lnTo>
                      <a:lnTo>
                        <a:pt x="2241" y="522"/>
                      </a:lnTo>
                      <a:lnTo>
                        <a:pt x="2240" y="524"/>
                      </a:lnTo>
                      <a:lnTo>
                        <a:pt x="2240" y="527"/>
                      </a:lnTo>
                      <a:lnTo>
                        <a:pt x="2241" y="531"/>
                      </a:lnTo>
                      <a:lnTo>
                        <a:pt x="2244" y="536"/>
                      </a:lnTo>
                      <a:lnTo>
                        <a:pt x="2246" y="540"/>
                      </a:lnTo>
                      <a:lnTo>
                        <a:pt x="2248" y="541"/>
                      </a:lnTo>
                      <a:lnTo>
                        <a:pt x="2252" y="542"/>
                      </a:lnTo>
                      <a:lnTo>
                        <a:pt x="2254" y="541"/>
                      </a:lnTo>
                      <a:lnTo>
                        <a:pt x="2261" y="540"/>
                      </a:lnTo>
                      <a:lnTo>
                        <a:pt x="2266" y="537"/>
                      </a:lnTo>
                      <a:lnTo>
                        <a:pt x="2272" y="534"/>
                      </a:lnTo>
                      <a:lnTo>
                        <a:pt x="2277" y="529"/>
                      </a:lnTo>
                      <a:lnTo>
                        <a:pt x="2280" y="522"/>
                      </a:lnTo>
                      <a:lnTo>
                        <a:pt x="2285" y="515"/>
                      </a:lnTo>
                      <a:lnTo>
                        <a:pt x="2291" y="499"/>
                      </a:lnTo>
                      <a:lnTo>
                        <a:pt x="2296" y="490"/>
                      </a:lnTo>
                      <a:lnTo>
                        <a:pt x="2301" y="482"/>
                      </a:lnTo>
                      <a:lnTo>
                        <a:pt x="2311" y="470"/>
                      </a:lnTo>
                      <a:lnTo>
                        <a:pt x="2322" y="454"/>
                      </a:lnTo>
                      <a:lnTo>
                        <a:pt x="2333" y="440"/>
                      </a:lnTo>
                      <a:lnTo>
                        <a:pt x="2342" y="424"/>
                      </a:lnTo>
                      <a:lnTo>
                        <a:pt x="2352" y="410"/>
                      </a:lnTo>
                      <a:lnTo>
                        <a:pt x="2357" y="405"/>
                      </a:lnTo>
                      <a:lnTo>
                        <a:pt x="2361" y="401"/>
                      </a:lnTo>
                      <a:lnTo>
                        <a:pt x="2367" y="398"/>
                      </a:lnTo>
                      <a:lnTo>
                        <a:pt x="2373" y="397"/>
                      </a:lnTo>
                      <a:lnTo>
                        <a:pt x="2376" y="398"/>
                      </a:lnTo>
                      <a:lnTo>
                        <a:pt x="2379" y="400"/>
                      </a:lnTo>
                      <a:lnTo>
                        <a:pt x="2382" y="402"/>
                      </a:lnTo>
                      <a:lnTo>
                        <a:pt x="2383" y="404"/>
                      </a:lnTo>
                      <a:lnTo>
                        <a:pt x="2386" y="411"/>
                      </a:lnTo>
                      <a:lnTo>
                        <a:pt x="2390" y="420"/>
                      </a:lnTo>
                      <a:lnTo>
                        <a:pt x="2392" y="428"/>
                      </a:lnTo>
                      <a:lnTo>
                        <a:pt x="2396" y="436"/>
                      </a:lnTo>
                      <a:lnTo>
                        <a:pt x="2399" y="444"/>
                      </a:lnTo>
                      <a:lnTo>
                        <a:pt x="2404" y="448"/>
                      </a:lnTo>
                      <a:lnTo>
                        <a:pt x="2410" y="449"/>
                      </a:lnTo>
                      <a:lnTo>
                        <a:pt x="2415" y="451"/>
                      </a:lnTo>
                      <a:lnTo>
                        <a:pt x="2420" y="448"/>
                      </a:lnTo>
                      <a:lnTo>
                        <a:pt x="2423" y="446"/>
                      </a:lnTo>
                      <a:lnTo>
                        <a:pt x="2427" y="442"/>
                      </a:lnTo>
                      <a:lnTo>
                        <a:pt x="2430" y="439"/>
                      </a:lnTo>
                      <a:lnTo>
                        <a:pt x="2431" y="434"/>
                      </a:lnTo>
                      <a:lnTo>
                        <a:pt x="2433" y="430"/>
                      </a:lnTo>
                      <a:lnTo>
                        <a:pt x="2433" y="416"/>
                      </a:lnTo>
                      <a:lnTo>
                        <a:pt x="2434" y="397"/>
                      </a:lnTo>
                      <a:lnTo>
                        <a:pt x="2435" y="389"/>
                      </a:lnTo>
                      <a:lnTo>
                        <a:pt x="2439" y="382"/>
                      </a:lnTo>
                      <a:lnTo>
                        <a:pt x="2440" y="381"/>
                      </a:lnTo>
                      <a:lnTo>
                        <a:pt x="2443" y="379"/>
                      </a:lnTo>
                      <a:lnTo>
                        <a:pt x="2446" y="378"/>
                      </a:lnTo>
                      <a:lnTo>
                        <a:pt x="2449" y="379"/>
                      </a:lnTo>
                      <a:lnTo>
                        <a:pt x="2453" y="382"/>
                      </a:lnTo>
                      <a:lnTo>
                        <a:pt x="2456" y="385"/>
                      </a:lnTo>
                      <a:lnTo>
                        <a:pt x="2458" y="389"/>
                      </a:lnTo>
                      <a:lnTo>
                        <a:pt x="2459" y="394"/>
                      </a:lnTo>
                      <a:lnTo>
                        <a:pt x="2459" y="405"/>
                      </a:lnTo>
                      <a:lnTo>
                        <a:pt x="2459" y="419"/>
                      </a:lnTo>
                      <a:lnTo>
                        <a:pt x="2458" y="432"/>
                      </a:lnTo>
                      <a:lnTo>
                        <a:pt x="2458" y="444"/>
                      </a:lnTo>
                      <a:lnTo>
                        <a:pt x="2458" y="449"/>
                      </a:lnTo>
                      <a:lnTo>
                        <a:pt x="2460" y="454"/>
                      </a:lnTo>
                      <a:lnTo>
                        <a:pt x="2461" y="458"/>
                      </a:lnTo>
                      <a:lnTo>
                        <a:pt x="2465" y="461"/>
                      </a:lnTo>
                      <a:lnTo>
                        <a:pt x="2471" y="465"/>
                      </a:lnTo>
                      <a:lnTo>
                        <a:pt x="2478" y="466"/>
                      </a:lnTo>
                      <a:lnTo>
                        <a:pt x="2485" y="466"/>
                      </a:lnTo>
                      <a:lnTo>
                        <a:pt x="2492" y="466"/>
                      </a:lnTo>
                      <a:lnTo>
                        <a:pt x="2506" y="464"/>
                      </a:lnTo>
                      <a:lnTo>
                        <a:pt x="2516" y="461"/>
                      </a:lnTo>
                      <a:lnTo>
                        <a:pt x="2525" y="460"/>
                      </a:lnTo>
                      <a:lnTo>
                        <a:pt x="2536" y="458"/>
                      </a:lnTo>
                      <a:lnTo>
                        <a:pt x="2542" y="457"/>
                      </a:lnTo>
                      <a:lnTo>
                        <a:pt x="2547" y="454"/>
                      </a:lnTo>
                      <a:lnTo>
                        <a:pt x="2553" y="451"/>
                      </a:lnTo>
                      <a:lnTo>
                        <a:pt x="2560" y="446"/>
                      </a:lnTo>
                      <a:lnTo>
                        <a:pt x="2562" y="444"/>
                      </a:lnTo>
                      <a:lnTo>
                        <a:pt x="2565" y="440"/>
                      </a:lnTo>
                      <a:lnTo>
                        <a:pt x="2566" y="438"/>
                      </a:lnTo>
                      <a:lnTo>
                        <a:pt x="2566" y="434"/>
                      </a:lnTo>
                      <a:lnTo>
                        <a:pt x="2566" y="428"/>
                      </a:lnTo>
                      <a:lnTo>
                        <a:pt x="2565" y="421"/>
                      </a:lnTo>
                      <a:lnTo>
                        <a:pt x="2563" y="415"/>
                      </a:lnTo>
                      <a:lnTo>
                        <a:pt x="2562" y="408"/>
                      </a:lnTo>
                      <a:lnTo>
                        <a:pt x="2562" y="402"/>
                      </a:lnTo>
                      <a:lnTo>
                        <a:pt x="2565" y="396"/>
                      </a:lnTo>
                      <a:lnTo>
                        <a:pt x="2574" y="378"/>
                      </a:lnTo>
                      <a:lnTo>
                        <a:pt x="2579" y="366"/>
                      </a:lnTo>
                      <a:lnTo>
                        <a:pt x="2579" y="365"/>
                      </a:lnTo>
                      <a:lnTo>
                        <a:pt x="2576" y="364"/>
                      </a:lnTo>
                      <a:lnTo>
                        <a:pt x="2574" y="365"/>
                      </a:lnTo>
                      <a:lnTo>
                        <a:pt x="2569" y="366"/>
                      </a:lnTo>
                      <a:lnTo>
                        <a:pt x="2560" y="370"/>
                      </a:lnTo>
                      <a:lnTo>
                        <a:pt x="2548" y="375"/>
                      </a:lnTo>
                      <a:lnTo>
                        <a:pt x="2541" y="376"/>
                      </a:lnTo>
                      <a:lnTo>
                        <a:pt x="2536" y="376"/>
                      </a:lnTo>
                      <a:lnTo>
                        <a:pt x="2531" y="376"/>
                      </a:lnTo>
                      <a:lnTo>
                        <a:pt x="2528" y="375"/>
                      </a:lnTo>
                      <a:lnTo>
                        <a:pt x="2524" y="372"/>
                      </a:lnTo>
                      <a:lnTo>
                        <a:pt x="2522" y="369"/>
                      </a:lnTo>
                      <a:lnTo>
                        <a:pt x="2522" y="363"/>
                      </a:lnTo>
                      <a:lnTo>
                        <a:pt x="2522" y="357"/>
                      </a:lnTo>
                      <a:lnTo>
                        <a:pt x="2523" y="350"/>
                      </a:lnTo>
                      <a:lnTo>
                        <a:pt x="2525" y="342"/>
                      </a:lnTo>
                      <a:lnTo>
                        <a:pt x="2528" y="337"/>
                      </a:lnTo>
                      <a:lnTo>
                        <a:pt x="2532" y="332"/>
                      </a:lnTo>
                      <a:lnTo>
                        <a:pt x="2537" y="327"/>
                      </a:lnTo>
                      <a:lnTo>
                        <a:pt x="2543" y="325"/>
                      </a:lnTo>
                      <a:lnTo>
                        <a:pt x="2550" y="322"/>
                      </a:lnTo>
                      <a:lnTo>
                        <a:pt x="2557" y="321"/>
                      </a:lnTo>
                      <a:lnTo>
                        <a:pt x="2562" y="320"/>
                      </a:lnTo>
                      <a:lnTo>
                        <a:pt x="2566" y="319"/>
                      </a:lnTo>
                      <a:lnTo>
                        <a:pt x="2568" y="316"/>
                      </a:lnTo>
                      <a:lnTo>
                        <a:pt x="2571" y="315"/>
                      </a:lnTo>
                      <a:lnTo>
                        <a:pt x="2573" y="310"/>
                      </a:lnTo>
                      <a:lnTo>
                        <a:pt x="2575" y="304"/>
                      </a:lnTo>
                      <a:lnTo>
                        <a:pt x="2578" y="300"/>
                      </a:lnTo>
                      <a:lnTo>
                        <a:pt x="2579" y="294"/>
                      </a:lnTo>
                      <a:lnTo>
                        <a:pt x="2579" y="291"/>
                      </a:lnTo>
                      <a:lnTo>
                        <a:pt x="2578" y="288"/>
                      </a:lnTo>
                      <a:lnTo>
                        <a:pt x="2576" y="285"/>
                      </a:lnTo>
                      <a:lnTo>
                        <a:pt x="2575" y="282"/>
                      </a:lnTo>
                      <a:lnTo>
                        <a:pt x="2569" y="274"/>
                      </a:lnTo>
                      <a:lnTo>
                        <a:pt x="2563" y="265"/>
                      </a:lnTo>
                      <a:lnTo>
                        <a:pt x="2559" y="257"/>
                      </a:lnTo>
                      <a:lnTo>
                        <a:pt x="2556" y="249"/>
                      </a:lnTo>
                      <a:lnTo>
                        <a:pt x="2556" y="245"/>
                      </a:lnTo>
                      <a:lnTo>
                        <a:pt x="2559" y="240"/>
                      </a:lnTo>
                      <a:lnTo>
                        <a:pt x="2561" y="237"/>
                      </a:lnTo>
                      <a:lnTo>
                        <a:pt x="2565" y="232"/>
                      </a:lnTo>
                      <a:lnTo>
                        <a:pt x="2573" y="225"/>
                      </a:lnTo>
                      <a:lnTo>
                        <a:pt x="2579" y="220"/>
                      </a:lnTo>
                      <a:lnTo>
                        <a:pt x="2594" y="213"/>
                      </a:lnTo>
                      <a:lnTo>
                        <a:pt x="2605" y="207"/>
                      </a:lnTo>
                      <a:lnTo>
                        <a:pt x="2606" y="205"/>
                      </a:lnTo>
                      <a:lnTo>
                        <a:pt x="2606" y="202"/>
                      </a:lnTo>
                      <a:lnTo>
                        <a:pt x="2605" y="199"/>
                      </a:lnTo>
                      <a:lnTo>
                        <a:pt x="2604" y="196"/>
                      </a:lnTo>
                      <a:lnTo>
                        <a:pt x="2599" y="192"/>
                      </a:lnTo>
                      <a:lnTo>
                        <a:pt x="2594" y="188"/>
                      </a:lnTo>
                      <a:lnTo>
                        <a:pt x="2592" y="187"/>
                      </a:lnTo>
                      <a:lnTo>
                        <a:pt x="2588" y="187"/>
                      </a:lnTo>
                      <a:lnTo>
                        <a:pt x="2585" y="187"/>
                      </a:lnTo>
                      <a:lnTo>
                        <a:pt x="2580" y="188"/>
                      </a:lnTo>
                      <a:lnTo>
                        <a:pt x="2571" y="193"/>
                      </a:lnTo>
                      <a:lnTo>
                        <a:pt x="2561" y="199"/>
                      </a:lnTo>
                      <a:lnTo>
                        <a:pt x="2553" y="205"/>
                      </a:lnTo>
                      <a:lnTo>
                        <a:pt x="2544" y="209"/>
                      </a:lnTo>
                      <a:lnTo>
                        <a:pt x="2540" y="212"/>
                      </a:lnTo>
                      <a:lnTo>
                        <a:pt x="2535" y="213"/>
                      </a:lnTo>
                      <a:lnTo>
                        <a:pt x="2530" y="213"/>
                      </a:lnTo>
                      <a:lnTo>
                        <a:pt x="2525" y="213"/>
                      </a:lnTo>
                      <a:lnTo>
                        <a:pt x="2513" y="213"/>
                      </a:lnTo>
                      <a:lnTo>
                        <a:pt x="2500" y="212"/>
                      </a:lnTo>
                      <a:lnTo>
                        <a:pt x="2488" y="212"/>
                      </a:lnTo>
                      <a:lnTo>
                        <a:pt x="2479" y="213"/>
                      </a:lnTo>
                      <a:lnTo>
                        <a:pt x="2471" y="212"/>
                      </a:lnTo>
                      <a:lnTo>
                        <a:pt x="2464" y="209"/>
                      </a:lnTo>
                      <a:lnTo>
                        <a:pt x="2458" y="206"/>
                      </a:lnTo>
                      <a:lnTo>
                        <a:pt x="2454" y="200"/>
                      </a:lnTo>
                      <a:lnTo>
                        <a:pt x="2448" y="190"/>
                      </a:lnTo>
                      <a:lnTo>
                        <a:pt x="2439" y="175"/>
                      </a:lnTo>
                      <a:lnTo>
                        <a:pt x="2434" y="168"/>
                      </a:lnTo>
                      <a:lnTo>
                        <a:pt x="2428" y="162"/>
                      </a:lnTo>
                      <a:lnTo>
                        <a:pt x="2423" y="157"/>
                      </a:lnTo>
                      <a:lnTo>
                        <a:pt x="2418" y="155"/>
                      </a:lnTo>
                      <a:lnTo>
                        <a:pt x="2409" y="152"/>
                      </a:lnTo>
                      <a:lnTo>
                        <a:pt x="2397" y="151"/>
                      </a:lnTo>
                      <a:lnTo>
                        <a:pt x="2386" y="152"/>
                      </a:lnTo>
                      <a:lnTo>
                        <a:pt x="2377" y="153"/>
                      </a:lnTo>
                      <a:lnTo>
                        <a:pt x="2372" y="156"/>
                      </a:lnTo>
                      <a:lnTo>
                        <a:pt x="2368" y="161"/>
                      </a:lnTo>
                      <a:lnTo>
                        <a:pt x="2365" y="165"/>
                      </a:lnTo>
                      <a:lnTo>
                        <a:pt x="2362" y="171"/>
                      </a:lnTo>
                      <a:lnTo>
                        <a:pt x="2361" y="178"/>
                      </a:lnTo>
                      <a:lnTo>
                        <a:pt x="2360" y="184"/>
                      </a:lnTo>
                      <a:lnTo>
                        <a:pt x="2360" y="192"/>
                      </a:lnTo>
                      <a:lnTo>
                        <a:pt x="2361" y="197"/>
                      </a:lnTo>
                      <a:lnTo>
                        <a:pt x="2361" y="202"/>
                      </a:lnTo>
                      <a:lnTo>
                        <a:pt x="2361" y="207"/>
                      </a:lnTo>
                      <a:lnTo>
                        <a:pt x="2360" y="211"/>
                      </a:lnTo>
                      <a:lnTo>
                        <a:pt x="2359" y="214"/>
                      </a:lnTo>
                      <a:lnTo>
                        <a:pt x="2358" y="216"/>
                      </a:lnTo>
                      <a:lnTo>
                        <a:pt x="2355" y="218"/>
                      </a:lnTo>
                      <a:lnTo>
                        <a:pt x="2353" y="219"/>
                      </a:lnTo>
                      <a:lnTo>
                        <a:pt x="2349" y="220"/>
                      </a:lnTo>
                      <a:lnTo>
                        <a:pt x="2347" y="220"/>
                      </a:lnTo>
                      <a:lnTo>
                        <a:pt x="2345" y="219"/>
                      </a:lnTo>
                      <a:lnTo>
                        <a:pt x="2342" y="218"/>
                      </a:lnTo>
                      <a:lnTo>
                        <a:pt x="2340" y="216"/>
                      </a:lnTo>
                      <a:lnTo>
                        <a:pt x="2335" y="212"/>
                      </a:lnTo>
                      <a:lnTo>
                        <a:pt x="2330" y="206"/>
                      </a:lnTo>
                      <a:lnTo>
                        <a:pt x="2328" y="203"/>
                      </a:lnTo>
                      <a:lnTo>
                        <a:pt x="2324" y="202"/>
                      </a:lnTo>
                      <a:lnTo>
                        <a:pt x="2321" y="201"/>
                      </a:lnTo>
                      <a:lnTo>
                        <a:pt x="2316" y="201"/>
                      </a:lnTo>
                      <a:lnTo>
                        <a:pt x="2311" y="201"/>
                      </a:lnTo>
                      <a:lnTo>
                        <a:pt x="2307" y="202"/>
                      </a:lnTo>
                      <a:lnTo>
                        <a:pt x="2301" y="203"/>
                      </a:lnTo>
                      <a:lnTo>
                        <a:pt x="2296" y="206"/>
                      </a:lnTo>
                      <a:lnTo>
                        <a:pt x="2284" y="212"/>
                      </a:lnTo>
                      <a:lnTo>
                        <a:pt x="2267" y="216"/>
                      </a:lnTo>
                      <a:lnTo>
                        <a:pt x="2250" y="221"/>
                      </a:lnTo>
                      <a:lnTo>
                        <a:pt x="2235" y="225"/>
                      </a:lnTo>
                      <a:lnTo>
                        <a:pt x="2225" y="226"/>
                      </a:lnTo>
                      <a:lnTo>
                        <a:pt x="2215" y="225"/>
                      </a:lnTo>
                      <a:lnTo>
                        <a:pt x="2204" y="222"/>
                      </a:lnTo>
                      <a:lnTo>
                        <a:pt x="2195" y="220"/>
                      </a:lnTo>
                      <a:lnTo>
                        <a:pt x="2191" y="216"/>
                      </a:lnTo>
                      <a:lnTo>
                        <a:pt x="2188" y="212"/>
                      </a:lnTo>
                      <a:lnTo>
                        <a:pt x="2182" y="205"/>
                      </a:lnTo>
                      <a:lnTo>
                        <a:pt x="2177" y="197"/>
                      </a:lnTo>
                      <a:lnTo>
                        <a:pt x="2171" y="189"/>
                      </a:lnTo>
                      <a:lnTo>
                        <a:pt x="2166" y="182"/>
                      </a:lnTo>
                      <a:lnTo>
                        <a:pt x="2162" y="176"/>
                      </a:lnTo>
                      <a:lnTo>
                        <a:pt x="2157" y="171"/>
                      </a:lnTo>
                      <a:lnTo>
                        <a:pt x="2152" y="169"/>
                      </a:lnTo>
                      <a:lnTo>
                        <a:pt x="2147" y="169"/>
                      </a:lnTo>
                      <a:lnTo>
                        <a:pt x="2144" y="169"/>
                      </a:lnTo>
                      <a:lnTo>
                        <a:pt x="2140" y="169"/>
                      </a:lnTo>
                      <a:lnTo>
                        <a:pt x="2133" y="173"/>
                      </a:lnTo>
                      <a:lnTo>
                        <a:pt x="2126" y="176"/>
                      </a:lnTo>
                      <a:lnTo>
                        <a:pt x="2119" y="178"/>
                      </a:lnTo>
                      <a:lnTo>
                        <a:pt x="2110" y="178"/>
                      </a:lnTo>
                      <a:lnTo>
                        <a:pt x="2099" y="176"/>
                      </a:lnTo>
                      <a:lnTo>
                        <a:pt x="2083" y="171"/>
                      </a:lnTo>
                      <a:lnTo>
                        <a:pt x="2080" y="169"/>
                      </a:lnTo>
                      <a:lnTo>
                        <a:pt x="2076" y="167"/>
                      </a:lnTo>
                      <a:lnTo>
                        <a:pt x="2074" y="164"/>
                      </a:lnTo>
                      <a:lnTo>
                        <a:pt x="2072" y="161"/>
                      </a:lnTo>
                      <a:lnTo>
                        <a:pt x="2071" y="153"/>
                      </a:lnTo>
                      <a:lnTo>
                        <a:pt x="2070" y="145"/>
                      </a:lnTo>
                      <a:lnTo>
                        <a:pt x="2070" y="138"/>
                      </a:lnTo>
                      <a:lnTo>
                        <a:pt x="2070" y="131"/>
                      </a:lnTo>
                      <a:lnTo>
                        <a:pt x="2069" y="127"/>
                      </a:lnTo>
                      <a:lnTo>
                        <a:pt x="2068" y="125"/>
                      </a:lnTo>
                      <a:lnTo>
                        <a:pt x="2066" y="123"/>
                      </a:lnTo>
                      <a:lnTo>
                        <a:pt x="2064" y="121"/>
                      </a:lnTo>
                      <a:lnTo>
                        <a:pt x="2058" y="120"/>
                      </a:lnTo>
                      <a:lnTo>
                        <a:pt x="2052" y="119"/>
                      </a:lnTo>
                      <a:lnTo>
                        <a:pt x="2046" y="120"/>
                      </a:lnTo>
                      <a:lnTo>
                        <a:pt x="2040" y="121"/>
                      </a:lnTo>
                      <a:lnTo>
                        <a:pt x="2034" y="123"/>
                      </a:lnTo>
                      <a:lnTo>
                        <a:pt x="2028" y="123"/>
                      </a:lnTo>
                      <a:lnTo>
                        <a:pt x="2024" y="123"/>
                      </a:lnTo>
                      <a:lnTo>
                        <a:pt x="2018" y="121"/>
                      </a:lnTo>
                      <a:lnTo>
                        <a:pt x="2013" y="119"/>
                      </a:lnTo>
                      <a:lnTo>
                        <a:pt x="2009" y="117"/>
                      </a:lnTo>
                      <a:lnTo>
                        <a:pt x="2005" y="112"/>
                      </a:lnTo>
                      <a:lnTo>
                        <a:pt x="2001" y="107"/>
                      </a:lnTo>
                      <a:lnTo>
                        <a:pt x="1995" y="96"/>
                      </a:lnTo>
                      <a:lnTo>
                        <a:pt x="1989" y="86"/>
                      </a:lnTo>
                      <a:lnTo>
                        <a:pt x="1987" y="85"/>
                      </a:lnTo>
                      <a:lnTo>
                        <a:pt x="1984" y="82"/>
                      </a:lnTo>
                      <a:lnTo>
                        <a:pt x="1980" y="82"/>
                      </a:lnTo>
                      <a:lnTo>
                        <a:pt x="1975" y="81"/>
                      </a:lnTo>
                      <a:lnTo>
                        <a:pt x="1964" y="82"/>
                      </a:lnTo>
                      <a:lnTo>
                        <a:pt x="1956" y="83"/>
                      </a:lnTo>
                      <a:lnTo>
                        <a:pt x="1946" y="85"/>
                      </a:lnTo>
                      <a:lnTo>
                        <a:pt x="1933" y="87"/>
                      </a:lnTo>
                      <a:lnTo>
                        <a:pt x="1920" y="89"/>
                      </a:lnTo>
                      <a:lnTo>
                        <a:pt x="1908" y="92"/>
                      </a:lnTo>
                      <a:lnTo>
                        <a:pt x="1899" y="96"/>
                      </a:lnTo>
                      <a:lnTo>
                        <a:pt x="1889" y="104"/>
                      </a:lnTo>
                      <a:lnTo>
                        <a:pt x="1881" y="111"/>
                      </a:lnTo>
                      <a:lnTo>
                        <a:pt x="1872" y="118"/>
                      </a:lnTo>
                      <a:lnTo>
                        <a:pt x="1862" y="125"/>
                      </a:lnTo>
                      <a:lnTo>
                        <a:pt x="1854" y="129"/>
                      </a:lnTo>
                      <a:lnTo>
                        <a:pt x="1845" y="130"/>
                      </a:lnTo>
                      <a:lnTo>
                        <a:pt x="1839" y="131"/>
                      </a:lnTo>
                      <a:lnTo>
                        <a:pt x="1826" y="132"/>
                      </a:lnTo>
                      <a:lnTo>
                        <a:pt x="1813" y="137"/>
                      </a:lnTo>
                      <a:lnTo>
                        <a:pt x="1798" y="142"/>
                      </a:lnTo>
                      <a:lnTo>
                        <a:pt x="1780" y="144"/>
                      </a:lnTo>
                      <a:lnTo>
                        <a:pt x="1775" y="145"/>
                      </a:lnTo>
                      <a:lnTo>
                        <a:pt x="1770" y="148"/>
                      </a:lnTo>
                      <a:lnTo>
                        <a:pt x="1767" y="150"/>
                      </a:lnTo>
                      <a:lnTo>
                        <a:pt x="1765" y="153"/>
                      </a:lnTo>
                      <a:lnTo>
                        <a:pt x="1761" y="159"/>
                      </a:lnTo>
                      <a:lnTo>
                        <a:pt x="1759" y="164"/>
                      </a:lnTo>
                      <a:lnTo>
                        <a:pt x="1757" y="165"/>
                      </a:lnTo>
                      <a:lnTo>
                        <a:pt x="1759" y="167"/>
                      </a:lnTo>
                      <a:lnTo>
                        <a:pt x="1760" y="168"/>
                      </a:lnTo>
                      <a:lnTo>
                        <a:pt x="1761" y="169"/>
                      </a:lnTo>
                      <a:lnTo>
                        <a:pt x="1767" y="171"/>
                      </a:lnTo>
                      <a:lnTo>
                        <a:pt x="1774" y="171"/>
                      </a:lnTo>
                      <a:lnTo>
                        <a:pt x="1782" y="173"/>
                      </a:lnTo>
                      <a:lnTo>
                        <a:pt x="1791" y="176"/>
                      </a:lnTo>
                      <a:lnTo>
                        <a:pt x="1793" y="178"/>
                      </a:lnTo>
                      <a:lnTo>
                        <a:pt x="1795" y="182"/>
                      </a:lnTo>
                      <a:lnTo>
                        <a:pt x="1797" y="184"/>
                      </a:lnTo>
                      <a:lnTo>
                        <a:pt x="1798" y="188"/>
                      </a:lnTo>
                      <a:lnTo>
                        <a:pt x="1797" y="193"/>
                      </a:lnTo>
                      <a:lnTo>
                        <a:pt x="1794" y="197"/>
                      </a:lnTo>
                      <a:lnTo>
                        <a:pt x="1791" y="205"/>
                      </a:lnTo>
                      <a:lnTo>
                        <a:pt x="1786" y="212"/>
                      </a:lnTo>
                      <a:lnTo>
                        <a:pt x="1776" y="225"/>
                      </a:lnTo>
                      <a:lnTo>
                        <a:pt x="1767" y="234"/>
                      </a:lnTo>
                      <a:lnTo>
                        <a:pt x="1757" y="241"/>
                      </a:lnTo>
                      <a:lnTo>
                        <a:pt x="1749" y="249"/>
                      </a:lnTo>
                      <a:lnTo>
                        <a:pt x="1741" y="256"/>
                      </a:lnTo>
                      <a:lnTo>
                        <a:pt x="1734" y="264"/>
                      </a:lnTo>
                      <a:lnTo>
                        <a:pt x="1727" y="274"/>
                      </a:lnTo>
                      <a:lnTo>
                        <a:pt x="1718" y="281"/>
                      </a:lnTo>
                      <a:lnTo>
                        <a:pt x="1709" y="287"/>
                      </a:lnTo>
                      <a:lnTo>
                        <a:pt x="1698" y="293"/>
                      </a:lnTo>
                      <a:lnTo>
                        <a:pt x="1685" y="297"/>
                      </a:lnTo>
                      <a:lnTo>
                        <a:pt x="1671" y="302"/>
                      </a:lnTo>
                      <a:lnTo>
                        <a:pt x="1665" y="304"/>
                      </a:lnTo>
                      <a:lnTo>
                        <a:pt x="1660" y="307"/>
                      </a:lnTo>
                      <a:lnTo>
                        <a:pt x="1655" y="309"/>
                      </a:lnTo>
                      <a:lnTo>
                        <a:pt x="1653" y="313"/>
                      </a:lnTo>
                      <a:lnTo>
                        <a:pt x="1650" y="316"/>
                      </a:lnTo>
                      <a:lnTo>
                        <a:pt x="1650" y="320"/>
                      </a:lnTo>
                      <a:lnTo>
                        <a:pt x="1652" y="322"/>
                      </a:lnTo>
                      <a:lnTo>
                        <a:pt x="1653" y="326"/>
                      </a:lnTo>
                      <a:lnTo>
                        <a:pt x="1658" y="332"/>
                      </a:lnTo>
                      <a:lnTo>
                        <a:pt x="1662" y="337"/>
                      </a:lnTo>
                      <a:lnTo>
                        <a:pt x="1667" y="345"/>
                      </a:lnTo>
                      <a:lnTo>
                        <a:pt x="1671" y="354"/>
                      </a:lnTo>
                      <a:lnTo>
                        <a:pt x="1672" y="359"/>
                      </a:lnTo>
                      <a:lnTo>
                        <a:pt x="1672" y="364"/>
                      </a:lnTo>
                      <a:lnTo>
                        <a:pt x="1671" y="369"/>
                      </a:lnTo>
                      <a:lnTo>
                        <a:pt x="1668" y="371"/>
                      </a:lnTo>
                      <a:lnTo>
                        <a:pt x="1665" y="376"/>
                      </a:lnTo>
                      <a:lnTo>
                        <a:pt x="1661" y="379"/>
                      </a:lnTo>
                      <a:lnTo>
                        <a:pt x="1659" y="385"/>
                      </a:lnTo>
                      <a:lnTo>
                        <a:pt x="1655" y="394"/>
                      </a:lnTo>
                      <a:lnTo>
                        <a:pt x="1649" y="404"/>
                      </a:lnTo>
                      <a:lnTo>
                        <a:pt x="1641" y="415"/>
                      </a:lnTo>
                      <a:lnTo>
                        <a:pt x="1636" y="420"/>
                      </a:lnTo>
                      <a:lnTo>
                        <a:pt x="1630" y="424"/>
                      </a:lnTo>
                      <a:lnTo>
                        <a:pt x="1625" y="427"/>
                      </a:lnTo>
                      <a:lnTo>
                        <a:pt x="1620" y="428"/>
                      </a:lnTo>
                      <a:lnTo>
                        <a:pt x="1606" y="430"/>
                      </a:lnTo>
                      <a:lnTo>
                        <a:pt x="1589" y="434"/>
                      </a:lnTo>
                      <a:lnTo>
                        <a:pt x="1568" y="438"/>
                      </a:lnTo>
                      <a:lnTo>
                        <a:pt x="1551" y="440"/>
                      </a:lnTo>
                      <a:lnTo>
                        <a:pt x="1532" y="442"/>
                      </a:lnTo>
                      <a:lnTo>
                        <a:pt x="1510" y="445"/>
                      </a:lnTo>
                      <a:lnTo>
                        <a:pt x="1491" y="446"/>
                      </a:lnTo>
                      <a:lnTo>
                        <a:pt x="1478" y="447"/>
                      </a:lnTo>
                      <a:lnTo>
                        <a:pt x="1466" y="448"/>
                      </a:lnTo>
                      <a:lnTo>
                        <a:pt x="1452" y="448"/>
                      </a:lnTo>
                      <a:lnTo>
                        <a:pt x="1445" y="448"/>
                      </a:lnTo>
                      <a:lnTo>
                        <a:pt x="1438" y="447"/>
                      </a:lnTo>
                      <a:lnTo>
                        <a:pt x="1432" y="445"/>
                      </a:lnTo>
                      <a:lnTo>
                        <a:pt x="1427" y="440"/>
                      </a:lnTo>
                      <a:lnTo>
                        <a:pt x="1423" y="435"/>
                      </a:lnTo>
                      <a:lnTo>
                        <a:pt x="1421" y="433"/>
                      </a:lnTo>
                      <a:lnTo>
                        <a:pt x="1417" y="430"/>
                      </a:lnTo>
                      <a:lnTo>
                        <a:pt x="1414" y="429"/>
                      </a:lnTo>
                      <a:lnTo>
                        <a:pt x="1406" y="426"/>
                      </a:lnTo>
                      <a:lnTo>
                        <a:pt x="1396" y="419"/>
                      </a:lnTo>
                      <a:lnTo>
                        <a:pt x="1383" y="410"/>
                      </a:lnTo>
                      <a:lnTo>
                        <a:pt x="1370" y="402"/>
                      </a:lnTo>
                      <a:lnTo>
                        <a:pt x="1364" y="398"/>
                      </a:lnTo>
                      <a:lnTo>
                        <a:pt x="1358" y="394"/>
                      </a:lnTo>
                      <a:lnTo>
                        <a:pt x="1352" y="388"/>
                      </a:lnTo>
                      <a:lnTo>
                        <a:pt x="1347" y="382"/>
                      </a:lnTo>
                      <a:lnTo>
                        <a:pt x="1344" y="371"/>
                      </a:lnTo>
                      <a:lnTo>
                        <a:pt x="1339" y="353"/>
                      </a:lnTo>
                      <a:lnTo>
                        <a:pt x="1337" y="333"/>
                      </a:lnTo>
                      <a:lnTo>
                        <a:pt x="1334" y="309"/>
                      </a:lnTo>
                      <a:lnTo>
                        <a:pt x="1333" y="285"/>
                      </a:lnTo>
                      <a:lnTo>
                        <a:pt x="1333" y="264"/>
                      </a:lnTo>
                      <a:lnTo>
                        <a:pt x="1333" y="255"/>
                      </a:lnTo>
                      <a:lnTo>
                        <a:pt x="1334" y="246"/>
                      </a:lnTo>
                      <a:lnTo>
                        <a:pt x="1337" y="239"/>
                      </a:lnTo>
                      <a:lnTo>
                        <a:pt x="1338" y="233"/>
                      </a:lnTo>
                      <a:lnTo>
                        <a:pt x="1344" y="226"/>
                      </a:lnTo>
                      <a:lnTo>
                        <a:pt x="1348" y="219"/>
                      </a:lnTo>
                      <a:lnTo>
                        <a:pt x="1354" y="213"/>
                      </a:lnTo>
                      <a:lnTo>
                        <a:pt x="1359" y="208"/>
                      </a:lnTo>
                      <a:lnTo>
                        <a:pt x="1364" y="203"/>
                      </a:lnTo>
                      <a:lnTo>
                        <a:pt x="1368" y="200"/>
                      </a:lnTo>
                      <a:lnTo>
                        <a:pt x="1370" y="196"/>
                      </a:lnTo>
                      <a:lnTo>
                        <a:pt x="1371" y="192"/>
                      </a:lnTo>
                      <a:lnTo>
                        <a:pt x="1372" y="184"/>
                      </a:lnTo>
                      <a:lnTo>
                        <a:pt x="1373" y="180"/>
                      </a:lnTo>
                      <a:lnTo>
                        <a:pt x="1375" y="177"/>
                      </a:lnTo>
                      <a:lnTo>
                        <a:pt x="1377" y="176"/>
                      </a:lnTo>
                      <a:lnTo>
                        <a:pt x="1378" y="175"/>
                      </a:lnTo>
                      <a:lnTo>
                        <a:pt x="1381" y="174"/>
                      </a:lnTo>
                      <a:lnTo>
                        <a:pt x="1383" y="174"/>
                      </a:lnTo>
                      <a:lnTo>
                        <a:pt x="1384" y="171"/>
                      </a:lnTo>
                      <a:lnTo>
                        <a:pt x="1385" y="169"/>
                      </a:lnTo>
                      <a:lnTo>
                        <a:pt x="1385" y="165"/>
                      </a:lnTo>
                      <a:lnTo>
                        <a:pt x="1384" y="162"/>
                      </a:lnTo>
                      <a:lnTo>
                        <a:pt x="1383" y="158"/>
                      </a:lnTo>
                      <a:lnTo>
                        <a:pt x="1382" y="155"/>
                      </a:lnTo>
                      <a:lnTo>
                        <a:pt x="1379" y="151"/>
                      </a:lnTo>
                      <a:lnTo>
                        <a:pt x="1373" y="148"/>
                      </a:lnTo>
                      <a:lnTo>
                        <a:pt x="1369" y="142"/>
                      </a:lnTo>
                      <a:lnTo>
                        <a:pt x="1366" y="139"/>
                      </a:lnTo>
                      <a:lnTo>
                        <a:pt x="1365" y="136"/>
                      </a:lnTo>
                      <a:lnTo>
                        <a:pt x="1364" y="132"/>
                      </a:lnTo>
                      <a:lnTo>
                        <a:pt x="1363" y="127"/>
                      </a:lnTo>
                      <a:lnTo>
                        <a:pt x="1363" y="124"/>
                      </a:lnTo>
                      <a:lnTo>
                        <a:pt x="1360" y="118"/>
                      </a:lnTo>
                      <a:lnTo>
                        <a:pt x="1358" y="113"/>
                      </a:lnTo>
                      <a:lnTo>
                        <a:pt x="1356" y="108"/>
                      </a:lnTo>
                      <a:lnTo>
                        <a:pt x="1348" y="100"/>
                      </a:lnTo>
                      <a:lnTo>
                        <a:pt x="1341" y="93"/>
                      </a:lnTo>
                      <a:lnTo>
                        <a:pt x="1334" y="86"/>
                      </a:lnTo>
                      <a:lnTo>
                        <a:pt x="1328" y="77"/>
                      </a:lnTo>
                      <a:lnTo>
                        <a:pt x="1324" y="69"/>
                      </a:lnTo>
                      <a:lnTo>
                        <a:pt x="1320" y="61"/>
                      </a:lnTo>
                      <a:lnTo>
                        <a:pt x="1314" y="52"/>
                      </a:lnTo>
                      <a:lnTo>
                        <a:pt x="1307" y="41"/>
                      </a:lnTo>
                      <a:lnTo>
                        <a:pt x="1299" y="29"/>
                      </a:lnTo>
                      <a:lnTo>
                        <a:pt x="1291" y="19"/>
                      </a:lnTo>
                      <a:lnTo>
                        <a:pt x="1283" y="13"/>
                      </a:lnTo>
                      <a:lnTo>
                        <a:pt x="1274" y="8"/>
                      </a:lnTo>
                      <a:lnTo>
                        <a:pt x="1264" y="6"/>
                      </a:lnTo>
                      <a:lnTo>
                        <a:pt x="1255" y="4"/>
                      </a:lnTo>
                      <a:lnTo>
                        <a:pt x="1251" y="4"/>
                      </a:lnTo>
                      <a:lnTo>
                        <a:pt x="1246" y="4"/>
                      </a:lnTo>
                      <a:lnTo>
                        <a:pt x="1242" y="5"/>
                      </a:lnTo>
                      <a:lnTo>
                        <a:pt x="1238" y="6"/>
                      </a:lnTo>
                      <a:lnTo>
                        <a:pt x="1234" y="8"/>
                      </a:lnTo>
                      <a:lnTo>
                        <a:pt x="1231" y="11"/>
                      </a:lnTo>
                      <a:lnTo>
                        <a:pt x="1228" y="14"/>
                      </a:lnTo>
                      <a:lnTo>
                        <a:pt x="1226" y="19"/>
                      </a:lnTo>
                      <a:lnTo>
                        <a:pt x="1224" y="29"/>
                      </a:lnTo>
                      <a:lnTo>
                        <a:pt x="1220" y="39"/>
                      </a:lnTo>
                      <a:lnTo>
                        <a:pt x="1218" y="45"/>
                      </a:lnTo>
                      <a:lnTo>
                        <a:pt x="1215" y="50"/>
                      </a:lnTo>
                      <a:lnTo>
                        <a:pt x="1212" y="54"/>
                      </a:lnTo>
                      <a:lnTo>
                        <a:pt x="1207" y="58"/>
                      </a:lnTo>
                      <a:lnTo>
                        <a:pt x="1198" y="63"/>
                      </a:lnTo>
                      <a:lnTo>
                        <a:pt x="1192" y="68"/>
                      </a:lnTo>
                      <a:lnTo>
                        <a:pt x="1184" y="70"/>
                      </a:lnTo>
                      <a:lnTo>
                        <a:pt x="1180" y="70"/>
                      </a:lnTo>
                      <a:lnTo>
                        <a:pt x="1173" y="57"/>
                      </a:lnTo>
                      <a:lnTo>
                        <a:pt x="1162" y="41"/>
                      </a:lnTo>
                      <a:lnTo>
                        <a:pt x="1157" y="39"/>
                      </a:lnTo>
                      <a:lnTo>
                        <a:pt x="1154" y="39"/>
                      </a:lnTo>
                      <a:lnTo>
                        <a:pt x="1149" y="41"/>
                      </a:lnTo>
                      <a:lnTo>
                        <a:pt x="1145" y="42"/>
                      </a:lnTo>
                      <a:lnTo>
                        <a:pt x="1137" y="47"/>
                      </a:lnTo>
                      <a:lnTo>
                        <a:pt x="1129" y="52"/>
                      </a:lnTo>
                      <a:lnTo>
                        <a:pt x="1119" y="57"/>
                      </a:lnTo>
                      <a:lnTo>
                        <a:pt x="1110" y="61"/>
                      </a:lnTo>
                      <a:lnTo>
                        <a:pt x="1098" y="62"/>
                      </a:lnTo>
                      <a:lnTo>
                        <a:pt x="1088" y="61"/>
                      </a:lnTo>
                      <a:lnTo>
                        <a:pt x="1074" y="50"/>
                      </a:lnTo>
                      <a:lnTo>
                        <a:pt x="1063" y="41"/>
                      </a:lnTo>
                      <a:lnTo>
                        <a:pt x="1060" y="42"/>
                      </a:lnTo>
                      <a:lnTo>
                        <a:pt x="1058" y="44"/>
                      </a:lnTo>
                      <a:lnTo>
                        <a:pt x="1057" y="48"/>
                      </a:lnTo>
                      <a:lnTo>
                        <a:pt x="1056" y="52"/>
                      </a:lnTo>
                      <a:lnTo>
                        <a:pt x="1056" y="62"/>
                      </a:lnTo>
                      <a:lnTo>
                        <a:pt x="1056" y="73"/>
                      </a:lnTo>
                      <a:lnTo>
                        <a:pt x="1055" y="82"/>
                      </a:lnTo>
                      <a:lnTo>
                        <a:pt x="1052" y="92"/>
                      </a:lnTo>
                      <a:lnTo>
                        <a:pt x="1048" y="100"/>
                      </a:lnTo>
                      <a:lnTo>
                        <a:pt x="1043" y="108"/>
                      </a:lnTo>
                      <a:lnTo>
                        <a:pt x="1041" y="111"/>
                      </a:lnTo>
                      <a:lnTo>
                        <a:pt x="1038" y="112"/>
                      </a:lnTo>
                      <a:lnTo>
                        <a:pt x="1035" y="114"/>
                      </a:lnTo>
                      <a:lnTo>
                        <a:pt x="1031" y="114"/>
                      </a:lnTo>
                      <a:lnTo>
                        <a:pt x="1023" y="115"/>
                      </a:lnTo>
                      <a:lnTo>
                        <a:pt x="1016" y="114"/>
                      </a:lnTo>
                      <a:lnTo>
                        <a:pt x="1009" y="113"/>
                      </a:lnTo>
                      <a:lnTo>
                        <a:pt x="1003" y="111"/>
                      </a:lnTo>
                      <a:lnTo>
                        <a:pt x="999" y="110"/>
                      </a:lnTo>
                      <a:lnTo>
                        <a:pt x="997" y="108"/>
                      </a:lnTo>
                      <a:lnTo>
                        <a:pt x="995" y="105"/>
                      </a:lnTo>
                      <a:lnTo>
                        <a:pt x="994" y="101"/>
                      </a:lnTo>
                      <a:lnTo>
                        <a:pt x="994" y="99"/>
                      </a:lnTo>
                      <a:lnTo>
                        <a:pt x="997" y="95"/>
                      </a:lnTo>
                      <a:lnTo>
                        <a:pt x="999" y="93"/>
                      </a:lnTo>
                      <a:lnTo>
                        <a:pt x="1003" y="90"/>
                      </a:lnTo>
                      <a:lnTo>
                        <a:pt x="1006" y="88"/>
                      </a:lnTo>
                      <a:lnTo>
                        <a:pt x="1010" y="83"/>
                      </a:lnTo>
                      <a:lnTo>
                        <a:pt x="1011" y="79"/>
                      </a:lnTo>
                      <a:lnTo>
                        <a:pt x="1012" y="71"/>
                      </a:lnTo>
                      <a:lnTo>
                        <a:pt x="1012" y="66"/>
                      </a:lnTo>
                      <a:lnTo>
                        <a:pt x="1010" y="61"/>
                      </a:lnTo>
                      <a:lnTo>
                        <a:pt x="1006" y="57"/>
                      </a:lnTo>
                      <a:lnTo>
                        <a:pt x="1000" y="55"/>
                      </a:lnTo>
                      <a:lnTo>
                        <a:pt x="992" y="52"/>
                      </a:lnTo>
                      <a:lnTo>
                        <a:pt x="981" y="51"/>
                      </a:lnTo>
                      <a:lnTo>
                        <a:pt x="969" y="51"/>
                      </a:lnTo>
                      <a:lnTo>
                        <a:pt x="961" y="51"/>
                      </a:lnTo>
                      <a:lnTo>
                        <a:pt x="957" y="51"/>
                      </a:lnTo>
                      <a:lnTo>
                        <a:pt x="955" y="50"/>
                      </a:lnTo>
                      <a:lnTo>
                        <a:pt x="955" y="49"/>
                      </a:lnTo>
                      <a:lnTo>
                        <a:pt x="955" y="48"/>
                      </a:lnTo>
                      <a:lnTo>
                        <a:pt x="956" y="45"/>
                      </a:lnTo>
                      <a:lnTo>
                        <a:pt x="959" y="43"/>
                      </a:lnTo>
                      <a:lnTo>
                        <a:pt x="963" y="41"/>
                      </a:lnTo>
                      <a:lnTo>
                        <a:pt x="968" y="39"/>
                      </a:lnTo>
                      <a:lnTo>
                        <a:pt x="974" y="37"/>
                      </a:lnTo>
                      <a:lnTo>
                        <a:pt x="978" y="33"/>
                      </a:lnTo>
                      <a:lnTo>
                        <a:pt x="979" y="30"/>
                      </a:lnTo>
                      <a:lnTo>
                        <a:pt x="980" y="26"/>
                      </a:lnTo>
                      <a:lnTo>
                        <a:pt x="978" y="23"/>
                      </a:lnTo>
                      <a:lnTo>
                        <a:pt x="975" y="19"/>
                      </a:lnTo>
                      <a:lnTo>
                        <a:pt x="972" y="17"/>
                      </a:lnTo>
                      <a:lnTo>
                        <a:pt x="966" y="14"/>
                      </a:lnTo>
                      <a:lnTo>
                        <a:pt x="955" y="11"/>
                      </a:lnTo>
                      <a:lnTo>
                        <a:pt x="944" y="6"/>
                      </a:lnTo>
                      <a:lnTo>
                        <a:pt x="934" y="3"/>
                      </a:lnTo>
                      <a:lnTo>
                        <a:pt x="923" y="0"/>
                      </a:lnTo>
                      <a:close/>
                    </a:path>
                  </a:pathLst>
                </a:custGeom>
                <a:solidFill>
                  <a:srgbClr val="2F75B5"/>
                </a:solidFill>
                <a:ln w="9525">
                  <a:solidFill>
                    <a:srgbClr val="AFABAB"/>
                  </a:solidFill>
                  <a:round/>
                  <a:headEnd/>
                  <a:tailEnd/>
                </a:ln>
              </p:spPr>
              <p:txBody>
                <a:bodyPr/>
                <a:lstStyle/>
                <a:p>
                  <a:endParaRPr lang="zh-CN" altLang="en-US"/>
                </a:p>
              </p:txBody>
            </p:sp>
            <p:sp>
              <p:nvSpPr>
                <p:cNvPr id="41" name="安徽">
                  <a:extLst>
                    <a:ext uri="{FF2B5EF4-FFF2-40B4-BE49-F238E27FC236}">
                      <a16:creationId xmlns:a16="http://schemas.microsoft.com/office/drawing/2014/main" id="{DC6EA717-BBBA-485C-AAEE-579C849E3AAA}"/>
                    </a:ext>
                  </a:extLst>
                </p:cNvPr>
                <p:cNvSpPr>
                  <a:spLocks/>
                </p:cNvSpPr>
                <p:nvPr/>
              </p:nvSpPr>
              <p:spPr bwMode="auto">
                <a:xfrm>
                  <a:off x="3590969" y="2219441"/>
                  <a:ext cx="466731" cy="600106"/>
                </a:xfrm>
                <a:custGeom>
                  <a:avLst/>
                  <a:gdLst>
                    <a:gd name="T0" fmla="*/ 2147483646 w 1769"/>
                    <a:gd name="T1" fmla="*/ 2147483646 h 2242"/>
                    <a:gd name="T2" fmla="*/ 2147483646 w 1769"/>
                    <a:gd name="T3" fmla="*/ 2147483646 h 2242"/>
                    <a:gd name="T4" fmla="*/ 2147483646 w 1769"/>
                    <a:gd name="T5" fmla="*/ 2147483646 h 2242"/>
                    <a:gd name="T6" fmla="*/ 2147483646 w 1769"/>
                    <a:gd name="T7" fmla="*/ 2147483646 h 2242"/>
                    <a:gd name="T8" fmla="*/ 2147483646 w 1769"/>
                    <a:gd name="T9" fmla="*/ 2147483646 h 2242"/>
                    <a:gd name="T10" fmla="*/ 2147483646 w 1769"/>
                    <a:gd name="T11" fmla="*/ 2147483646 h 2242"/>
                    <a:gd name="T12" fmla="*/ 2147483646 w 1769"/>
                    <a:gd name="T13" fmla="*/ 2147483646 h 2242"/>
                    <a:gd name="T14" fmla="*/ 2147483646 w 1769"/>
                    <a:gd name="T15" fmla="*/ 2147483646 h 2242"/>
                    <a:gd name="T16" fmla="*/ 2147483646 w 1769"/>
                    <a:gd name="T17" fmla="*/ 2147483646 h 2242"/>
                    <a:gd name="T18" fmla="*/ 2147483646 w 1769"/>
                    <a:gd name="T19" fmla="*/ 2147483646 h 2242"/>
                    <a:gd name="T20" fmla="*/ 2147483646 w 1769"/>
                    <a:gd name="T21" fmla="*/ 2147483646 h 2242"/>
                    <a:gd name="T22" fmla="*/ 2147483646 w 1769"/>
                    <a:gd name="T23" fmla="*/ 2147483646 h 2242"/>
                    <a:gd name="T24" fmla="*/ 2147483646 w 1769"/>
                    <a:gd name="T25" fmla="*/ 2147483646 h 2242"/>
                    <a:gd name="T26" fmla="*/ 2147483646 w 1769"/>
                    <a:gd name="T27" fmla="*/ 2147483646 h 2242"/>
                    <a:gd name="T28" fmla="*/ 2147483646 w 1769"/>
                    <a:gd name="T29" fmla="*/ 2147483646 h 2242"/>
                    <a:gd name="T30" fmla="*/ 2147483646 w 1769"/>
                    <a:gd name="T31" fmla="*/ 2147483646 h 2242"/>
                    <a:gd name="T32" fmla="*/ 2147483646 w 1769"/>
                    <a:gd name="T33" fmla="*/ 2147483646 h 2242"/>
                    <a:gd name="T34" fmla="*/ 2147483646 w 1769"/>
                    <a:gd name="T35" fmla="*/ 2147483646 h 2242"/>
                    <a:gd name="T36" fmla="*/ 2147483646 w 1769"/>
                    <a:gd name="T37" fmla="*/ 2147483646 h 2242"/>
                    <a:gd name="T38" fmla="*/ 2147483646 w 1769"/>
                    <a:gd name="T39" fmla="*/ 2147483646 h 2242"/>
                    <a:gd name="T40" fmla="*/ 2147483646 w 1769"/>
                    <a:gd name="T41" fmla="*/ 2147483646 h 2242"/>
                    <a:gd name="T42" fmla="*/ 2147483646 w 1769"/>
                    <a:gd name="T43" fmla="*/ 0 h 2242"/>
                    <a:gd name="T44" fmla="*/ 2147483646 w 1769"/>
                    <a:gd name="T45" fmla="*/ 2147483646 h 2242"/>
                    <a:gd name="T46" fmla="*/ 2147483646 w 1769"/>
                    <a:gd name="T47" fmla="*/ 2147483646 h 2242"/>
                    <a:gd name="T48" fmla="*/ 2147483646 w 1769"/>
                    <a:gd name="T49" fmla="*/ 2147483646 h 2242"/>
                    <a:gd name="T50" fmla="*/ 2147483646 w 1769"/>
                    <a:gd name="T51" fmla="*/ 2147483646 h 2242"/>
                    <a:gd name="T52" fmla="*/ 2147483646 w 1769"/>
                    <a:gd name="T53" fmla="*/ 2147483646 h 2242"/>
                    <a:gd name="T54" fmla="*/ 2147483646 w 1769"/>
                    <a:gd name="T55" fmla="*/ 2147483646 h 2242"/>
                    <a:gd name="T56" fmla="*/ 2147483646 w 1769"/>
                    <a:gd name="T57" fmla="*/ 2147483646 h 2242"/>
                    <a:gd name="T58" fmla="*/ 2147483646 w 1769"/>
                    <a:gd name="T59" fmla="*/ 2147483646 h 2242"/>
                    <a:gd name="T60" fmla="*/ 2147483646 w 1769"/>
                    <a:gd name="T61" fmla="*/ 2147483646 h 2242"/>
                    <a:gd name="T62" fmla="*/ 2147483646 w 1769"/>
                    <a:gd name="T63" fmla="*/ 2147483646 h 2242"/>
                    <a:gd name="T64" fmla="*/ 2147483646 w 1769"/>
                    <a:gd name="T65" fmla="*/ 2147483646 h 2242"/>
                    <a:gd name="T66" fmla="*/ 2147483646 w 1769"/>
                    <a:gd name="T67" fmla="*/ 2147483646 h 2242"/>
                    <a:gd name="T68" fmla="*/ 2147483646 w 1769"/>
                    <a:gd name="T69" fmla="*/ 2147483646 h 2242"/>
                    <a:gd name="T70" fmla="*/ 2147483646 w 1769"/>
                    <a:gd name="T71" fmla="*/ 2147483646 h 2242"/>
                    <a:gd name="T72" fmla="*/ 2147483646 w 1769"/>
                    <a:gd name="T73" fmla="*/ 2147483646 h 2242"/>
                    <a:gd name="T74" fmla="*/ 2147483646 w 1769"/>
                    <a:gd name="T75" fmla="*/ 2147483646 h 2242"/>
                    <a:gd name="T76" fmla="*/ 2147483646 w 1769"/>
                    <a:gd name="T77" fmla="*/ 2147483646 h 2242"/>
                    <a:gd name="T78" fmla="*/ 2147483646 w 1769"/>
                    <a:gd name="T79" fmla="*/ 2147483646 h 2242"/>
                    <a:gd name="T80" fmla="*/ 2147483646 w 1769"/>
                    <a:gd name="T81" fmla="*/ 2147483646 h 2242"/>
                    <a:gd name="T82" fmla="*/ 2147483646 w 1769"/>
                    <a:gd name="T83" fmla="*/ 2147483646 h 2242"/>
                    <a:gd name="T84" fmla="*/ 2147483646 w 1769"/>
                    <a:gd name="T85" fmla="*/ 2147483646 h 2242"/>
                    <a:gd name="T86" fmla="*/ 2147483646 w 1769"/>
                    <a:gd name="T87" fmla="*/ 2147483646 h 2242"/>
                    <a:gd name="T88" fmla="*/ 2147483646 w 1769"/>
                    <a:gd name="T89" fmla="*/ 2147483646 h 2242"/>
                    <a:gd name="T90" fmla="*/ 2147483646 w 1769"/>
                    <a:gd name="T91" fmla="*/ 2147483646 h 2242"/>
                    <a:gd name="T92" fmla="*/ 2147483646 w 1769"/>
                    <a:gd name="T93" fmla="*/ 2147483646 h 2242"/>
                    <a:gd name="T94" fmla="*/ 2147483646 w 1769"/>
                    <a:gd name="T95" fmla="*/ 2147483646 h 2242"/>
                    <a:gd name="T96" fmla="*/ 2147483646 w 1769"/>
                    <a:gd name="T97" fmla="*/ 2147483646 h 2242"/>
                    <a:gd name="T98" fmla="*/ 2147483646 w 1769"/>
                    <a:gd name="T99" fmla="*/ 2147483646 h 2242"/>
                    <a:gd name="T100" fmla="*/ 2147483646 w 1769"/>
                    <a:gd name="T101" fmla="*/ 2147483646 h 2242"/>
                    <a:gd name="T102" fmla="*/ 2147483646 w 1769"/>
                    <a:gd name="T103" fmla="*/ 2147483646 h 2242"/>
                    <a:gd name="T104" fmla="*/ 2147483646 w 1769"/>
                    <a:gd name="T105" fmla="*/ 2147483646 h 2242"/>
                    <a:gd name="T106" fmla="*/ 2147483646 w 1769"/>
                    <a:gd name="T107" fmla="*/ 2147483646 h 2242"/>
                    <a:gd name="T108" fmla="*/ 2147483646 w 1769"/>
                    <a:gd name="T109" fmla="*/ 2147483646 h 2242"/>
                    <a:gd name="T110" fmla="*/ 2147483646 w 1769"/>
                    <a:gd name="T111" fmla="*/ 2147483646 h 2242"/>
                    <a:gd name="T112" fmla="*/ 2147483646 w 1769"/>
                    <a:gd name="T113" fmla="*/ 2147483646 h 2242"/>
                    <a:gd name="T114" fmla="*/ 2147483646 w 1769"/>
                    <a:gd name="T115" fmla="*/ 2147483646 h 2242"/>
                    <a:gd name="T116" fmla="*/ 2147483646 w 1769"/>
                    <a:gd name="T117" fmla="*/ 2147483646 h 2242"/>
                    <a:gd name="T118" fmla="*/ 2147483646 w 1769"/>
                    <a:gd name="T119" fmla="*/ 2147483646 h 2242"/>
                    <a:gd name="T120" fmla="*/ 2147483646 w 1769"/>
                    <a:gd name="T121" fmla="*/ 2147483646 h 224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769" h="2242">
                      <a:moveTo>
                        <a:pt x="1750" y="1441"/>
                      </a:moveTo>
                      <a:lnTo>
                        <a:pt x="1743" y="1437"/>
                      </a:lnTo>
                      <a:lnTo>
                        <a:pt x="1736" y="1432"/>
                      </a:lnTo>
                      <a:lnTo>
                        <a:pt x="1731" y="1430"/>
                      </a:lnTo>
                      <a:lnTo>
                        <a:pt x="1725" y="1429"/>
                      </a:lnTo>
                      <a:lnTo>
                        <a:pt x="1718" y="1430"/>
                      </a:lnTo>
                      <a:lnTo>
                        <a:pt x="1711" y="1431"/>
                      </a:lnTo>
                      <a:lnTo>
                        <a:pt x="1695" y="1433"/>
                      </a:lnTo>
                      <a:lnTo>
                        <a:pt x="1682" y="1435"/>
                      </a:lnTo>
                      <a:lnTo>
                        <a:pt x="1676" y="1433"/>
                      </a:lnTo>
                      <a:lnTo>
                        <a:pt x="1673" y="1431"/>
                      </a:lnTo>
                      <a:lnTo>
                        <a:pt x="1671" y="1429"/>
                      </a:lnTo>
                      <a:lnTo>
                        <a:pt x="1668" y="1424"/>
                      </a:lnTo>
                      <a:lnTo>
                        <a:pt x="1666" y="1414"/>
                      </a:lnTo>
                      <a:lnTo>
                        <a:pt x="1666" y="1404"/>
                      </a:lnTo>
                      <a:lnTo>
                        <a:pt x="1666" y="1393"/>
                      </a:lnTo>
                      <a:lnTo>
                        <a:pt x="1665" y="1386"/>
                      </a:lnTo>
                      <a:lnTo>
                        <a:pt x="1663" y="1383"/>
                      </a:lnTo>
                      <a:lnTo>
                        <a:pt x="1662" y="1382"/>
                      </a:lnTo>
                      <a:lnTo>
                        <a:pt x="1661" y="1381"/>
                      </a:lnTo>
                      <a:lnTo>
                        <a:pt x="1660" y="1381"/>
                      </a:lnTo>
                      <a:lnTo>
                        <a:pt x="1649" y="1386"/>
                      </a:lnTo>
                      <a:lnTo>
                        <a:pt x="1635" y="1395"/>
                      </a:lnTo>
                      <a:lnTo>
                        <a:pt x="1630" y="1397"/>
                      </a:lnTo>
                      <a:lnTo>
                        <a:pt x="1625" y="1398"/>
                      </a:lnTo>
                      <a:lnTo>
                        <a:pt x="1622" y="1397"/>
                      </a:lnTo>
                      <a:lnTo>
                        <a:pt x="1617" y="1397"/>
                      </a:lnTo>
                      <a:lnTo>
                        <a:pt x="1610" y="1393"/>
                      </a:lnTo>
                      <a:lnTo>
                        <a:pt x="1600" y="1388"/>
                      </a:lnTo>
                      <a:lnTo>
                        <a:pt x="1596" y="1386"/>
                      </a:lnTo>
                      <a:lnTo>
                        <a:pt x="1592" y="1386"/>
                      </a:lnTo>
                      <a:lnTo>
                        <a:pt x="1590" y="1387"/>
                      </a:lnTo>
                      <a:lnTo>
                        <a:pt x="1587" y="1389"/>
                      </a:lnTo>
                      <a:lnTo>
                        <a:pt x="1581" y="1397"/>
                      </a:lnTo>
                      <a:lnTo>
                        <a:pt x="1573" y="1404"/>
                      </a:lnTo>
                      <a:lnTo>
                        <a:pt x="1566" y="1407"/>
                      </a:lnTo>
                      <a:lnTo>
                        <a:pt x="1558" y="1411"/>
                      </a:lnTo>
                      <a:lnTo>
                        <a:pt x="1547" y="1412"/>
                      </a:lnTo>
                      <a:lnTo>
                        <a:pt x="1535" y="1414"/>
                      </a:lnTo>
                      <a:lnTo>
                        <a:pt x="1512" y="1416"/>
                      </a:lnTo>
                      <a:lnTo>
                        <a:pt x="1496" y="1418"/>
                      </a:lnTo>
                      <a:lnTo>
                        <a:pt x="1483" y="1419"/>
                      </a:lnTo>
                      <a:lnTo>
                        <a:pt x="1468" y="1420"/>
                      </a:lnTo>
                      <a:lnTo>
                        <a:pt x="1461" y="1420"/>
                      </a:lnTo>
                      <a:lnTo>
                        <a:pt x="1455" y="1419"/>
                      </a:lnTo>
                      <a:lnTo>
                        <a:pt x="1452" y="1418"/>
                      </a:lnTo>
                      <a:lnTo>
                        <a:pt x="1449" y="1416"/>
                      </a:lnTo>
                      <a:lnTo>
                        <a:pt x="1447" y="1410"/>
                      </a:lnTo>
                      <a:lnTo>
                        <a:pt x="1442" y="1404"/>
                      </a:lnTo>
                      <a:lnTo>
                        <a:pt x="1438" y="1399"/>
                      </a:lnTo>
                      <a:lnTo>
                        <a:pt x="1430" y="1394"/>
                      </a:lnTo>
                      <a:lnTo>
                        <a:pt x="1428" y="1391"/>
                      </a:lnTo>
                      <a:lnTo>
                        <a:pt x="1427" y="1388"/>
                      </a:lnTo>
                      <a:lnTo>
                        <a:pt x="1426" y="1385"/>
                      </a:lnTo>
                      <a:lnTo>
                        <a:pt x="1427" y="1381"/>
                      </a:lnTo>
                      <a:lnTo>
                        <a:pt x="1428" y="1379"/>
                      </a:lnTo>
                      <a:lnTo>
                        <a:pt x="1430" y="1375"/>
                      </a:lnTo>
                      <a:lnTo>
                        <a:pt x="1434" y="1373"/>
                      </a:lnTo>
                      <a:lnTo>
                        <a:pt x="1438" y="1372"/>
                      </a:lnTo>
                      <a:lnTo>
                        <a:pt x="1445" y="1369"/>
                      </a:lnTo>
                      <a:lnTo>
                        <a:pt x="1452" y="1364"/>
                      </a:lnTo>
                      <a:lnTo>
                        <a:pt x="1459" y="1359"/>
                      </a:lnTo>
                      <a:lnTo>
                        <a:pt x="1465" y="1348"/>
                      </a:lnTo>
                      <a:lnTo>
                        <a:pt x="1468" y="1341"/>
                      </a:lnTo>
                      <a:lnTo>
                        <a:pt x="1472" y="1334"/>
                      </a:lnTo>
                      <a:lnTo>
                        <a:pt x="1473" y="1325"/>
                      </a:lnTo>
                      <a:lnTo>
                        <a:pt x="1476" y="1317"/>
                      </a:lnTo>
                      <a:lnTo>
                        <a:pt x="1477" y="1301"/>
                      </a:lnTo>
                      <a:lnTo>
                        <a:pt x="1477" y="1291"/>
                      </a:lnTo>
                      <a:lnTo>
                        <a:pt x="1477" y="1279"/>
                      </a:lnTo>
                      <a:lnTo>
                        <a:pt x="1476" y="1262"/>
                      </a:lnTo>
                      <a:lnTo>
                        <a:pt x="1474" y="1254"/>
                      </a:lnTo>
                      <a:lnTo>
                        <a:pt x="1472" y="1247"/>
                      </a:lnTo>
                      <a:lnTo>
                        <a:pt x="1471" y="1244"/>
                      </a:lnTo>
                      <a:lnTo>
                        <a:pt x="1468" y="1242"/>
                      </a:lnTo>
                      <a:lnTo>
                        <a:pt x="1466" y="1241"/>
                      </a:lnTo>
                      <a:lnTo>
                        <a:pt x="1465" y="1240"/>
                      </a:lnTo>
                      <a:lnTo>
                        <a:pt x="1460" y="1240"/>
                      </a:lnTo>
                      <a:lnTo>
                        <a:pt x="1457" y="1241"/>
                      </a:lnTo>
                      <a:lnTo>
                        <a:pt x="1454" y="1243"/>
                      </a:lnTo>
                      <a:lnTo>
                        <a:pt x="1452" y="1247"/>
                      </a:lnTo>
                      <a:lnTo>
                        <a:pt x="1449" y="1249"/>
                      </a:lnTo>
                      <a:lnTo>
                        <a:pt x="1448" y="1253"/>
                      </a:lnTo>
                      <a:lnTo>
                        <a:pt x="1446" y="1254"/>
                      </a:lnTo>
                      <a:lnTo>
                        <a:pt x="1443" y="1255"/>
                      </a:lnTo>
                      <a:lnTo>
                        <a:pt x="1441" y="1254"/>
                      </a:lnTo>
                      <a:lnTo>
                        <a:pt x="1440" y="1252"/>
                      </a:lnTo>
                      <a:lnTo>
                        <a:pt x="1439" y="1249"/>
                      </a:lnTo>
                      <a:lnTo>
                        <a:pt x="1438" y="1246"/>
                      </a:lnTo>
                      <a:lnTo>
                        <a:pt x="1436" y="1238"/>
                      </a:lnTo>
                      <a:lnTo>
                        <a:pt x="1435" y="1230"/>
                      </a:lnTo>
                      <a:lnTo>
                        <a:pt x="1434" y="1228"/>
                      </a:lnTo>
                      <a:lnTo>
                        <a:pt x="1432" y="1227"/>
                      </a:lnTo>
                      <a:lnTo>
                        <a:pt x="1429" y="1228"/>
                      </a:lnTo>
                      <a:lnTo>
                        <a:pt x="1427" y="1230"/>
                      </a:lnTo>
                      <a:lnTo>
                        <a:pt x="1420" y="1237"/>
                      </a:lnTo>
                      <a:lnTo>
                        <a:pt x="1413" y="1246"/>
                      </a:lnTo>
                      <a:lnTo>
                        <a:pt x="1409" y="1250"/>
                      </a:lnTo>
                      <a:lnTo>
                        <a:pt x="1405" y="1253"/>
                      </a:lnTo>
                      <a:lnTo>
                        <a:pt x="1401" y="1254"/>
                      </a:lnTo>
                      <a:lnTo>
                        <a:pt x="1397" y="1255"/>
                      </a:lnTo>
                      <a:lnTo>
                        <a:pt x="1395" y="1255"/>
                      </a:lnTo>
                      <a:lnTo>
                        <a:pt x="1391" y="1254"/>
                      </a:lnTo>
                      <a:lnTo>
                        <a:pt x="1389" y="1252"/>
                      </a:lnTo>
                      <a:lnTo>
                        <a:pt x="1388" y="1248"/>
                      </a:lnTo>
                      <a:lnTo>
                        <a:pt x="1386" y="1243"/>
                      </a:lnTo>
                      <a:lnTo>
                        <a:pt x="1386" y="1240"/>
                      </a:lnTo>
                      <a:lnTo>
                        <a:pt x="1388" y="1236"/>
                      </a:lnTo>
                      <a:lnTo>
                        <a:pt x="1389" y="1231"/>
                      </a:lnTo>
                      <a:lnTo>
                        <a:pt x="1392" y="1223"/>
                      </a:lnTo>
                      <a:lnTo>
                        <a:pt x="1394" y="1215"/>
                      </a:lnTo>
                      <a:lnTo>
                        <a:pt x="1394" y="1211"/>
                      </a:lnTo>
                      <a:lnTo>
                        <a:pt x="1392" y="1208"/>
                      </a:lnTo>
                      <a:lnTo>
                        <a:pt x="1389" y="1205"/>
                      </a:lnTo>
                      <a:lnTo>
                        <a:pt x="1385" y="1204"/>
                      </a:lnTo>
                      <a:lnTo>
                        <a:pt x="1376" y="1202"/>
                      </a:lnTo>
                      <a:lnTo>
                        <a:pt x="1363" y="1202"/>
                      </a:lnTo>
                      <a:lnTo>
                        <a:pt x="1354" y="1202"/>
                      </a:lnTo>
                      <a:lnTo>
                        <a:pt x="1347" y="1200"/>
                      </a:lnTo>
                      <a:lnTo>
                        <a:pt x="1341" y="1198"/>
                      </a:lnTo>
                      <a:lnTo>
                        <a:pt x="1336" y="1194"/>
                      </a:lnTo>
                      <a:lnTo>
                        <a:pt x="1333" y="1191"/>
                      </a:lnTo>
                      <a:lnTo>
                        <a:pt x="1329" y="1186"/>
                      </a:lnTo>
                      <a:lnTo>
                        <a:pt x="1328" y="1179"/>
                      </a:lnTo>
                      <a:lnTo>
                        <a:pt x="1327" y="1172"/>
                      </a:lnTo>
                      <a:lnTo>
                        <a:pt x="1326" y="1167"/>
                      </a:lnTo>
                      <a:lnTo>
                        <a:pt x="1323" y="1164"/>
                      </a:lnTo>
                      <a:lnTo>
                        <a:pt x="1320" y="1160"/>
                      </a:lnTo>
                      <a:lnTo>
                        <a:pt x="1314" y="1158"/>
                      </a:lnTo>
                      <a:lnTo>
                        <a:pt x="1306" y="1154"/>
                      </a:lnTo>
                      <a:lnTo>
                        <a:pt x="1296" y="1150"/>
                      </a:lnTo>
                      <a:lnTo>
                        <a:pt x="1288" y="1146"/>
                      </a:lnTo>
                      <a:lnTo>
                        <a:pt x="1282" y="1141"/>
                      </a:lnTo>
                      <a:lnTo>
                        <a:pt x="1278" y="1136"/>
                      </a:lnTo>
                      <a:lnTo>
                        <a:pt x="1276" y="1133"/>
                      </a:lnTo>
                      <a:lnTo>
                        <a:pt x="1275" y="1128"/>
                      </a:lnTo>
                      <a:lnTo>
                        <a:pt x="1275" y="1124"/>
                      </a:lnTo>
                      <a:lnTo>
                        <a:pt x="1276" y="1116"/>
                      </a:lnTo>
                      <a:lnTo>
                        <a:pt x="1278" y="1108"/>
                      </a:lnTo>
                      <a:lnTo>
                        <a:pt x="1278" y="1098"/>
                      </a:lnTo>
                      <a:lnTo>
                        <a:pt x="1278" y="1090"/>
                      </a:lnTo>
                      <a:lnTo>
                        <a:pt x="1276" y="1083"/>
                      </a:lnTo>
                      <a:lnTo>
                        <a:pt x="1273" y="1079"/>
                      </a:lnTo>
                      <a:lnTo>
                        <a:pt x="1273" y="1078"/>
                      </a:lnTo>
                      <a:lnTo>
                        <a:pt x="1275" y="1076"/>
                      </a:lnTo>
                      <a:lnTo>
                        <a:pt x="1277" y="1073"/>
                      </a:lnTo>
                      <a:lnTo>
                        <a:pt x="1282" y="1071"/>
                      </a:lnTo>
                      <a:lnTo>
                        <a:pt x="1290" y="1065"/>
                      </a:lnTo>
                      <a:lnTo>
                        <a:pt x="1302" y="1057"/>
                      </a:lnTo>
                      <a:lnTo>
                        <a:pt x="1316" y="1046"/>
                      </a:lnTo>
                      <a:lnTo>
                        <a:pt x="1332" y="1035"/>
                      </a:lnTo>
                      <a:lnTo>
                        <a:pt x="1344" y="1025"/>
                      </a:lnTo>
                      <a:lnTo>
                        <a:pt x="1353" y="1015"/>
                      </a:lnTo>
                      <a:lnTo>
                        <a:pt x="1360" y="1005"/>
                      </a:lnTo>
                      <a:lnTo>
                        <a:pt x="1365" y="998"/>
                      </a:lnTo>
                      <a:lnTo>
                        <a:pt x="1369" y="990"/>
                      </a:lnTo>
                      <a:lnTo>
                        <a:pt x="1373" y="982"/>
                      </a:lnTo>
                      <a:lnTo>
                        <a:pt x="1375" y="978"/>
                      </a:lnTo>
                      <a:lnTo>
                        <a:pt x="1375" y="973"/>
                      </a:lnTo>
                      <a:lnTo>
                        <a:pt x="1376" y="969"/>
                      </a:lnTo>
                      <a:lnTo>
                        <a:pt x="1375" y="965"/>
                      </a:lnTo>
                      <a:lnTo>
                        <a:pt x="1373" y="956"/>
                      </a:lnTo>
                      <a:lnTo>
                        <a:pt x="1372" y="944"/>
                      </a:lnTo>
                      <a:lnTo>
                        <a:pt x="1372" y="932"/>
                      </a:lnTo>
                      <a:lnTo>
                        <a:pt x="1372" y="919"/>
                      </a:lnTo>
                      <a:lnTo>
                        <a:pt x="1371" y="907"/>
                      </a:lnTo>
                      <a:lnTo>
                        <a:pt x="1370" y="899"/>
                      </a:lnTo>
                      <a:lnTo>
                        <a:pt x="1367" y="895"/>
                      </a:lnTo>
                      <a:lnTo>
                        <a:pt x="1366" y="891"/>
                      </a:lnTo>
                      <a:lnTo>
                        <a:pt x="1363" y="890"/>
                      </a:lnTo>
                      <a:lnTo>
                        <a:pt x="1359" y="889"/>
                      </a:lnTo>
                      <a:lnTo>
                        <a:pt x="1353" y="888"/>
                      </a:lnTo>
                      <a:lnTo>
                        <a:pt x="1348" y="885"/>
                      </a:lnTo>
                      <a:lnTo>
                        <a:pt x="1346" y="884"/>
                      </a:lnTo>
                      <a:lnTo>
                        <a:pt x="1345" y="882"/>
                      </a:lnTo>
                      <a:lnTo>
                        <a:pt x="1344" y="878"/>
                      </a:lnTo>
                      <a:lnTo>
                        <a:pt x="1342" y="875"/>
                      </a:lnTo>
                      <a:lnTo>
                        <a:pt x="1339" y="864"/>
                      </a:lnTo>
                      <a:lnTo>
                        <a:pt x="1333" y="851"/>
                      </a:lnTo>
                      <a:lnTo>
                        <a:pt x="1332" y="846"/>
                      </a:lnTo>
                      <a:lnTo>
                        <a:pt x="1332" y="843"/>
                      </a:lnTo>
                      <a:lnTo>
                        <a:pt x="1333" y="839"/>
                      </a:lnTo>
                      <a:lnTo>
                        <a:pt x="1334" y="837"/>
                      </a:lnTo>
                      <a:lnTo>
                        <a:pt x="1338" y="836"/>
                      </a:lnTo>
                      <a:lnTo>
                        <a:pt x="1341" y="834"/>
                      </a:lnTo>
                      <a:lnTo>
                        <a:pt x="1346" y="834"/>
                      </a:lnTo>
                      <a:lnTo>
                        <a:pt x="1352" y="834"/>
                      </a:lnTo>
                      <a:lnTo>
                        <a:pt x="1363" y="834"/>
                      </a:lnTo>
                      <a:lnTo>
                        <a:pt x="1373" y="832"/>
                      </a:lnTo>
                      <a:lnTo>
                        <a:pt x="1384" y="830"/>
                      </a:lnTo>
                      <a:lnTo>
                        <a:pt x="1394" y="828"/>
                      </a:lnTo>
                      <a:lnTo>
                        <a:pt x="1408" y="827"/>
                      </a:lnTo>
                      <a:lnTo>
                        <a:pt x="1426" y="827"/>
                      </a:lnTo>
                      <a:lnTo>
                        <a:pt x="1435" y="828"/>
                      </a:lnTo>
                      <a:lnTo>
                        <a:pt x="1445" y="830"/>
                      </a:lnTo>
                      <a:lnTo>
                        <a:pt x="1452" y="832"/>
                      </a:lnTo>
                      <a:lnTo>
                        <a:pt x="1459" y="833"/>
                      </a:lnTo>
                      <a:lnTo>
                        <a:pt x="1471" y="840"/>
                      </a:lnTo>
                      <a:lnTo>
                        <a:pt x="1484" y="849"/>
                      </a:lnTo>
                      <a:lnTo>
                        <a:pt x="1496" y="859"/>
                      </a:lnTo>
                      <a:lnTo>
                        <a:pt x="1505" y="869"/>
                      </a:lnTo>
                      <a:lnTo>
                        <a:pt x="1511" y="876"/>
                      </a:lnTo>
                      <a:lnTo>
                        <a:pt x="1517" y="881"/>
                      </a:lnTo>
                      <a:lnTo>
                        <a:pt x="1521" y="882"/>
                      </a:lnTo>
                      <a:lnTo>
                        <a:pt x="1523" y="883"/>
                      </a:lnTo>
                      <a:lnTo>
                        <a:pt x="1526" y="883"/>
                      </a:lnTo>
                      <a:lnTo>
                        <a:pt x="1527" y="883"/>
                      </a:lnTo>
                      <a:lnTo>
                        <a:pt x="1529" y="881"/>
                      </a:lnTo>
                      <a:lnTo>
                        <a:pt x="1533" y="876"/>
                      </a:lnTo>
                      <a:lnTo>
                        <a:pt x="1535" y="870"/>
                      </a:lnTo>
                      <a:lnTo>
                        <a:pt x="1539" y="862"/>
                      </a:lnTo>
                      <a:lnTo>
                        <a:pt x="1543" y="850"/>
                      </a:lnTo>
                      <a:lnTo>
                        <a:pt x="1549" y="837"/>
                      </a:lnTo>
                      <a:lnTo>
                        <a:pt x="1553" y="830"/>
                      </a:lnTo>
                      <a:lnTo>
                        <a:pt x="1555" y="824"/>
                      </a:lnTo>
                      <a:lnTo>
                        <a:pt x="1556" y="817"/>
                      </a:lnTo>
                      <a:lnTo>
                        <a:pt x="1558" y="811"/>
                      </a:lnTo>
                      <a:lnTo>
                        <a:pt x="1556" y="797"/>
                      </a:lnTo>
                      <a:lnTo>
                        <a:pt x="1555" y="783"/>
                      </a:lnTo>
                      <a:lnTo>
                        <a:pt x="1553" y="767"/>
                      </a:lnTo>
                      <a:lnTo>
                        <a:pt x="1549" y="751"/>
                      </a:lnTo>
                      <a:lnTo>
                        <a:pt x="1548" y="744"/>
                      </a:lnTo>
                      <a:lnTo>
                        <a:pt x="1545" y="738"/>
                      </a:lnTo>
                      <a:lnTo>
                        <a:pt x="1540" y="732"/>
                      </a:lnTo>
                      <a:lnTo>
                        <a:pt x="1535" y="729"/>
                      </a:lnTo>
                      <a:lnTo>
                        <a:pt x="1523" y="721"/>
                      </a:lnTo>
                      <a:lnTo>
                        <a:pt x="1512" y="717"/>
                      </a:lnTo>
                      <a:lnTo>
                        <a:pt x="1503" y="713"/>
                      </a:lnTo>
                      <a:lnTo>
                        <a:pt x="1493" y="707"/>
                      </a:lnTo>
                      <a:lnTo>
                        <a:pt x="1489" y="704"/>
                      </a:lnTo>
                      <a:lnTo>
                        <a:pt x="1485" y="700"/>
                      </a:lnTo>
                      <a:lnTo>
                        <a:pt x="1482" y="696"/>
                      </a:lnTo>
                      <a:lnTo>
                        <a:pt x="1479" y="692"/>
                      </a:lnTo>
                      <a:lnTo>
                        <a:pt x="1474" y="683"/>
                      </a:lnTo>
                      <a:lnTo>
                        <a:pt x="1470" y="676"/>
                      </a:lnTo>
                      <a:lnTo>
                        <a:pt x="1467" y="674"/>
                      </a:lnTo>
                      <a:lnTo>
                        <a:pt x="1465" y="673"/>
                      </a:lnTo>
                      <a:lnTo>
                        <a:pt x="1461" y="671"/>
                      </a:lnTo>
                      <a:lnTo>
                        <a:pt x="1458" y="671"/>
                      </a:lnTo>
                      <a:lnTo>
                        <a:pt x="1446" y="671"/>
                      </a:lnTo>
                      <a:lnTo>
                        <a:pt x="1432" y="671"/>
                      </a:lnTo>
                      <a:lnTo>
                        <a:pt x="1424" y="673"/>
                      </a:lnTo>
                      <a:lnTo>
                        <a:pt x="1417" y="675"/>
                      </a:lnTo>
                      <a:lnTo>
                        <a:pt x="1411" y="677"/>
                      </a:lnTo>
                      <a:lnTo>
                        <a:pt x="1407" y="682"/>
                      </a:lnTo>
                      <a:lnTo>
                        <a:pt x="1403" y="688"/>
                      </a:lnTo>
                      <a:lnTo>
                        <a:pt x="1402" y="694"/>
                      </a:lnTo>
                      <a:lnTo>
                        <a:pt x="1401" y="701"/>
                      </a:lnTo>
                      <a:lnTo>
                        <a:pt x="1401" y="707"/>
                      </a:lnTo>
                      <a:lnTo>
                        <a:pt x="1401" y="713"/>
                      </a:lnTo>
                      <a:lnTo>
                        <a:pt x="1398" y="718"/>
                      </a:lnTo>
                      <a:lnTo>
                        <a:pt x="1396" y="721"/>
                      </a:lnTo>
                      <a:lnTo>
                        <a:pt x="1391" y="725"/>
                      </a:lnTo>
                      <a:lnTo>
                        <a:pt x="1386" y="727"/>
                      </a:lnTo>
                      <a:lnTo>
                        <a:pt x="1384" y="731"/>
                      </a:lnTo>
                      <a:lnTo>
                        <a:pt x="1383" y="734"/>
                      </a:lnTo>
                      <a:lnTo>
                        <a:pt x="1383" y="739"/>
                      </a:lnTo>
                      <a:lnTo>
                        <a:pt x="1384" y="750"/>
                      </a:lnTo>
                      <a:lnTo>
                        <a:pt x="1385" y="761"/>
                      </a:lnTo>
                      <a:lnTo>
                        <a:pt x="1385" y="764"/>
                      </a:lnTo>
                      <a:lnTo>
                        <a:pt x="1383" y="768"/>
                      </a:lnTo>
                      <a:lnTo>
                        <a:pt x="1380" y="770"/>
                      </a:lnTo>
                      <a:lnTo>
                        <a:pt x="1378" y="773"/>
                      </a:lnTo>
                      <a:lnTo>
                        <a:pt x="1371" y="774"/>
                      </a:lnTo>
                      <a:lnTo>
                        <a:pt x="1363" y="775"/>
                      </a:lnTo>
                      <a:lnTo>
                        <a:pt x="1352" y="775"/>
                      </a:lnTo>
                      <a:lnTo>
                        <a:pt x="1338" y="776"/>
                      </a:lnTo>
                      <a:lnTo>
                        <a:pt x="1322" y="778"/>
                      </a:lnTo>
                      <a:lnTo>
                        <a:pt x="1310" y="777"/>
                      </a:lnTo>
                      <a:lnTo>
                        <a:pt x="1301" y="776"/>
                      </a:lnTo>
                      <a:lnTo>
                        <a:pt x="1288" y="776"/>
                      </a:lnTo>
                      <a:lnTo>
                        <a:pt x="1277" y="777"/>
                      </a:lnTo>
                      <a:lnTo>
                        <a:pt x="1269" y="780"/>
                      </a:lnTo>
                      <a:lnTo>
                        <a:pt x="1262" y="782"/>
                      </a:lnTo>
                      <a:lnTo>
                        <a:pt x="1256" y="782"/>
                      </a:lnTo>
                      <a:lnTo>
                        <a:pt x="1249" y="780"/>
                      </a:lnTo>
                      <a:lnTo>
                        <a:pt x="1243" y="775"/>
                      </a:lnTo>
                      <a:lnTo>
                        <a:pt x="1234" y="767"/>
                      </a:lnTo>
                      <a:lnTo>
                        <a:pt x="1222" y="756"/>
                      </a:lnTo>
                      <a:lnTo>
                        <a:pt x="1212" y="743"/>
                      </a:lnTo>
                      <a:lnTo>
                        <a:pt x="1205" y="731"/>
                      </a:lnTo>
                      <a:lnTo>
                        <a:pt x="1200" y="723"/>
                      </a:lnTo>
                      <a:lnTo>
                        <a:pt x="1197" y="714"/>
                      </a:lnTo>
                      <a:lnTo>
                        <a:pt x="1197" y="707"/>
                      </a:lnTo>
                      <a:lnTo>
                        <a:pt x="1197" y="701"/>
                      </a:lnTo>
                      <a:lnTo>
                        <a:pt x="1205" y="692"/>
                      </a:lnTo>
                      <a:lnTo>
                        <a:pt x="1209" y="680"/>
                      </a:lnTo>
                      <a:lnTo>
                        <a:pt x="1201" y="667"/>
                      </a:lnTo>
                      <a:lnTo>
                        <a:pt x="1190" y="650"/>
                      </a:lnTo>
                      <a:lnTo>
                        <a:pt x="1186" y="637"/>
                      </a:lnTo>
                      <a:lnTo>
                        <a:pt x="1183" y="625"/>
                      </a:lnTo>
                      <a:lnTo>
                        <a:pt x="1181" y="614"/>
                      </a:lnTo>
                      <a:lnTo>
                        <a:pt x="1178" y="592"/>
                      </a:lnTo>
                      <a:lnTo>
                        <a:pt x="1177" y="585"/>
                      </a:lnTo>
                      <a:lnTo>
                        <a:pt x="1176" y="579"/>
                      </a:lnTo>
                      <a:lnTo>
                        <a:pt x="1174" y="574"/>
                      </a:lnTo>
                      <a:lnTo>
                        <a:pt x="1171" y="569"/>
                      </a:lnTo>
                      <a:lnTo>
                        <a:pt x="1168" y="567"/>
                      </a:lnTo>
                      <a:lnTo>
                        <a:pt x="1164" y="565"/>
                      </a:lnTo>
                      <a:lnTo>
                        <a:pt x="1161" y="563"/>
                      </a:lnTo>
                      <a:lnTo>
                        <a:pt x="1157" y="563"/>
                      </a:lnTo>
                      <a:lnTo>
                        <a:pt x="1153" y="566"/>
                      </a:lnTo>
                      <a:lnTo>
                        <a:pt x="1150" y="569"/>
                      </a:lnTo>
                      <a:lnTo>
                        <a:pt x="1146" y="576"/>
                      </a:lnTo>
                      <a:lnTo>
                        <a:pt x="1144" y="584"/>
                      </a:lnTo>
                      <a:lnTo>
                        <a:pt x="1142" y="592"/>
                      </a:lnTo>
                      <a:lnTo>
                        <a:pt x="1139" y="598"/>
                      </a:lnTo>
                      <a:lnTo>
                        <a:pt x="1137" y="604"/>
                      </a:lnTo>
                      <a:lnTo>
                        <a:pt x="1133" y="606"/>
                      </a:lnTo>
                      <a:lnTo>
                        <a:pt x="1127" y="610"/>
                      </a:lnTo>
                      <a:lnTo>
                        <a:pt x="1120" y="611"/>
                      </a:lnTo>
                      <a:lnTo>
                        <a:pt x="1113" y="612"/>
                      </a:lnTo>
                      <a:lnTo>
                        <a:pt x="1106" y="612"/>
                      </a:lnTo>
                      <a:lnTo>
                        <a:pt x="1100" y="612"/>
                      </a:lnTo>
                      <a:lnTo>
                        <a:pt x="1098" y="611"/>
                      </a:lnTo>
                      <a:lnTo>
                        <a:pt x="1095" y="609"/>
                      </a:lnTo>
                      <a:lnTo>
                        <a:pt x="1094" y="604"/>
                      </a:lnTo>
                      <a:lnTo>
                        <a:pt x="1092" y="598"/>
                      </a:lnTo>
                      <a:lnTo>
                        <a:pt x="1089" y="592"/>
                      </a:lnTo>
                      <a:lnTo>
                        <a:pt x="1086" y="587"/>
                      </a:lnTo>
                      <a:lnTo>
                        <a:pt x="1081" y="581"/>
                      </a:lnTo>
                      <a:lnTo>
                        <a:pt x="1080" y="576"/>
                      </a:lnTo>
                      <a:lnTo>
                        <a:pt x="1079" y="573"/>
                      </a:lnTo>
                      <a:lnTo>
                        <a:pt x="1077" y="568"/>
                      </a:lnTo>
                      <a:lnTo>
                        <a:pt x="1079" y="565"/>
                      </a:lnTo>
                      <a:lnTo>
                        <a:pt x="1080" y="556"/>
                      </a:lnTo>
                      <a:lnTo>
                        <a:pt x="1081" y="547"/>
                      </a:lnTo>
                      <a:lnTo>
                        <a:pt x="1081" y="537"/>
                      </a:lnTo>
                      <a:lnTo>
                        <a:pt x="1083" y="530"/>
                      </a:lnTo>
                      <a:lnTo>
                        <a:pt x="1087" y="525"/>
                      </a:lnTo>
                      <a:lnTo>
                        <a:pt x="1092" y="519"/>
                      </a:lnTo>
                      <a:lnTo>
                        <a:pt x="1095" y="516"/>
                      </a:lnTo>
                      <a:lnTo>
                        <a:pt x="1096" y="512"/>
                      </a:lnTo>
                      <a:lnTo>
                        <a:pt x="1098" y="510"/>
                      </a:lnTo>
                      <a:lnTo>
                        <a:pt x="1099" y="506"/>
                      </a:lnTo>
                      <a:lnTo>
                        <a:pt x="1098" y="498"/>
                      </a:lnTo>
                      <a:lnTo>
                        <a:pt x="1096" y="488"/>
                      </a:lnTo>
                      <a:lnTo>
                        <a:pt x="1095" y="477"/>
                      </a:lnTo>
                      <a:lnTo>
                        <a:pt x="1096" y="466"/>
                      </a:lnTo>
                      <a:lnTo>
                        <a:pt x="1098" y="459"/>
                      </a:lnTo>
                      <a:lnTo>
                        <a:pt x="1099" y="455"/>
                      </a:lnTo>
                      <a:lnTo>
                        <a:pt x="1103" y="455"/>
                      </a:lnTo>
                      <a:lnTo>
                        <a:pt x="1111" y="458"/>
                      </a:lnTo>
                      <a:lnTo>
                        <a:pt x="1117" y="459"/>
                      </a:lnTo>
                      <a:lnTo>
                        <a:pt x="1125" y="460"/>
                      </a:lnTo>
                      <a:lnTo>
                        <a:pt x="1132" y="460"/>
                      </a:lnTo>
                      <a:lnTo>
                        <a:pt x="1136" y="459"/>
                      </a:lnTo>
                      <a:lnTo>
                        <a:pt x="1136" y="448"/>
                      </a:lnTo>
                      <a:lnTo>
                        <a:pt x="1133" y="434"/>
                      </a:lnTo>
                      <a:lnTo>
                        <a:pt x="1132" y="427"/>
                      </a:lnTo>
                      <a:lnTo>
                        <a:pt x="1131" y="421"/>
                      </a:lnTo>
                      <a:lnTo>
                        <a:pt x="1130" y="414"/>
                      </a:lnTo>
                      <a:lnTo>
                        <a:pt x="1132" y="406"/>
                      </a:lnTo>
                      <a:lnTo>
                        <a:pt x="1134" y="399"/>
                      </a:lnTo>
                      <a:lnTo>
                        <a:pt x="1137" y="391"/>
                      </a:lnTo>
                      <a:lnTo>
                        <a:pt x="1139" y="383"/>
                      </a:lnTo>
                      <a:lnTo>
                        <a:pt x="1139" y="374"/>
                      </a:lnTo>
                      <a:lnTo>
                        <a:pt x="1139" y="370"/>
                      </a:lnTo>
                      <a:lnTo>
                        <a:pt x="1138" y="364"/>
                      </a:lnTo>
                      <a:lnTo>
                        <a:pt x="1137" y="360"/>
                      </a:lnTo>
                      <a:lnTo>
                        <a:pt x="1136" y="357"/>
                      </a:lnTo>
                      <a:lnTo>
                        <a:pt x="1132" y="353"/>
                      </a:lnTo>
                      <a:lnTo>
                        <a:pt x="1128" y="351"/>
                      </a:lnTo>
                      <a:lnTo>
                        <a:pt x="1124" y="351"/>
                      </a:lnTo>
                      <a:lnTo>
                        <a:pt x="1117" y="351"/>
                      </a:lnTo>
                      <a:lnTo>
                        <a:pt x="1108" y="352"/>
                      </a:lnTo>
                      <a:lnTo>
                        <a:pt x="1099" y="354"/>
                      </a:lnTo>
                      <a:lnTo>
                        <a:pt x="1088" y="357"/>
                      </a:lnTo>
                      <a:lnTo>
                        <a:pt x="1077" y="358"/>
                      </a:lnTo>
                      <a:lnTo>
                        <a:pt x="1060" y="361"/>
                      </a:lnTo>
                      <a:lnTo>
                        <a:pt x="1045" y="364"/>
                      </a:lnTo>
                      <a:lnTo>
                        <a:pt x="1030" y="364"/>
                      </a:lnTo>
                      <a:lnTo>
                        <a:pt x="1012" y="364"/>
                      </a:lnTo>
                      <a:lnTo>
                        <a:pt x="997" y="364"/>
                      </a:lnTo>
                      <a:lnTo>
                        <a:pt x="988" y="362"/>
                      </a:lnTo>
                      <a:lnTo>
                        <a:pt x="985" y="360"/>
                      </a:lnTo>
                      <a:lnTo>
                        <a:pt x="982" y="358"/>
                      </a:lnTo>
                      <a:lnTo>
                        <a:pt x="982" y="355"/>
                      </a:lnTo>
                      <a:lnTo>
                        <a:pt x="981" y="351"/>
                      </a:lnTo>
                      <a:lnTo>
                        <a:pt x="982" y="340"/>
                      </a:lnTo>
                      <a:lnTo>
                        <a:pt x="983" y="330"/>
                      </a:lnTo>
                      <a:lnTo>
                        <a:pt x="985" y="320"/>
                      </a:lnTo>
                      <a:lnTo>
                        <a:pt x="986" y="310"/>
                      </a:lnTo>
                      <a:lnTo>
                        <a:pt x="986" y="307"/>
                      </a:lnTo>
                      <a:lnTo>
                        <a:pt x="983" y="304"/>
                      </a:lnTo>
                      <a:lnTo>
                        <a:pt x="981" y="303"/>
                      </a:lnTo>
                      <a:lnTo>
                        <a:pt x="977" y="303"/>
                      </a:lnTo>
                      <a:lnTo>
                        <a:pt x="973" y="303"/>
                      </a:lnTo>
                      <a:lnTo>
                        <a:pt x="969" y="303"/>
                      </a:lnTo>
                      <a:lnTo>
                        <a:pt x="964" y="302"/>
                      </a:lnTo>
                      <a:lnTo>
                        <a:pt x="961" y="301"/>
                      </a:lnTo>
                      <a:lnTo>
                        <a:pt x="956" y="295"/>
                      </a:lnTo>
                      <a:lnTo>
                        <a:pt x="954" y="290"/>
                      </a:lnTo>
                      <a:lnTo>
                        <a:pt x="951" y="283"/>
                      </a:lnTo>
                      <a:lnTo>
                        <a:pt x="951" y="273"/>
                      </a:lnTo>
                      <a:lnTo>
                        <a:pt x="950" y="270"/>
                      </a:lnTo>
                      <a:lnTo>
                        <a:pt x="949" y="265"/>
                      </a:lnTo>
                      <a:lnTo>
                        <a:pt x="947" y="263"/>
                      </a:lnTo>
                      <a:lnTo>
                        <a:pt x="944" y="260"/>
                      </a:lnTo>
                      <a:lnTo>
                        <a:pt x="942" y="259"/>
                      </a:lnTo>
                      <a:lnTo>
                        <a:pt x="938" y="259"/>
                      </a:lnTo>
                      <a:lnTo>
                        <a:pt x="934" y="260"/>
                      </a:lnTo>
                      <a:lnTo>
                        <a:pt x="930" y="260"/>
                      </a:lnTo>
                      <a:lnTo>
                        <a:pt x="922" y="263"/>
                      </a:lnTo>
                      <a:lnTo>
                        <a:pt x="914" y="263"/>
                      </a:lnTo>
                      <a:lnTo>
                        <a:pt x="911" y="261"/>
                      </a:lnTo>
                      <a:lnTo>
                        <a:pt x="909" y="259"/>
                      </a:lnTo>
                      <a:lnTo>
                        <a:pt x="906" y="255"/>
                      </a:lnTo>
                      <a:lnTo>
                        <a:pt x="904" y="251"/>
                      </a:lnTo>
                      <a:lnTo>
                        <a:pt x="903" y="246"/>
                      </a:lnTo>
                      <a:lnTo>
                        <a:pt x="900" y="242"/>
                      </a:lnTo>
                      <a:lnTo>
                        <a:pt x="898" y="240"/>
                      </a:lnTo>
                      <a:lnTo>
                        <a:pt x="895" y="239"/>
                      </a:lnTo>
                      <a:lnTo>
                        <a:pt x="892" y="239"/>
                      </a:lnTo>
                      <a:lnTo>
                        <a:pt x="887" y="239"/>
                      </a:lnTo>
                      <a:lnTo>
                        <a:pt x="884" y="241"/>
                      </a:lnTo>
                      <a:lnTo>
                        <a:pt x="878" y="244"/>
                      </a:lnTo>
                      <a:lnTo>
                        <a:pt x="873" y="247"/>
                      </a:lnTo>
                      <a:lnTo>
                        <a:pt x="867" y="248"/>
                      </a:lnTo>
                      <a:lnTo>
                        <a:pt x="862" y="250"/>
                      </a:lnTo>
                      <a:lnTo>
                        <a:pt x="857" y="250"/>
                      </a:lnTo>
                      <a:lnTo>
                        <a:pt x="854" y="248"/>
                      </a:lnTo>
                      <a:lnTo>
                        <a:pt x="850" y="246"/>
                      </a:lnTo>
                      <a:lnTo>
                        <a:pt x="848" y="242"/>
                      </a:lnTo>
                      <a:lnTo>
                        <a:pt x="846" y="239"/>
                      </a:lnTo>
                      <a:lnTo>
                        <a:pt x="843" y="234"/>
                      </a:lnTo>
                      <a:lnTo>
                        <a:pt x="841" y="231"/>
                      </a:lnTo>
                      <a:lnTo>
                        <a:pt x="838" y="229"/>
                      </a:lnTo>
                      <a:lnTo>
                        <a:pt x="835" y="228"/>
                      </a:lnTo>
                      <a:lnTo>
                        <a:pt x="824" y="228"/>
                      </a:lnTo>
                      <a:lnTo>
                        <a:pt x="811" y="232"/>
                      </a:lnTo>
                      <a:lnTo>
                        <a:pt x="803" y="233"/>
                      </a:lnTo>
                      <a:lnTo>
                        <a:pt x="794" y="233"/>
                      </a:lnTo>
                      <a:lnTo>
                        <a:pt x="785" y="232"/>
                      </a:lnTo>
                      <a:lnTo>
                        <a:pt x="775" y="229"/>
                      </a:lnTo>
                      <a:lnTo>
                        <a:pt x="766" y="226"/>
                      </a:lnTo>
                      <a:lnTo>
                        <a:pt x="756" y="222"/>
                      </a:lnTo>
                      <a:lnTo>
                        <a:pt x="747" y="217"/>
                      </a:lnTo>
                      <a:lnTo>
                        <a:pt x="739" y="213"/>
                      </a:lnTo>
                      <a:lnTo>
                        <a:pt x="730" y="208"/>
                      </a:lnTo>
                      <a:lnTo>
                        <a:pt x="724" y="203"/>
                      </a:lnTo>
                      <a:lnTo>
                        <a:pt x="721" y="198"/>
                      </a:lnTo>
                      <a:lnTo>
                        <a:pt x="718" y="195"/>
                      </a:lnTo>
                      <a:lnTo>
                        <a:pt x="716" y="187"/>
                      </a:lnTo>
                      <a:lnTo>
                        <a:pt x="715" y="179"/>
                      </a:lnTo>
                      <a:lnTo>
                        <a:pt x="712" y="170"/>
                      </a:lnTo>
                      <a:lnTo>
                        <a:pt x="708" y="162"/>
                      </a:lnTo>
                      <a:lnTo>
                        <a:pt x="703" y="152"/>
                      </a:lnTo>
                      <a:lnTo>
                        <a:pt x="697" y="144"/>
                      </a:lnTo>
                      <a:lnTo>
                        <a:pt x="695" y="139"/>
                      </a:lnTo>
                      <a:lnTo>
                        <a:pt x="693" y="135"/>
                      </a:lnTo>
                      <a:lnTo>
                        <a:pt x="693" y="131"/>
                      </a:lnTo>
                      <a:lnTo>
                        <a:pt x="693" y="126"/>
                      </a:lnTo>
                      <a:lnTo>
                        <a:pt x="693" y="116"/>
                      </a:lnTo>
                      <a:lnTo>
                        <a:pt x="693" y="106"/>
                      </a:lnTo>
                      <a:lnTo>
                        <a:pt x="692" y="102"/>
                      </a:lnTo>
                      <a:lnTo>
                        <a:pt x="690" y="99"/>
                      </a:lnTo>
                      <a:lnTo>
                        <a:pt x="686" y="97"/>
                      </a:lnTo>
                      <a:lnTo>
                        <a:pt x="681" y="96"/>
                      </a:lnTo>
                      <a:lnTo>
                        <a:pt x="671" y="97"/>
                      </a:lnTo>
                      <a:lnTo>
                        <a:pt x="655" y="99"/>
                      </a:lnTo>
                      <a:lnTo>
                        <a:pt x="648" y="99"/>
                      </a:lnTo>
                      <a:lnTo>
                        <a:pt x="642" y="97"/>
                      </a:lnTo>
                      <a:lnTo>
                        <a:pt x="636" y="95"/>
                      </a:lnTo>
                      <a:lnTo>
                        <a:pt x="632" y="93"/>
                      </a:lnTo>
                      <a:lnTo>
                        <a:pt x="624" y="86"/>
                      </a:lnTo>
                      <a:lnTo>
                        <a:pt x="618" y="77"/>
                      </a:lnTo>
                      <a:lnTo>
                        <a:pt x="615" y="72"/>
                      </a:lnTo>
                      <a:lnTo>
                        <a:pt x="611" y="70"/>
                      </a:lnTo>
                      <a:lnTo>
                        <a:pt x="607" y="69"/>
                      </a:lnTo>
                      <a:lnTo>
                        <a:pt x="602" y="68"/>
                      </a:lnTo>
                      <a:lnTo>
                        <a:pt x="591" y="67"/>
                      </a:lnTo>
                      <a:lnTo>
                        <a:pt x="578" y="67"/>
                      </a:lnTo>
                      <a:lnTo>
                        <a:pt x="566" y="65"/>
                      </a:lnTo>
                      <a:lnTo>
                        <a:pt x="555" y="62"/>
                      </a:lnTo>
                      <a:lnTo>
                        <a:pt x="551" y="59"/>
                      </a:lnTo>
                      <a:lnTo>
                        <a:pt x="546" y="56"/>
                      </a:lnTo>
                      <a:lnTo>
                        <a:pt x="542" y="52"/>
                      </a:lnTo>
                      <a:lnTo>
                        <a:pt x="539" y="49"/>
                      </a:lnTo>
                      <a:lnTo>
                        <a:pt x="528" y="38"/>
                      </a:lnTo>
                      <a:lnTo>
                        <a:pt x="514" y="23"/>
                      </a:lnTo>
                      <a:lnTo>
                        <a:pt x="500" y="9"/>
                      </a:lnTo>
                      <a:lnTo>
                        <a:pt x="488" y="1"/>
                      </a:lnTo>
                      <a:lnTo>
                        <a:pt x="482" y="0"/>
                      </a:lnTo>
                      <a:lnTo>
                        <a:pt x="476" y="1"/>
                      </a:lnTo>
                      <a:lnTo>
                        <a:pt x="470" y="4"/>
                      </a:lnTo>
                      <a:lnTo>
                        <a:pt x="463" y="7"/>
                      </a:lnTo>
                      <a:lnTo>
                        <a:pt x="450" y="17"/>
                      </a:lnTo>
                      <a:lnTo>
                        <a:pt x="439" y="26"/>
                      </a:lnTo>
                      <a:lnTo>
                        <a:pt x="432" y="34"/>
                      </a:lnTo>
                      <a:lnTo>
                        <a:pt x="425" y="44"/>
                      </a:lnTo>
                      <a:lnTo>
                        <a:pt x="420" y="55"/>
                      </a:lnTo>
                      <a:lnTo>
                        <a:pt x="415" y="65"/>
                      </a:lnTo>
                      <a:lnTo>
                        <a:pt x="412" y="76"/>
                      </a:lnTo>
                      <a:lnTo>
                        <a:pt x="410" y="84"/>
                      </a:lnTo>
                      <a:lnTo>
                        <a:pt x="412" y="90"/>
                      </a:lnTo>
                      <a:lnTo>
                        <a:pt x="414" y="97"/>
                      </a:lnTo>
                      <a:lnTo>
                        <a:pt x="416" y="105"/>
                      </a:lnTo>
                      <a:lnTo>
                        <a:pt x="421" y="112"/>
                      </a:lnTo>
                      <a:lnTo>
                        <a:pt x="426" y="118"/>
                      </a:lnTo>
                      <a:lnTo>
                        <a:pt x="431" y="124"/>
                      </a:lnTo>
                      <a:lnTo>
                        <a:pt x="435" y="127"/>
                      </a:lnTo>
                      <a:lnTo>
                        <a:pt x="440" y="130"/>
                      </a:lnTo>
                      <a:lnTo>
                        <a:pt x="445" y="131"/>
                      </a:lnTo>
                      <a:lnTo>
                        <a:pt x="451" y="133"/>
                      </a:lnTo>
                      <a:lnTo>
                        <a:pt x="456" y="137"/>
                      </a:lnTo>
                      <a:lnTo>
                        <a:pt x="460" y="140"/>
                      </a:lnTo>
                      <a:lnTo>
                        <a:pt x="470" y="149"/>
                      </a:lnTo>
                      <a:lnTo>
                        <a:pt x="478" y="160"/>
                      </a:lnTo>
                      <a:lnTo>
                        <a:pt x="483" y="165"/>
                      </a:lnTo>
                      <a:lnTo>
                        <a:pt x="489" y="168"/>
                      </a:lnTo>
                      <a:lnTo>
                        <a:pt x="495" y="169"/>
                      </a:lnTo>
                      <a:lnTo>
                        <a:pt x="502" y="169"/>
                      </a:lnTo>
                      <a:lnTo>
                        <a:pt x="516" y="165"/>
                      </a:lnTo>
                      <a:lnTo>
                        <a:pt x="529" y="160"/>
                      </a:lnTo>
                      <a:lnTo>
                        <a:pt x="534" y="158"/>
                      </a:lnTo>
                      <a:lnTo>
                        <a:pt x="538" y="156"/>
                      </a:lnTo>
                      <a:lnTo>
                        <a:pt x="541" y="156"/>
                      </a:lnTo>
                      <a:lnTo>
                        <a:pt x="544" y="156"/>
                      </a:lnTo>
                      <a:lnTo>
                        <a:pt x="546" y="159"/>
                      </a:lnTo>
                      <a:lnTo>
                        <a:pt x="547" y="163"/>
                      </a:lnTo>
                      <a:lnTo>
                        <a:pt x="547" y="170"/>
                      </a:lnTo>
                      <a:lnTo>
                        <a:pt x="546" y="181"/>
                      </a:lnTo>
                      <a:lnTo>
                        <a:pt x="546" y="192"/>
                      </a:lnTo>
                      <a:lnTo>
                        <a:pt x="546" y="203"/>
                      </a:lnTo>
                      <a:lnTo>
                        <a:pt x="548" y="213"/>
                      </a:lnTo>
                      <a:lnTo>
                        <a:pt x="551" y="222"/>
                      </a:lnTo>
                      <a:lnTo>
                        <a:pt x="553" y="232"/>
                      </a:lnTo>
                      <a:lnTo>
                        <a:pt x="558" y="240"/>
                      </a:lnTo>
                      <a:lnTo>
                        <a:pt x="564" y="246"/>
                      </a:lnTo>
                      <a:lnTo>
                        <a:pt x="570" y="252"/>
                      </a:lnTo>
                      <a:lnTo>
                        <a:pt x="577" y="258"/>
                      </a:lnTo>
                      <a:lnTo>
                        <a:pt x="582" y="264"/>
                      </a:lnTo>
                      <a:lnTo>
                        <a:pt x="585" y="270"/>
                      </a:lnTo>
                      <a:lnTo>
                        <a:pt x="588" y="277"/>
                      </a:lnTo>
                      <a:lnTo>
                        <a:pt x="591" y="290"/>
                      </a:lnTo>
                      <a:lnTo>
                        <a:pt x="592" y="305"/>
                      </a:lnTo>
                      <a:lnTo>
                        <a:pt x="594" y="313"/>
                      </a:lnTo>
                      <a:lnTo>
                        <a:pt x="592" y="317"/>
                      </a:lnTo>
                      <a:lnTo>
                        <a:pt x="590" y="320"/>
                      </a:lnTo>
                      <a:lnTo>
                        <a:pt x="588" y="322"/>
                      </a:lnTo>
                      <a:lnTo>
                        <a:pt x="579" y="323"/>
                      </a:lnTo>
                      <a:lnTo>
                        <a:pt x="569" y="324"/>
                      </a:lnTo>
                      <a:lnTo>
                        <a:pt x="561" y="327"/>
                      </a:lnTo>
                      <a:lnTo>
                        <a:pt x="554" y="330"/>
                      </a:lnTo>
                      <a:lnTo>
                        <a:pt x="546" y="334"/>
                      </a:lnTo>
                      <a:lnTo>
                        <a:pt x="538" y="340"/>
                      </a:lnTo>
                      <a:lnTo>
                        <a:pt x="531" y="346"/>
                      </a:lnTo>
                      <a:lnTo>
                        <a:pt x="523" y="351"/>
                      </a:lnTo>
                      <a:lnTo>
                        <a:pt x="519" y="357"/>
                      </a:lnTo>
                      <a:lnTo>
                        <a:pt x="515" y="362"/>
                      </a:lnTo>
                      <a:lnTo>
                        <a:pt x="511" y="371"/>
                      </a:lnTo>
                      <a:lnTo>
                        <a:pt x="507" y="377"/>
                      </a:lnTo>
                      <a:lnTo>
                        <a:pt x="504" y="379"/>
                      </a:lnTo>
                      <a:lnTo>
                        <a:pt x="501" y="381"/>
                      </a:lnTo>
                      <a:lnTo>
                        <a:pt x="496" y="383"/>
                      </a:lnTo>
                      <a:lnTo>
                        <a:pt x="490" y="385"/>
                      </a:lnTo>
                      <a:lnTo>
                        <a:pt x="478" y="389"/>
                      </a:lnTo>
                      <a:lnTo>
                        <a:pt x="468" y="395"/>
                      </a:lnTo>
                      <a:lnTo>
                        <a:pt x="456" y="401"/>
                      </a:lnTo>
                      <a:lnTo>
                        <a:pt x="443" y="408"/>
                      </a:lnTo>
                      <a:lnTo>
                        <a:pt x="435" y="410"/>
                      </a:lnTo>
                      <a:lnTo>
                        <a:pt x="428" y="411"/>
                      </a:lnTo>
                      <a:lnTo>
                        <a:pt x="422" y="410"/>
                      </a:lnTo>
                      <a:lnTo>
                        <a:pt x="416" y="406"/>
                      </a:lnTo>
                      <a:lnTo>
                        <a:pt x="412" y="403"/>
                      </a:lnTo>
                      <a:lnTo>
                        <a:pt x="406" y="398"/>
                      </a:lnTo>
                      <a:lnTo>
                        <a:pt x="402" y="392"/>
                      </a:lnTo>
                      <a:lnTo>
                        <a:pt x="397" y="387"/>
                      </a:lnTo>
                      <a:lnTo>
                        <a:pt x="395" y="381"/>
                      </a:lnTo>
                      <a:lnTo>
                        <a:pt x="393" y="376"/>
                      </a:lnTo>
                      <a:lnTo>
                        <a:pt x="391" y="371"/>
                      </a:lnTo>
                      <a:lnTo>
                        <a:pt x="390" y="365"/>
                      </a:lnTo>
                      <a:lnTo>
                        <a:pt x="388" y="359"/>
                      </a:lnTo>
                      <a:lnTo>
                        <a:pt x="387" y="354"/>
                      </a:lnTo>
                      <a:lnTo>
                        <a:pt x="383" y="349"/>
                      </a:lnTo>
                      <a:lnTo>
                        <a:pt x="378" y="346"/>
                      </a:lnTo>
                      <a:lnTo>
                        <a:pt x="370" y="340"/>
                      </a:lnTo>
                      <a:lnTo>
                        <a:pt x="364" y="334"/>
                      </a:lnTo>
                      <a:lnTo>
                        <a:pt x="359" y="326"/>
                      </a:lnTo>
                      <a:lnTo>
                        <a:pt x="356" y="314"/>
                      </a:lnTo>
                      <a:lnTo>
                        <a:pt x="353" y="308"/>
                      </a:lnTo>
                      <a:lnTo>
                        <a:pt x="351" y="303"/>
                      </a:lnTo>
                      <a:lnTo>
                        <a:pt x="347" y="298"/>
                      </a:lnTo>
                      <a:lnTo>
                        <a:pt x="343" y="296"/>
                      </a:lnTo>
                      <a:lnTo>
                        <a:pt x="334" y="294"/>
                      </a:lnTo>
                      <a:lnTo>
                        <a:pt x="327" y="292"/>
                      </a:lnTo>
                      <a:lnTo>
                        <a:pt x="320" y="292"/>
                      </a:lnTo>
                      <a:lnTo>
                        <a:pt x="313" y="291"/>
                      </a:lnTo>
                      <a:lnTo>
                        <a:pt x="306" y="290"/>
                      </a:lnTo>
                      <a:lnTo>
                        <a:pt x="300" y="286"/>
                      </a:lnTo>
                      <a:lnTo>
                        <a:pt x="295" y="280"/>
                      </a:lnTo>
                      <a:lnTo>
                        <a:pt x="289" y="275"/>
                      </a:lnTo>
                      <a:lnTo>
                        <a:pt x="284" y="272"/>
                      </a:lnTo>
                      <a:lnTo>
                        <a:pt x="280" y="270"/>
                      </a:lnTo>
                      <a:lnTo>
                        <a:pt x="274" y="269"/>
                      </a:lnTo>
                      <a:lnTo>
                        <a:pt x="265" y="269"/>
                      </a:lnTo>
                      <a:lnTo>
                        <a:pt x="256" y="270"/>
                      </a:lnTo>
                      <a:lnTo>
                        <a:pt x="248" y="272"/>
                      </a:lnTo>
                      <a:lnTo>
                        <a:pt x="239" y="276"/>
                      </a:lnTo>
                      <a:lnTo>
                        <a:pt x="232" y="282"/>
                      </a:lnTo>
                      <a:lnTo>
                        <a:pt x="226" y="288"/>
                      </a:lnTo>
                      <a:lnTo>
                        <a:pt x="220" y="294"/>
                      </a:lnTo>
                      <a:lnTo>
                        <a:pt x="216" y="302"/>
                      </a:lnTo>
                      <a:lnTo>
                        <a:pt x="213" y="310"/>
                      </a:lnTo>
                      <a:lnTo>
                        <a:pt x="211" y="317"/>
                      </a:lnTo>
                      <a:lnTo>
                        <a:pt x="210" y="326"/>
                      </a:lnTo>
                      <a:lnTo>
                        <a:pt x="210" y="333"/>
                      </a:lnTo>
                      <a:lnTo>
                        <a:pt x="211" y="339"/>
                      </a:lnTo>
                      <a:lnTo>
                        <a:pt x="213" y="343"/>
                      </a:lnTo>
                      <a:lnTo>
                        <a:pt x="216" y="348"/>
                      </a:lnTo>
                      <a:lnTo>
                        <a:pt x="219" y="352"/>
                      </a:lnTo>
                      <a:lnTo>
                        <a:pt x="223" y="354"/>
                      </a:lnTo>
                      <a:lnTo>
                        <a:pt x="225" y="357"/>
                      </a:lnTo>
                      <a:lnTo>
                        <a:pt x="229" y="360"/>
                      </a:lnTo>
                      <a:lnTo>
                        <a:pt x="230" y="364"/>
                      </a:lnTo>
                      <a:lnTo>
                        <a:pt x="230" y="367"/>
                      </a:lnTo>
                      <a:lnTo>
                        <a:pt x="230" y="372"/>
                      </a:lnTo>
                      <a:lnTo>
                        <a:pt x="229" y="376"/>
                      </a:lnTo>
                      <a:lnTo>
                        <a:pt x="227" y="380"/>
                      </a:lnTo>
                      <a:lnTo>
                        <a:pt x="226" y="384"/>
                      </a:lnTo>
                      <a:lnTo>
                        <a:pt x="221" y="392"/>
                      </a:lnTo>
                      <a:lnTo>
                        <a:pt x="219" y="399"/>
                      </a:lnTo>
                      <a:lnTo>
                        <a:pt x="218" y="408"/>
                      </a:lnTo>
                      <a:lnTo>
                        <a:pt x="219" y="416"/>
                      </a:lnTo>
                      <a:lnTo>
                        <a:pt x="220" y="428"/>
                      </a:lnTo>
                      <a:lnTo>
                        <a:pt x="218" y="440"/>
                      </a:lnTo>
                      <a:lnTo>
                        <a:pt x="218" y="446"/>
                      </a:lnTo>
                      <a:lnTo>
                        <a:pt x="219" y="450"/>
                      </a:lnTo>
                      <a:lnTo>
                        <a:pt x="223" y="456"/>
                      </a:lnTo>
                      <a:lnTo>
                        <a:pt x="226" y="462"/>
                      </a:lnTo>
                      <a:lnTo>
                        <a:pt x="232" y="471"/>
                      </a:lnTo>
                      <a:lnTo>
                        <a:pt x="237" y="479"/>
                      </a:lnTo>
                      <a:lnTo>
                        <a:pt x="239" y="483"/>
                      </a:lnTo>
                      <a:lnTo>
                        <a:pt x="239" y="485"/>
                      </a:lnTo>
                      <a:lnTo>
                        <a:pt x="239" y="487"/>
                      </a:lnTo>
                      <a:lnTo>
                        <a:pt x="239" y="488"/>
                      </a:lnTo>
                      <a:lnTo>
                        <a:pt x="235" y="488"/>
                      </a:lnTo>
                      <a:lnTo>
                        <a:pt x="229" y="488"/>
                      </a:lnTo>
                      <a:lnTo>
                        <a:pt x="218" y="488"/>
                      </a:lnTo>
                      <a:lnTo>
                        <a:pt x="207" y="490"/>
                      </a:lnTo>
                      <a:lnTo>
                        <a:pt x="196" y="492"/>
                      </a:lnTo>
                      <a:lnTo>
                        <a:pt x="186" y="494"/>
                      </a:lnTo>
                      <a:lnTo>
                        <a:pt x="181" y="497"/>
                      </a:lnTo>
                      <a:lnTo>
                        <a:pt x="176" y="499"/>
                      </a:lnTo>
                      <a:lnTo>
                        <a:pt x="172" y="503"/>
                      </a:lnTo>
                      <a:lnTo>
                        <a:pt x="167" y="507"/>
                      </a:lnTo>
                      <a:lnTo>
                        <a:pt x="151" y="518"/>
                      </a:lnTo>
                      <a:lnTo>
                        <a:pt x="142" y="524"/>
                      </a:lnTo>
                      <a:lnTo>
                        <a:pt x="139" y="528"/>
                      </a:lnTo>
                      <a:lnTo>
                        <a:pt x="138" y="534"/>
                      </a:lnTo>
                      <a:lnTo>
                        <a:pt x="138" y="542"/>
                      </a:lnTo>
                      <a:lnTo>
                        <a:pt x="138" y="550"/>
                      </a:lnTo>
                      <a:lnTo>
                        <a:pt x="141" y="568"/>
                      </a:lnTo>
                      <a:lnTo>
                        <a:pt x="144" y="582"/>
                      </a:lnTo>
                      <a:lnTo>
                        <a:pt x="148" y="594"/>
                      </a:lnTo>
                      <a:lnTo>
                        <a:pt x="149" y="605"/>
                      </a:lnTo>
                      <a:lnTo>
                        <a:pt x="148" y="610"/>
                      </a:lnTo>
                      <a:lnTo>
                        <a:pt x="148" y="613"/>
                      </a:lnTo>
                      <a:lnTo>
                        <a:pt x="147" y="617"/>
                      </a:lnTo>
                      <a:lnTo>
                        <a:pt x="144" y="620"/>
                      </a:lnTo>
                      <a:lnTo>
                        <a:pt x="141" y="625"/>
                      </a:lnTo>
                      <a:lnTo>
                        <a:pt x="138" y="631"/>
                      </a:lnTo>
                      <a:lnTo>
                        <a:pt x="137" y="639"/>
                      </a:lnTo>
                      <a:lnTo>
                        <a:pt x="137" y="648"/>
                      </a:lnTo>
                      <a:lnTo>
                        <a:pt x="137" y="656"/>
                      </a:lnTo>
                      <a:lnTo>
                        <a:pt x="137" y="666"/>
                      </a:lnTo>
                      <a:lnTo>
                        <a:pt x="136" y="670"/>
                      </a:lnTo>
                      <a:lnTo>
                        <a:pt x="133" y="675"/>
                      </a:lnTo>
                      <a:lnTo>
                        <a:pt x="130" y="680"/>
                      </a:lnTo>
                      <a:lnTo>
                        <a:pt x="125" y="683"/>
                      </a:lnTo>
                      <a:lnTo>
                        <a:pt x="113" y="692"/>
                      </a:lnTo>
                      <a:lnTo>
                        <a:pt x="100" y="699"/>
                      </a:lnTo>
                      <a:lnTo>
                        <a:pt x="86" y="705"/>
                      </a:lnTo>
                      <a:lnTo>
                        <a:pt x="70" y="708"/>
                      </a:lnTo>
                      <a:lnTo>
                        <a:pt x="62" y="710"/>
                      </a:lnTo>
                      <a:lnTo>
                        <a:pt x="55" y="710"/>
                      </a:lnTo>
                      <a:lnTo>
                        <a:pt x="48" y="708"/>
                      </a:lnTo>
                      <a:lnTo>
                        <a:pt x="41" y="706"/>
                      </a:lnTo>
                      <a:lnTo>
                        <a:pt x="28" y="701"/>
                      </a:lnTo>
                      <a:lnTo>
                        <a:pt x="17" y="695"/>
                      </a:lnTo>
                      <a:lnTo>
                        <a:pt x="12" y="694"/>
                      </a:lnTo>
                      <a:lnTo>
                        <a:pt x="9" y="694"/>
                      </a:lnTo>
                      <a:lnTo>
                        <a:pt x="5" y="696"/>
                      </a:lnTo>
                      <a:lnTo>
                        <a:pt x="4" y="700"/>
                      </a:lnTo>
                      <a:lnTo>
                        <a:pt x="3" y="705"/>
                      </a:lnTo>
                      <a:lnTo>
                        <a:pt x="3" y="710"/>
                      </a:lnTo>
                      <a:lnTo>
                        <a:pt x="3" y="715"/>
                      </a:lnTo>
                      <a:lnTo>
                        <a:pt x="4" y="721"/>
                      </a:lnTo>
                      <a:lnTo>
                        <a:pt x="5" y="733"/>
                      </a:lnTo>
                      <a:lnTo>
                        <a:pt x="5" y="744"/>
                      </a:lnTo>
                      <a:lnTo>
                        <a:pt x="4" y="756"/>
                      </a:lnTo>
                      <a:lnTo>
                        <a:pt x="2" y="765"/>
                      </a:lnTo>
                      <a:lnTo>
                        <a:pt x="0" y="770"/>
                      </a:lnTo>
                      <a:lnTo>
                        <a:pt x="0" y="775"/>
                      </a:lnTo>
                      <a:lnTo>
                        <a:pt x="2" y="781"/>
                      </a:lnTo>
                      <a:lnTo>
                        <a:pt x="3" y="786"/>
                      </a:lnTo>
                      <a:lnTo>
                        <a:pt x="5" y="790"/>
                      </a:lnTo>
                      <a:lnTo>
                        <a:pt x="10" y="794"/>
                      </a:lnTo>
                      <a:lnTo>
                        <a:pt x="15" y="796"/>
                      </a:lnTo>
                      <a:lnTo>
                        <a:pt x="21" y="799"/>
                      </a:lnTo>
                      <a:lnTo>
                        <a:pt x="28" y="799"/>
                      </a:lnTo>
                      <a:lnTo>
                        <a:pt x="32" y="797"/>
                      </a:lnTo>
                      <a:lnTo>
                        <a:pt x="37" y="796"/>
                      </a:lnTo>
                      <a:lnTo>
                        <a:pt x="42" y="794"/>
                      </a:lnTo>
                      <a:lnTo>
                        <a:pt x="49" y="790"/>
                      </a:lnTo>
                      <a:lnTo>
                        <a:pt x="57" y="787"/>
                      </a:lnTo>
                      <a:lnTo>
                        <a:pt x="62" y="787"/>
                      </a:lnTo>
                      <a:lnTo>
                        <a:pt x="67" y="788"/>
                      </a:lnTo>
                      <a:lnTo>
                        <a:pt x="72" y="790"/>
                      </a:lnTo>
                      <a:lnTo>
                        <a:pt x="76" y="793"/>
                      </a:lnTo>
                      <a:lnTo>
                        <a:pt x="86" y="799"/>
                      </a:lnTo>
                      <a:lnTo>
                        <a:pt x="93" y="806"/>
                      </a:lnTo>
                      <a:lnTo>
                        <a:pt x="97" y="812"/>
                      </a:lnTo>
                      <a:lnTo>
                        <a:pt x="100" y="820"/>
                      </a:lnTo>
                      <a:lnTo>
                        <a:pt x="101" y="831"/>
                      </a:lnTo>
                      <a:lnTo>
                        <a:pt x="100" y="843"/>
                      </a:lnTo>
                      <a:lnTo>
                        <a:pt x="98" y="859"/>
                      </a:lnTo>
                      <a:lnTo>
                        <a:pt x="94" y="877"/>
                      </a:lnTo>
                      <a:lnTo>
                        <a:pt x="91" y="888"/>
                      </a:lnTo>
                      <a:lnTo>
                        <a:pt x="91" y="893"/>
                      </a:lnTo>
                      <a:lnTo>
                        <a:pt x="94" y="894"/>
                      </a:lnTo>
                      <a:lnTo>
                        <a:pt x="100" y="895"/>
                      </a:lnTo>
                      <a:lnTo>
                        <a:pt x="103" y="897"/>
                      </a:lnTo>
                      <a:lnTo>
                        <a:pt x="105" y="900"/>
                      </a:lnTo>
                      <a:lnTo>
                        <a:pt x="106" y="902"/>
                      </a:lnTo>
                      <a:lnTo>
                        <a:pt x="106" y="907"/>
                      </a:lnTo>
                      <a:lnTo>
                        <a:pt x="106" y="914"/>
                      </a:lnTo>
                      <a:lnTo>
                        <a:pt x="109" y="920"/>
                      </a:lnTo>
                      <a:lnTo>
                        <a:pt x="110" y="922"/>
                      </a:lnTo>
                      <a:lnTo>
                        <a:pt x="112" y="925"/>
                      </a:lnTo>
                      <a:lnTo>
                        <a:pt x="116" y="925"/>
                      </a:lnTo>
                      <a:lnTo>
                        <a:pt x="119" y="926"/>
                      </a:lnTo>
                      <a:lnTo>
                        <a:pt x="128" y="926"/>
                      </a:lnTo>
                      <a:lnTo>
                        <a:pt x="132" y="927"/>
                      </a:lnTo>
                      <a:lnTo>
                        <a:pt x="135" y="928"/>
                      </a:lnTo>
                      <a:lnTo>
                        <a:pt x="137" y="932"/>
                      </a:lnTo>
                      <a:lnTo>
                        <a:pt x="139" y="935"/>
                      </a:lnTo>
                      <a:lnTo>
                        <a:pt x="143" y="939"/>
                      </a:lnTo>
                      <a:lnTo>
                        <a:pt x="145" y="940"/>
                      </a:lnTo>
                      <a:lnTo>
                        <a:pt x="149" y="941"/>
                      </a:lnTo>
                      <a:lnTo>
                        <a:pt x="152" y="941"/>
                      </a:lnTo>
                      <a:lnTo>
                        <a:pt x="157" y="940"/>
                      </a:lnTo>
                      <a:lnTo>
                        <a:pt x="167" y="938"/>
                      </a:lnTo>
                      <a:lnTo>
                        <a:pt x="177" y="937"/>
                      </a:lnTo>
                      <a:lnTo>
                        <a:pt x="182" y="938"/>
                      </a:lnTo>
                      <a:lnTo>
                        <a:pt x="188" y="939"/>
                      </a:lnTo>
                      <a:lnTo>
                        <a:pt x="193" y="941"/>
                      </a:lnTo>
                      <a:lnTo>
                        <a:pt x="199" y="945"/>
                      </a:lnTo>
                      <a:lnTo>
                        <a:pt x="208" y="957"/>
                      </a:lnTo>
                      <a:lnTo>
                        <a:pt x="218" y="969"/>
                      </a:lnTo>
                      <a:lnTo>
                        <a:pt x="227" y="979"/>
                      </a:lnTo>
                      <a:lnTo>
                        <a:pt x="233" y="988"/>
                      </a:lnTo>
                      <a:lnTo>
                        <a:pt x="238" y="991"/>
                      </a:lnTo>
                      <a:lnTo>
                        <a:pt x="243" y="992"/>
                      </a:lnTo>
                      <a:lnTo>
                        <a:pt x="250" y="995"/>
                      </a:lnTo>
                      <a:lnTo>
                        <a:pt x="256" y="996"/>
                      </a:lnTo>
                      <a:lnTo>
                        <a:pt x="263" y="995"/>
                      </a:lnTo>
                      <a:lnTo>
                        <a:pt x="270" y="994"/>
                      </a:lnTo>
                      <a:lnTo>
                        <a:pt x="275" y="991"/>
                      </a:lnTo>
                      <a:lnTo>
                        <a:pt x="280" y="988"/>
                      </a:lnTo>
                      <a:lnTo>
                        <a:pt x="284" y="979"/>
                      </a:lnTo>
                      <a:lnTo>
                        <a:pt x="288" y="971"/>
                      </a:lnTo>
                      <a:lnTo>
                        <a:pt x="289" y="967"/>
                      </a:lnTo>
                      <a:lnTo>
                        <a:pt x="292" y="965"/>
                      </a:lnTo>
                      <a:lnTo>
                        <a:pt x="295" y="963"/>
                      </a:lnTo>
                      <a:lnTo>
                        <a:pt x="299" y="960"/>
                      </a:lnTo>
                      <a:lnTo>
                        <a:pt x="303" y="959"/>
                      </a:lnTo>
                      <a:lnTo>
                        <a:pt x="307" y="958"/>
                      </a:lnTo>
                      <a:lnTo>
                        <a:pt x="311" y="959"/>
                      </a:lnTo>
                      <a:lnTo>
                        <a:pt x="313" y="960"/>
                      </a:lnTo>
                      <a:lnTo>
                        <a:pt x="319" y="963"/>
                      </a:lnTo>
                      <a:lnTo>
                        <a:pt x="326" y="964"/>
                      </a:lnTo>
                      <a:lnTo>
                        <a:pt x="330" y="963"/>
                      </a:lnTo>
                      <a:lnTo>
                        <a:pt x="333" y="962"/>
                      </a:lnTo>
                      <a:lnTo>
                        <a:pt x="336" y="960"/>
                      </a:lnTo>
                      <a:lnTo>
                        <a:pt x="337" y="958"/>
                      </a:lnTo>
                      <a:lnTo>
                        <a:pt x="340" y="952"/>
                      </a:lnTo>
                      <a:lnTo>
                        <a:pt x="345" y="945"/>
                      </a:lnTo>
                      <a:lnTo>
                        <a:pt x="349" y="937"/>
                      </a:lnTo>
                      <a:lnTo>
                        <a:pt x="355" y="928"/>
                      </a:lnTo>
                      <a:lnTo>
                        <a:pt x="361" y="920"/>
                      </a:lnTo>
                      <a:lnTo>
                        <a:pt x="368" y="913"/>
                      </a:lnTo>
                      <a:lnTo>
                        <a:pt x="372" y="908"/>
                      </a:lnTo>
                      <a:lnTo>
                        <a:pt x="378" y="907"/>
                      </a:lnTo>
                      <a:lnTo>
                        <a:pt x="380" y="907"/>
                      </a:lnTo>
                      <a:lnTo>
                        <a:pt x="380" y="908"/>
                      </a:lnTo>
                      <a:lnTo>
                        <a:pt x="378" y="909"/>
                      </a:lnTo>
                      <a:lnTo>
                        <a:pt x="378" y="913"/>
                      </a:lnTo>
                      <a:lnTo>
                        <a:pt x="375" y="919"/>
                      </a:lnTo>
                      <a:lnTo>
                        <a:pt x="372" y="926"/>
                      </a:lnTo>
                      <a:lnTo>
                        <a:pt x="366" y="944"/>
                      </a:lnTo>
                      <a:lnTo>
                        <a:pt x="362" y="958"/>
                      </a:lnTo>
                      <a:lnTo>
                        <a:pt x="361" y="963"/>
                      </a:lnTo>
                      <a:lnTo>
                        <a:pt x="361" y="966"/>
                      </a:lnTo>
                      <a:lnTo>
                        <a:pt x="362" y="971"/>
                      </a:lnTo>
                      <a:lnTo>
                        <a:pt x="363" y="976"/>
                      </a:lnTo>
                      <a:lnTo>
                        <a:pt x="365" y="986"/>
                      </a:lnTo>
                      <a:lnTo>
                        <a:pt x="368" y="998"/>
                      </a:lnTo>
                      <a:lnTo>
                        <a:pt x="370" y="1010"/>
                      </a:lnTo>
                      <a:lnTo>
                        <a:pt x="372" y="1023"/>
                      </a:lnTo>
                      <a:lnTo>
                        <a:pt x="375" y="1041"/>
                      </a:lnTo>
                      <a:lnTo>
                        <a:pt x="376" y="1057"/>
                      </a:lnTo>
                      <a:lnTo>
                        <a:pt x="378" y="1070"/>
                      </a:lnTo>
                      <a:lnTo>
                        <a:pt x="381" y="1084"/>
                      </a:lnTo>
                      <a:lnTo>
                        <a:pt x="383" y="1102"/>
                      </a:lnTo>
                      <a:lnTo>
                        <a:pt x="385" y="1126"/>
                      </a:lnTo>
                      <a:lnTo>
                        <a:pt x="389" y="1149"/>
                      </a:lnTo>
                      <a:lnTo>
                        <a:pt x="391" y="1167"/>
                      </a:lnTo>
                      <a:lnTo>
                        <a:pt x="393" y="1179"/>
                      </a:lnTo>
                      <a:lnTo>
                        <a:pt x="391" y="1190"/>
                      </a:lnTo>
                      <a:lnTo>
                        <a:pt x="388" y="1199"/>
                      </a:lnTo>
                      <a:lnTo>
                        <a:pt x="384" y="1208"/>
                      </a:lnTo>
                      <a:lnTo>
                        <a:pt x="383" y="1211"/>
                      </a:lnTo>
                      <a:lnTo>
                        <a:pt x="383" y="1216"/>
                      </a:lnTo>
                      <a:lnTo>
                        <a:pt x="383" y="1221"/>
                      </a:lnTo>
                      <a:lnTo>
                        <a:pt x="384" y="1227"/>
                      </a:lnTo>
                      <a:lnTo>
                        <a:pt x="385" y="1238"/>
                      </a:lnTo>
                      <a:lnTo>
                        <a:pt x="387" y="1248"/>
                      </a:lnTo>
                      <a:lnTo>
                        <a:pt x="385" y="1252"/>
                      </a:lnTo>
                      <a:lnTo>
                        <a:pt x="382" y="1255"/>
                      </a:lnTo>
                      <a:lnTo>
                        <a:pt x="378" y="1257"/>
                      </a:lnTo>
                      <a:lnTo>
                        <a:pt x="372" y="1259"/>
                      </a:lnTo>
                      <a:lnTo>
                        <a:pt x="358" y="1262"/>
                      </a:lnTo>
                      <a:lnTo>
                        <a:pt x="342" y="1266"/>
                      </a:lnTo>
                      <a:lnTo>
                        <a:pt x="324" y="1272"/>
                      </a:lnTo>
                      <a:lnTo>
                        <a:pt x="307" y="1278"/>
                      </a:lnTo>
                      <a:lnTo>
                        <a:pt x="292" y="1285"/>
                      </a:lnTo>
                      <a:lnTo>
                        <a:pt x="276" y="1291"/>
                      </a:lnTo>
                      <a:lnTo>
                        <a:pt x="269" y="1294"/>
                      </a:lnTo>
                      <a:lnTo>
                        <a:pt x="262" y="1298"/>
                      </a:lnTo>
                      <a:lnTo>
                        <a:pt x="256" y="1304"/>
                      </a:lnTo>
                      <a:lnTo>
                        <a:pt x="249" y="1310"/>
                      </a:lnTo>
                      <a:lnTo>
                        <a:pt x="243" y="1316"/>
                      </a:lnTo>
                      <a:lnTo>
                        <a:pt x="237" y="1323"/>
                      </a:lnTo>
                      <a:lnTo>
                        <a:pt x="232" y="1329"/>
                      </a:lnTo>
                      <a:lnTo>
                        <a:pt x="229" y="1336"/>
                      </a:lnTo>
                      <a:lnTo>
                        <a:pt x="221" y="1351"/>
                      </a:lnTo>
                      <a:lnTo>
                        <a:pt x="217" y="1372"/>
                      </a:lnTo>
                      <a:lnTo>
                        <a:pt x="212" y="1391"/>
                      </a:lnTo>
                      <a:lnTo>
                        <a:pt x="211" y="1406"/>
                      </a:lnTo>
                      <a:lnTo>
                        <a:pt x="207" y="1423"/>
                      </a:lnTo>
                      <a:lnTo>
                        <a:pt x="205" y="1439"/>
                      </a:lnTo>
                      <a:lnTo>
                        <a:pt x="205" y="1444"/>
                      </a:lnTo>
                      <a:lnTo>
                        <a:pt x="206" y="1449"/>
                      </a:lnTo>
                      <a:lnTo>
                        <a:pt x="208" y="1452"/>
                      </a:lnTo>
                      <a:lnTo>
                        <a:pt x="211" y="1456"/>
                      </a:lnTo>
                      <a:lnTo>
                        <a:pt x="214" y="1458"/>
                      </a:lnTo>
                      <a:lnTo>
                        <a:pt x="218" y="1460"/>
                      </a:lnTo>
                      <a:lnTo>
                        <a:pt x="223" y="1461"/>
                      </a:lnTo>
                      <a:lnTo>
                        <a:pt x="229" y="1462"/>
                      </a:lnTo>
                      <a:lnTo>
                        <a:pt x="233" y="1463"/>
                      </a:lnTo>
                      <a:lnTo>
                        <a:pt x="237" y="1467"/>
                      </a:lnTo>
                      <a:lnTo>
                        <a:pt x="239" y="1470"/>
                      </a:lnTo>
                      <a:lnTo>
                        <a:pt x="242" y="1476"/>
                      </a:lnTo>
                      <a:lnTo>
                        <a:pt x="246" y="1488"/>
                      </a:lnTo>
                      <a:lnTo>
                        <a:pt x="252" y="1502"/>
                      </a:lnTo>
                      <a:lnTo>
                        <a:pt x="261" y="1514"/>
                      </a:lnTo>
                      <a:lnTo>
                        <a:pt x="268" y="1525"/>
                      </a:lnTo>
                      <a:lnTo>
                        <a:pt x="273" y="1530"/>
                      </a:lnTo>
                      <a:lnTo>
                        <a:pt x="276" y="1532"/>
                      </a:lnTo>
                      <a:lnTo>
                        <a:pt x="281" y="1533"/>
                      </a:lnTo>
                      <a:lnTo>
                        <a:pt x="284" y="1532"/>
                      </a:lnTo>
                      <a:lnTo>
                        <a:pt x="300" y="1521"/>
                      </a:lnTo>
                      <a:lnTo>
                        <a:pt x="314" y="1514"/>
                      </a:lnTo>
                      <a:lnTo>
                        <a:pt x="318" y="1514"/>
                      </a:lnTo>
                      <a:lnTo>
                        <a:pt x="320" y="1514"/>
                      </a:lnTo>
                      <a:lnTo>
                        <a:pt x="322" y="1517"/>
                      </a:lnTo>
                      <a:lnTo>
                        <a:pt x="326" y="1519"/>
                      </a:lnTo>
                      <a:lnTo>
                        <a:pt x="331" y="1527"/>
                      </a:lnTo>
                      <a:lnTo>
                        <a:pt x="338" y="1537"/>
                      </a:lnTo>
                      <a:lnTo>
                        <a:pt x="342" y="1540"/>
                      </a:lnTo>
                      <a:lnTo>
                        <a:pt x="345" y="1543"/>
                      </a:lnTo>
                      <a:lnTo>
                        <a:pt x="350" y="1545"/>
                      </a:lnTo>
                      <a:lnTo>
                        <a:pt x="353" y="1545"/>
                      </a:lnTo>
                      <a:lnTo>
                        <a:pt x="364" y="1544"/>
                      </a:lnTo>
                      <a:lnTo>
                        <a:pt x="375" y="1540"/>
                      </a:lnTo>
                      <a:lnTo>
                        <a:pt x="381" y="1539"/>
                      </a:lnTo>
                      <a:lnTo>
                        <a:pt x="387" y="1540"/>
                      </a:lnTo>
                      <a:lnTo>
                        <a:pt x="391" y="1542"/>
                      </a:lnTo>
                      <a:lnTo>
                        <a:pt x="395" y="1544"/>
                      </a:lnTo>
                      <a:lnTo>
                        <a:pt x="402" y="1552"/>
                      </a:lnTo>
                      <a:lnTo>
                        <a:pt x="408" y="1562"/>
                      </a:lnTo>
                      <a:lnTo>
                        <a:pt x="410" y="1567"/>
                      </a:lnTo>
                      <a:lnTo>
                        <a:pt x="414" y="1571"/>
                      </a:lnTo>
                      <a:lnTo>
                        <a:pt x="419" y="1575"/>
                      </a:lnTo>
                      <a:lnTo>
                        <a:pt x="424" y="1578"/>
                      </a:lnTo>
                      <a:lnTo>
                        <a:pt x="433" y="1584"/>
                      </a:lnTo>
                      <a:lnTo>
                        <a:pt x="443" y="1587"/>
                      </a:lnTo>
                      <a:lnTo>
                        <a:pt x="452" y="1590"/>
                      </a:lnTo>
                      <a:lnTo>
                        <a:pt x="460" y="1594"/>
                      </a:lnTo>
                      <a:lnTo>
                        <a:pt x="463" y="1597"/>
                      </a:lnTo>
                      <a:lnTo>
                        <a:pt x="464" y="1600"/>
                      </a:lnTo>
                      <a:lnTo>
                        <a:pt x="464" y="1603"/>
                      </a:lnTo>
                      <a:lnTo>
                        <a:pt x="463" y="1607"/>
                      </a:lnTo>
                      <a:lnTo>
                        <a:pt x="457" y="1614"/>
                      </a:lnTo>
                      <a:lnTo>
                        <a:pt x="447" y="1624"/>
                      </a:lnTo>
                      <a:lnTo>
                        <a:pt x="437" y="1633"/>
                      </a:lnTo>
                      <a:lnTo>
                        <a:pt x="427" y="1644"/>
                      </a:lnTo>
                      <a:lnTo>
                        <a:pt x="420" y="1651"/>
                      </a:lnTo>
                      <a:lnTo>
                        <a:pt x="413" y="1654"/>
                      </a:lnTo>
                      <a:lnTo>
                        <a:pt x="406" y="1657"/>
                      </a:lnTo>
                      <a:lnTo>
                        <a:pt x="396" y="1660"/>
                      </a:lnTo>
                      <a:lnTo>
                        <a:pt x="393" y="1663"/>
                      </a:lnTo>
                      <a:lnTo>
                        <a:pt x="390" y="1666"/>
                      </a:lnTo>
                      <a:lnTo>
                        <a:pt x="389" y="1669"/>
                      </a:lnTo>
                      <a:lnTo>
                        <a:pt x="388" y="1672"/>
                      </a:lnTo>
                      <a:lnTo>
                        <a:pt x="389" y="1681"/>
                      </a:lnTo>
                      <a:lnTo>
                        <a:pt x="390" y="1689"/>
                      </a:lnTo>
                      <a:lnTo>
                        <a:pt x="389" y="1696"/>
                      </a:lnTo>
                      <a:lnTo>
                        <a:pt x="387" y="1701"/>
                      </a:lnTo>
                      <a:lnTo>
                        <a:pt x="382" y="1706"/>
                      </a:lnTo>
                      <a:lnTo>
                        <a:pt x="375" y="1712"/>
                      </a:lnTo>
                      <a:lnTo>
                        <a:pt x="371" y="1715"/>
                      </a:lnTo>
                      <a:lnTo>
                        <a:pt x="369" y="1719"/>
                      </a:lnTo>
                      <a:lnTo>
                        <a:pt x="366" y="1722"/>
                      </a:lnTo>
                      <a:lnTo>
                        <a:pt x="364" y="1726"/>
                      </a:lnTo>
                      <a:lnTo>
                        <a:pt x="363" y="1731"/>
                      </a:lnTo>
                      <a:lnTo>
                        <a:pt x="363" y="1735"/>
                      </a:lnTo>
                      <a:lnTo>
                        <a:pt x="363" y="1741"/>
                      </a:lnTo>
                      <a:lnTo>
                        <a:pt x="364" y="1747"/>
                      </a:lnTo>
                      <a:lnTo>
                        <a:pt x="366" y="1753"/>
                      </a:lnTo>
                      <a:lnTo>
                        <a:pt x="368" y="1758"/>
                      </a:lnTo>
                      <a:lnTo>
                        <a:pt x="371" y="1763"/>
                      </a:lnTo>
                      <a:lnTo>
                        <a:pt x="375" y="1767"/>
                      </a:lnTo>
                      <a:lnTo>
                        <a:pt x="378" y="1771"/>
                      </a:lnTo>
                      <a:lnTo>
                        <a:pt x="382" y="1775"/>
                      </a:lnTo>
                      <a:lnTo>
                        <a:pt x="385" y="1777"/>
                      </a:lnTo>
                      <a:lnTo>
                        <a:pt x="390" y="1778"/>
                      </a:lnTo>
                      <a:lnTo>
                        <a:pt x="396" y="1780"/>
                      </a:lnTo>
                      <a:lnTo>
                        <a:pt x="401" y="1784"/>
                      </a:lnTo>
                      <a:lnTo>
                        <a:pt x="403" y="1790"/>
                      </a:lnTo>
                      <a:lnTo>
                        <a:pt x="406" y="1798"/>
                      </a:lnTo>
                      <a:lnTo>
                        <a:pt x="406" y="1807"/>
                      </a:lnTo>
                      <a:lnTo>
                        <a:pt x="407" y="1816"/>
                      </a:lnTo>
                      <a:lnTo>
                        <a:pt x="408" y="1821"/>
                      </a:lnTo>
                      <a:lnTo>
                        <a:pt x="410" y="1826"/>
                      </a:lnTo>
                      <a:lnTo>
                        <a:pt x="413" y="1830"/>
                      </a:lnTo>
                      <a:lnTo>
                        <a:pt x="416" y="1835"/>
                      </a:lnTo>
                      <a:lnTo>
                        <a:pt x="420" y="1840"/>
                      </a:lnTo>
                      <a:lnTo>
                        <a:pt x="422" y="1845"/>
                      </a:lnTo>
                      <a:lnTo>
                        <a:pt x="422" y="1849"/>
                      </a:lnTo>
                      <a:lnTo>
                        <a:pt x="422" y="1853"/>
                      </a:lnTo>
                      <a:lnTo>
                        <a:pt x="420" y="1862"/>
                      </a:lnTo>
                      <a:lnTo>
                        <a:pt x="416" y="1872"/>
                      </a:lnTo>
                      <a:lnTo>
                        <a:pt x="415" y="1878"/>
                      </a:lnTo>
                      <a:lnTo>
                        <a:pt x="414" y="1884"/>
                      </a:lnTo>
                      <a:lnTo>
                        <a:pt x="414" y="1890"/>
                      </a:lnTo>
                      <a:lnTo>
                        <a:pt x="415" y="1895"/>
                      </a:lnTo>
                      <a:lnTo>
                        <a:pt x="416" y="1900"/>
                      </a:lnTo>
                      <a:lnTo>
                        <a:pt x="418" y="1905"/>
                      </a:lnTo>
                      <a:lnTo>
                        <a:pt x="420" y="1909"/>
                      </a:lnTo>
                      <a:lnTo>
                        <a:pt x="424" y="1911"/>
                      </a:lnTo>
                      <a:lnTo>
                        <a:pt x="439" y="1916"/>
                      </a:lnTo>
                      <a:lnTo>
                        <a:pt x="454" y="1923"/>
                      </a:lnTo>
                      <a:lnTo>
                        <a:pt x="463" y="1933"/>
                      </a:lnTo>
                      <a:lnTo>
                        <a:pt x="473" y="1947"/>
                      </a:lnTo>
                      <a:lnTo>
                        <a:pt x="479" y="1955"/>
                      </a:lnTo>
                      <a:lnTo>
                        <a:pt x="485" y="1965"/>
                      </a:lnTo>
                      <a:lnTo>
                        <a:pt x="489" y="1975"/>
                      </a:lnTo>
                      <a:lnTo>
                        <a:pt x="492" y="1985"/>
                      </a:lnTo>
                      <a:lnTo>
                        <a:pt x="494" y="1994"/>
                      </a:lnTo>
                      <a:lnTo>
                        <a:pt x="495" y="2004"/>
                      </a:lnTo>
                      <a:lnTo>
                        <a:pt x="495" y="2013"/>
                      </a:lnTo>
                      <a:lnTo>
                        <a:pt x="495" y="2022"/>
                      </a:lnTo>
                      <a:lnTo>
                        <a:pt x="495" y="2030"/>
                      </a:lnTo>
                      <a:lnTo>
                        <a:pt x="495" y="2038"/>
                      </a:lnTo>
                      <a:lnTo>
                        <a:pt x="495" y="2046"/>
                      </a:lnTo>
                      <a:lnTo>
                        <a:pt x="497" y="2054"/>
                      </a:lnTo>
                      <a:lnTo>
                        <a:pt x="500" y="2065"/>
                      </a:lnTo>
                      <a:lnTo>
                        <a:pt x="503" y="2076"/>
                      </a:lnTo>
                      <a:lnTo>
                        <a:pt x="506" y="2089"/>
                      </a:lnTo>
                      <a:lnTo>
                        <a:pt x="508" y="2104"/>
                      </a:lnTo>
                      <a:lnTo>
                        <a:pt x="509" y="2107"/>
                      </a:lnTo>
                      <a:lnTo>
                        <a:pt x="511" y="2112"/>
                      </a:lnTo>
                      <a:lnTo>
                        <a:pt x="513" y="2114"/>
                      </a:lnTo>
                      <a:lnTo>
                        <a:pt x="516" y="2117"/>
                      </a:lnTo>
                      <a:lnTo>
                        <a:pt x="519" y="2118"/>
                      </a:lnTo>
                      <a:lnTo>
                        <a:pt x="522" y="2118"/>
                      </a:lnTo>
                      <a:lnTo>
                        <a:pt x="527" y="2118"/>
                      </a:lnTo>
                      <a:lnTo>
                        <a:pt x="532" y="2117"/>
                      </a:lnTo>
                      <a:lnTo>
                        <a:pt x="541" y="2116"/>
                      </a:lnTo>
                      <a:lnTo>
                        <a:pt x="550" y="2117"/>
                      </a:lnTo>
                      <a:lnTo>
                        <a:pt x="557" y="2119"/>
                      </a:lnTo>
                      <a:lnTo>
                        <a:pt x="563" y="2122"/>
                      </a:lnTo>
                      <a:lnTo>
                        <a:pt x="567" y="2124"/>
                      </a:lnTo>
                      <a:lnTo>
                        <a:pt x="573" y="2124"/>
                      </a:lnTo>
                      <a:lnTo>
                        <a:pt x="576" y="2124"/>
                      </a:lnTo>
                      <a:lnTo>
                        <a:pt x="578" y="2123"/>
                      </a:lnTo>
                      <a:lnTo>
                        <a:pt x="580" y="2122"/>
                      </a:lnTo>
                      <a:lnTo>
                        <a:pt x="583" y="2118"/>
                      </a:lnTo>
                      <a:lnTo>
                        <a:pt x="591" y="2111"/>
                      </a:lnTo>
                      <a:lnTo>
                        <a:pt x="599" y="2103"/>
                      </a:lnTo>
                      <a:lnTo>
                        <a:pt x="608" y="2095"/>
                      </a:lnTo>
                      <a:lnTo>
                        <a:pt x="617" y="2089"/>
                      </a:lnTo>
                      <a:lnTo>
                        <a:pt x="628" y="2082"/>
                      </a:lnTo>
                      <a:lnTo>
                        <a:pt x="638" y="2078"/>
                      </a:lnTo>
                      <a:lnTo>
                        <a:pt x="647" y="2073"/>
                      </a:lnTo>
                      <a:lnTo>
                        <a:pt x="657" y="2068"/>
                      </a:lnTo>
                      <a:lnTo>
                        <a:pt x="664" y="2065"/>
                      </a:lnTo>
                      <a:lnTo>
                        <a:pt x="671" y="2059"/>
                      </a:lnTo>
                      <a:lnTo>
                        <a:pt x="676" y="2050"/>
                      </a:lnTo>
                      <a:lnTo>
                        <a:pt x="681" y="2042"/>
                      </a:lnTo>
                      <a:lnTo>
                        <a:pt x="686" y="2034"/>
                      </a:lnTo>
                      <a:lnTo>
                        <a:pt x="693" y="2025"/>
                      </a:lnTo>
                      <a:lnTo>
                        <a:pt x="701" y="2018"/>
                      </a:lnTo>
                      <a:lnTo>
                        <a:pt x="710" y="2012"/>
                      </a:lnTo>
                      <a:lnTo>
                        <a:pt x="723" y="2005"/>
                      </a:lnTo>
                      <a:lnTo>
                        <a:pt x="735" y="2002"/>
                      </a:lnTo>
                      <a:lnTo>
                        <a:pt x="740" y="2002"/>
                      </a:lnTo>
                      <a:lnTo>
                        <a:pt x="744" y="2003"/>
                      </a:lnTo>
                      <a:lnTo>
                        <a:pt x="750" y="2007"/>
                      </a:lnTo>
                      <a:lnTo>
                        <a:pt x="755" y="2015"/>
                      </a:lnTo>
                      <a:lnTo>
                        <a:pt x="761" y="2023"/>
                      </a:lnTo>
                      <a:lnTo>
                        <a:pt x="769" y="2030"/>
                      </a:lnTo>
                      <a:lnTo>
                        <a:pt x="774" y="2032"/>
                      </a:lnTo>
                      <a:lnTo>
                        <a:pt x="780" y="2035"/>
                      </a:lnTo>
                      <a:lnTo>
                        <a:pt x="786" y="2035"/>
                      </a:lnTo>
                      <a:lnTo>
                        <a:pt x="791" y="2035"/>
                      </a:lnTo>
                      <a:lnTo>
                        <a:pt x="794" y="2036"/>
                      </a:lnTo>
                      <a:lnTo>
                        <a:pt x="798" y="2037"/>
                      </a:lnTo>
                      <a:lnTo>
                        <a:pt x="800" y="2040"/>
                      </a:lnTo>
                      <a:lnTo>
                        <a:pt x="802" y="2043"/>
                      </a:lnTo>
                      <a:lnTo>
                        <a:pt x="803" y="2053"/>
                      </a:lnTo>
                      <a:lnTo>
                        <a:pt x="802" y="2062"/>
                      </a:lnTo>
                      <a:lnTo>
                        <a:pt x="798" y="2072"/>
                      </a:lnTo>
                      <a:lnTo>
                        <a:pt x="793" y="2080"/>
                      </a:lnTo>
                      <a:lnTo>
                        <a:pt x="786" y="2088"/>
                      </a:lnTo>
                      <a:lnTo>
                        <a:pt x="779" y="2097"/>
                      </a:lnTo>
                      <a:lnTo>
                        <a:pt x="771" y="2104"/>
                      </a:lnTo>
                      <a:lnTo>
                        <a:pt x="762" y="2110"/>
                      </a:lnTo>
                      <a:lnTo>
                        <a:pt x="753" y="2114"/>
                      </a:lnTo>
                      <a:lnTo>
                        <a:pt x="743" y="2119"/>
                      </a:lnTo>
                      <a:lnTo>
                        <a:pt x="740" y="2123"/>
                      </a:lnTo>
                      <a:lnTo>
                        <a:pt x="735" y="2126"/>
                      </a:lnTo>
                      <a:lnTo>
                        <a:pt x="733" y="2131"/>
                      </a:lnTo>
                      <a:lnTo>
                        <a:pt x="729" y="2136"/>
                      </a:lnTo>
                      <a:lnTo>
                        <a:pt x="725" y="2148"/>
                      </a:lnTo>
                      <a:lnTo>
                        <a:pt x="721" y="2161"/>
                      </a:lnTo>
                      <a:lnTo>
                        <a:pt x="717" y="2173"/>
                      </a:lnTo>
                      <a:lnTo>
                        <a:pt x="715" y="2181"/>
                      </a:lnTo>
                      <a:lnTo>
                        <a:pt x="715" y="2183"/>
                      </a:lnTo>
                      <a:lnTo>
                        <a:pt x="715" y="2186"/>
                      </a:lnTo>
                      <a:lnTo>
                        <a:pt x="716" y="2189"/>
                      </a:lnTo>
                      <a:lnTo>
                        <a:pt x="717" y="2192"/>
                      </a:lnTo>
                      <a:lnTo>
                        <a:pt x="723" y="2198"/>
                      </a:lnTo>
                      <a:lnTo>
                        <a:pt x="731" y="2204"/>
                      </a:lnTo>
                      <a:lnTo>
                        <a:pt x="736" y="2207"/>
                      </a:lnTo>
                      <a:lnTo>
                        <a:pt x="742" y="2208"/>
                      </a:lnTo>
                      <a:lnTo>
                        <a:pt x="749" y="2210"/>
                      </a:lnTo>
                      <a:lnTo>
                        <a:pt x="756" y="2211"/>
                      </a:lnTo>
                      <a:lnTo>
                        <a:pt x="769" y="2212"/>
                      </a:lnTo>
                      <a:lnTo>
                        <a:pt x="780" y="2211"/>
                      </a:lnTo>
                      <a:lnTo>
                        <a:pt x="787" y="2210"/>
                      </a:lnTo>
                      <a:lnTo>
                        <a:pt x="797" y="2206"/>
                      </a:lnTo>
                      <a:lnTo>
                        <a:pt x="804" y="2201"/>
                      </a:lnTo>
                      <a:lnTo>
                        <a:pt x="812" y="2193"/>
                      </a:lnTo>
                      <a:lnTo>
                        <a:pt x="821" y="2182"/>
                      </a:lnTo>
                      <a:lnTo>
                        <a:pt x="832" y="2171"/>
                      </a:lnTo>
                      <a:lnTo>
                        <a:pt x="838" y="2166"/>
                      </a:lnTo>
                      <a:lnTo>
                        <a:pt x="846" y="2162"/>
                      </a:lnTo>
                      <a:lnTo>
                        <a:pt x="851" y="2158"/>
                      </a:lnTo>
                      <a:lnTo>
                        <a:pt x="857" y="2156"/>
                      </a:lnTo>
                      <a:lnTo>
                        <a:pt x="867" y="2154"/>
                      </a:lnTo>
                      <a:lnTo>
                        <a:pt x="874" y="2150"/>
                      </a:lnTo>
                      <a:lnTo>
                        <a:pt x="878" y="2148"/>
                      </a:lnTo>
                      <a:lnTo>
                        <a:pt x="880" y="2144"/>
                      </a:lnTo>
                      <a:lnTo>
                        <a:pt x="882" y="2141"/>
                      </a:lnTo>
                      <a:lnTo>
                        <a:pt x="885" y="2136"/>
                      </a:lnTo>
                      <a:lnTo>
                        <a:pt x="886" y="2126"/>
                      </a:lnTo>
                      <a:lnTo>
                        <a:pt x="886" y="2116"/>
                      </a:lnTo>
                      <a:lnTo>
                        <a:pt x="886" y="2112"/>
                      </a:lnTo>
                      <a:lnTo>
                        <a:pt x="884" y="2109"/>
                      </a:lnTo>
                      <a:lnTo>
                        <a:pt x="881" y="2105"/>
                      </a:lnTo>
                      <a:lnTo>
                        <a:pt x="879" y="2103"/>
                      </a:lnTo>
                      <a:lnTo>
                        <a:pt x="875" y="2101"/>
                      </a:lnTo>
                      <a:lnTo>
                        <a:pt x="873" y="2098"/>
                      </a:lnTo>
                      <a:lnTo>
                        <a:pt x="872" y="2095"/>
                      </a:lnTo>
                      <a:lnTo>
                        <a:pt x="871" y="2092"/>
                      </a:lnTo>
                      <a:lnTo>
                        <a:pt x="871" y="2088"/>
                      </a:lnTo>
                      <a:lnTo>
                        <a:pt x="871" y="2085"/>
                      </a:lnTo>
                      <a:lnTo>
                        <a:pt x="873" y="2081"/>
                      </a:lnTo>
                      <a:lnTo>
                        <a:pt x="874" y="2079"/>
                      </a:lnTo>
                      <a:lnTo>
                        <a:pt x="887" y="2062"/>
                      </a:lnTo>
                      <a:lnTo>
                        <a:pt x="900" y="2049"/>
                      </a:lnTo>
                      <a:lnTo>
                        <a:pt x="904" y="2047"/>
                      </a:lnTo>
                      <a:lnTo>
                        <a:pt x="907" y="2046"/>
                      </a:lnTo>
                      <a:lnTo>
                        <a:pt x="912" y="2046"/>
                      </a:lnTo>
                      <a:lnTo>
                        <a:pt x="916" y="2046"/>
                      </a:lnTo>
                      <a:lnTo>
                        <a:pt x="920" y="2047"/>
                      </a:lnTo>
                      <a:lnTo>
                        <a:pt x="924" y="2048"/>
                      </a:lnTo>
                      <a:lnTo>
                        <a:pt x="928" y="2051"/>
                      </a:lnTo>
                      <a:lnTo>
                        <a:pt x="931" y="2056"/>
                      </a:lnTo>
                      <a:lnTo>
                        <a:pt x="936" y="2066"/>
                      </a:lnTo>
                      <a:lnTo>
                        <a:pt x="939" y="2074"/>
                      </a:lnTo>
                      <a:lnTo>
                        <a:pt x="942" y="2078"/>
                      </a:lnTo>
                      <a:lnTo>
                        <a:pt x="944" y="2081"/>
                      </a:lnTo>
                      <a:lnTo>
                        <a:pt x="949" y="2082"/>
                      </a:lnTo>
                      <a:lnTo>
                        <a:pt x="954" y="2084"/>
                      </a:lnTo>
                      <a:lnTo>
                        <a:pt x="967" y="2084"/>
                      </a:lnTo>
                      <a:lnTo>
                        <a:pt x="977" y="2084"/>
                      </a:lnTo>
                      <a:lnTo>
                        <a:pt x="983" y="2085"/>
                      </a:lnTo>
                      <a:lnTo>
                        <a:pt x="988" y="2087"/>
                      </a:lnTo>
                      <a:lnTo>
                        <a:pt x="993" y="2091"/>
                      </a:lnTo>
                      <a:lnTo>
                        <a:pt x="998" y="2097"/>
                      </a:lnTo>
                      <a:lnTo>
                        <a:pt x="1008" y="2111"/>
                      </a:lnTo>
                      <a:lnTo>
                        <a:pt x="1020" y="2130"/>
                      </a:lnTo>
                      <a:lnTo>
                        <a:pt x="1032" y="2149"/>
                      </a:lnTo>
                      <a:lnTo>
                        <a:pt x="1040" y="2164"/>
                      </a:lnTo>
                      <a:lnTo>
                        <a:pt x="1046" y="2176"/>
                      </a:lnTo>
                      <a:lnTo>
                        <a:pt x="1054" y="2183"/>
                      </a:lnTo>
                      <a:lnTo>
                        <a:pt x="1056" y="2186"/>
                      </a:lnTo>
                      <a:lnTo>
                        <a:pt x="1061" y="2186"/>
                      </a:lnTo>
                      <a:lnTo>
                        <a:pt x="1065" y="2186"/>
                      </a:lnTo>
                      <a:lnTo>
                        <a:pt x="1070" y="2185"/>
                      </a:lnTo>
                      <a:lnTo>
                        <a:pt x="1081" y="2180"/>
                      </a:lnTo>
                      <a:lnTo>
                        <a:pt x="1089" y="2179"/>
                      </a:lnTo>
                      <a:lnTo>
                        <a:pt x="1092" y="2179"/>
                      </a:lnTo>
                      <a:lnTo>
                        <a:pt x="1095" y="2180"/>
                      </a:lnTo>
                      <a:lnTo>
                        <a:pt x="1098" y="2182"/>
                      </a:lnTo>
                      <a:lnTo>
                        <a:pt x="1100" y="2186"/>
                      </a:lnTo>
                      <a:lnTo>
                        <a:pt x="1103" y="2191"/>
                      </a:lnTo>
                      <a:lnTo>
                        <a:pt x="1106" y="2193"/>
                      </a:lnTo>
                      <a:lnTo>
                        <a:pt x="1109" y="2195"/>
                      </a:lnTo>
                      <a:lnTo>
                        <a:pt x="1113" y="2195"/>
                      </a:lnTo>
                      <a:lnTo>
                        <a:pt x="1120" y="2195"/>
                      </a:lnTo>
                      <a:lnTo>
                        <a:pt x="1127" y="2193"/>
                      </a:lnTo>
                      <a:lnTo>
                        <a:pt x="1136" y="2191"/>
                      </a:lnTo>
                      <a:lnTo>
                        <a:pt x="1145" y="2189"/>
                      </a:lnTo>
                      <a:lnTo>
                        <a:pt x="1155" y="2189"/>
                      </a:lnTo>
                      <a:lnTo>
                        <a:pt x="1164" y="2192"/>
                      </a:lnTo>
                      <a:lnTo>
                        <a:pt x="1169" y="2193"/>
                      </a:lnTo>
                      <a:lnTo>
                        <a:pt x="1174" y="2193"/>
                      </a:lnTo>
                      <a:lnTo>
                        <a:pt x="1178" y="2193"/>
                      </a:lnTo>
                      <a:lnTo>
                        <a:pt x="1183" y="2193"/>
                      </a:lnTo>
                      <a:lnTo>
                        <a:pt x="1191" y="2191"/>
                      </a:lnTo>
                      <a:lnTo>
                        <a:pt x="1200" y="2186"/>
                      </a:lnTo>
                      <a:lnTo>
                        <a:pt x="1209" y="2182"/>
                      </a:lnTo>
                      <a:lnTo>
                        <a:pt x="1220" y="2179"/>
                      </a:lnTo>
                      <a:lnTo>
                        <a:pt x="1226" y="2179"/>
                      </a:lnTo>
                      <a:lnTo>
                        <a:pt x="1233" y="2179"/>
                      </a:lnTo>
                      <a:lnTo>
                        <a:pt x="1241" y="2180"/>
                      </a:lnTo>
                      <a:lnTo>
                        <a:pt x="1249" y="2182"/>
                      </a:lnTo>
                      <a:lnTo>
                        <a:pt x="1263" y="2188"/>
                      </a:lnTo>
                      <a:lnTo>
                        <a:pt x="1273" y="2193"/>
                      </a:lnTo>
                      <a:lnTo>
                        <a:pt x="1277" y="2195"/>
                      </a:lnTo>
                      <a:lnTo>
                        <a:pt x="1279" y="2199"/>
                      </a:lnTo>
                      <a:lnTo>
                        <a:pt x="1282" y="2202"/>
                      </a:lnTo>
                      <a:lnTo>
                        <a:pt x="1282" y="2208"/>
                      </a:lnTo>
                      <a:lnTo>
                        <a:pt x="1283" y="2219"/>
                      </a:lnTo>
                      <a:lnTo>
                        <a:pt x="1284" y="2227"/>
                      </a:lnTo>
                      <a:lnTo>
                        <a:pt x="1285" y="2231"/>
                      </a:lnTo>
                      <a:lnTo>
                        <a:pt x="1288" y="2234"/>
                      </a:lnTo>
                      <a:lnTo>
                        <a:pt x="1291" y="2237"/>
                      </a:lnTo>
                      <a:lnTo>
                        <a:pt x="1296" y="2239"/>
                      </a:lnTo>
                      <a:lnTo>
                        <a:pt x="1307" y="2242"/>
                      </a:lnTo>
                      <a:lnTo>
                        <a:pt x="1313" y="2242"/>
                      </a:lnTo>
                      <a:lnTo>
                        <a:pt x="1317" y="2239"/>
                      </a:lnTo>
                      <a:lnTo>
                        <a:pt x="1326" y="2234"/>
                      </a:lnTo>
                      <a:lnTo>
                        <a:pt x="1334" y="2227"/>
                      </a:lnTo>
                      <a:lnTo>
                        <a:pt x="1342" y="2218"/>
                      </a:lnTo>
                      <a:lnTo>
                        <a:pt x="1350" y="2206"/>
                      </a:lnTo>
                      <a:lnTo>
                        <a:pt x="1353" y="2198"/>
                      </a:lnTo>
                      <a:lnTo>
                        <a:pt x="1354" y="2194"/>
                      </a:lnTo>
                      <a:lnTo>
                        <a:pt x="1357" y="2192"/>
                      </a:lnTo>
                      <a:lnTo>
                        <a:pt x="1359" y="2189"/>
                      </a:lnTo>
                      <a:lnTo>
                        <a:pt x="1363" y="2187"/>
                      </a:lnTo>
                      <a:lnTo>
                        <a:pt x="1366" y="2186"/>
                      </a:lnTo>
                      <a:lnTo>
                        <a:pt x="1370" y="2185"/>
                      </a:lnTo>
                      <a:lnTo>
                        <a:pt x="1375" y="2183"/>
                      </a:lnTo>
                      <a:lnTo>
                        <a:pt x="1380" y="2183"/>
                      </a:lnTo>
                      <a:lnTo>
                        <a:pt x="1389" y="2183"/>
                      </a:lnTo>
                      <a:lnTo>
                        <a:pt x="1396" y="2181"/>
                      </a:lnTo>
                      <a:lnTo>
                        <a:pt x="1399" y="2177"/>
                      </a:lnTo>
                      <a:lnTo>
                        <a:pt x="1402" y="2174"/>
                      </a:lnTo>
                      <a:lnTo>
                        <a:pt x="1404" y="2170"/>
                      </a:lnTo>
                      <a:lnTo>
                        <a:pt x="1408" y="2168"/>
                      </a:lnTo>
                      <a:lnTo>
                        <a:pt x="1413" y="2167"/>
                      </a:lnTo>
                      <a:lnTo>
                        <a:pt x="1417" y="2167"/>
                      </a:lnTo>
                      <a:lnTo>
                        <a:pt x="1422" y="2166"/>
                      </a:lnTo>
                      <a:lnTo>
                        <a:pt x="1424" y="2163"/>
                      </a:lnTo>
                      <a:lnTo>
                        <a:pt x="1426" y="2161"/>
                      </a:lnTo>
                      <a:lnTo>
                        <a:pt x="1427" y="2158"/>
                      </a:lnTo>
                      <a:lnTo>
                        <a:pt x="1427" y="2155"/>
                      </a:lnTo>
                      <a:lnTo>
                        <a:pt x="1426" y="2151"/>
                      </a:lnTo>
                      <a:lnTo>
                        <a:pt x="1426" y="2147"/>
                      </a:lnTo>
                      <a:lnTo>
                        <a:pt x="1426" y="2142"/>
                      </a:lnTo>
                      <a:lnTo>
                        <a:pt x="1427" y="2137"/>
                      </a:lnTo>
                      <a:lnTo>
                        <a:pt x="1429" y="2132"/>
                      </a:lnTo>
                      <a:lnTo>
                        <a:pt x="1433" y="2129"/>
                      </a:lnTo>
                      <a:lnTo>
                        <a:pt x="1438" y="2125"/>
                      </a:lnTo>
                      <a:lnTo>
                        <a:pt x="1443" y="2122"/>
                      </a:lnTo>
                      <a:lnTo>
                        <a:pt x="1449" y="2118"/>
                      </a:lnTo>
                      <a:lnTo>
                        <a:pt x="1457" y="2114"/>
                      </a:lnTo>
                      <a:lnTo>
                        <a:pt x="1465" y="2111"/>
                      </a:lnTo>
                      <a:lnTo>
                        <a:pt x="1472" y="2106"/>
                      </a:lnTo>
                      <a:lnTo>
                        <a:pt x="1479" y="2100"/>
                      </a:lnTo>
                      <a:lnTo>
                        <a:pt x="1486" y="2094"/>
                      </a:lnTo>
                      <a:lnTo>
                        <a:pt x="1491" y="2088"/>
                      </a:lnTo>
                      <a:lnTo>
                        <a:pt x="1495" y="2082"/>
                      </a:lnTo>
                      <a:lnTo>
                        <a:pt x="1495" y="2076"/>
                      </a:lnTo>
                      <a:lnTo>
                        <a:pt x="1493" y="2066"/>
                      </a:lnTo>
                      <a:lnTo>
                        <a:pt x="1492" y="2054"/>
                      </a:lnTo>
                      <a:lnTo>
                        <a:pt x="1493" y="2049"/>
                      </a:lnTo>
                      <a:lnTo>
                        <a:pt x="1493" y="2043"/>
                      </a:lnTo>
                      <a:lnTo>
                        <a:pt x="1496" y="2038"/>
                      </a:lnTo>
                      <a:lnTo>
                        <a:pt x="1498" y="2034"/>
                      </a:lnTo>
                      <a:lnTo>
                        <a:pt x="1512" y="2018"/>
                      </a:lnTo>
                      <a:lnTo>
                        <a:pt x="1522" y="2005"/>
                      </a:lnTo>
                      <a:lnTo>
                        <a:pt x="1523" y="1998"/>
                      </a:lnTo>
                      <a:lnTo>
                        <a:pt x="1527" y="1993"/>
                      </a:lnTo>
                      <a:lnTo>
                        <a:pt x="1530" y="1988"/>
                      </a:lnTo>
                      <a:lnTo>
                        <a:pt x="1534" y="1986"/>
                      </a:lnTo>
                      <a:lnTo>
                        <a:pt x="1537" y="1983"/>
                      </a:lnTo>
                      <a:lnTo>
                        <a:pt x="1540" y="1978"/>
                      </a:lnTo>
                      <a:lnTo>
                        <a:pt x="1541" y="1969"/>
                      </a:lnTo>
                      <a:lnTo>
                        <a:pt x="1540" y="1959"/>
                      </a:lnTo>
                      <a:lnTo>
                        <a:pt x="1536" y="1948"/>
                      </a:lnTo>
                      <a:lnTo>
                        <a:pt x="1529" y="1936"/>
                      </a:lnTo>
                      <a:lnTo>
                        <a:pt x="1526" y="1931"/>
                      </a:lnTo>
                      <a:lnTo>
                        <a:pt x="1523" y="1925"/>
                      </a:lnTo>
                      <a:lnTo>
                        <a:pt x="1521" y="1921"/>
                      </a:lnTo>
                      <a:lnTo>
                        <a:pt x="1520" y="1915"/>
                      </a:lnTo>
                      <a:lnTo>
                        <a:pt x="1521" y="1904"/>
                      </a:lnTo>
                      <a:lnTo>
                        <a:pt x="1522" y="1896"/>
                      </a:lnTo>
                      <a:lnTo>
                        <a:pt x="1524" y="1892"/>
                      </a:lnTo>
                      <a:lnTo>
                        <a:pt x="1526" y="1890"/>
                      </a:lnTo>
                      <a:lnTo>
                        <a:pt x="1528" y="1887"/>
                      </a:lnTo>
                      <a:lnTo>
                        <a:pt x="1531" y="1886"/>
                      </a:lnTo>
                      <a:lnTo>
                        <a:pt x="1534" y="1886"/>
                      </a:lnTo>
                      <a:lnTo>
                        <a:pt x="1536" y="1884"/>
                      </a:lnTo>
                      <a:lnTo>
                        <a:pt x="1539" y="1883"/>
                      </a:lnTo>
                      <a:lnTo>
                        <a:pt x="1540" y="1879"/>
                      </a:lnTo>
                      <a:lnTo>
                        <a:pt x="1541" y="1877"/>
                      </a:lnTo>
                      <a:lnTo>
                        <a:pt x="1541" y="1873"/>
                      </a:lnTo>
                      <a:lnTo>
                        <a:pt x="1540" y="1870"/>
                      </a:lnTo>
                      <a:lnTo>
                        <a:pt x="1537" y="1866"/>
                      </a:lnTo>
                      <a:lnTo>
                        <a:pt x="1533" y="1860"/>
                      </a:lnTo>
                      <a:lnTo>
                        <a:pt x="1528" y="1853"/>
                      </a:lnTo>
                      <a:lnTo>
                        <a:pt x="1526" y="1849"/>
                      </a:lnTo>
                      <a:lnTo>
                        <a:pt x="1524" y="1846"/>
                      </a:lnTo>
                      <a:lnTo>
                        <a:pt x="1524" y="1840"/>
                      </a:lnTo>
                      <a:lnTo>
                        <a:pt x="1524" y="1835"/>
                      </a:lnTo>
                      <a:lnTo>
                        <a:pt x="1526" y="1828"/>
                      </a:lnTo>
                      <a:lnTo>
                        <a:pt x="1528" y="1822"/>
                      </a:lnTo>
                      <a:lnTo>
                        <a:pt x="1530" y="1817"/>
                      </a:lnTo>
                      <a:lnTo>
                        <a:pt x="1535" y="1813"/>
                      </a:lnTo>
                      <a:lnTo>
                        <a:pt x="1540" y="1809"/>
                      </a:lnTo>
                      <a:lnTo>
                        <a:pt x="1546" y="1807"/>
                      </a:lnTo>
                      <a:lnTo>
                        <a:pt x="1550" y="1805"/>
                      </a:lnTo>
                      <a:lnTo>
                        <a:pt x="1556" y="1808"/>
                      </a:lnTo>
                      <a:lnTo>
                        <a:pt x="1567" y="1813"/>
                      </a:lnTo>
                      <a:lnTo>
                        <a:pt x="1578" y="1816"/>
                      </a:lnTo>
                      <a:lnTo>
                        <a:pt x="1587" y="1817"/>
                      </a:lnTo>
                      <a:lnTo>
                        <a:pt x="1597" y="1817"/>
                      </a:lnTo>
                      <a:lnTo>
                        <a:pt x="1606" y="1816"/>
                      </a:lnTo>
                      <a:lnTo>
                        <a:pt x="1616" y="1816"/>
                      </a:lnTo>
                      <a:lnTo>
                        <a:pt x="1624" y="1818"/>
                      </a:lnTo>
                      <a:lnTo>
                        <a:pt x="1632" y="1822"/>
                      </a:lnTo>
                      <a:lnTo>
                        <a:pt x="1641" y="1826"/>
                      </a:lnTo>
                      <a:lnTo>
                        <a:pt x="1647" y="1827"/>
                      </a:lnTo>
                      <a:lnTo>
                        <a:pt x="1650" y="1827"/>
                      </a:lnTo>
                      <a:lnTo>
                        <a:pt x="1653" y="1826"/>
                      </a:lnTo>
                      <a:lnTo>
                        <a:pt x="1655" y="1822"/>
                      </a:lnTo>
                      <a:lnTo>
                        <a:pt x="1657" y="1817"/>
                      </a:lnTo>
                      <a:lnTo>
                        <a:pt x="1660" y="1809"/>
                      </a:lnTo>
                      <a:lnTo>
                        <a:pt x="1663" y="1801"/>
                      </a:lnTo>
                      <a:lnTo>
                        <a:pt x="1667" y="1798"/>
                      </a:lnTo>
                      <a:lnTo>
                        <a:pt x="1671" y="1796"/>
                      </a:lnTo>
                      <a:lnTo>
                        <a:pt x="1676" y="1794"/>
                      </a:lnTo>
                      <a:lnTo>
                        <a:pt x="1682" y="1792"/>
                      </a:lnTo>
                      <a:lnTo>
                        <a:pt x="1694" y="1789"/>
                      </a:lnTo>
                      <a:lnTo>
                        <a:pt x="1701" y="1786"/>
                      </a:lnTo>
                      <a:lnTo>
                        <a:pt x="1703" y="1784"/>
                      </a:lnTo>
                      <a:lnTo>
                        <a:pt x="1703" y="1782"/>
                      </a:lnTo>
                      <a:lnTo>
                        <a:pt x="1703" y="1778"/>
                      </a:lnTo>
                      <a:lnTo>
                        <a:pt x="1703" y="1773"/>
                      </a:lnTo>
                      <a:lnTo>
                        <a:pt x="1700" y="1760"/>
                      </a:lnTo>
                      <a:lnTo>
                        <a:pt x="1697" y="1747"/>
                      </a:lnTo>
                      <a:lnTo>
                        <a:pt x="1694" y="1740"/>
                      </a:lnTo>
                      <a:lnTo>
                        <a:pt x="1692" y="1735"/>
                      </a:lnTo>
                      <a:lnTo>
                        <a:pt x="1688" y="1731"/>
                      </a:lnTo>
                      <a:lnTo>
                        <a:pt x="1685" y="1728"/>
                      </a:lnTo>
                      <a:lnTo>
                        <a:pt x="1667" y="1722"/>
                      </a:lnTo>
                      <a:lnTo>
                        <a:pt x="1652" y="1716"/>
                      </a:lnTo>
                      <a:lnTo>
                        <a:pt x="1648" y="1713"/>
                      </a:lnTo>
                      <a:lnTo>
                        <a:pt x="1646" y="1707"/>
                      </a:lnTo>
                      <a:lnTo>
                        <a:pt x="1643" y="1701"/>
                      </a:lnTo>
                      <a:lnTo>
                        <a:pt x="1642" y="1695"/>
                      </a:lnTo>
                      <a:lnTo>
                        <a:pt x="1642" y="1688"/>
                      </a:lnTo>
                      <a:lnTo>
                        <a:pt x="1643" y="1683"/>
                      </a:lnTo>
                      <a:lnTo>
                        <a:pt x="1643" y="1681"/>
                      </a:lnTo>
                      <a:lnTo>
                        <a:pt x="1646" y="1679"/>
                      </a:lnTo>
                      <a:lnTo>
                        <a:pt x="1647" y="1678"/>
                      </a:lnTo>
                      <a:lnTo>
                        <a:pt x="1649" y="1677"/>
                      </a:lnTo>
                      <a:lnTo>
                        <a:pt x="1657" y="1676"/>
                      </a:lnTo>
                      <a:lnTo>
                        <a:pt x="1667" y="1675"/>
                      </a:lnTo>
                      <a:lnTo>
                        <a:pt x="1671" y="1673"/>
                      </a:lnTo>
                      <a:lnTo>
                        <a:pt x="1674" y="1671"/>
                      </a:lnTo>
                      <a:lnTo>
                        <a:pt x="1678" y="1668"/>
                      </a:lnTo>
                      <a:lnTo>
                        <a:pt x="1680" y="1664"/>
                      </a:lnTo>
                      <a:lnTo>
                        <a:pt x="1684" y="1656"/>
                      </a:lnTo>
                      <a:lnTo>
                        <a:pt x="1687" y="1650"/>
                      </a:lnTo>
                      <a:lnTo>
                        <a:pt x="1691" y="1649"/>
                      </a:lnTo>
                      <a:lnTo>
                        <a:pt x="1693" y="1649"/>
                      </a:lnTo>
                      <a:lnTo>
                        <a:pt x="1697" y="1650"/>
                      </a:lnTo>
                      <a:lnTo>
                        <a:pt x="1701" y="1652"/>
                      </a:lnTo>
                      <a:lnTo>
                        <a:pt x="1705" y="1656"/>
                      </a:lnTo>
                      <a:lnTo>
                        <a:pt x="1709" y="1657"/>
                      </a:lnTo>
                      <a:lnTo>
                        <a:pt x="1712" y="1658"/>
                      </a:lnTo>
                      <a:lnTo>
                        <a:pt x="1716" y="1658"/>
                      </a:lnTo>
                      <a:lnTo>
                        <a:pt x="1718" y="1657"/>
                      </a:lnTo>
                      <a:lnTo>
                        <a:pt x="1720" y="1656"/>
                      </a:lnTo>
                      <a:lnTo>
                        <a:pt x="1722" y="1653"/>
                      </a:lnTo>
                      <a:lnTo>
                        <a:pt x="1724" y="1651"/>
                      </a:lnTo>
                      <a:lnTo>
                        <a:pt x="1729" y="1644"/>
                      </a:lnTo>
                      <a:lnTo>
                        <a:pt x="1731" y="1635"/>
                      </a:lnTo>
                      <a:lnTo>
                        <a:pt x="1731" y="1627"/>
                      </a:lnTo>
                      <a:lnTo>
                        <a:pt x="1731" y="1619"/>
                      </a:lnTo>
                      <a:lnTo>
                        <a:pt x="1729" y="1612"/>
                      </a:lnTo>
                      <a:lnTo>
                        <a:pt x="1728" y="1605"/>
                      </a:lnTo>
                      <a:lnTo>
                        <a:pt x="1729" y="1602"/>
                      </a:lnTo>
                      <a:lnTo>
                        <a:pt x="1730" y="1600"/>
                      </a:lnTo>
                      <a:lnTo>
                        <a:pt x="1732" y="1599"/>
                      </a:lnTo>
                      <a:lnTo>
                        <a:pt x="1737" y="1599"/>
                      </a:lnTo>
                      <a:lnTo>
                        <a:pt x="1741" y="1597"/>
                      </a:lnTo>
                      <a:lnTo>
                        <a:pt x="1744" y="1597"/>
                      </a:lnTo>
                      <a:lnTo>
                        <a:pt x="1748" y="1595"/>
                      </a:lnTo>
                      <a:lnTo>
                        <a:pt x="1749" y="1593"/>
                      </a:lnTo>
                      <a:lnTo>
                        <a:pt x="1753" y="1586"/>
                      </a:lnTo>
                      <a:lnTo>
                        <a:pt x="1753" y="1576"/>
                      </a:lnTo>
                      <a:lnTo>
                        <a:pt x="1753" y="1563"/>
                      </a:lnTo>
                      <a:lnTo>
                        <a:pt x="1753" y="1549"/>
                      </a:lnTo>
                      <a:lnTo>
                        <a:pt x="1754" y="1534"/>
                      </a:lnTo>
                      <a:lnTo>
                        <a:pt x="1756" y="1524"/>
                      </a:lnTo>
                      <a:lnTo>
                        <a:pt x="1761" y="1513"/>
                      </a:lnTo>
                      <a:lnTo>
                        <a:pt x="1764" y="1499"/>
                      </a:lnTo>
                      <a:lnTo>
                        <a:pt x="1768" y="1484"/>
                      </a:lnTo>
                      <a:lnTo>
                        <a:pt x="1769" y="1473"/>
                      </a:lnTo>
                      <a:lnTo>
                        <a:pt x="1768" y="1458"/>
                      </a:lnTo>
                      <a:lnTo>
                        <a:pt x="1767" y="1446"/>
                      </a:lnTo>
                      <a:lnTo>
                        <a:pt x="1766" y="1444"/>
                      </a:lnTo>
                      <a:lnTo>
                        <a:pt x="1766" y="1442"/>
                      </a:lnTo>
                      <a:lnTo>
                        <a:pt x="1764" y="1442"/>
                      </a:lnTo>
                      <a:lnTo>
                        <a:pt x="1763" y="1442"/>
                      </a:lnTo>
                      <a:lnTo>
                        <a:pt x="1758" y="1443"/>
                      </a:lnTo>
                      <a:lnTo>
                        <a:pt x="1750" y="1441"/>
                      </a:lnTo>
                      <a:close/>
                    </a:path>
                  </a:pathLst>
                </a:custGeom>
                <a:solidFill>
                  <a:srgbClr val="9BC2E6"/>
                </a:solidFill>
                <a:ln w="9525">
                  <a:solidFill>
                    <a:srgbClr val="AFABAB"/>
                  </a:solidFill>
                  <a:round/>
                  <a:headEnd/>
                  <a:tailEnd/>
                </a:ln>
              </p:spPr>
              <p:txBody>
                <a:bodyPr/>
                <a:lstStyle/>
                <a:p>
                  <a:endParaRPr lang="zh-CN" altLang="en-US"/>
                </a:p>
              </p:txBody>
            </p:sp>
            <p:sp>
              <p:nvSpPr>
                <p:cNvPr id="42" name="山西">
                  <a:extLst>
                    <a:ext uri="{FF2B5EF4-FFF2-40B4-BE49-F238E27FC236}">
                      <a16:creationId xmlns:a16="http://schemas.microsoft.com/office/drawing/2014/main" id="{1E0CBEBC-4B9B-4598-8B97-3C4399A30932}"/>
                    </a:ext>
                  </a:extLst>
                </p:cNvPr>
                <p:cNvSpPr>
                  <a:spLocks/>
                </p:cNvSpPr>
                <p:nvPr/>
              </p:nvSpPr>
              <p:spPr bwMode="auto">
                <a:xfrm>
                  <a:off x="3152814" y="1524079"/>
                  <a:ext cx="371479" cy="723938"/>
                </a:xfrm>
                <a:custGeom>
                  <a:avLst/>
                  <a:gdLst>
                    <a:gd name="T0" fmla="*/ 2147483646 w 1396"/>
                    <a:gd name="T1" fmla="*/ 2147483646 h 2738"/>
                    <a:gd name="T2" fmla="*/ 2147483646 w 1396"/>
                    <a:gd name="T3" fmla="*/ 2147483646 h 2738"/>
                    <a:gd name="T4" fmla="*/ 2147483646 w 1396"/>
                    <a:gd name="T5" fmla="*/ 2147483646 h 2738"/>
                    <a:gd name="T6" fmla="*/ 2147483646 w 1396"/>
                    <a:gd name="T7" fmla="*/ 2147483646 h 2738"/>
                    <a:gd name="T8" fmla="*/ 2147483646 w 1396"/>
                    <a:gd name="T9" fmla="*/ 2147483646 h 2738"/>
                    <a:gd name="T10" fmla="*/ 2147483646 w 1396"/>
                    <a:gd name="T11" fmla="*/ 2147483646 h 2738"/>
                    <a:gd name="T12" fmla="*/ 2147483646 w 1396"/>
                    <a:gd name="T13" fmla="*/ 2147483646 h 2738"/>
                    <a:gd name="T14" fmla="*/ 2147483646 w 1396"/>
                    <a:gd name="T15" fmla="*/ 2147483646 h 2738"/>
                    <a:gd name="T16" fmla="*/ 2147483646 w 1396"/>
                    <a:gd name="T17" fmla="*/ 2147483646 h 2738"/>
                    <a:gd name="T18" fmla="*/ 2147483646 w 1396"/>
                    <a:gd name="T19" fmla="*/ 2147483646 h 2738"/>
                    <a:gd name="T20" fmla="*/ 2147483646 w 1396"/>
                    <a:gd name="T21" fmla="*/ 2147483646 h 2738"/>
                    <a:gd name="T22" fmla="*/ 2147483646 w 1396"/>
                    <a:gd name="T23" fmla="*/ 2147483646 h 2738"/>
                    <a:gd name="T24" fmla="*/ 2147483646 w 1396"/>
                    <a:gd name="T25" fmla="*/ 2147483646 h 2738"/>
                    <a:gd name="T26" fmla="*/ 2147483646 w 1396"/>
                    <a:gd name="T27" fmla="*/ 2147483646 h 2738"/>
                    <a:gd name="T28" fmla="*/ 2147483646 w 1396"/>
                    <a:gd name="T29" fmla="*/ 2147483646 h 2738"/>
                    <a:gd name="T30" fmla="*/ 2147483646 w 1396"/>
                    <a:gd name="T31" fmla="*/ 2147483646 h 2738"/>
                    <a:gd name="T32" fmla="*/ 2147483646 w 1396"/>
                    <a:gd name="T33" fmla="*/ 2147483646 h 2738"/>
                    <a:gd name="T34" fmla="*/ 2147483646 w 1396"/>
                    <a:gd name="T35" fmla="*/ 2147483646 h 2738"/>
                    <a:gd name="T36" fmla="*/ 2147483646 w 1396"/>
                    <a:gd name="T37" fmla="*/ 2147483646 h 2738"/>
                    <a:gd name="T38" fmla="*/ 2147483646 w 1396"/>
                    <a:gd name="T39" fmla="*/ 2147483646 h 2738"/>
                    <a:gd name="T40" fmla="*/ 2147483646 w 1396"/>
                    <a:gd name="T41" fmla="*/ 2147483646 h 2738"/>
                    <a:gd name="T42" fmla="*/ 2147483646 w 1396"/>
                    <a:gd name="T43" fmla="*/ 2147483646 h 2738"/>
                    <a:gd name="T44" fmla="*/ 2147483646 w 1396"/>
                    <a:gd name="T45" fmla="*/ 2147483646 h 2738"/>
                    <a:gd name="T46" fmla="*/ 2147483646 w 1396"/>
                    <a:gd name="T47" fmla="*/ 2147483646 h 2738"/>
                    <a:gd name="T48" fmla="*/ 2147483646 w 1396"/>
                    <a:gd name="T49" fmla="*/ 2147483646 h 2738"/>
                    <a:gd name="T50" fmla="*/ 2147483646 w 1396"/>
                    <a:gd name="T51" fmla="*/ 2147483646 h 2738"/>
                    <a:gd name="T52" fmla="*/ 2147483646 w 1396"/>
                    <a:gd name="T53" fmla="*/ 2147483646 h 2738"/>
                    <a:gd name="T54" fmla="*/ 2147483646 w 1396"/>
                    <a:gd name="T55" fmla="*/ 2147483646 h 2738"/>
                    <a:gd name="T56" fmla="*/ 2147483646 w 1396"/>
                    <a:gd name="T57" fmla="*/ 2147483646 h 2738"/>
                    <a:gd name="T58" fmla="*/ 2147483646 w 1396"/>
                    <a:gd name="T59" fmla="*/ 2147483646 h 2738"/>
                    <a:gd name="T60" fmla="*/ 2147483646 w 1396"/>
                    <a:gd name="T61" fmla="*/ 2147483646 h 2738"/>
                    <a:gd name="T62" fmla="*/ 2147483646 w 1396"/>
                    <a:gd name="T63" fmla="*/ 2147483646 h 2738"/>
                    <a:gd name="T64" fmla="*/ 2147483646 w 1396"/>
                    <a:gd name="T65" fmla="*/ 2147483646 h 2738"/>
                    <a:gd name="T66" fmla="*/ 2147483646 w 1396"/>
                    <a:gd name="T67" fmla="*/ 2147483646 h 2738"/>
                    <a:gd name="T68" fmla="*/ 2147483646 w 1396"/>
                    <a:gd name="T69" fmla="*/ 2147483646 h 2738"/>
                    <a:gd name="T70" fmla="*/ 2147483646 w 1396"/>
                    <a:gd name="T71" fmla="*/ 2147483646 h 2738"/>
                    <a:gd name="T72" fmla="*/ 2147483646 w 1396"/>
                    <a:gd name="T73" fmla="*/ 2147483646 h 2738"/>
                    <a:gd name="T74" fmla="*/ 2147483646 w 1396"/>
                    <a:gd name="T75" fmla="*/ 2147483646 h 2738"/>
                    <a:gd name="T76" fmla="*/ 2147483646 w 1396"/>
                    <a:gd name="T77" fmla="*/ 2147483646 h 2738"/>
                    <a:gd name="T78" fmla="*/ 2147483646 w 1396"/>
                    <a:gd name="T79" fmla="*/ 2147483646 h 2738"/>
                    <a:gd name="T80" fmla="*/ 2147483646 w 1396"/>
                    <a:gd name="T81" fmla="*/ 2147483646 h 2738"/>
                    <a:gd name="T82" fmla="*/ 2147483646 w 1396"/>
                    <a:gd name="T83" fmla="*/ 2147483646 h 2738"/>
                    <a:gd name="T84" fmla="*/ 2147483646 w 1396"/>
                    <a:gd name="T85" fmla="*/ 2147483646 h 2738"/>
                    <a:gd name="T86" fmla="*/ 2147483646 w 1396"/>
                    <a:gd name="T87" fmla="*/ 2147483646 h 2738"/>
                    <a:gd name="T88" fmla="*/ 2147483646 w 1396"/>
                    <a:gd name="T89" fmla="*/ 2147483646 h 2738"/>
                    <a:gd name="T90" fmla="*/ 2147483646 w 1396"/>
                    <a:gd name="T91" fmla="*/ 2147483646 h 2738"/>
                    <a:gd name="T92" fmla="*/ 2147483646 w 1396"/>
                    <a:gd name="T93" fmla="*/ 2147483646 h 2738"/>
                    <a:gd name="T94" fmla="*/ 2147483646 w 1396"/>
                    <a:gd name="T95" fmla="*/ 2147483646 h 2738"/>
                    <a:gd name="T96" fmla="*/ 2147483646 w 1396"/>
                    <a:gd name="T97" fmla="*/ 2147483646 h 2738"/>
                    <a:gd name="T98" fmla="*/ 2147483646 w 1396"/>
                    <a:gd name="T99" fmla="*/ 2147483646 h 2738"/>
                    <a:gd name="T100" fmla="*/ 2147483646 w 1396"/>
                    <a:gd name="T101" fmla="*/ 2147483646 h 2738"/>
                    <a:gd name="T102" fmla="*/ 2147483646 w 1396"/>
                    <a:gd name="T103" fmla="*/ 2147483646 h 2738"/>
                    <a:gd name="T104" fmla="*/ 2147483646 w 1396"/>
                    <a:gd name="T105" fmla="*/ 2147483646 h 2738"/>
                    <a:gd name="T106" fmla="*/ 2147483646 w 1396"/>
                    <a:gd name="T107" fmla="*/ 2147483646 h 2738"/>
                    <a:gd name="T108" fmla="*/ 2147483646 w 1396"/>
                    <a:gd name="T109" fmla="*/ 2147483646 h 2738"/>
                    <a:gd name="T110" fmla="*/ 2147483646 w 1396"/>
                    <a:gd name="T111" fmla="*/ 2147483646 h 2738"/>
                    <a:gd name="T112" fmla="*/ 2147483646 w 1396"/>
                    <a:gd name="T113" fmla="*/ 2147483646 h 2738"/>
                    <a:gd name="T114" fmla="*/ 2147483646 w 1396"/>
                    <a:gd name="T115" fmla="*/ 2147483646 h 2738"/>
                    <a:gd name="T116" fmla="*/ 2147483646 w 1396"/>
                    <a:gd name="T117" fmla="*/ 2147483646 h 2738"/>
                    <a:gd name="T118" fmla="*/ 2147483646 w 1396"/>
                    <a:gd name="T119" fmla="*/ 2147483646 h 2738"/>
                    <a:gd name="T120" fmla="*/ 2147483646 w 1396"/>
                    <a:gd name="T121" fmla="*/ 2147483646 h 27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396" h="2738">
                      <a:moveTo>
                        <a:pt x="39" y="2738"/>
                      </a:moveTo>
                      <a:lnTo>
                        <a:pt x="33" y="2738"/>
                      </a:lnTo>
                      <a:lnTo>
                        <a:pt x="27" y="2736"/>
                      </a:lnTo>
                      <a:lnTo>
                        <a:pt x="21" y="2735"/>
                      </a:lnTo>
                      <a:lnTo>
                        <a:pt x="18" y="2731"/>
                      </a:lnTo>
                      <a:lnTo>
                        <a:pt x="13" y="2725"/>
                      </a:lnTo>
                      <a:lnTo>
                        <a:pt x="10" y="2719"/>
                      </a:lnTo>
                      <a:lnTo>
                        <a:pt x="7" y="2711"/>
                      </a:lnTo>
                      <a:lnTo>
                        <a:pt x="5" y="2704"/>
                      </a:lnTo>
                      <a:lnTo>
                        <a:pt x="1" y="2687"/>
                      </a:lnTo>
                      <a:lnTo>
                        <a:pt x="0" y="2673"/>
                      </a:lnTo>
                      <a:lnTo>
                        <a:pt x="0" y="2660"/>
                      </a:lnTo>
                      <a:lnTo>
                        <a:pt x="0" y="2642"/>
                      </a:lnTo>
                      <a:lnTo>
                        <a:pt x="0" y="2623"/>
                      </a:lnTo>
                      <a:lnTo>
                        <a:pt x="0" y="2605"/>
                      </a:lnTo>
                      <a:lnTo>
                        <a:pt x="1" y="2588"/>
                      </a:lnTo>
                      <a:lnTo>
                        <a:pt x="4" y="2572"/>
                      </a:lnTo>
                      <a:lnTo>
                        <a:pt x="7" y="2557"/>
                      </a:lnTo>
                      <a:lnTo>
                        <a:pt x="12" y="2544"/>
                      </a:lnTo>
                      <a:lnTo>
                        <a:pt x="18" y="2531"/>
                      </a:lnTo>
                      <a:lnTo>
                        <a:pt x="21" y="2518"/>
                      </a:lnTo>
                      <a:lnTo>
                        <a:pt x="24" y="2505"/>
                      </a:lnTo>
                      <a:lnTo>
                        <a:pt x="24" y="2493"/>
                      </a:lnTo>
                      <a:lnTo>
                        <a:pt x="26" y="2480"/>
                      </a:lnTo>
                      <a:lnTo>
                        <a:pt x="30" y="2465"/>
                      </a:lnTo>
                      <a:lnTo>
                        <a:pt x="35" y="2448"/>
                      </a:lnTo>
                      <a:lnTo>
                        <a:pt x="40" y="2435"/>
                      </a:lnTo>
                      <a:lnTo>
                        <a:pt x="49" y="2423"/>
                      </a:lnTo>
                      <a:lnTo>
                        <a:pt x="59" y="2408"/>
                      </a:lnTo>
                      <a:lnTo>
                        <a:pt x="71" y="2390"/>
                      </a:lnTo>
                      <a:lnTo>
                        <a:pt x="81" y="2371"/>
                      </a:lnTo>
                      <a:lnTo>
                        <a:pt x="90" y="2348"/>
                      </a:lnTo>
                      <a:lnTo>
                        <a:pt x="100" y="2320"/>
                      </a:lnTo>
                      <a:lnTo>
                        <a:pt x="107" y="2294"/>
                      </a:lnTo>
                      <a:lnTo>
                        <a:pt x="109" y="2276"/>
                      </a:lnTo>
                      <a:lnTo>
                        <a:pt x="108" y="2262"/>
                      </a:lnTo>
                      <a:lnTo>
                        <a:pt x="107" y="2240"/>
                      </a:lnTo>
                      <a:lnTo>
                        <a:pt x="105" y="2218"/>
                      </a:lnTo>
                      <a:lnTo>
                        <a:pt x="103" y="2200"/>
                      </a:lnTo>
                      <a:lnTo>
                        <a:pt x="102" y="2193"/>
                      </a:lnTo>
                      <a:lnTo>
                        <a:pt x="101" y="2188"/>
                      </a:lnTo>
                      <a:lnTo>
                        <a:pt x="100" y="2184"/>
                      </a:lnTo>
                      <a:lnTo>
                        <a:pt x="99" y="2181"/>
                      </a:lnTo>
                      <a:lnTo>
                        <a:pt x="94" y="2177"/>
                      </a:lnTo>
                      <a:lnTo>
                        <a:pt x="89" y="2174"/>
                      </a:lnTo>
                      <a:lnTo>
                        <a:pt x="84" y="2168"/>
                      </a:lnTo>
                      <a:lnTo>
                        <a:pt x="82" y="2158"/>
                      </a:lnTo>
                      <a:lnTo>
                        <a:pt x="81" y="2149"/>
                      </a:lnTo>
                      <a:lnTo>
                        <a:pt x="80" y="2137"/>
                      </a:lnTo>
                      <a:lnTo>
                        <a:pt x="78" y="2126"/>
                      </a:lnTo>
                      <a:lnTo>
                        <a:pt x="76" y="2117"/>
                      </a:lnTo>
                      <a:lnTo>
                        <a:pt x="73" y="2107"/>
                      </a:lnTo>
                      <a:lnTo>
                        <a:pt x="68" y="2094"/>
                      </a:lnTo>
                      <a:lnTo>
                        <a:pt x="64" y="2082"/>
                      </a:lnTo>
                      <a:lnTo>
                        <a:pt x="62" y="2069"/>
                      </a:lnTo>
                      <a:lnTo>
                        <a:pt x="59" y="2057"/>
                      </a:lnTo>
                      <a:lnTo>
                        <a:pt x="58" y="2043"/>
                      </a:lnTo>
                      <a:lnTo>
                        <a:pt x="59" y="2029"/>
                      </a:lnTo>
                      <a:lnTo>
                        <a:pt x="62" y="2013"/>
                      </a:lnTo>
                      <a:lnTo>
                        <a:pt x="65" y="1999"/>
                      </a:lnTo>
                      <a:lnTo>
                        <a:pt x="69" y="1986"/>
                      </a:lnTo>
                      <a:lnTo>
                        <a:pt x="70" y="1980"/>
                      </a:lnTo>
                      <a:lnTo>
                        <a:pt x="71" y="1973"/>
                      </a:lnTo>
                      <a:lnTo>
                        <a:pt x="71" y="1966"/>
                      </a:lnTo>
                      <a:lnTo>
                        <a:pt x="70" y="1960"/>
                      </a:lnTo>
                      <a:lnTo>
                        <a:pt x="69" y="1947"/>
                      </a:lnTo>
                      <a:lnTo>
                        <a:pt x="67" y="1935"/>
                      </a:lnTo>
                      <a:lnTo>
                        <a:pt x="65" y="1925"/>
                      </a:lnTo>
                      <a:lnTo>
                        <a:pt x="65" y="1916"/>
                      </a:lnTo>
                      <a:lnTo>
                        <a:pt x="68" y="1907"/>
                      </a:lnTo>
                      <a:lnTo>
                        <a:pt x="70" y="1898"/>
                      </a:lnTo>
                      <a:lnTo>
                        <a:pt x="73" y="1888"/>
                      </a:lnTo>
                      <a:lnTo>
                        <a:pt x="73" y="1876"/>
                      </a:lnTo>
                      <a:lnTo>
                        <a:pt x="71" y="1872"/>
                      </a:lnTo>
                      <a:lnTo>
                        <a:pt x="70" y="1866"/>
                      </a:lnTo>
                      <a:lnTo>
                        <a:pt x="68" y="1861"/>
                      </a:lnTo>
                      <a:lnTo>
                        <a:pt x="65" y="1856"/>
                      </a:lnTo>
                      <a:lnTo>
                        <a:pt x="61" y="1847"/>
                      </a:lnTo>
                      <a:lnTo>
                        <a:pt x="58" y="1838"/>
                      </a:lnTo>
                      <a:lnTo>
                        <a:pt x="58" y="1830"/>
                      </a:lnTo>
                      <a:lnTo>
                        <a:pt x="58" y="1821"/>
                      </a:lnTo>
                      <a:lnTo>
                        <a:pt x="59" y="1816"/>
                      </a:lnTo>
                      <a:lnTo>
                        <a:pt x="58" y="1812"/>
                      </a:lnTo>
                      <a:lnTo>
                        <a:pt x="57" y="1810"/>
                      </a:lnTo>
                      <a:lnTo>
                        <a:pt x="56" y="1806"/>
                      </a:lnTo>
                      <a:lnTo>
                        <a:pt x="51" y="1803"/>
                      </a:lnTo>
                      <a:lnTo>
                        <a:pt x="45" y="1799"/>
                      </a:lnTo>
                      <a:lnTo>
                        <a:pt x="43" y="1798"/>
                      </a:lnTo>
                      <a:lnTo>
                        <a:pt x="42" y="1796"/>
                      </a:lnTo>
                      <a:lnTo>
                        <a:pt x="40" y="1793"/>
                      </a:lnTo>
                      <a:lnTo>
                        <a:pt x="40" y="1791"/>
                      </a:lnTo>
                      <a:lnTo>
                        <a:pt x="42" y="1784"/>
                      </a:lnTo>
                      <a:lnTo>
                        <a:pt x="45" y="1777"/>
                      </a:lnTo>
                      <a:lnTo>
                        <a:pt x="48" y="1769"/>
                      </a:lnTo>
                      <a:lnTo>
                        <a:pt x="48" y="1762"/>
                      </a:lnTo>
                      <a:lnTo>
                        <a:pt x="45" y="1755"/>
                      </a:lnTo>
                      <a:lnTo>
                        <a:pt x="43" y="1749"/>
                      </a:lnTo>
                      <a:lnTo>
                        <a:pt x="40" y="1745"/>
                      </a:lnTo>
                      <a:lnTo>
                        <a:pt x="40" y="1740"/>
                      </a:lnTo>
                      <a:lnTo>
                        <a:pt x="42" y="1734"/>
                      </a:lnTo>
                      <a:lnTo>
                        <a:pt x="44" y="1727"/>
                      </a:lnTo>
                      <a:lnTo>
                        <a:pt x="45" y="1717"/>
                      </a:lnTo>
                      <a:lnTo>
                        <a:pt x="44" y="1710"/>
                      </a:lnTo>
                      <a:lnTo>
                        <a:pt x="43" y="1703"/>
                      </a:lnTo>
                      <a:lnTo>
                        <a:pt x="40" y="1696"/>
                      </a:lnTo>
                      <a:lnTo>
                        <a:pt x="38" y="1690"/>
                      </a:lnTo>
                      <a:lnTo>
                        <a:pt x="38" y="1684"/>
                      </a:lnTo>
                      <a:lnTo>
                        <a:pt x="40" y="1678"/>
                      </a:lnTo>
                      <a:lnTo>
                        <a:pt x="44" y="1672"/>
                      </a:lnTo>
                      <a:lnTo>
                        <a:pt x="50" y="1666"/>
                      </a:lnTo>
                      <a:lnTo>
                        <a:pt x="59" y="1657"/>
                      </a:lnTo>
                      <a:lnTo>
                        <a:pt x="70" y="1646"/>
                      </a:lnTo>
                      <a:lnTo>
                        <a:pt x="81" y="1635"/>
                      </a:lnTo>
                      <a:lnTo>
                        <a:pt x="90" y="1622"/>
                      </a:lnTo>
                      <a:lnTo>
                        <a:pt x="100" y="1608"/>
                      </a:lnTo>
                      <a:lnTo>
                        <a:pt x="108" y="1595"/>
                      </a:lnTo>
                      <a:lnTo>
                        <a:pt x="114" y="1584"/>
                      </a:lnTo>
                      <a:lnTo>
                        <a:pt x="126" y="1567"/>
                      </a:lnTo>
                      <a:lnTo>
                        <a:pt x="136" y="1551"/>
                      </a:lnTo>
                      <a:lnTo>
                        <a:pt x="137" y="1542"/>
                      </a:lnTo>
                      <a:lnTo>
                        <a:pt x="136" y="1537"/>
                      </a:lnTo>
                      <a:lnTo>
                        <a:pt x="133" y="1532"/>
                      </a:lnTo>
                      <a:lnTo>
                        <a:pt x="128" y="1527"/>
                      </a:lnTo>
                      <a:lnTo>
                        <a:pt x="125" y="1520"/>
                      </a:lnTo>
                      <a:lnTo>
                        <a:pt x="121" y="1514"/>
                      </a:lnTo>
                      <a:lnTo>
                        <a:pt x="119" y="1507"/>
                      </a:lnTo>
                      <a:lnTo>
                        <a:pt x="119" y="1501"/>
                      </a:lnTo>
                      <a:lnTo>
                        <a:pt x="120" y="1498"/>
                      </a:lnTo>
                      <a:lnTo>
                        <a:pt x="121" y="1496"/>
                      </a:lnTo>
                      <a:lnTo>
                        <a:pt x="125" y="1495"/>
                      </a:lnTo>
                      <a:lnTo>
                        <a:pt x="127" y="1493"/>
                      </a:lnTo>
                      <a:lnTo>
                        <a:pt x="136" y="1488"/>
                      </a:lnTo>
                      <a:lnTo>
                        <a:pt x="145" y="1482"/>
                      </a:lnTo>
                      <a:lnTo>
                        <a:pt x="155" y="1475"/>
                      </a:lnTo>
                      <a:lnTo>
                        <a:pt x="162" y="1466"/>
                      </a:lnTo>
                      <a:lnTo>
                        <a:pt x="164" y="1462"/>
                      </a:lnTo>
                      <a:lnTo>
                        <a:pt x="166" y="1457"/>
                      </a:lnTo>
                      <a:lnTo>
                        <a:pt x="169" y="1452"/>
                      </a:lnTo>
                      <a:lnTo>
                        <a:pt x="170" y="1447"/>
                      </a:lnTo>
                      <a:lnTo>
                        <a:pt x="171" y="1437"/>
                      </a:lnTo>
                      <a:lnTo>
                        <a:pt x="171" y="1426"/>
                      </a:lnTo>
                      <a:lnTo>
                        <a:pt x="170" y="1415"/>
                      </a:lnTo>
                      <a:lnTo>
                        <a:pt x="169" y="1405"/>
                      </a:lnTo>
                      <a:lnTo>
                        <a:pt x="168" y="1399"/>
                      </a:lnTo>
                      <a:lnTo>
                        <a:pt x="165" y="1395"/>
                      </a:lnTo>
                      <a:lnTo>
                        <a:pt x="163" y="1391"/>
                      </a:lnTo>
                      <a:lnTo>
                        <a:pt x="161" y="1388"/>
                      </a:lnTo>
                      <a:lnTo>
                        <a:pt x="156" y="1383"/>
                      </a:lnTo>
                      <a:lnTo>
                        <a:pt x="151" y="1380"/>
                      </a:lnTo>
                      <a:lnTo>
                        <a:pt x="147" y="1376"/>
                      </a:lnTo>
                      <a:lnTo>
                        <a:pt x="145" y="1371"/>
                      </a:lnTo>
                      <a:lnTo>
                        <a:pt x="146" y="1368"/>
                      </a:lnTo>
                      <a:lnTo>
                        <a:pt x="149" y="1362"/>
                      </a:lnTo>
                      <a:lnTo>
                        <a:pt x="150" y="1358"/>
                      </a:lnTo>
                      <a:lnTo>
                        <a:pt x="151" y="1355"/>
                      </a:lnTo>
                      <a:lnTo>
                        <a:pt x="150" y="1352"/>
                      </a:lnTo>
                      <a:lnTo>
                        <a:pt x="150" y="1349"/>
                      </a:lnTo>
                      <a:lnTo>
                        <a:pt x="146" y="1344"/>
                      </a:lnTo>
                      <a:lnTo>
                        <a:pt x="143" y="1342"/>
                      </a:lnTo>
                      <a:lnTo>
                        <a:pt x="138" y="1339"/>
                      </a:lnTo>
                      <a:lnTo>
                        <a:pt x="133" y="1338"/>
                      </a:lnTo>
                      <a:lnTo>
                        <a:pt x="128" y="1334"/>
                      </a:lnTo>
                      <a:lnTo>
                        <a:pt x="125" y="1328"/>
                      </a:lnTo>
                      <a:lnTo>
                        <a:pt x="119" y="1313"/>
                      </a:lnTo>
                      <a:lnTo>
                        <a:pt x="111" y="1295"/>
                      </a:lnTo>
                      <a:lnTo>
                        <a:pt x="105" y="1287"/>
                      </a:lnTo>
                      <a:lnTo>
                        <a:pt x="96" y="1279"/>
                      </a:lnTo>
                      <a:lnTo>
                        <a:pt x="88" y="1273"/>
                      </a:lnTo>
                      <a:lnTo>
                        <a:pt x="81" y="1267"/>
                      </a:lnTo>
                      <a:lnTo>
                        <a:pt x="77" y="1263"/>
                      </a:lnTo>
                      <a:lnTo>
                        <a:pt x="75" y="1261"/>
                      </a:lnTo>
                      <a:lnTo>
                        <a:pt x="74" y="1257"/>
                      </a:lnTo>
                      <a:lnTo>
                        <a:pt x="73" y="1254"/>
                      </a:lnTo>
                      <a:lnTo>
                        <a:pt x="73" y="1245"/>
                      </a:lnTo>
                      <a:lnTo>
                        <a:pt x="73" y="1236"/>
                      </a:lnTo>
                      <a:lnTo>
                        <a:pt x="74" y="1223"/>
                      </a:lnTo>
                      <a:lnTo>
                        <a:pt x="75" y="1208"/>
                      </a:lnTo>
                      <a:lnTo>
                        <a:pt x="75" y="1193"/>
                      </a:lnTo>
                      <a:lnTo>
                        <a:pt x="74" y="1181"/>
                      </a:lnTo>
                      <a:lnTo>
                        <a:pt x="74" y="1172"/>
                      </a:lnTo>
                      <a:lnTo>
                        <a:pt x="75" y="1164"/>
                      </a:lnTo>
                      <a:lnTo>
                        <a:pt x="78" y="1157"/>
                      </a:lnTo>
                      <a:lnTo>
                        <a:pt x="82" y="1151"/>
                      </a:lnTo>
                      <a:lnTo>
                        <a:pt x="86" y="1147"/>
                      </a:lnTo>
                      <a:lnTo>
                        <a:pt x="88" y="1141"/>
                      </a:lnTo>
                      <a:lnTo>
                        <a:pt x="89" y="1135"/>
                      </a:lnTo>
                      <a:lnTo>
                        <a:pt x="90" y="1128"/>
                      </a:lnTo>
                      <a:lnTo>
                        <a:pt x="90" y="1124"/>
                      </a:lnTo>
                      <a:lnTo>
                        <a:pt x="92" y="1120"/>
                      </a:lnTo>
                      <a:lnTo>
                        <a:pt x="93" y="1118"/>
                      </a:lnTo>
                      <a:lnTo>
                        <a:pt x="95" y="1116"/>
                      </a:lnTo>
                      <a:lnTo>
                        <a:pt x="101" y="1112"/>
                      </a:lnTo>
                      <a:lnTo>
                        <a:pt x="108" y="1111"/>
                      </a:lnTo>
                      <a:lnTo>
                        <a:pt x="117" y="1109"/>
                      </a:lnTo>
                      <a:lnTo>
                        <a:pt x="122" y="1105"/>
                      </a:lnTo>
                      <a:lnTo>
                        <a:pt x="130" y="1100"/>
                      </a:lnTo>
                      <a:lnTo>
                        <a:pt x="136" y="1094"/>
                      </a:lnTo>
                      <a:lnTo>
                        <a:pt x="141" y="1087"/>
                      </a:lnTo>
                      <a:lnTo>
                        <a:pt x="149" y="1078"/>
                      </a:lnTo>
                      <a:lnTo>
                        <a:pt x="153" y="1068"/>
                      </a:lnTo>
                      <a:lnTo>
                        <a:pt x="156" y="1061"/>
                      </a:lnTo>
                      <a:lnTo>
                        <a:pt x="157" y="1056"/>
                      </a:lnTo>
                      <a:lnTo>
                        <a:pt x="159" y="1053"/>
                      </a:lnTo>
                      <a:lnTo>
                        <a:pt x="163" y="1049"/>
                      </a:lnTo>
                      <a:lnTo>
                        <a:pt x="168" y="1048"/>
                      </a:lnTo>
                      <a:lnTo>
                        <a:pt x="172" y="1047"/>
                      </a:lnTo>
                      <a:lnTo>
                        <a:pt x="177" y="1044"/>
                      </a:lnTo>
                      <a:lnTo>
                        <a:pt x="183" y="1041"/>
                      </a:lnTo>
                      <a:lnTo>
                        <a:pt x="189" y="1033"/>
                      </a:lnTo>
                      <a:lnTo>
                        <a:pt x="194" y="1024"/>
                      </a:lnTo>
                      <a:lnTo>
                        <a:pt x="197" y="1015"/>
                      </a:lnTo>
                      <a:lnTo>
                        <a:pt x="199" y="1006"/>
                      </a:lnTo>
                      <a:lnTo>
                        <a:pt x="199" y="996"/>
                      </a:lnTo>
                      <a:lnTo>
                        <a:pt x="200" y="984"/>
                      </a:lnTo>
                      <a:lnTo>
                        <a:pt x="201" y="970"/>
                      </a:lnTo>
                      <a:lnTo>
                        <a:pt x="204" y="956"/>
                      </a:lnTo>
                      <a:lnTo>
                        <a:pt x="209" y="943"/>
                      </a:lnTo>
                      <a:lnTo>
                        <a:pt x="213" y="933"/>
                      </a:lnTo>
                      <a:lnTo>
                        <a:pt x="216" y="922"/>
                      </a:lnTo>
                      <a:lnTo>
                        <a:pt x="219" y="911"/>
                      </a:lnTo>
                      <a:lnTo>
                        <a:pt x="222" y="898"/>
                      </a:lnTo>
                      <a:lnTo>
                        <a:pt x="226" y="886"/>
                      </a:lnTo>
                      <a:lnTo>
                        <a:pt x="233" y="876"/>
                      </a:lnTo>
                      <a:lnTo>
                        <a:pt x="239" y="866"/>
                      </a:lnTo>
                      <a:lnTo>
                        <a:pt x="244" y="857"/>
                      </a:lnTo>
                      <a:lnTo>
                        <a:pt x="245" y="852"/>
                      </a:lnTo>
                      <a:lnTo>
                        <a:pt x="246" y="847"/>
                      </a:lnTo>
                      <a:lnTo>
                        <a:pt x="246" y="842"/>
                      </a:lnTo>
                      <a:lnTo>
                        <a:pt x="245" y="836"/>
                      </a:lnTo>
                      <a:lnTo>
                        <a:pt x="243" y="827"/>
                      </a:lnTo>
                      <a:lnTo>
                        <a:pt x="240" y="819"/>
                      </a:lnTo>
                      <a:lnTo>
                        <a:pt x="238" y="811"/>
                      </a:lnTo>
                      <a:lnTo>
                        <a:pt x="237" y="806"/>
                      </a:lnTo>
                      <a:lnTo>
                        <a:pt x="238" y="803"/>
                      </a:lnTo>
                      <a:lnTo>
                        <a:pt x="239" y="801"/>
                      </a:lnTo>
                      <a:lnTo>
                        <a:pt x="240" y="798"/>
                      </a:lnTo>
                      <a:lnTo>
                        <a:pt x="243" y="797"/>
                      </a:lnTo>
                      <a:lnTo>
                        <a:pt x="251" y="792"/>
                      </a:lnTo>
                      <a:lnTo>
                        <a:pt x="262" y="787"/>
                      </a:lnTo>
                      <a:lnTo>
                        <a:pt x="271" y="781"/>
                      </a:lnTo>
                      <a:lnTo>
                        <a:pt x="278" y="773"/>
                      </a:lnTo>
                      <a:lnTo>
                        <a:pt x="283" y="767"/>
                      </a:lnTo>
                      <a:lnTo>
                        <a:pt x="287" y="758"/>
                      </a:lnTo>
                      <a:lnTo>
                        <a:pt x="288" y="748"/>
                      </a:lnTo>
                      <a:lnTo>
                        <a:pt x="289" y="738"/>
                      </a:lnTo>
                      <a:lnTo>
                        <a:pt x="290" y="727"/>
                      </a:lnTo>
                      <a:lnTo>
                        <a:pt x="291" y="715"/>
                      </a:lnTo>
                      <a:lnTo>
                        <a:pt x="295" y="703"/>
                      </a:lnTo>
                      <a:lnTo>
                        <a:pt x="300" y="691"/>
                      </a:lnTo>
                      <a:lnTo>
                        <a:pt x="302" y="687"/>
                      </a:lnTo>
                      <a:lnTo>
                        <a:pt x="306" y="683"/>
                      </a:lnTo>
                      <a:lnTo>
                        <a:pt x="309" y="681"/>
                      </a:lnTo>
                      <a:lnTo>
                        <a:pt x="313" y="680"/>
                      </a:lnTo>
                      <a:lnTo>
                        <a:pt x="320" y="677"/>
                      </a:lnTo>
                      <a:lnTo>
                        <a:pt x="326" y="674"/>
                      </a:lnTo>
                      <a:lnTo>
                        <a:pt x="328" y="671"/>
                      </a:lnTo>
                      <a:lnTo>
                        <a:pt x="329" y="669"/>
                      </a:lnTo>
                      <a:lnTo>
                        <a:pt x="329" y="665"/>
                      </a:lnTo>
                      <a:lnTo>
                        <a:pt x="329" y="662"/>
                      </a:lnTo>
                      <a:lnTo>
                        <a:pt x="326" y="653"/>
                      </a:lnTo>
                      <a:lnTo>
                        <a:pt x="321" y="646"/>
                      </a:lnTo>
                      <a:lnTo>
                        <a:pt x="316" y="641"/>
                      </a:lnTo>
                      <a:lnTo>
                        <a:pt x="311" y="639"/>
                      </a:lnTo>
                      <a:lnTo>
                        <a:pt x="306" y="638"/>
                      </a:lnTo>
                      <a:lnTo>
                        <a:pt x="297" y="638"/>
                      </a:lnTo>
                      <a:lnTo>
                        <a:pt x="288" y="639"/>
                      </a:lnTo>
                      <a:lnTo>
                        <a:pt x="278" y="640"/>
                      </a:lnTo>
                      <a:lnTo>
                        <a:pt x="273" y="639"/>
                      </a:lnTo>
                      <a:lnTo>
                        <a:pt x="270" y="639"/>
                      </a:lnTo>
                      <a:lnTo>
                        <a:pt x="267" y="638"/>
                      </a:lnTo>
                      <a:lnTo>
                        <a:pt x="265" y="636"/>
                      </a:lnTo>
                      <a:lnTo>
                        <a:pt x="264" y="632"/>
                      </a:lnTo>
                      <a:lnTo>
                        <a:pt x="264" y="628"/>
                      </a:lnTo>
                      <a:lnTo>
                        <a:pt x="266" y="626"/>
                      </a:lnTo>
                      <a:lnTo>
                        <a:pt x="267" y="625"/>
                      </a:lnTo>
                      <a:lnTo>
                        <a:pt x="273" y="620"/>
                      </a:lnTo>
                      <a:lnTo>
                        <a:pt x="279" y="615"/>
                      </a:lnTo>
                      <a:lnTo>
                        <a:pt x="292" y="613"/>
                      </a:lnTo>
                      <a:lnTo>
                        <a:pt x="307" y="612"/>
                      </a:lnTo>
                      <a:lnTo>
                        <a:pt x="322" y="612"/>
                      </a:lnTo>
                      <a:lnTo>
                        <a:pt x="336" y="612"/>
                      </a:lnTo>
                      <a:lnTo>
                        <a:pt x="342" y="612"/>
                      </a:lnTo>
                      <a:lnTo>
                        <a:pt x="347" y="612"/>
                      </a:lnTo>
                      <a:lnTo>
                        <a:pt x="351" y="611"/>
                      </a:lnTo>
                      <a:lnTo>
                        <a:pt x="353" y="609"/>
                      </a:lnTo>
                      <a:lnTo>
                        <a:pt x="355" y="605"/>
                      </a:lnTo>
                      <a:lnTo>
                        <a:pt x="358" y="596"/>
                      </a:lnTo>
                      <a:lnTo>
                        <a:pt x="360" y="589"/>
                      </a:lnTo>
                      <a:lnTo>
                        <a:pt x="363" y="584"/>
                      </a:lnTo>
                      <a:lnTo>
                        <a:pt x="367" y="581"/>
                      </a:lnTo>
                      <a:lnTo>
                        <a:pt x="373" y="577"/>
                      </a:lnTo>
                      <a:lnTo>
                        <a:pt x="376" y="575"/>
                      </a:lnTo>
                      <a:lnTo>
                        <a:pt x="378" y="573"/>
                      </a:lnTo>
                      <a:lnTo>
                        <a:pt x="380" y="570"/>
                      </a:lnTo>
                      <a:lnTo>
                        <a:pt x="382" y="567"/>
                      </a:lnTo>
                      <a:lnTo>
                        <a:pt x="383" y="561"/>
                      </a:lnTo>
                      <a:lnTo>
                        <a:pt x="383" y="554"/>
                      </a:lnTo>
                      <a:lnTo>
                        <a:pt x="380" y="542"/>
                      </a:lnTo>
                      <a:lnTo>
                        <a:pt x="379" y="535"/>
                      </a:lnTo>
                      <a:lnTo>
                        <a:pt x="379" y="530"/>
                      </a:lnTo>
                      <a:lnTo>
                        <a:pt x="377" y="524"/>
                      </a:lnTo>
                      <a:lnTo>
                        <a:pt x="377" y="520"/>
                      </a:lnTo>
                      <a:lnTo>
                        <a:pt x="377" y="518"/>
                      </a:lnTo>
                      <a:lnTo>
                        <a:pt x="378" y="516"/>
                      </a:lnTo>
                      <a:lnTo>
                        <a:pt x="380" y="513"/>
                      </a:lnTo>
                      <a:lnTo>
                        <a:pt x="385" y="513"/>
                      </a:lnTo>
                      <a:lnTo>
                        <a:pt x="392" y="513"/>
                      </a:lnTo>
                      <a:lnTo>
                        <a:pt x="401" y="514"/>
                      </a:lnTo>
                      <a:lnTo>
                        <a:pt x="410" y="517"/>
                      </a:lnTo>
                      <a:lnTo>
                        <a:pt x="432" y="521"/>
                      </a:lnTo>
                      <a:lnTo>
                        <a:pt x="452" y="526"/>
                      </a:lnTo>
                      <a:lnTo>
                        <a:pt x="462" y="526"/>
                      </a:lnTo>
                      <a:lnTo>
                        <a:pt x="474" y="525"/>
                      </a:lnTo>
                      <a:lnTo>
                        <a:pt x="480" y="525"/>
                      </a:lnTo>
                      <a:lnTo>
                        <a:pt x="486" y="525"/>
                      </a:lnTo>
                      <a:lnTo>
                        <a:pt x="492" y="526"/>
                      </a:lnTo>
                      <a:lnTo>
                        <a:pt x="497" y="529"/>
                      </a:lnTo>
                      <a:lnTo>
                        <a:pt x="504" y="529"/>
                      </a:lnTo>
                      <a:lnTo>
                        <a:pt x="514" y="527"/>
                      </a:lnTo>
                      <a:lnTo>
                        <a:pt x="524" y="525"/>
                      </a:lnTo>
                      <a:lnTo>
                        <a:pt x="531" y="524"/>
                      </a:lnTo>
                      <a:lnTo>
                        <a:pt x="536" y="524"/>
                      </a:lnTo>
                      <a:lnTo>
                        <a:pt x="541" y="521"/>
                      </a:lnTo>
                      <a:lnTo>
                        <a:pt x="546" y="520"/>
                      </a:lnTo>
                      <a:lnTo>
                        <a:pt x="549" y="517"/>
                      </a:lnTo>
                      <a:lnTo>
                        <a:pt x="552" y="513"/>
                      </a:lnTo>
                      <a:lnTo>
                        <a:pt x="555" y="510"/>
                      </a:lnTo>
                      <a:lnTo>
                        <a:pt x="556" y="505"/>
                      </a:lnTo>
                      <a:lnTo>
                        <a:pt x="558" y="500"/>
                      </a:lnTo>
                      <a:lnTo>
                        <a:pt x="560" y="488"/>
                      </a:lnTo>
                      <a:lnTo>
                        <a:pt x="565" y="477"/>
                      </a:lnTo>
                      <a:lnTo>
                        <a:pt x="568" y="469"/>
                      </a:lnTo>
                      <a:lnTo>
                        <a:pt x="571" y="462"/>
                      </a:lnTo>
                      <a:lnTo>
                        <a:pt x="573" y="450"/>
                      </a:lnTo>
                      <a:lnTo>
                        <a:pt x="578" y="437"/>
                      </a:lnTo>
                      <a:lnTo>
                        <a:pt x="581" y="425"/>
                      </a:lnTo>
                      <a:lnTo>
                        <a:pt x="586" y="413"/>
                      </a:lnTo>
                      <a:lnTo>
                        <a:pt x="596" y="388"/>
                      </a:lnTo>
                      <a:lnTo>
                        <a:pt x="610" y="355"/>
                      </a:lnTo>
                      <a:lnTo>
                        <a:pt x="625" y="322"/>
                      </a:lnTo>
                      <a:lnTo>
                        <a:pt x="637" y="294"/>
                      </a:lnTo>
                      <a:lnTo>
                        <a:pt x="646" y="271"/>
                      </a:lnTo>
                      <a:lnTo>
                        <a:pt x="655" y="247"/>
                      </a:lnTo>
                      <a:lnTo>
                        <a:pt x="661" y="237"/>
                      </a:lnTo>
                      <a:lnTo>
                        <a:pt x="668" y="229"/>
                      </a:lnTo>
                      <a:lnTo>
                        <a:pt x="673" y="225"/>
                      </a:lnTo>
                      <a:lnTo>
                        <a:pt x="676" y="223"/>
                      </a:lnTo>
                      <a:lnTo>
                        <a:pt x="682" y="221"/>
                      </a:lnTo>
                      <a:lnTo>
                        <a:pt x="688" y="220"/>
                      </a:lnTo>
                      <a:lnTo>
                        <a:pt x="694" y="220"/>
                      </a:lnTo>
                      <a:lnTo>
                        <a:pt x="700" y="221"/>
                      </a:lnTo>
                      <a:lnTo>
                        <a:pt x="706" y="222"/>
                      </a:lnTo>
                      <a:lnTo>
                        <a:pt x="713" y="224"/>
                      </a:lnTo>
                      <a:lnTo>
                        <a:pt x="725" y="230"/>
                      </a:lnTo>
                      <a:lnTo>
                        <a:pt x="737" y="237"/>
                      </a:lnTo>
                      <a:lnTo>
                        <a:pt x="758" y="254"/>
                      </a:lnTo>
                      <a:lnTo>
                        <a:pt x="775" y="268"/>
                      </a:lnTo>
                      <a:lnTo>
                        <a:pt x="779" y="271"/>
                      </a:lnTo>
                      <a:lnTo>
                        <a:pt x="782" y="273"/>
                      </a:lnTo>
                      <a:lnTo>
                        <a:pt x="787" y="274"/>
                      </a:lnTo>
                      <a:lnTo>
                        <a:pt x="792" y="274"/>
                      </a:lnTo>
                      <a:lnTo>
                        <a:pt x="801" y="274"/>
                      </a:lnTo>
                      <a:lnTo>
                        <a:pt x="811" y="272"/>
                      </a:lnTo>
                      <a:lnTo>
                        <a:pt x="820" y="268"/>
                      </a:lnTo>
                      <a:lnTo>
                        <a:pt x="829" y="262"/>
                      </a:lnTo>
                      <a:lnTo>
                        <a:pt x="836" y="255"/>
                      </a:lnTo>
                      <a:lnTo>
                        <a:pt x="840" y="248"/>
                      </a:lnTo>
                      <a:lnTo>
                        <a:pt x="846" y="229"/>
                      </a:lnTo>
                      <a:lnTo>
                        <a:pt x="856" y="210"/>
                      </a:lnTo>
                      <a:lnTo>
                        <a:pt x="858" y="205"/>
                      </a:lnTo>
                      <a:lnTo>
                        <a:pt x="862" y="201"/>
                      </a:lnTo>
                      <a:lnTo>
                        <a:pt x="867" y="196"/>
                      </a:lnTo>
                      <a:lnTo>
                        <a:pt x="871" y="192"/>
                      </a:lnTo>
                      <a:lnTo>
                        <a:pt x="877" y="189"/>
                      </a:lnTo>
                      <a:lnTo>
                        <a:pt x="884" y="185"/>
                      </a:lnTo>
                      <a:lnTo>
                        <a:pt x="893" y="183"/>
                      </a:lnTo>
                      <a:lnTo>
                        <a:pt x="901" y="180"/>
                      </a:lnTo>
                      <a:lnTo>
                        <a:pt x="919" y="178"/>
                      </a:lnTo>
                      <a:lnTo>
                        <a:pt x="932" y="177"/>
                      </a:lnTo>
                      <a:lnTo>
                        <a:pt x="944" y="177"/>
                      </a:lnTo>
                      <a:lnTo>
                        <a:pt x="953" y="178"/>
                      </a:lnTo>
                      <a:lnTo>
                        <a:pt x="974" y="180"/>
                      </a:lnTo>
                      <a:lnTo>
                        <a:pt x="1000" y="183"/>
                      </a:lnTo>
                      <a:lnTo>
                        <a:pt x="1019" y="184"/>
                      </a:lnTo>
                      <a:lnTo>
                        <a:pt x="1038" y="185"/>
                      </a:lnTo>
                      <a:lnTo>
                        <a:pt x="1047" y="185"/>
                      </a:lnTo>
                      <a:lnTo>
                        <a:pt x="1056" y="185"/>
                      </a:lnTo>
                      <a:lnTo>
                        <a:pt x="1064" y="184"/>
                      </a:lnTo>
                      <a:lnTo>
                        <a:pt x="1071" y="183"/>
                      </a:lnTo>
                      <a:lnTo>
                        <a:pt x="1084" y="174"/>
                      </a:lnTo>
                      <a:lnTo>
                        <a:pt x="1096" y="164"/>
                      </a:lnTo>
                      <a:lnTo>
                        <a:pt x="1100" y="160"/>
                      </a:lnTo>
                      <a:lnTo>
                        <a:pt x="1104" y="155"/>
                      </a:lnTo>
                      <a:lnTo>
                        <a:pt x="1108" y="148"/>
                      </a:lnTo>
                      <a:lnTo>
                        <a:pt x="1112" y="140"/>
                      </a:lnTo>
                      <a:lnTo>
                        <a:pt x="1116" y="133"/>
                      </a:lnTo>
                      <a:lnTo>
                        <a:pt x="1121" y="126"/>
                      </a:lnTo>
                      <a:lnTo>
                        <a:pt x="1125" y="120"/>
                      </a:lnTo>
                      <a:lnTo>
                        <a:pt x="1129" y="117"/>
                      </a:lnTo>
                      <a:lnTo>
                        <a:pt x="1145" y="116"/>
                      </a:lnTo>
                      <a:lnTo>
                        <a:pt x="1161" y="117"/>
                      </a:lnTo>
                      <a:lnTo>
                        <a:pt x="1170" y="116"/>
                      </a:lnTo>
                      <a:lnTo>
                        <a:pt x="1178" y="114"/>
                      </a:lnTo>
                      <a:lnTo>
                        <a:pt x="1185" y="108"/>
                      </a:lnTo>
                      <a:lnTo>
                        <a:pt x="1191" y="102"/>
                      </a:lnTo>
                      <a:lnTo>
                        <a:pt x="1203" y="89"/>
                      </a:lnTo>
                      <a:lnTo>
                        <a:pt x="1213" y="72"/>
                      </a:lnTo>
                      <a:lnTo>
                        <a:pt x="1218" y="60"/>
                      </a:lnTo>
                      <a:lnTo>
                        <a:pt x="1222" y="48"/>
                      </a:lnTo>
                      <a:lnTo>
                        <a:pt x="1226" y="37"/>
                      </a:lnTo>
                      <a:lnTo>
                        <a:pt x="1229" y="25"/>
                      </a:lnTo>
                      <a:lnTo>
                        <a:pt x="1232" y="15"/>
                      </a:lnTo>
                      <a:lnTo>
                        <a:pt x="1235" y="8"/>
                      </a:lnTo>
                      <a:lnTo>
                        <a:pt x="1238" y="4"/>
                      </a:lnTo>
                      <a:lnTo>
                        <a:pt x="1239" y="1"/>
                      </a:lnTo>
                      <a:lnTo>
                        <a:pt x="1240" y="0"/>
                      </a:lnTo>
                      <a:lnTo>
                        <a:pt x="1241" y="1"/>
                      </a:lnTo>
                      <a:lnTo>
                        <a:pt x="1243" y="8"/>
                      </a:lnTo>
                      <a:lnTo>
                        <a:pt x="1251" y="22"/>
                      </a:lnTo>
                      <a:lnTo>
                        <a:pt x="1259" y="35"/>
                      </a:lnTo>
                      <a:lnTo>
                        <a:pt x="1268" y="45"/>
                      </a:lnTo>
                      <a:lnTo>
                        <a:pt x="1277" y="54"/>
                      </a:lnTo>
                      <a:lnTo>
                        <a:pt x="1284" y="65"/>
                      </a:lnTo>
                      <a:lnTo>
                        <a:pt x="1287" y="71"/>
                      </a:lnTo>
                      <a:lnTo>
                        <a:pt x="1290" y="78"/>
                      </a:lnTo>
                      <a:lnTo>
                        <a:pt x="1292" y="85"/>
                      </a:lnTo>
                      <a:lnTo>
                        <a:pt x="1293" y="92"/>
                      </a:lnTo>
                      <a:lnTo>
                        <a:pt x="1296" y="110"/>
                      </a:lnTo>
                      <a:lnTo>
                        <a:pt x="1298" y="127"/>
                      </a:lnTo>
                      <a:lnTo>
                        <a:pt x="1299" y="135"/>
                      </a:lnTo>
                      <a:lnTo>
                        <a:pt x="1302" y="142"/>
                      </a:lnTo>
                      <a:lnTo>
                        <a:pt x="1303" y="148"/>
                      </a:lnTo>
                      <a:lnTo>
                        <a:pt x="1306" y="153"/>
                      </a:lnTo>
                      <a:lnTo>
                        <a:pt x="1310" y="157"/>
                      </a:lnTo>
                      <a:lnTo>
                        <a:pt x="1314" y="160"/>
                      </a:lnTo>
                      <a:lnTo>
                        <a:pt x="1320" y="162"/>
                      </a:lnTo>
                      <a:lnTo>
                        <a:pt x="1325" y="165"/>
                      </a:lnTo>
                      <a:lnTo>
                        <a:pt x="1331" y="166"/>
                      </a:lnTo>
                      <a:lnTo>
                        <a:pt x="1337" y="167"/>
                      </a:lnTo>
                      <a:lnTo>
                        <a:pt x="1342" y="167"/>
                      </a:lnTo>
                      <a:lnTo>
                        <a:pt x="1347" y="166"/>
                      </a:lnTo>
                      <a:lnTo>
                        <a:pt x="1355" y="164"/>
                      </a:lnTo>
                      <a:lnTo>
                        <a:pt x="1364" y="161"/>
                      </a:lnTo>
                      <a:lnTo>
                        <a:pt x="1368" y="161"/>
                      </a:lnTo>
                      <a:lnTo>
                        <a:pt x="1372" y="161"/>
                      </a:lnTo>
                      <a:lnTo>
                        <a:pt x="1374" y="162"/>
                      </a:lnTo>
                      <a:lnTo>
                        <a:pt x="1377" y="165"/>
                      </a:lnTo>
                      <a:lnTo>
                        <a:pt x="1379" y="167"/>
                      </a:lnTo>
                      <a:lnTo>
                        <a:pt x="1380" y="171"/>
                      </a:lnTo>
                      <a:lnTo>
                        <a:pt x="1380" y="174"/>
                      </a:lnTo>
                      <a:lnTo>
                        <a:pt x="1380" y="178"/>
                      </a:lnTo>
                      <a:lnTo>
                        <a:pt x="1378" y="185"/>
                      </a:lnTo>
                      <a:lnTo>
                        <a:pt x="1372" y="193"/>
                      </a:lnTo>
                      <a:lnTo>
                        <a:pt x="1368" y="198"/>
                      </a:lnTo>
                      <a:lnTo>
                        <a:pt x="1364" y="202"/>
                      </a:lnTo>
                      <a:lnTo>
                        <a:pt x="1358" y="205"/>
                      </a:lnTo>
                      <a:lnTo>
                        <a:pt x="1352" y="208"/>
                      </a:lnTo>
                      <a:lnTo>
                        <a:pt x="1336" y="212"/>
                      </a:lnTo>
                      <a:lnTo>
                        <a:pt x="1318" y="216"/>
                      </a:lnTo>
                      <a:lnTo>
                        <a:pt x="1303" y="220"/>
                      </a:lnTo>
                      <a:lnTo>
                        <a:pt x="1292" y="222"/>
                      </a:lnTo>
                      <a:lnTo>
                        <a:pt x="1284" y="227"/>
                      </a:lnTo>
                      <a:lnTo>
                        <a:pt x="1277" y="233"/>
                      </a:lnTo>
                      <a:lnTo>
                        <a:pt x="1268" y="239"/>
                      </a:lnTo>
                      <a:lnTo>
                        <a:pt x="1261" y="241"/>
                      </a:lnTo>
                      <a:lnTo>
                        <a:pt x="1254" y="242"/>
                      </a:lnTo>
                      <a:lnTo>
                        <a:pt x="1243" y="243"/>
                      </a:lnTo>
                      <a:lnTo>
                        <a:pt x="1239" y="245"/>
                      </a:lnTo>
                      <a:lnTo>
                        <a:pt x="1236" y="248"/>
                      </a:lnTo>
                      <a:lnTo>
                        <a:pt x="1235" y="252"/>
                      </a:lnTo>
                      <a:lnTo>
                        <a:pt x="1236" y="256"/>
                      </a:lnTo>
                      <a:lnTo>
                        <a:pt x="1238" y="268"/>
                      </a:lnTo>
                      <a:lnTo>
                        <a:pt x="1240" y="278"/>
                      </a:lnTo>
                      <a:lnTo>
                        <a:pt x="1240" y="283"/>
                      </a:lnTo>
                      <a:lnTo>
                        <a:pt x="1239" y="286"/>
                      </a:lnTo>
                      <a:lnTo>
                        <a:pt x="1236" y="290"/>
                      </a:lnTo>
                      <a:lnTo>
                        <a:pt x="1234" y="291"/>
                      </a:lnTo>
                      <a:lnTo>
                        <a:pt x="1230" y="292"/>
                      </a:lnTo>
                      <a:lnTo>
                        <a:pt x="1227" y="292"/>
                      </a:lnTo>
                      <a:lnTo>
                        <a:pt x="1223" y="291"/>
                      </a:lnTo>
                      <a:lnTo>
                        <a:pt x="1220" y="288"/>
                      </a:lnTo>
                      <a:lnTo>
                        <a:pt x="1214" y="284"/>
                      </a:lnTo>
                      <a:lnTo>
                        <a:pt x="1209" y="283"/>
                      </a:lnTo>
                      <a:lnTo>
                        <a:pt x="1208" y="283"/>
                      </a:lnTo>
                      <a:lnTo>
                        <a:pt x="1207" y="284"/>
                      </a:lnTo>
                      <a:lnTo>
                        <a:pt x="1205" y="286"/>
                      </a:lnTo>
                      <a:lnTo>
                        <a:pt x="1204" y="290"/>
                      </a:lnTo>
                      <a:lnTo>
                        <a:pt x="1204" y="296"/>
                      </a:lnTo>
                      <a:lnTo>
                        <a:pt x="1203" y="303"/>
                      </a:lnTo>
                      <a:lnTo>
                        <a:pt x="1203" y="306"/>
                      </a:lnTo>
                      <a:lnTo>
                        <a:pt x="1202" y="310"/>
                      </a:lnTo>
                      <a:lnTo>
                        <a:pt x="1199" y="313"/>
                      </a:lnTo>
                      <a:lnTo>
                        <a:pt x="1197" y="317"/>
                      </a:lnTo>
                      <a:lnTo>
                        <a:pt x="1194" y="321"/>
                      </a:lnTo>
                      <a:lnTo>
                        <a:pt x="1192" y="323"/>
                      </a:lnTo>
                      <a:lnTo>
                        <a:pt x="1192" y="327"/>
                      </a:lnTo>
                      <a:lnTo>
                        <a:pt x="1194" y="329"/>
                      </a:lnTo>
                      <a:lnTo>
                        <a:pt x="1195" y="330"/>
                      </a:lnTo>
                      <a:lnTo>
                        <a:pt x="1197" y="331"/>
                      </a:lnTo>
                      <a:lnTo>
                        <a:pt x="1201" y="332"/>
                      </a:lnTo>
                      <a:lnTo>
                        <a:pt x="1205" y="332"/>
                      </a:lnTo>
                      <a:lnTo>
                        <a:pt x="1214" y="331"/>
                      </a:lnTo>
                      <a:lnTo>
                        <a:pt x="1218" y="334"/>
                      </a:lnTo>
                      <a:lnTo>
                        <a:pt x="1221" y="337"/>
                      </a:lnTo>
                      <a:lnTo>
                        <a:pt x="1224" y="344"/>
                      </a:lnTo>
                      <a:lnTo>
                        <a:pt x="1227" y="348"/>
                      </a:lnTo>
                      <a:lnTo>
                        <a:pt x="1229" y="353"/>
                      </a:lnTo>
                      <a:lnTo>
                        <a:pt x="1233" y="357"/>
                      </a:lnTo>
                      <a:lnTo>
                        <a:pt x="1238" y="361"/>
                      </a:lnTo>
                      <a:lnTo>
                        <a:pt x="1249" y="368"/>
                      </a:lnTo>
                      <a:lnTo>
                        <a:pt x="1262" y="375"/>
                      </a:lnTo>
                      <a:lnTo>
                        <a:pt x="1278" y="380"/>
                      </a:lnTo>
                      <a:lnTo>
                        <a:pt x="1292" y="384"/>
                      </a:lnTo>
                      <a:lnTo>
                        <a:pt x="1304" y="384"/>
                      </a:lnTo>
                      <a:lnTo>
                        <a:pt x="1315" y="382"/>
                      </a:lnTo>
                      <a:lnTo>
                        <a:pt x="1324" y="381"/>
                      </a:lnTo>
                      <a:lnTo>
                        <a:pt x="1334" y="382"/>
                      </a:lnTo>
                      <a:lnTo>
                        <a:pt x="1339" y="382"/>
                      </a:lnTo>
                      <a:lnTo>
                        <a:pt x="1343" y="385"/>
                      </a:lnTo>
                      <a:lnTo>
                        <a:pt x="1346" y="387"/>
                      </a:lnTo>
                      <a:lnTo>
                        <a:pt x="1349" y="391"/>
                      </a:lnTo>
                      <a:lnTo>
                        <a:pt x="1350" y="397"/>
                      </a:lnTo>
                      <a:lnTo>
                        <a:pt x="1352" y="404"/>
                      </a:lnTo>
                      <a:lnTo>
                        <a:pt x="1353" y="412"/>
                      </a:lnTo>
                      <a:lnTo>
                        <a:pt x="1353" y="420"/>
                      </a:lnTo>
                      <a:lnTo>
                        <a:pt x="1353" y="438"/>
                      </a:lnTo>
                      <a:lnTo>
                        <a:pt x="1352" y="456"/>
                      </a:lnTo>
                      <a:lnTo>
                        <a:pt x="1352" y="463"/>
                      </a:lnTo>
                      <a:lnTo>
                        <a:pt x="1353" y="469"/>
                      </a:lnTo>
                      <a:lnTo>
                        <a:pt x="1355" y="474"/>
                      </a:lnTo>
                      <a:lnTo>
                        <a:pt x="1359" y="479"/>
                      </a:lnTo>
                      <a:lnTo>
                        <a:pt x="1367" y="486"/>
                      </a:lnTo>
                      <a:lnTo>
                        <a:pt x="1377" y="493"/>
                      </a:lnTo>
                      <a:lnTo>
                        <a:pt x="1381" y="498"/>
                      </a:lnTo>
                      <a:lnTo>
                        <a:pt x="1386" y="501"/>
                      </a:lnTo>
                      <a:lnTo>
                        <a:pt x="1388" y="506"/>
                      </a:lnTo>
                      <a:lnTo>
                        <a:pt x="1391" y="510"/>
                      </a:lnTo>
                      <a:lnTo>
                        <a:pt x="1394" y="520"/>
                      </a:lnTo>
                      <a:lnTo>
                        <a:pt x="1396" y="533"/>
                      </a:lnTo>
                      <a:lnTo>
                        <a:pt x="1396" y="540"/>
                      </a:lnTo>
                      <a:lnTo>
                        <a:pt x="1394" y="546"/>
                      </a:lnTo>
                      <a:lnTo>
                        <a:pt x="1393" y="551"/>
                      </a:lnTo>
                      <a:lnTo>
                        <a:pt x="1391" y="556"/>
                      </a:lnTo>
                      <a:lnTo>
                        <a:pt x="1387" y="564"/>
                      </a:lnTo>
                      <a:lnTo>
                        <a:pt x="1383" y="576"/>
                      </a:lnTo>
                      <a:lnTo>
                        <a:pt x="1379" y="589"/>
                      </a:lnTo>
                      <a:lnTo>
                        <a:pt x="1379" y="602"/>
                      </a:lnTo>
                      <a:lnTo>
                        <a:pt x="1378" y="613"/>
                      </a:lnTo>
                      <a:lnTo>
                        <a:pt x="1377" y="624"/>
                      </a:lnTo>
                      <a:lnTo>
                        <a:pt x="1375" y="632"/>
                      </a:lnTo>
                      <a:lnTo>
                        <a:pt x="1374" y="643"/>
                      </a:lnTo>
                      <a:lnTo>
                        <a:pt x="1377" y="653"/>
                      </a:lnTo>
                      <a:lnTo>
                        <a:pt x="1380" y="665"/>
                      </a:lnTo>
                      <a:lnTo>
                        <a:pt x="1381" y="670"/>
                      </a:lnTo>
                      <a:lnTo>
                        <a:pt x="1383" y="675"/>
                      </a:lnTo>
                      <a:lnTo>
                        <a:pt x="1383" y="678"/>
                      </a:lnTo>
                      <a:lnTo>
                        <a:pt x="1383" y="681"/>
                      </a:lnTo>
                      <a:lnTo>
                        <a:pt x="1380" y="683"/>
                      </a:lnTo>
                      <a:lnTo>
                        <a:pt x="1379" y="685"/>
                      </a:lnTo>
                      <a:lnTo>
                        <a:pt x="1375" y="687"/>
                      </a:lnTo>
                      <a:lnTo>
                        <a:pt x="1372" y="687"/>
                      </a:lnTo>
                      <a:lnTo>
                        <a:pt x="1365" y="689"/>
                      </a:lnTo>
                      <a:lnTo>
                        <a:pt x="1359" y="694"/>
                      </a:lnTo>
                      <a:lnTo>
                        <a:pt x="1356" y="696"/>
                      </a:lnTo>
                      <a:lnTo>
                        <a:pt x="1354" y="699"/>
                      </a:lnTo>
                      <a:lnTo>
                        <a:pt x="1352" y="702"/>
                      </a:lnTo>
                      <a:lnTo>
                        <a:pt x="1352" y="707"/>
                      </a:lnTo>
                      <a:lnTo>
                        <a:pt x="1349" y="713"/>
                      </a:lnTo>
                      <a:lnTo>
                        <a:pt x="1347" y="718"/>
                      </a:lnTo>
                      <a:lnTo>
                        <a:pt x="1345" y="719"/>
                      </a:lnTo>
                      <a:lnTo>
                        <a:pt x="1341" y="720"/>
                      </a:lnTo>
                      <a:lnTo>
                        <a:pt x="1337" y="720"/>
                      </a:lnTo>
                      <a:lnTo>
                        <a:pt x="1331" y="720"/>
                      </a:lnTo>
                      <a:lnTo>
                        <a:pt x="1327" y="720"/>
                      </a:lnTo>
                      <a:lnTo>
                        <a:pt x="1323" y="722"/>
                      </a:lnTo>
                      <a:lnTo>
                        <a:pt x="1320" y="726"/>
                      </a:lnTo>
                      <a:lnTo>
                        <a:pt x="1317" y="731"/>
                      </a:lnTo>
                      <a:lnTo>
                        <a:pt x="1314" y="735"/>
                      </a:lnTo>
                      <a:lnTo>
                        <a:pt x="1310" y="740"/>
                      </a:lnTo>
                      <a:lnTo>
                        <a:pt x="1305" y="744"/>
                      </a:lnTo>
                      <a:lnTo>
                        <a:pt x="1299" y="747"/>
                      </a:lnTo>
                      <a:lnTo>
                        <a:pt x="1293" y="750"/>
                      </a:lnTo>
                      <a:lnTo>
                        <a:pt x="1286" y="751"/>
                      </a:lnTo>
                      <a:lnTo>
                        <a:pt x="1280" y="750"/>
                      </a:lnTo>
                      <a:lnTo>
                        <a:pt x="1273" y="747"/>
                      </a:lnTo>
                      <a:lnTo>
                        <a:pt x="1267" y="745"/>
                      </a:lnTo>
                      <a:lnTo>
                        <a:pt x="1262" y="741"/>
                      </a:lnTo>
                      <a:lnTo>
                        <a:pt x="1258" y="737"/>
                      </a:lnTo>
                      <a:lnTo>
                        <a:pt x="1254" y="732"/>
                      </a:lnTo>
                      <a:lnTo>
                        <a:pt x="1251" y="727"/>
                      </a:lnTo>
                      <a:lnTo>
                        <a:pt x="1247" y="722"/>
                      </a:lnTo>
                      <a:lnTo>
                        <a:pt x="1243" y="720"/>
                      </a:lnTo>
                      <a:lnTo>
                        <a:pt x="1239" y="718"/>
                      </a:lnTo>
                      <a:lnTo>
                        <a:pt x="1234" y="715"/>
                      </a:lnTo>
                      <a:lnTo>
                        <a:pt x="1229" y="715"/>
                      </a:lnTo>
                      <a:lnTo>
                        <a:pt x="1224" y="716"/>
                      </a:lnTo>
                      <a:lnTo>
                        <a:pt x="1220" y="719"/>
                      </a:lnTo>
                      <a:lnTo>
                        <a:pt x="1208" y="728"/>
                      </a:lnTo>
                      <a:lnTo>
                        <a:pt x="1194" y="741"/>
                      </a:lnTo>
                      <a:lnTo>
                        <a:pt x="1178" y="757"/>
                      </a:lnTo>
                      <a:lnTo>
                        <a:pt x="1164" y="770"/>
                      </a:lnTo>
                      <a:lnTo>
                        <a:pt x="1159" y="776"/>
                      </a:lnTo>
                      <a:lnTo>
                        <a:pt x="1155" y="782"/>
                      </a:lnTo>
                      <a:lnTo>
                        <a:pt x="1153" y="789"/>
                      </a:lnTo>
                      <a:lnTo>
                        <a:pt x="1152" y="796"/>
                      </a:lnTo>
                      <a:lnTo>
                        <a:pt x="1152" y="803"/>
                      </a:lnTo>
                      <a:lnTo>
                        <a:pt x="1153" y="809"/>
                      </a:lnTo>
                      <a:lnTo>
                        <a:pt x="1155" y="815"/>
                      </a:lnTo>
                      <a:lnTo>
                        <a:pt x="1158" y="819"/>
                      </a:lnTo>
                      <a:lnTo>
                        <a:pt x="1164" y="826"/>
                      </a:lnTo>
                      <a:lnTo>
                        <a:pt x="1172" y="835"/>
                      </a:lnTo>
                      <a:lnTo>
                        <a:pt x="1176" y="841"/>
                      </a:lnTo>
                      <a:lnTo>
                        <a:pt x="1179" y="846"/>
                      </a:lnTo>
                      <a:lnTo>
                        <a:pt x="1182" y="851"/>
                      </a:lnTo>
                      <a:lnTo>
                        <a:pt x="1183" y="855"/>
                      </a:lnTo>
                      <a:lnTo>
                        <a:pt x="1184" y="860"/>
                      </a:lnTo>
                      <a:lnTo>
                        <a:pt x="1184" y="866"/>
                      </a:lnTo>
                      <a:lnTo>
                        <a:pt x="1183" y="873"/>
                      </a:lnTo>
                      <a:lnTo>
                        <a:pt x="1182" y="879"/>
                      </a:lnTo>
                      <a:lnTo>
                        <a:pt x="1179" y="885"/>
                      </a:lnTo>
                      <a:lnTo>
                        <a:pt x="1176" y="891"/>
                      </a:lnTo>
                      <a:lnTo>
                        <a:pt x="1171" y="895"/>
                      </a:lnTo>
                      <a:lnTo>
                        <a:pt x="1164" y="897"/>
                      </a:lnTo>
                      <a:lnTo>
                        <a:pt x="1158" y="898"/>
                      </a:lnTo>
                      <a:lnTo>
                        <a:pt x="1152" y="901"/>
                      </a:lnTo>
                      <a:lnTo>
                        <a:pt x="1147" y="903"/>
                      </a:lnTo>
                      <a:lnTo>
                        <a:pt x="1144" y="907"/>
                      </a:lnTo>
                      <a:lnTo>
                        <a:pt x="1139" y="914"/>
                      </a:lnTo>
                      <a:lnTo>
                        <a:pt x="1136" y="922"/>
                      </a:lnTo>
                      <a:lnTo>
                        <a:pt x="1134" y="929"/>
                      </a:lnTo>
                      <a:lnTo>
                        <a:pt x="1131" y="933"/>
                      </a:lnTo>
                      <a:lnTo>
                        <a:pt x="1125" y="934"/>
                      </a:lnTo>
                      <a:lnTo>
                        <a:pt x="1116" y="935"/>
                      </a:lnTo>
                      <a:lnTo>
                        <a:pt x="1112" y="936"/>
                      </a:lnTo>
                      <a:lnTo>
                        <a:pt x="1107" y="939"/>
                      </a:lnTo>
                      <a:lnTo>
                        <a:pt x="1103" y="942"/>
                      </a:lnTo>
                      <a:lnTo>
                        <a:pt x="1101" y="946"/>
                      </a:lnTo>
                      <a:lnTo>
                        <a:pt x="1097" y="949"/>
                      </a:lnTo>
                      <a:lnTo>
                        <a:pt x="1096" y="954"/>
                      </a:lnTo>
                      <a:lnTo>
                        <a:pt x="1095" y="959"/>
                      </a:lnTo>
                      <a:lnTo>
                        <a:pt x="1094" y="965"/>
                      </a:lnTo>
                      <a:lnTo>
                        <a:pt x="1094" y="975"/>
                      </a:lnTo>
                      <a:lnTo>
                        <a:pt x="1094" y="987"/>
                      </a:lnTo>
                      <a:lnTo>
                        <a:pt x="1095" y="998"/>
                      </a:lnTo>
                      <a:lnTo>
                        <a:pt x="1095" y="1009"/>
                      </a:lnTo>
                      <a:lnTo>
                        <a:pt x="1091" y="1018"/>
                      </a:lnTo>
                      <a:lnTo>
                        <a:pt x="1088" y="1029"/>
                      </a:lnTo>
                      <a:lnTo>
                        <a:pt x="1085" y="1035"/>
                      </a:lnTo>
                      <a:lnTo>
                        <a:pt x="1084" y="1041"/>
                      </a:lnTo>
                      <a:lnTo>
                        <a:pt x="1084" y="1046"/>
                      </a:lnTo>
                      <a:lnTo>
                        <a:pt x="1087" y="1050"/>
                      </a:lnTo>
                      <a:lnTo>
                        <a:pt x="1089" y="1061"/>
                      </a:lnTo>
                      <a:lnTo>
                        <a:pt x="1091" y="1072"/>
                      </a:lnTo>
                      <a:lnTo>
                        <a:pt x="1092" y="1084"/>
                      </a:lnTo>
                      <a:lnTo>
                        <a:pt x="1094" y="1098"/>
                      </a:lnTo>
                      <a:lnTo>
                        <a:pt x="1095" y="1105"/>
                      </a:lnTo>
                      <a:lnTo>
                        <a:pt x="1097" y="1111"/>
                      </a:lnTo>
                      <a:lnTo>
                        <a:pt x="1101" y="1116"/>
                      </a:lnTo>
                      <a:lnTo>
                        <a:pt x="1104" y="1119"/>
                      </a:lnTo>
                      <a:lnTo>
                        <a:pt x="1110" y="1123"/>
                      </a:lnTo>
                      <a:lnTo>
                        <a:pt x="1116" y="1125"/>
                      </a:lnTo>
                      <a:lnTo>
                        <a:pt x="1122" y="1126"/>
                      </a:lnTo>
                      <a:lnTo>
                        <a:pt x="1131" y="1126"/>
                      </a:lnTo>
                      <a:lnTo>
                        <a:pt x="1136" y="1126"/>
                      </a:lnTo>
                      <a:lnTo>
                        <a:pt x="1141" y="1128"/>
                      </a:lnTo>
                      <a:lnTo>
                        <a:pt x="1145" y="1129"/>
                      </a:lnTo>
                      <a:lnTo>
                        <a:pt x="1147" y="1130"/>
                      </a:lnTo>
                      <a:lnTo>
                        <a:pt x="1150" y="1136"/>
                      </a:lnTo>
                      <a:lnTo>
                        <a:pt x="1152" y="1143"/>
                      </a:lnTo>
                      <a:lnTo>
                        <a:pt x="1154" y="1145"/>
                      </a:lnTo>
                      <a:lnTo>
                        <a:pt x="1157" y="1148"/>
                      </a:lnTo>
                      <a:lnTo>
                        <a:pt x="1159" y="1149"/>
                      </a:lnTo>
                      <a:lnTo>
                        <a:pt x="1161" y="1150"/>
                      </a:lnTo>
                      <a:lnTo>
                        <a:pt x="1167" y="1149"/>
                      </a:lnTo>
                      <a:lnTo>
                        <a:pt x="1175" y="1145"/>
                      </a:lnTo>
                      <a:lnTo>
                        <a:pt x="1178" y="1143"/>
                      </a:lnTo>
                      <a:lnTo>
                        <a:pt x="1182" y="1142"/>
                      </a:lnTo>
                      <a:lnTo>
                        <a:pt x="1185" y="1143"/>
                      </a:lnTo>
                      <a:lnTo>
                        <a:pt x="1186" y="1143"/>
                      </a:lnTo>
                      <a:lnTo>
                        <a:pt x="1189" y="1145"/>
                      </a:lnTo>
                      <a:lnTo>
                        <a:pt x="1189" y="1148"/>
                      </a:lnTo>
                      <a:lnTo>
                        <a:pt x="1189" y="1151"/>
                      </a:lnTo>
                      <a:lnTo>
                        <a:pt x="1188" y="1156"/>
                      </a:lnTo>
                      <a:lnTo>
                        <a:pt x="1186" y="1160"/>
                      </a:lnTo>
                      <a:lnTo>
                        <a:pt x="1186" y="1164"/>
                      </a:lnTo>
                      <a:lnTo>
                        <a:pt x="1186" y="1168"/>
                      </a:lnTo>
                      <a:lnTo>
                        <a:pt x="1188" y="1172"/>
                      </a:lnTo>
                      <a:lnTo>
                        <a:pt x="1192" y="1179"/>
                      </a:lnTo>
                      <a:lnTo>
                        <a:pt x="1198" y="1187"/>
                      </a:lnTo>
                      <a:lnTo>
                        <a:pt x="1201" y="1192"/>
                      </a:lnTo>
                      <a:lnTo>
                        <a:pt x="1204" y="1199"/>
                      </a:lnTo>
                      <a:lnTo>
                        <a:pt x="1207" y="1206"/>
                      </a:lnTo>
                      <a:lnTo>
                        <a:pt x="1209" y="1216"/>
                      </a:lnTo>
                      <a:lnTo>
                        <a:pt x="1215" y="1236"/>
                      </a:lnTo>
                      <a:lnTo>
                        <a:pt x="1222" y="1257"/>
                      </a:lnTo>
                      <a:lnTo>
                        <a:pt x="1228" y="1268"/>
                      </a:lnTo>
                      <a:lnTo>
                        <a:pt x="1234" y="1276"/>
                      </a:lnTo>
                      <a:lnTo>
                        <a:pt x="1240" y="1283"/>
                      </a:lnTo>
                      <a:lnTo>
                        <a:pt x="1246" y="1288"/>
                      </a:lnTo>
                      <a:lnTo>
                        <a:pt x="1257" y="1296"/>
                      </a:lnTo>
                      <a:lnTo>
                        <a:pt x="1267" y="1304"/>
                      </a:lnTo>
                      <a:lnTo>
                        <a:pt x="1268" y="1306"/>
                      </a:lnTo>
                      <a:lnTo>
                        <a:pt x="1270" y="1308"/>
                      </a:lnTo>
                      <a:lnTo>
                        <a:pt x="1271" y="1309"/>
                      </a:lnTo>
                      <a:lnTo>
                        <a:pt x="1270" y="1312"/>
                      </a:lnTo>
                      <a:lnTo>
                        <a:pt x="1267" y="1314"/>
                      </a:lnTo>
                      <a:lnTo>
                        <a:pt x="1262" y="1317"/>
                      </a:lnTo>
                      <a:lnTo>
                        <a:pt x="1258" y="1319"/>
                      </a:lnTo>
                      <a:lnTo>
                        <a:pt x="1253" y="1321"/>
                      </a:lnTo>
                      <a:lnTo>
                        <a:pt x="1249" y="1325"/>
                      </a:lnTo>
                      <a:lnTo>
                        <a:pt x="1248" y="1328"/>
                      </a:lnTo>
                      <a:lnTo>
                        <a:pt x="1249" y="1331"/>
                      </a:lnTo>
                      <a:lnTo>
                        <a:pt x="1251" y="1333"/>
                      </a:lnTo>
                      <a:lnTo>
                        <a:pt x="1253" y="1336"/>
                      </a:lnTo>
                      <a:lnTo>
                        <a:pt x="1257" y="1337"/>
                      </a:lnTo>
                      <a:lnTo>
                        <a:pt x="1265" y="1338"/>
                      </a:lnTo>
                      <a:lnTo>
                        <a:pt x="1278" y="1338"/>
                      </a:lnTo>
                      <a:lnTo>
                        <a:pt x="1284" y="1338"/>
                      </a:lnTo>
                      <a:lnTo>
                        <a:pt x="1290" y="1338"/>
                      </a:lnTo>
                      <a:lnTo>
                        <a:pt x="1295" y="1339"/>
                      </a:lnTo>
                      <a:lnTo>
                        <a:pt x="1298" y="1342"/>
                      </a:lnTo>
                      <a:lnTo>
                        <a:pt x="1302" y="1344"/>
                      </a:lnTo>
                      <a:lnTo>
                        <a:pt x="1304" y="1346"/>
                      </a:lnTo>
                      <a:lnTo>
                        <a:pt x="1306" y="1350"/>
                      </a:lnTo>
                      <a:lnTo>
                        <a:pt x="1308" y="1353"/>
                      </a:lnTo>
                      <a:lnTo>
                        <a:pt x="1306" y="1364"/>
                      </a:lnTo>
                      <a:lnTo>
                        <a:pt x="1304" y="1377"/>
                      </a:lnTo>
                      <a:lnTo>
                        <a:pt x="1299" y="1393"/>
                      </a:lnTo>
                      <a:lnTo>
                        <a:pt x="1292" y="1409"/>
                      </a:lnTo>
                      <a:lnTo>
                        <a:pt x="1285" y="1426"/>
                      </a:lnTo>
                      <a:lnTo>
                        <a:pt x="1278" y="1444"/>
                      </a:lnTo>
                      <a:lnTo>
                        <a:pt x="1268" y="1460"/>
                      </a:lnTo>
                      <a:lnTo>
                        <a:pt x="1259" y="1476"/>
                      </a:lnTo>
                      <a:lnTo>
                        <a:pt x="1249" y="1490"/>
                      </a:lnTo>
                      <a:lnTo>
                        <a:pt x="1239" y="1506"/>
                      </a:lnTo>
                      <a:lnTo>
                        <a:pt x="1234" y="1515"/>
                      </a:lnTo>
                      <a:lnTo>
                        <a:pt x="1230" y="1523"/>
                      </a:lnTo>
                      <a:lnTo>
                        <a:pt x="1227" y="1532"/>
                      </a:lnTo>
                      <a:lnTo>
                        <a:pt x="1224" y="1539"/>
                      </a:lnTo>
                      <a:lnTo>
                        <a:pt x="1221" y="1553"/>
                      </a:lnTo>
                      <a:lnTo>
                        <a:pt x="1216" y="1565"/>
                      </a:lnTo>
                      <a:lnTo>
                        <a:pt x="1209" y="1576"/>
                      </a:lnTo>
                      <a:lnTo>
                        <a:pt x="1201" y="1584"/>
                      </a:lnTo>
                      <a:lnTo>
                        <a:pt x="1192" y="1592"/>
                      </a:lnTo>
                      <a:lnTo>
                        <a:pt x="1186" y="1601"/>
                      </a:lnTo>
                      <a:lnTo>
                        <a:pt x="1185" y="1605"/>
                      </a:lnTo>
                      <a:lnTo>
                        <a:pt x="1184" y="1610"/>
                      </a:lnTo>
                      <a:lnTo>
                        <a:pt x="1184" y="1615"/>
                      </a:lnTo>
                      <a:lnTo>
                        <a:pt x="1184" y="1620"/>
                      </a:lnTo>
                      <a:lnTo>
                        <a:pt x="1186" y="1633"/>
                      </a:lnTo>
                      <a:lnTo>
                        <a:pt x="1188" y="1648"/>
                      </a:lnTo>
                      <a:lnTo>
                        <a:pt x="1190" y="1665"/>
                      </a:lnTo>
                      <a:lnTo>
                        <a:pt x="1190" y="1680"/>
                      </a:lnTo>
                      <a:lnTo>
                        <a:pt x="1190" y="1687"/>
                      </a:lnTo>
                      <a:lnTo>
                        <a:pt x="1189" y="1693"/>
                      </a:lnTo>
                      <a:lnTo>
                        <a:pt x="1188" y="1699"/>
                      </a:lnTo>
                      <a:lnTo>
                        <a:pt x="1185" y="1703"/>
                      </a:lnTo>
                      <a:lnTo>
                        <a:pt x="1182" y="1706"/>
                      </a:lnTo>
                      <a:lnTo>
                        <a:pt x="1178" y="1709"/>
                      </a:lnTo>
                      <a:lnTo>
                        <a:pt x="1173" y="1709"/>
                      </a:lnTo>
                      <a:lnTo>
                        <a:pt x="1169" y="1709"/>
                      </a:lnTo>
                      <a:lnTo>
                        <a:pt x="1164" y="1709"/>
                      </a:lnTo>
                      <a:lnTo>
                        <a:pt x="1160" y="1711"/>
                      </a:lnTo>
                      <a:lnTo>
                        <a:pt x="1159" y="1714"/>
                      </a:lnTo>
                      <a:lnTo>
                        <a:pt x="1157" y="1717"/>
                      </a:lnTo>
                      <a:lnTo>
                        <a:pt x="1155" y="1727"/>
                      </a:lnTo>
                      <a:lnTo>
                        <a:pt x="1153" y="1737"/>
                      </a:lnTo>
                      <a:lnTo>
                        <a:pt x="1152" y="1741"/>
                      </a:lnTo>
                      <a:lnTo>
                        <a:pt x="1148" y="1746"/>
                      </a:lnTo>
                      <a:lnTo>
                        <a:pt x="1144" y="1750"/>
                      </a:lnTo>
                      <a:lnTo>
                        <a:pt x="1138" y="1755"/>
                      </a:lnTo>
                      <a:lnTo>
                        <a:pt x="1131" y="1759"/>
                      </a:lnTo>
                      <a:lnTo>
                        <a:pt x="1125" y="1761"/>
                      </a:lnTo>
                      <a:lnTo>
                        <a:pt x="1117" y="1764"/>
                      </a:lnTo>
                      <a:lnTo>
                        <a:pt x="1112" y="1765"/>
                      </a:lnTo>
                      <a:lnTo>
                        <a:pt x="1107" y="1765"/>
                      </a:lnTo>
                      <a:lnTo>
                        <a:pt x="1102" y="1766"/>
                      </a:lnTo>
                      <a:lnTo>
                        <a:pt x="1100" y="1768"/>
                      </a:lnTo>
                      <a:lnTo>
                        <a:pt x="1098" y="1769"/>
                      </a:lnTo>
                      <a:lnTo>
                        <a:pt x="1098" y="1777"/>
                      </a:lnTo>
                      <a:lnTo>
                        <a:pt x="1098" y="1786"/>
                      </a:lnTo>
                      <a:lnTo>
                        <a:pt x="1097" y="1796"/>
                      </a:lnTo>
                      <a:lnTo>
                        <a:pt x="1098" y="1803"/>
                      </a:lnTo>
                      <a:lnTo>
                        <a:pt x="1101" y="1807"/>
                      </a:lnTo>
                      <a:lnTo>
                        <a:pt x="1104" y="1811"/>
                      </a:lnTo>
                      <a:lnTo>
                        <a:pt x="1110" y="1816"/>
                      </a:lnTo>
                      <a:lnTo>
                        <a:pt x="1119" y="1821"/>
                      </a:lnTo>
                      <a:lnTo>
                        <a:pt x="1122" y="1823"/>
                      </a:lnTo>
                      <a:lnTo>
                        <a:pt x="1126" y="1825"/>
                      </a:lnTo>
                      <a:lnTo>
                        <a:pt x="1128" y="1829"/>
                      </a:lnTo>
                      <a:lnTo>
                        <a:pt x="1131" y="1831"/>
                      </a:lnTo>
                      <a:lnTo>
                        <a:pt x="1133" y="1838"/>
                      </a:lnTo>
                      <a:lnTo>
                        <a:pt x="1133" y="1844"/>
                      </a:lnTo>
                      <a:lnTo>
                        <a:pt x="1132" y="1859"/>
                      </a:lnTo>
                      <a:lnTo>
                        <a:pt x="1132" y="1870"/>
                      </a:lnTo>
                      <a:lnTo>
                        <a:pt x="1134" y="1875"/>
                      </a:lnTo>
                      <a:lnTo>
                        <a:pt x="1139" y="1880"/>
                      </a:lnTo>
                      <a:lnTo>
                        <a:pt x="1144" y="1885"/>
                      </a:lnTo>
                      <a:lnTo>
                        <a:pt x="1150" y="1888"/>
                      </a:lnTo>
                      <a:lnTo>
                        <a:pt x="1163" y="1895"/>
                      </a:lnTo>
                      <a:lnTo>
                        <a:pt x="1177" y="1901"/>
                      </a:lnTo>
                      <a:lnTo>
                        <a:pt x="1182" y="1904"/>
                      </a:lnTo>
                      <a:lnTo>
                        <a:pt x="1184" y="1907"/>
                      </a:lnTo>
                      <a:lnTo>
                        <a:pt x="1186" y="1911"/>
                      </a:lnTo>
                      <a:lnTo>
                        <a:pt x="1189" y="1914"/>
                      </a:lnTo>
                      <a:lnTo>
                        <a:pt x="1189" y="1919"/>
                      </a:lnTo>
                      <a:lnTo>
                        <a:pt x="1189" y="1926"/>
                      </a:lnTo>
                      <a:lnTo>
                        <a:pt x="1189" y="1932"/>
                      </a:lnTo>
                      <a:lnTo>
                        <a:pt x="1188" y="1939"/>
                      </a:lnTo>
                      <a:lnTo>
                        <a:pt x="1184" y="1954"/>
                      </a:lnTo>
                      <a:lnTo>
                        <a:pt x="1180" y="1964"/>
                      </a:lnTo>
                      <a:lnTo>
                        <a:pt x="1178" y="1980"/>
                      </a:lnTo>
                      <a:lnTo>
                        <a:pt x="1176" y="1996"/>
                      </a:lnTo>
                      <a:lnTo>
                        <a:pt x="1173" y="2016"/>
                      </a:lnTo>
                      <a:lnTo>
                        <a:pt x="1172" y="2032"/>
                      </a:lnTo>
                      <a:lnTo>
                        <a:pt x="1170" y="2048"/>
                      </a:lnTo>
                      <a:lnTo>
                        <a:pt x="1170" y="2062"/>
                      </a:lnTo>
                      <a:lnTo>
                        <a:pt x="1170" y="2068"/>
                      </a:lnTo>
                      <a:lnTo>
                        <a:pt x="1171" y="2073"/>
                      </a:lnTo>
                      <a:lnTo>
                        <a:pt x="1172" y="2077"/>
                      </a:lnTo>
                      <a:lnTo>
                        <a:pt x="1173" y="2080"/>
                      </a:lnTo>
                      <a:lnTo>
                        <a:pt x="1177" y="2087"/>
                      </a:lnTo>
                      <a:lnTo>
                        <a:pt x="1178" y="2093"/>
                      </a:lnTo>
                      <a:lnTo>
                        <a:pt x="1177" y="2095"/>
                      </a:lnTo>
                      <a:lnTo>
                        <a:pt x="1176" y="2098"/>
                      </a:lnTo>
                      <a:lnTo>
                        <a:pt x="1173" y="2099"/>
                      </a:lnTo>
                      <a:lnTo>
                        <a:pt x="1170" y="2099"/>
                      </a:lnTo>
                      <a:lnTo>
                        <a:pt x="1167" y="2100"/>
                      </a:lnTo>
                      <a:lnTo>
                        <a:pt x="1164" y="2100"/>
                      </a:lnTo>
                      <a:lnTo>
                        <a:pt x="1161" y="2101"/>
                      </a:lnTo>
                      <a:lnTo>
                        <a:pt x="1160" y="2103"/>
                      </a:lnTo>
                      <a:lnTo>
                        <a:pt x="1158" y="2108"/>
                      </a:lnTo>
                      <a:lnTo>
                        <a:pt x="1157" y="2114"/>
                      </a:lnTo>
                      <a:lnTo>
                        <a:pt x="1158" y="2122"/>
                      </a:lnTo>
                      <a:lnTo>
                        <a:pt x="1160" y="2132"/>
                      </a:lnTo>
                      <a:lnTo>
                        <a:pt x="1164" y="2143"/>
                      </a:lnTo>
                      <a:lnTo>
                        <a:pt x="1166" y="2151"/>
                      </a:lnTo>
                      <a:lnTo>
                        <a:pt x="1167" y="2156"/>
                      </a:lnTo>
                      <a:lnTo>
                        <a:pt x="1169" y="2158"/>
                      </a:lnTo>
                      <a:lnTo>
                        <a:pt x="1167" y="2162"/>
                      </a:lnTo>
                      <a:lnTo>
                        <a:pt x="1166" y="2164"/>
                      </a:lnTo>
                      <a:lnTo>
                        <a:pt x="1161" y="2168"/>
                      </a:lnTo>
                      <a:lnTo>
                        <a:pt x="1153" y="2171"/>
                      </a:lnTo>
                      <a:lnTo>
                        <a:pt x="1150" y="2172"/>
                      </a:lnTo>
                      <a:lnTo>
                        <a:pt x="1146" y="2174"/>
                      </a:lnTo>
                      <a:lnTo>
                        <a:pt x="1145" y="2176"/>
                      </a:lnTo>
                      <a:lnTo>
                        <a:pt x="1144" y="2178"/>
                      </a:lnTo>
                      <a:lnTo>
                        <a:pt x="1144" y="2183"/>
                      </a:lnTo>
                      <a:lnTo>
                        <a:pt x="1145" y="2189"/>
                      </a:lnTo>
                      <a:lnTo>
                        <a:pt x="1148" y="2199"/>
                      </a:lnTo>
                      <a:lnTo>
                        <a:pt x="1152" y="2210"/>
                      </a:lnTo>
                      <a:lnTo>
                        <a:pt x="1155" y="2224"/>
                      </a:lnTo>
                      <a:lnTo>
                        <a:pt x="1158" y="2237"/>
                      </a:lnTo>
                      <a:lnTo>
                        <a:pt x="1158" y="2245"/>
                      </a:lnTo>
                      <a:lnTo>
                        <a:pt x="1155" y="2251"/>
                      </a:lnTo>
                      <a:lnTo>
                        <a:pt x="1152" y="2253"/>
                      </a:lnTo>
                      <a:lnTo>
                        <a:pt x="1146" y="2253"/>
                      </a:lnTo>
                      <a:lnTo>
                        <a:pt x="1142" y="2254"/>
                      </a:lnTo>
                      <a:lnTo>
                        <a:pt x="1140" y="2257"/>
                      </a:lnTo>
                      <a:lnTo>
                        <a:pt x="1138" y="2259"/>
                      </a:lnTo>
                      <a:lnTo>
                        <a:pt x="1135" y="2264"/>
                      </a:lnTo>
                      <a:lnTo>
                        <a:pt x="1131" y="2276"/>
                      </a:lnTo>
                      <a:lnTo>
                        <a:pt x="1122" y="2292"/>
                      </a:lnTo>
                      <a:lnTo>
                        <a:pt x="1116" y="2301"/>
                      </a:lnTo>
                      <a:lnTo>
                        <a:pt x="1109" y="2309"/>
                      </a:lnTo>
                      <a:lnTo>
                        <a:pt x="1101" y="2315"/>
                      </a:lnTo>
                      <a:lnTo>
                        <a:pt x="1092" y="2320"/>
                      </a:lnTo>
                      <a:lnTo>
                        <a:pt x="1085" y="2323"/>
                      </a:lnTo>
                      <a:lnTo>
                        <a:pt x="1078" y="2326"/>
                      </a:lnTo>
                      <a:lnTo>
                        <a:pt x="1071" y="2327"/>
                      </a:lnTo>
                      <a:lnTo>
                        <a:pt x="1066" y="2327"/>
                      </a:lnTo>
                      <a:lnTo>
                        <a:pt x="1062" y="2327"/>
                      </a:lnTo>
                      <a:lnTo>
                        <a:pt x="1058" y="2327"/>
                      </a:lnTo>
                      <a:lnTo>
                        <a:pt x="1056" y="2328"/>
                      </a:lnTo>
                      <a:lnTo>
                        <a:pt x="1053" y="2329"/>
                      </a:lnTo>
                      <a:lnTo>
                        <a:pt x="1051" y="2332"/>
                      </a:lnTo>
                      <a:lnTo>
                        <a:pt x="1051" y="2335"/>
                      </a:lnTo>
                      <a:lnTo>
                        <a:pt x="1051" y="2339"/>
                      </a:lnTo>
                      <a:lnTo>
                        <a:pt x="1052" y="2344"/>
                      </a:lnTo>
                      <a:lnTo>
                        <a:pt x="1053" y="2347"/>
                      </a:lnTo>
                      <a:lnTo>
                        <a:pt x="1052" y="2349"/>
                      </a:lnTo>
                      <a:lnTo>
                        <a:pt x="1050" y="2351"/>
                      </a:lnTo>
                      <a:lnTo>
                        <a:pt x="1047" y="2352"/>
                      </a:lnTo>
                      <a:lnTo>
                        <a:pt x="1039" y="2349"/>
                      </a:lnTo>
                      <a:lnTo>
                        <a:pt x="1031" y="2347"/>
                      </a:lnTo>
                      <a:lnTo>
                        <a:pt x="1027" y="2347"/>
                      </a:lnTo>
                      <a:lnTo>
                        <a:pt x="1024" y="2348"/>
                      </a:lnTo>
                      <a:lnTo>
                        <a:pt x="1020" y="2351"/>
                      </a:lnTo>
                      <a:lnTo>
                        <a:pt x="1018" y="2353"/>
                      </a:lnTo>
                      <a:lnTo>
                        <a:pt x="1010" y="2361"/>
                      </a:lnTo>
                      <a:lnTo>
                        <a:pt x="1005" y="2371"/>
                      </a:lnTo>
                      <a:lnTo>
                        <a:pt x="1000" y="2380"/>
                      </a:lnTo>
                      <a:lnTo>
                        <a:pt x="994" y="2390"/>
                      </a:lnTo>
                      <a:lnTo>
                        <a:pt x="990" y="2395"/>
                      </a:lnTo>
                      <a:lnTo>
                        <a:pt x="988" y="2397"/>
                      </a:lnTo>
                      <a:lnTo>
                        <a:pt x="986" y="2399"/>
                      </a:lnTo>
                      <a:lnTo>
                        <a:pt x="983" y="2399"/>
                      </a:lnTo>
                      <a:lnTo>
                        <a:pt x="978" y="2397"/>
                      </a:lnTo>
                      <a:lnTo>
                        <a:pt x="974" y="2393"/>
                      </a:lnTo>
                      <a:lnTo>
                        <a:pt x="968" y="2391"/>
                      </a:lnTo>
                      <a:lnTo>
                        <a:pt x="959" y="2390"/>
                      </a:lnTo>
                      <a:lnTo>
                        <a:pt x="955" y="2391"/>
                      </a:lnTo>
                      <a:lnTo>
                        <a:pt x="952" y="2392"/>
                      </a:lnTo>
                      <a:lnTo>
                        <a:pt x="951" y="2395"/>
                      </a:lnTo>
                      <a:lnTo>
                        <a:pt x="950" y="2398"/>
                      </a:lnTo>
                      <a:lnTo>
                        <a:pt x="951" y="2405"/>
                      </a:lnTo>
                      <a:lnTo>
                        <a:pt x="951" y="2412"/>
                      </a:lnTo>
                      <a:lnTo>
                        <a:pt x="950" y="2417"/>
                      </a:lnTo>
                      <a:lnTo>
                        <a:pt x="947" y="2420"/>
                      </a:lnTo>
                      <a:lnTo>
                        <a:pt x="943" y="2423"/>
                      </a:lnTo>
                      <a:lnTo>
                        <a:pt x="937" y="2426"/>
                      </a:lnTo>
                      <a:lnTo>
                        <a:pt x="931" y="2428"/>
                      </a:lnTo>
                      <a:lnTo>
                        <a:pt x="924" y="2429"/>
                      </a:lnTo>
                      <a:lnTo>
                        <a:pt x="915" y="2429"/>
                      </a:lnTo>
                      <a:lnTo>
                        <a:pt x="908" y="2429"/>
                      </a:lnTo>
                      <a:lnTo>
                        <a:pt x="901" y="2429"/>
                      </a:lnTo>
                      <a:lnTo>
                        <a:pt x="895" y="2429"/>
                      </a:lnTo>
                      <a:lnTo>
                        <a:pt x="892" y="2430"/>
                      </a:lnTo>
                      <a:lnTo>
                        <a:pt x="888" y="2432"/>
                      </a:lnTo>
                      <a:lnTo>
                        <a:pt x="882" y="2436"/>
                      </a:lnTo>
                      <a:lnTo>
                        <a:pt x="876" y="2441"/>
                      </a:lnTo>
                      <a:lnTo>
                        <a:pt x="873" y="2443"/>
                      </a:lnTo>
                      <a:lnTo>
                        <a:pt x="869" y="2445"/>
                      </a:lnTo>
                      <a:lnTo>
                        <a:pt x="864" y="2445"/>
                      </a:lnTo>
                      <a:lnTo>
                        <a:pt x="859" y="2443"/>
                      </a:lnTo>
                      <a:lnTo>
                        <a:pt x="855" y="2441"/>
                      </a:lnTo>
                      <a:lnTo>
                        <a:pt x="850" y="2439"/>
                      </a:lnTo>
                      <a:lnTo>
                        <a:pt x="845" y="2436"/>
                      </a:lnTo>
                      <a:lnTo>
                        <a:pt x="840" y="2433"/>
                      </a:lnTo>
                      <a:lnTo>
                        <a:pt x="837" y="2429"/>
                      </a:lnTo>
                      <a:lnTo>
                        <a:pt x="833" y="2429"/>
                      </a:lnTo>
                      <a:lnTo>
                        <a:pt x="830" y="2429"/>
                      </a:lnTo>
                      <a:lnTo>
                        <a:pt x="826" y="2432"/>
                      </a:lnTo>
                      <a:lnTo>
                        <a:pt x="820" y="2437"/>
                      </a:lnTo>
                      <a:lnTo>
                        <a:pt x="816" y="2442"/>
                      </a:lnTo>
                      <a:lnTo>
                        <a:pt x="813" y="2445"/>
                      </a:lnTo>
                      <a:lnTo>
                        <a:pt x="807" y="2446"/>
                      </a:lnTo>
                      <a:lnTo>
                        <a:pt x="800" y="2446"/>
                      </a:lnTo>
                      <a:lnTo>
                        <a:pt x="793" y="2446"/>
                      </a:lnTo>
                      <a:lnTo>
                        <a:pt x="775" y="2446"/>
                      </a:lnTo>
                      <a:lnTo>
                        <a:pt x="760" y="2446"/>
                      </a:lnTo>
                      <a:lnTo>
                        <a:pt x="744" y="2447"/>
                      </a:lnTo>
                      <a:lnTo>
                        <a:pt x="728" y="2447"/>
                      </a:lnTo>
                      <a:lnTo>
                        <a:pt x="719" y="2447"/>
                      </a:lnTo>
                      <a:lnTo>
                        <a:pt x="712" y="2447"/>
                      </a:lnTo>
                      <a:lnTo>
                        <a:pt x="707" y="2446"/>
                      </a:lnTo>
                      <a:lnTo>
                        <a:pt x="704" y="2445"/>
                      </a:lnTo>
                      <a:lnTo>
                        <a:pt x="699" y="2441"/>
                      </a:lnTo>
                      <a:lnTo>
                        <a:pt x="692" y="2440"/>
                      </a:lnTo>
                      <a:lnTo>
                        <a:pt x="685" y="2439"/>
                      </a:lnTo>
                      <a:lnTo>
                        <a:pt x="675" y="2437"/>
                      </a:lnTo>
                      <a:lnTo>
                        <a:pt x="661" y="2430"/>
                      </a:lnTo>
                      <a:lnTo>
                        <a:pt x="643" y="2421"/>
                      </a:lnTo>
                      <a:lnTo>
                        <a:pt x="637" y="2421"/>
                      </a:lnTo>
                      <a:lnTo>
                        <a:pt x="631" y="2422"/>
                      </a:lnTo>
                      <a:lnTo>
                        <a:pt x="628" y="2424"/>
                      </a:lnTo>
                      <a:lnTo>
                        <a:pt x="624" y="2428"/>
                      </a:lnTo>
                      <a:lnTo>
                        <a:pt x="619" y="2436"/>
                      </a:lnTo>
                      <a:lnTo>
                        <a:pt x="616" y="2445"/>
                      </a:lnTo>
                      <a:lnTo>
                        <a:pt x="615" y="2448"/>
                      </a:lnTo>
                      <a:lnTo>
                        <a:pt x="615" y="2453"/>
                      </a:lnTo>
                      <a:lnTo>
                        <a:pt x="615" y="2458"/>
                      </a:lnTo>
                      <a:lnTo>
                        <a:pt x="615" y="2462"/>
                      </a:lnTo>
                      <a:lnTo>
                        <a:pt x="617" y="2471"/>
                      </a:lnTo>
                      <a:lnTo>
                        <a:pt x="619" y="2481"/>
                      </a:lnTo>
                      <a:lnTo>
                        <a:pt x="621" y="2486"/>
                      </a:lnTo>
                      <a:lnTo>
                        <a:pt x="621" y="2493"/>
                      </a:lnTo>
                      <a:lnTo>
                        <a:pt x="619" y="2500"/>
                      </a:lnTo>
                      <a:lnTo>
                        <a:pt x="618" y="2508"/>
                      </a:lnTo>
                      <a:lnTo>
                        <a:pt x="616" y="2515"/>
                      </a:lnTo>
                      <a:lnTo>
                        <a:pt x="615" y="2519"/>
                      </a:lnTo>
                      <a:lnTo>
                        <a:pt x="613" y="2523"/>
                      </a:lnTo>
                      <a:lnTo>
                        <a:pt x="612" y="2525"/>
                      </a:lnTo>
                      <a:lnTo>
                        <a:pt x="611" y="2524"/>
                      </a:lnTo>
                      <a:lnTo>
                        <a:pt x="609" y="2522"/>
                      </a:lnTo>
                      <a:lnTo>
                        <a:pt x="606" y="2519"/>
                      </a:lnTo>
                      <a:lnTo>
                        <a:pt x="603" y="2517"/>
                      </a:lnTo>
                      <a:lnTo>
                        <a:pt x="599" y="2516"/>
                      </a:lnTo>
                      <a:lnTo>
                        <a:pt x="594" y="2515"/>
                      </a:lnTo>
                      <a:lnTo>
                        <a:pt x="583" y="2514"/>
                      </a:lnTo>
                      <a:lnTo>
                        <a:pt x="569" y="2514"/>
                      </a:lnTo>
                      <a:lnTo>
                        <a:pt x="562" y="2515"/>
                      </a:lnTo>
                      <a:lnTo>
                        <a:pt x="556" y="2516"/>
                      </a:lnTo>
                      <a:lnTo>
                        <a:pt x="550" y="2518"/>
                      </a:lnTo>
                      <a:lnTo>
                        <a:pt x="547" y="2519"/>
                      </a:lnTo>
                      <a:lnTo>
                        <a:pt x="541" y="2525"/>
                      </a:lnTo>
                      <a:lnTo>
                        <a:pt x="535" y="2531"/>
                      </a:lnTo>
                      <a:lnTo>
                        <a:pt x="528" y="2538"/>
                      </a:lnTo>
                      <a:lnTo>
                        <a:pt x="520" y="2543"/>
                      </a:lnTo>
                      <a:lnTo>
                        <a:pt x="512" y="2547"/>
                      </a:lnTo>
                      <a:lnTo>
                        <a:pt x="505" y="2549"/>
                      </a:lnTo>
                      <a:lnTo>
                        <a:pt x="502" y="2552"/>
                      </a:lnTo>
                      <a:lnTo>
                        <a:pt x="498" y="2555"/>
                      </a:lnTo>
                      <a:lnTo>
                        <a:pt x="496" y="2560"/>
                      </a:lnTo>
                      <a:lnTo>
                        <a:pt x="495" y="2565"/>
                      </a:lnTo>
                      <a:lnTo>
                        <a:pt x="493" y="2569"/>
                      </a:lnTo>
                      <a:lnTo>
                        <a:pt x="491" y="2573"/>
                      </a:lnTo>
                      <a:lnTo>
                        <a:pt x="487" y="2577"/>
                      </a:lnTo>
                      <a:lnTo>
                        <a:pt x="483" y="2581"/>
                      </a:lnTo>
                      <a:lnTo>
                        <a:pt x="472" y="2597"/>
                      </a:lnTo>
                      <a:lnTo>
                        <a:pt x="458" y="2613"/>
                      </a:lnTo>
                      <a:lnTo>
                        <a:pt x="453" y="2617"/>
                      </a:lnTo>
                      <a:lnTo>
                        <a:pt x="446" y="2620"/>
                      </a:lnTo>
                      <a:lnTo>
                        <a:pt x="437" y="2623"/>
                      </a:lnTo>
                      <a:lnTo>
                        <a:pt x="428" y="2625"/>
                      </a:lnTo>
                      <a:lnTo>
                        <a:pt x="407" y="2630"/>
                      </a:lnTo>
                      <a:lnTo>
                        <a:pt x="386" y="2632"/>
                      </a:lnTo>
                      <a:lnTo>
                        <a:pt x="370" y="2635"/>
                      </a:lnTo>
                      <a:lnTo>
                        <a:pt x="354" y="2637"/>
                      </a:lnTo>
                      <a:lnTo>
                        <a:pt x="340" y="2640"/>
                      </a:lnTo>
                      <a:lnTo>
                        <a:pt x="328" y="2642"/>
                      </a:lnTo>
                      <a:lnTo>
                        <a:pt x="322" y="2643"/>
                      </a:lnTo>
                      <a:lnTo>
                        <a:pt x="317" y="2644"/>
                      </a:lnTo>
                      <a:lnTo>
                        <a:pt x="313" y="2647"/>
                      </a:lnTo>
                      <a:lnTo>
                        <a:pt x="309" y="2649"/>
                      </a:lnTo>
                      <a:lnTo>
                        <a:pt x="302" y="2654"/>
                      </a:lnTo>
                      <a:lnTo>
                        <a:pt x="296" y="2661"/>
                      </a:lnTo>
                      <a:lnTo>
                        <a:pt x="288" y="2667"/>
                      </a:lnTo>
                      <a:lnTo>
                        <a:pt x="277" y="2673"/>
                      </a:lnTo>
                      <a:lnTo>
                        <a:pt x="266" y="2676"/>
                      </a:lnTo>
                      <a:lnTo>
                        <a:pt x="257" y="2679"/>
                      </a:lnTo>
                      <a:lnTo>
                        <a:pt x="248" y="2680"/>
                      </a:lnTo>
                      <a:lnTo>
                        <a:pt x="240" y="2682"/>
                      </a:lnTo>
                      <a:lnTo>
                        <a:pt x="233" y="2686"/>
                      </a:lnTo>
                      <a:lnTo>
                        <a:pt x="227" y="2689"/>
                      </a:lnTo>
                      <a:lnTo>
                        <a:pt x="222" y="2694"/>
                      </a:lnTo>
                      <a:lnTo>
                        <a:pt x="216" y="2699"/>
                      </a:lnTo>
                      <a:lnTo>
                        <a:pt x="207" y="2704"/>
                      </a:lnTo>
                      <a:lnTo>
                        <a:pt x="196" y="2707"/>
                      </a:lnTo>
                      <a:lnTo>
                        <a:pt x="184" y="2710"/>
                      </a:lnTo>
                      <a:lnTo>
                        <a:pt x="175" y="2714"/>
                      </a:lnTo>
                      <a:lnTo>
                        <a:pt x="166" y="2719"/>
                      </a:lnTo>
                      <a:lnTo>
                        <a:pt x="158" y="2725"/>
                      </a:lnTo>
                      <a:lnTo>
                        <a:pt x="153" y="2729"/>
                      </a:lnTo>
                      <a:lnTo>
                        <a:pt x="147" y="2731"/>
                      </a:lnTo>
                      <a:lnTo>
                        <a:pt x="139" y="2733"/>
                      </a:lnTo>
                      <a:lnTo>
                        <a:pt x="131" y="2735"/>
                      </a:lnTo>
                      <a:lnTo>
                        <a:pt x="111" y="2736"/>
                      </a:lnTo>
                      <a:lnTo>
                        <a:pt x="92" y="2737"/>
                      </a:lnTo>
                      <a:lnTo>
                        <a:pt x="78" y="2737"/>
                      </a:lnTo>
                      <a:lnTo>
                        <a:pt x="65" y="2738"/>
                      </a:lnTo>
                      <a:lnTo>
                        <a:pt x="52" y="2738"/>
                      </a:lnTo>
                      <a:lnTo>
                        <a:pt x="39" y="2738"/>
                      </a:lnTo>
                      <a:close/>
                    </a:path>
                  </a:pathLst>
                </a:custGeom>
                <a:solidFill>
                  <a:srgbClr val="2F75B5"/>
                </a:solidFill>
                <a:ln w="9525">
                  <a:solidFill>
                    <a:srgbClr val="AFABAB"/>
                  </a:solidFill>
                  <a:round/>
                  <a:headEnd/>
                  <a:tailEnd/>
                </a:ln>
              </p:spPr>
              <p:txBody>
                <a:bodyPr/>
                <a:lstStyle/>
                <a:p>
                  <a:endParaRPr lang="zh-CN" altLang="en-US"/>
                </a:p>
              </p:txBody>
            </p:sp>
            <p:sp>
              <p:nvSpPr>
                <p:cNvPr id="43" name="吉林">
                  <a:extLst>
                    <a:ext uri="{FF2B5EF4-FFF2-40B4-BE49-F238E27FC236}">
                      <a16:creationId xmlns:a16="http://schemas.microsoft.com/office/drawing/2014/main" id="{0C3B6AAC-FEBE-42C0-9591-3088D25E8F9B}"/>
                    </a:ext>
                  </a:extLst>
                </p:cNvPr>
                <p:cNvSpPr>
                  <a:spLocks/>
                </p:cNvSpPr>
                <p:nvPr/>
              </p:nvSpPr>
              <p:spPr bwMode="auto">
                <a:xfrm>
                  <a:off x="4057700" y="809667"/>
                  <a:ext cx="809635" cy="600106"/>
                </a:xfrm>
                <a:custGeom>
                  <a:avLst/>
                  <a:gdLst>
                    <a:gd name="T0" fmla="*/ 2147483646 w 3070"/>
                    <a:gd name="T1" fmla="*/ 2147483646 h 2270"/>
                    <a:gd name="T2" fmla="*/ 2147483646 w 3070"/>
                    <a:gd name="T3" fmla="*/ 2147483646 h 2270"/>
                    <a:gd name="T4" fmla="*/ 2147483646 w 3070"/>
                    <a:gd name="T5" fmla="*/ 2147483646 h 2270"/>
                    <a:gd name="T6" fmla="*/ 2147483646 w 3070"/>
                    <a:gd name="T7" fmla="*/ 2147483646 h 2270"/>
                    <a:gd name="T8" fmla="*/ 2147483646 w 3070"/>
                    <a:gd name="T9" fmla="*/ 2147483646 h 2270"/>
                    <a:gd name="T10" fmla="*/ 2147483646 w 3070"/>
                    <a:gd name="T11" fmla="*/ 2147483646 h 2270"/>
                    <a:gd name="T12" fmla="*/ 2147483646 w 3070"/>
                    <a:gd name="T13" fmla="*/ 2147483646 h 2270"/>
                    <a:gd name="T14" fmla="*/ 2147483646 w 3070"/>
                    <a:gd name="T15" fmla="*/ 2147483646 h 2270"/>
                    <a:gd name="T16" fmla="*/ 2147483646 w 3070"/>
                    <a:gd name="T17" fmla="*/ 2147483646 h 2270"/>
                    <a:gd name="T18" fmla="*/ 2147483646 w 3070"/>
                    <a:gd name="T19" fmla="*/ 2147483646 h 2270"/>
                    <a:gd name="T20" fmla="*/ 2147483646 w 3070"/>
                    <a:gd name="T21" fmla="*/ 2147483646 h 2270"/>
                    <a:gd name="T22" fmla="*/ 2147483646 w 3070"/>
                    <a:gd name="T23" fmla="*/ 2147483646 h 2270"/>
                    <a:gd name="T24" fmla="*/ 2147483646 w 3070"/>
                    <a:gd name="T25" fmla="*/ 2147483646 h 2270"/>
                    <a:gd name="T26" fmla="*/ 2147483646 w 3070"/>
                    <a:gd name="T27" fmla="*/ 2147483646 h 2270"/>
                    <a:gd name="T28" fmla="*/ 2147483646 w 3070"/>
                    <a:gd name="T29" fmla="*/ 2147483646 h 2270"/>
                    <a:gd name="T30" fmla="*/ 2147483646 w 3070"/>
                    <a:gd name="T31" fmla="*/ 2147483646 h 2270"/>
                    <a:gd name="T32" fmla="*/ 2147483646 w 3070"/>
                    <a:gd name="T33" fmla="*/ 2147483646 h 2270"/>
                    <a:gd name="T34" fmla="*/ 2147483646 w 3070"/>
                    <a:gd name="T35" fmla="*/ 2147483646 h 2270"/>
                    <a:gd name="T36" fmla="*/ 2147483646 w 3070"/>
                    <a:gd name="T37" fmla="*/ 2147483646 h 2270"/>
                    <a:gd name="T38" fmla="*/ 2147483646 w 3070"/>
                    <a:gd name="T39" fmla="*/ 2147483646 h 2270"/>
                    <a:gd name="T40" fmla="*/ 2147483646 w 3070"/>
                    <a:gd name="T41" fmla="*/ 2147483646 h 2270"/>
                    <a:gd name="T42" fmla="*/ 2147483646 w 3070"/>
                    <a:gd name="T43" fmla="*/ 2147483646 h 2270"/>
                    <a:gd name="T44" fmla="*/ 2147483646 w 3070"/>
                    <a:gd name="T45" fmla="*/ 2147483646 h 2270"/>
                    <a:gd name="T46" fmla="*/ 2147483646 w 3070"/>
                    <a:gd name="T47" fmla="*/ 2147483646 h 2270"/>
                    <a:gd name="T48" fmla="*/ 2147483646 w 3070"/>
                    <a:gd name="T49" fmla="*/ 2147483646 h 2270"/>
                    <a:gd name="T50" fmla="*/ 2147483646 w 3070"/>
                    <a:gd name="T51" fmla="*/ 2147483646 h 2270"/>
                    <a:gd name="T52" fmla="*/ 2147483646 w 3070"/>
                    <a:gd name="T53" fmla="*/ 2147483646 h 2270"/>
                    <a:gd name="T54" fmla="*/ 2147483646 w 3070"/>
                    <a:gd name="T55" fmla="*/ 2147483646 h 2270"/>
                    <a:gd name="T56" fmla="*/ 2147483646 w 3070"/>
                    <a:gd name="T57" fmla="*/ 2147483646 h 2270"/>
                    <a:gd name="T58" fmla="*/ 2147483646 w 3070"/>
                    <a:gd name="T59" fmla="*/ 2147483646 h 2270"/>
                    <a:gd name="T60" fmla="*/ 2147483646 w 3070"/>
                    <a:gd name="T61" fmla="*/ 2147483646 h 2270"/>
                    <a:gd name="T62" fmla="*/ 2147483646 w 3070"/>
                    <a:gd name="T63" fmla="*/ 2147483646 h 2270"/>
                    <a:gd name="T64" fmla="*/ 2147483646 w 3070"/>
                    <a:gd name="T65" fmla="*/ 2147483646 h 2270"/>
                    <a:gd name="T66" fmla="*/ 2147483646 w 3070"/>
                    <a:gd name="T67" fmla="*/ 2147483646 h 2270"/>
                    <a:gd name="T68" fmla="*/ 2147483646 w 3070"/>
                    <a:gd name="T69" fmla="*/ 2147483646 h 2270"/>
                    <a:gd name="T70" fmla="*/ 2147483646 w 3070"/>
                    <a:gd name="T71" fmla="*/ 2147483646 h 2270"/>
                    <a:gd name="T72" fmla="*/ 2147483646 w 3070"/>
                    <a:gd name="T73" fmla="*/ 2147483646 h 2270"/>
                    <a:gd name="T74" fmla="*/ 2147483646 w 3070"/>
                    <a:gd name="T75" fmla="*/ 2147483646 h 2270"/>
                    <a:gd name="T76" fmla="*/ 2147483646 w 3070"/>
                    <a:gd name="T77" fmla="*/ 2147483646 h 2270"/>
                    <a:gd name="T78" fmla="*/ 2147483646 w 3070"/>
                    <a:gd name="T79" fmla="*/ 2147483646 h 2270"/>
                    <a:gd name="T80" fmla="*/ 2147483646 w 3070"/>
                    <a:gd name="T81" fmla="*/ 2147483646 h 2270"/>
                    <a:gd name="T82" fmla="*/ 2147483646 w 3070"/>
                    <a:gd name="T83" fmla="*/ 2147483646 h 2270"/>
                    <a:gd name="T84" fmla="*/ 2147483646 w 3070"/>
                    <a:gd name="T85" fmla="*/ 2147483646 h 2270"/>
                    <a:gd name="T86" fmla="*/ 2147483646 w 3070"/>
                    <a:gd name="T87" fmla="*/ 2147483646 h 2270"/>
                    <a:gd name="T88" fmla="*/ 2147483646 w 3070"/>
                    <a:gd name="T89" fmla="*/ 2147483646 h 2270"/>
                    <a:gd name="T90" fmla="*/ 2147483646 w 3070"/>
                    <a:gd name="T91" fmla="*/ 2147483646 h 2270"/>
                    <a:gd name="T92" fmla="*/ 2147483646 w 3070"/>
                    <a:gd name="T93" fmla="*/ 2147483646 h 2270"/>
                    <a:gd name="T94" fmla="*/ 2147483646 w 3070"/>
                    <a:gd name="T95" fmla="*/ 2147483646 h 2270"/>
                    <a:gd name="T96" fmla="*/ 2147483646 w 3070"/>
                    <a:gd name="T97" fmla="*/ 2147483646 h 2270"/>
                    <a:gd name="T98" fmla="*/ 2147483646 w 3070"/>
                    <a:gd name="T99" fmla="*/ 2147483646 h 2270"/>
                    <a:gd name="T100" fmla="*/ 2147483646 w 3070"/>
                    <a:gd name="T101" fmla="*/ 2147483646 h 2270"/>
                    <a:gd name="T102" fmla="*/ 2147483646 w 3070"/>
                    <a:gd name="T103" fmla="*/ 2147483646 h 2270"/>
                    <a:gd name="T104" fmla="*/ 2147483646 w 3070"/>
                    <a:gd name="T105" fmla="*/ 2147483646 h 2270"/>
                    <a:gd name="T106" fmla="*/ 2147483646 w 3070"/>
                    <a:gd name="T107" fmla="*/ 2147483646 h 2270"/>
                    <a:gd name="T108" fmla="*/ 2147483646 w 3070"/>
                    <a:gd name="T109" fmla="*/ 2147483646 h 2270"/>
                    <a:gd name="T110" fmla="*/ 2147483646 w 3070"/>
                    <a:gd name="T111" fmla="*/ 2147483646 h 2270"/>
                    <a:gd name="T112" fmla="*/ 2147483646 w 3070"/>
                    <a:gd name="T113" fmla="*/ 2147483646 h 2270"/>
                    <a:gd name="T114" fmla="*/ 2147483646 w 3070"/>
                    <a:gd name="T115" fmla="*/ 2147483646 h 2270"/>
                    <a:gd name="T116" fmla="*/ 2147483646 w 3070"/>
                    <a:gd name="T117" fmla="*/ 2147483646 h 2270"/>
                    <a:gd name="T118" fmla="*/ 2147483646 w 3070"/>
                    <a:gd name="T119" fmla="*/ 2147483646 h 2270"/>
                    <a:gd name="T120" fmla="*/ 2147483646 w 3070"/>
                    <a:gd name="T121" fmla="*/ 2147483646 h 227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070" h="2270">
                      <a:moveTo>
                        <a:pt x="3067" y="833"/>
                      </a:moveTo>
                      <a:lnTo>
                        <a:pt x="3069" y="846"/>
                      </a:lnTo>
                      <a:lnTo>
                        <a:pt x="3070" y="859"/>
                      </a:lnTo>
                      <a:lnTo>
                        <a:pt x="3070" y="874"/>
                      </a:lnTo>
                      <a:lnTo>
                        <a:pt x="3069" y="890"/>
                      </a:lnTo>
                      <a:lnTo>
                        <a:pt x="3067" y="912"/>
                      </a:lnTo>
                      <a:lnTo>
                        <a:pt x="3065" y="937"/>
                      </a:lnTo>
                      <a:lnTo>
                        <a:pt x="3064" y="949"/>
                      </a:lnTo>
                      <a:lnTo>
                        <a:pt x="3063" y="960"/>
                      </a:lnTo>
                      <a:lnTo>
                        <a:pt x="3062" y="970"/>
                      </a:lnTo>
                      <a:lnTo>
                        <a:pt x="3060" y="977"/>
                      </a:lnTo>
                      <a:lnTo>
                        <a:pt x="3055" y="989"/>
                      </a:lnTo>
                      <a:lnTo>
                        <a:pt x="3049" y="997"/>
                      </a:lnTo>
                      <a:lnTo>
                        <a:pt x="3048" y="1000"/>
                      </a:lnTo>
                      <a:lnTo>
                        <a:pt x="3045" y="1005"/>
                      </a:lnTo>
                      <a:lnTo>
                        <a:pt x="3044" y="1010"/>
                      </a:lnTo>
                      <a:lnTo>
                        <a:pt x="3044" y="1015"/>
                      </a:lnTo>
                      <a:lnTo>
                        <a:pt x="3044" y="1024"/>
                      </a:lnTo>
                      <a:lnTo>
                        <a:pt x="3048" y="1034"/>
                      </a:lnTo>
                      <a:lnTo>
                        <a:pt x="3050" y="1041"/>
                      </a:lnTo>
                      <a:lnTo>
                        <a:pt x="3054" y="1048"/>
                      </a:lnTo>
                      <a:lnTo>
                        <a:pt x="3056" y="1054"/>
                      </a:lnTo>
                      <a:lnTo>
                        <a:pt x="3056" y="1060"/>
                      </a:lnTo>
                      <a:lnTo>
                        <a:pt x="3056" y="1062"/>
                      </a:lnTo>
                      <a:lnTo>
                        <a:pt x="3055" y="1065"/>
                      </a:lnTo>
                      <a:lnTo>
                        <a:pt x="3052" y="1066"/>
                      </a:lnTo>
                      <a:lnTo>
                        <a:pt x="3049" y="1066"/>
                      </a:lnTo>
                      <a:lnTo>
                        <a:pt x="3042" y="1063"/>
                      </a:lnTo>
                      <a:lnTo>
                        <a:pt x="3036" y="1062"/>
                      </a:lnTo>
                      <a:lnTo>
                        <a:pt x="3031" y="1062"/>
                      </a:lnTo>
                      <a:lnTo>
                        <a:pt x="3027" y="1063"/>
                      </a:lnTo>
                      <a:lnTo>
                        <a:pt x="3026" y="1063"/>
                      </a:lnTo>
                      <a:lnTo>
                        <a:pt x="3026" y="1065"/>
                      </a:lnTo>
                      <a:lnTo>
                        <a:pt x="3027" y="1066"/>
                      </a:lnTo>
                      <a:lnTo>
                        <a:pt x="3027" y="1067"/>
                      </a:lnTo>
                      <a:lnTo>
                        <a:pt x="3031" y="1071"/>
                      </a:lnTo>
                      <a:lnTo>
                        <a:pt x="3033" y="1075"/>
                      </a:lnTo>
                      <a:lnTo>
                        <a:pt x="3036" y="1080"/>
                      </a:lnTo>
                      <a:lnTo>
                        <a:pt x="3036" y="1085"/>
                      </a:lnTo>
                      <a:lnTo>
                        <a:pt x="3035" y="1087"/>
                      </a:lnTo>
                      <a:lnTo>
                        <a:pt x="3032" y="1090"/>
                      </a:lnTo>
                      <a:lnTo>
                        <a:pt x="3026" y="1092"/>
                      </a:lnTo>
                      <a:lnTo>
                        <a:pt x="3019" y="1095"/>
                      </a:lnTo>
                      <a:lnTo>
                        <a:pt x="3004" y="1100"/>
                      </a:lnTo>
                      <a:lnTo>
                        <a:pt x="2991" y="1105"/>
                      </a:lnTo>
                      <a:lnTo>
                        <a:pt x="2979" y="1110"/>
                      </a:lnTo>
                      <a:lnTo>
                        <a:pt x="2966" y="1116"/>
                      </a:lnTo>
                      <a:lnTo>
                        <a:pt x="2954" y="1122"/>
                      </a:lnTo>
                      <a:lnTo>
                        <a:pt x="2948" y="1125"/>
                      </a:lnTo>
                      <a:lnTo>
                        <a:pt x="2943" y="1126"/>
                      </a:lnTo>
                      <a:lnTo>
                        <a:pt x="2935" y="1126"/>
                      </a:lnTo>
                      <a:lnTo>
                        <a:pt x="2924" y="1128"/>
                      </a:lnTo>
                      <a:lnTo>
                        <a:pt x="2917" y="1130"/>
                      </a:lnTo>
                      <a:lnTo>
                        <a:pt x="2912" y="1134"/>
                      </a:lnTo>
                      <a:lnTo>
                        <a:pt x="2907" y="1139"/>
                      </a:lnTo>
                      <a:lnTo>
                        <a:pt x="2901" y="1149"/>
                      </a:lnTo>
                      <a:lnTo>
                        <a:pt x="2893" y="1158"/>
                      </a:lnTo>
                      <a:lnTo>
                        <a:pt x="2885" y="1169"/>
                      </a:lnTo>
                      <a:lnTo>
                        <a:pt x="2876" y="1176"/>
                      </a:lnTo>
                      <a:lnTo>
                        <a:pt x="2872" y="1179"/>
                      </a:lnTo>
                      <a:lnTo>
                        <a:pt x="2869" y="1182"/>
                      </a:lnTo>
                      <a:lnTo>
                        <a:pt x="2867" y="1186"/>
                      </a:lnTo>
                      <a:lnTo>
                        <a:pt x="2866" y="1189"/>
                      </a:lnTo>
                      <a:lnTo>
                        <a:pt x="2866" y="1192"/>
                      </a:lnTo>
                      <a:lnTo>
                        <a:pt x="2868" y="1195"/>
                      </a:lnTo>
                      <a:lnTo>
                        <a:pt x="2871" y="1198"/>
                      </a:lnTo>
                      <a:lnTo>
                        <a:pt x="2875" y="1199"/>
                      </a:lnTo>
                      <a:lnTo>
                        <a:pt x="2885" y="1199"/>
                      </a:lnTo>
                      <a:lnTo>
                        <a:pt x="2892" y="1198"/>
                      </a:lnTo>
                      <a:lnTo>
                        <a:pt x="2899" y="1194"/>
                      </a:lnTo>
                      <a:lnTo>
                        <a:pt x="2905" y="1191"/>
                      </a:lnTo>
                      <a:lnTo>
                        <a:pt x="2907" y="1191"/>
                      </a:lnTo>
                      <a:lnTo>
                        <a:pt x="2910" y="1191"/>
                      </a:lnTo>
                      <a:lnTo>
                        <a:pt x="2912" y="1192"/>
                      </a:lnTo>
                      <a:lnTo>
                        <a:pt x="2916" y="1193"/>
                      </a:lnTo>
                      <a:lnTo>
                        <a:pt x="2922" y="1201"/>
                      </a:lnTo>
                      <a:lnTo>
                        <a:pt x="2926" y="1212"/>
                      </a:lnTo>
                      <a:lnTo>
                        <a:pt x="2932" y="1223"/>
                      </a:lnTo>
                      <a:lnTo>
                        <a:pt x="2937" y="1232"/>
                      </a:lnTo>
                      <a:lnTo>
                        <a:pt x="2938" y="1236"/>
                      </a:lnTo>
                      <a:lnTo>
                        <a:pt x="2939" y="1241"/>
                      </a:lnTo>
                      <a:lnTo>
                        <a:pt x="2941" y="1244"/>
                      </a:lnTo>
                      <a:lnTo>
                        <a:pt x="2941" y="1250"/>
                      </a:lnTo>
                      <a:lnTo>
                        <a:pt x="2938" y="1258"/>
                      </a:lnTo>
                      <a:lnTo>
                        <a:pt x="2937" y="1267"/>
                      </a:lnTo>
                      <a:lnTo>
                        <a:pt x="2948" y="1283"/>
                      </a:lnTo>
                      <a:lnTo>
                        <a:pt x="2961" y="1300"/>
                      </a:lnTo>
                      <a:lnTo>
                        <a:pt x="2963" y="1303"/>
                      </a:lnTo>
                      <a:lnTo>
                        <a:pt x="2964" y="1307"/>
                      </a:lnTo>
                      <a:lnTo>
                        <a:pt x="2964" y="1309"/>
                      </a:lnTo>
                      <a:lnTo>
                        <a:pt x="2964" y="1312"/>
                      </a:lnTo>
                      <a:lnTo>
                        <a:pt x="2962" y="1313"/>
                      </a:lnTo>
                      <a:lnTo>
                        <a:pt x="2961" y="1314"/>
                      </a:lnTo>
                      <a:lnTo>
                        <a:pt x="2954" y="1311"/>
                      </a:lnTo>
                      <a:lnTo>
                        <a:pt x="2942" y="1300"/>
                      </a:lnTo>
                      <a:lnTo>
                        <a:pt x="2930" y="1287"/>
                      </a:lnTo>
                      <a:lnTo>
                        <a:pt x="2924" y="1277"/>
                      </a:lnTo>
                      <a:lnTo>
                        <a:pt x="2920" y="1269"/>
                      </a:lnTo>
                      <a:lnTo>
                        <a:pt x="2917" y="1258"/>
                      </a:lnTo>
                      <a:lnTo>
                        <a:pt x="2912" y="1249"/>
                      </a:lnTo>
                      <a:lnTo>
                        <a:pt x="2907" y="1244"/>
                      </a:lnTo>
                      <a:lnTo>
                        <a:pt x="2904" y="1242"/>
                      </a:lnTo>
                      <a:lnTo>
                        <a:pt x="2900" y="1242"/>
                      </a:lnTo>
                      <a:lnTo>
                        <a:pt x="2899" y="1243"/>
                      </a:lnTo>
                      <a:lnTo>
                        <a:pt x="2898" y="1245"/>
                      </a:lnTo>
                      <a:lnTo>
                        <a:pt x="2898" y="1249"/>
                      </a:lnTo>
                      <a:lnTo>
                        <a:pt x="2898" y="1254"/>
                      </a:lnTo>
                      <a:lnTo>
                        <a:pt x="2898" y="1258"/>
                      </a:lnTo>
                      <a:lnTo>
                        <a:pt x="2895" y="1262"/>
                      </a:lnTo>
                      <a:lnTo>
                        <a:pt x="2893" y="1264"/>
                      </a:lnTo>
                      <a:lnTo>
                        <a:pt x="2890" y="1265"/>
                      </a:lnTo>
                      <a:lnTo>
                        <a:pt x="2885" y="1265"/>
                      </a:lnTo>
                      <a:lnTo>
                        <a:pt x="2881" y="1264"/>
                      </a:lnTo>
                      <a:lnTo>
                        <a:pt x="2879" y="1261"/>
                      </a:lnTo>
                      <a:lnTo>
                        <a:pt x="2878" y="1256"/>
                      </a:lnTo>
                      <a:lnTo>
                        <a:pt x="2878" y="1251"/>
                      </a:lnTo>
                      <a:lnTo>
                        <a:pt x="2876" y="1248"/>
                      </a:lnTo>
                      <a:lnTo>
                        <a:pt x="2875" y="1244"/>
                      </a:lnTo>
                      <a:lnTo>
                        <a:pt x="2873" y="1243"/>
                      </a:lnTo>
                      <a:lnTo>
                        <a:pt x="2867" y="1241"/>
                      </a:lnTo>
                      <a:lnTo>
                        <a:pt x="2857" y="1238"/>
                      </a:lnTo>
                      <a:lnTo>
                        <a:pt x="2851" y="1237"/>
                      </a:lnTo>
                      <a:lnTo>
                        <a:pt x="2846" y="1235"/>
                      </a:lnTo>
                      <a:lnTo>
                        <a:pt x="2838" y="1231"/>
                      </a:lnTo>
                      <a:lnTo>
                        <a:pt x="2832" y="1226"/>
                      </a:lnTo>
                      <a:lnTo>
                        <a:pt x="2827" y="1221"/>
                      </a:lnTo>
                      <a:lnTo>
                        <a:pt x="2821" y="1216"/>
                      </a:lnTo>
                      <a:lnTo>
                        <a:pt x="2816" y="1208"/>
                      </a:lnTo>
                      <a:lnTo>
                        <a:pt x="2813" y="1201"/>
                      </a:lnTo>
                      <a:lnTo>
                        <a:pt x="2811" y="1194"/>
                      </a:lnTo>
                      <a:lnTo>
                        <a:pt x="2810" y="1186"/>
                      </a:lnTo>
                      <a:lnTo>
                        <a:pt x="2809" y="1178"/>
                      </a:lnTo>
                      <a:lnTo>
                        <a:pt x="2809" y="1169"/>
                      </a:lnTo>
                      <a:lnTo>
                        <a:pt x="2808" y="1155"/>
                      </a:lnTo>
                      <a:lnTo>
                        <a:pt x="2808" y="1144"/>
                      </a:lnTo>
                      <a:lnTo>
                        <a:pt x="2806" y="1141"/>
                      </a:lnTo>
                      <a:lnTo>
                        <a:pt x="2805" y="1137"/>
                      </a:lnTo>
                      <a:lnTo>
                        <a:pt x="2804" y="1134"/>
                      </a:lnTo>
                      <a:lnTo>
                        <a:pt x="2802" y="1132"/>
                      </a:lnTo>
                      <a:lnTo>
                        <a:pt x="2798" y="1130"/>
                      </a:lnTo>
                      <a:lnTo>
                        <a:pt x="2794" y="1130"/>
                      </a:lnTo>
                      <a:lnTo>
                        <a:pt x="2790" y="1130"/>
                      </a:lnTo>
                      <a:lnTo>
                        <a:pt x="2785" y="1130"/>
                      </a:lnTo>
                      <a:lnTo>
                        <a:pt x="2772" y="1134"/>
                      </a:lnTo>
                      <a:lnTo>
                        <a:pt x="2760" y="1135"/>
                      </a:lnTo>
                      <a:lnTo>
                        <a:pt x="2755" y="1134"/>
                      </a:lnTo>
                      <a:lnTo>
                        <a:pt x="2752" y="1132"/>
                      </a:lnTo>
                      <a:lnTo>
                        <a:pt x="2750" y="1130"/>
                      </a:lnTo>
                      <a:lnTo>
                        <a:pt x="2750" y="1125"/>
                      </a:lnTo>
                      <a:lnTo>
                        <a:pt x="2752" y="1122"/>
                      </a:lnTo>
                      <a:lnTo>
                        <a:pt x="2750" y="1118"/>
                      </a:lnTo>
                      <a:lnTo>
                        <a:pt x="2749" y="1115"/>
                      </a:lnTo>
                      <a:lnTo>
                        <a:pt x="2746" y="1112"/>
                      </a:lnTo>
                      <a:lnTo>
                        <a:pt x="2737" y="1110"/>
                      </a:lnTo>
                      <a:lnTo>
                        <a:pt x="2728" y="1110"/>
                      </a:lnTo>
                      <a:lnTo>
                        <a:pt x="2723" y="1110"/>
                      </a:lnTo>
                      <a:lnTo>
                        <a:pt x="2718" y="1109"/>
                      </a:lnTo>
                      <a:lnTo>
                        <a:pt x="2716" y="1106"/>
                      </a:lnTo>
                      <a:lnTo>
                        <a:pt x="2714" y="1104"/>
                      </a:lnTo>
                      <a:lnTo>
                        <a:pt x="2710" y="1100"/>
                      </a:lnTo>
                      <a:lnTo>
                        <a:pt x="2704" y="1098"/>
                      </a:lnTo>
                      <a:lnTo>
                        <a:pt x="2698" y="1099"/>
                      </a:lnTo>
                      <a:lnTo>
                        <a:pt x="2692" y="1103"/>
                      </a:lnTo>
                      <a:lnTo>
                        <a:pt x="2687" y="1107"/>
                      </a:lnTo>
                      <a:lnTo>
                        <a:pt x="2682" y="1112"/>
                      </a:lnTo>
                      <a:lnTo>
                        <a:pt x="2679" y="1116"/>
                      </a:lnTo>
                      <a:lnTo>
                        <a:pt x="2677" y="1120"/>
                      </a:lnTo>
                      <a:lnTo>
                        <a:pt x="2676" y="1128"/>
                      </a:lnTo>
                      <a:lnTo>
                        <a:pt x="2673" y="1135"/>
                      </a:lnTo>
                      <a:lnTo>
                        <a:pt x="2671" y="1151"/>
                      </a:lnTo>
                      <a:lnTo>
                        <a:pt x="2671" y="1167"/>
                      </a:lnTo>
                      <a:lnTo>
                        <a:pt x="2671" y="1181"/>
                      </a:lnTo>
                      <a:lnTo>
                        <a:pt x="2671" y="1200"/>
                      </a:lnTo>
                      <a:lnTo>
                        <a:pt x="2671" y="1218"/>
                      </a:lnTo>
                      <a:lnTo>
                        <a:pt x="2674" y="1233"/>
                      </a:lnTo>
                      <a:lnTo>
                        <a:pt x="2677" y="1246"/>
                      </a:lnTo>
                      <a:lnTo>
                        <a:pt x="2679" y="1257"/>
                      </a:lnTo>
                      <a:lnTo>
                        <a:pt x="2679" y="1269"/>
                      </a:lnTo>
                      <a:lnTo>
                        <a:pt x="2678" y="1281"/>
                      </a:lnTo>
                      <a:lnTo>
                        <a:pt x="2674" y="1293"/>
                      </a:lnTo>
                      <a:lnTo>
                        <a:pt x="2672" y="1301"/>
                      </a:lnTo>
                      <a:lnTo>
                        <a:pt x="2672" y="1308"/>
                      </a:lnTo>
                      <a:lnTo>
                        <a:pt x="2673" y="1320"/>
                      </a:lnTo>
                      <a:lnTo>
                        <a:pt x="2676" y="1331"/>
                      </a:lnTo>
                      <a:lnTo>
                        <a:pt x="2677" y="1339"/>
                      </a:lnTo>
                      <a:lnTo>
                        <a:pt x="2678" y="1346"/>
                      </a:lnTo>
                      <a:lnTo>
                        <a:pt x="2677" y="1353"/>
                      </a:lnTo>
                      <a:lnTo>
                        <a:pt x="2676" y="1357"/>
                      </a:lnTo>
                      <a:lnTo>
                        <a:pt x="2672" y="1361"/>
                      </a:lnTo>
                      <a:lnTo>
                        <a:pt x="2668" y="1362"/>
                      </a:lnTo>
                      <a:lnTo>
                        <a:pt x="2665" y="1363"/>
                      </a:lnTo>
                      <a:lnTo>
                        <a:pt x="2657" y="1365"/>
                      </a:lnTo>
                      <a:lnTo>
                        <a:pt x="2649" y="1366"/>
                      </a:lnTo>
                      <a:lnTo>
                        <a:pt x="2647" y="1368"/>
                      </a:lnTo>
                      <a:lnTo>
                        <a:pt x="2645" y="1369"/>
                      </a:lnTo>
                      <a:lnTo>
                        <a:pt x="2643" y="1371"/>
                      </a:lnTo>
                      <a:lnTo>
                        <a:pt x="2642" y="1374"/>
                      </a:lnTo>
                      <a:lnTo>
                        <a:pt x="2640" y="1381"/>
                      </a:lnTo>
                      <a:lnTo>
                        <a:pt x="2640" y="1389"/>
                      </a:lnTo>
                      <a:lnTo>
                        <a:pt x="2640" y="1394"/>
                      </a:lnTo>
                      <a:lnTo>
                        <a:pt x="2639" y="1397"/>
                      </a:lnTo>
                      <a:lnTo>
                        <a:pt x="2638" y="1402"/>
                      </a:lnTo>
                      <a:lnTo>
                        <a:pt x="2636" y="1405"/>
                      </a:lnTo>
                      <a:lnTo>
                        <a:pt x="2634" y="1407"/>
                      </a:lnTo>
                      <a:lnTo>
                        <a:pt x="2630" y="1408"/>
                      </a:lnTo>
                      <a:lnTo>
                        <a:pt x="2626" y="1408"/>
                      </a:lnTo>
                      <a:lnTo>
                        <a:pt x="2620" y="1405"/>
                      </a:lnTo>
                      <a:lnTo>
                        <a:pt x="2607" y="1397"/>
                      </a:lnTo>
                      <a:lnTo>
                        <a:pt x="2595" y="1390"/>
                      </a:lnTo>
                      <a:lnTo>
                        <a:pt x="2589" y="1388"/>
                      </a:lnTo>
                      <a:lnTo>
                        <a:pt x="2584" y="1386"/>
                      </a:lnTo>
                      <a:lnTo>
                        <a:pt x="2579" y="1384"/>
                      </a:lnTo>
                      <a:lnTo>
                        <a:pt x="2576" y="1384"/>
                      </a:lnTo>
                      <a:lnTo>
                        <a:pt x="2569" y="1386"/>
                      </a:lnTo>
                      <a:lnTo>
                        <a:pt x="2563" y="1388"/>
                      </a:lnTo>
                      <a:lnTo>
                        <a:pt x="2561" y="1389"/>
                      </a:lnTo>
                      <a:lnTo>
                        <a:pt x="2559" y="1391"/>
                      </a:lnTo>
                      <a:lnTo>
                        <a:pt x="2558" y="1394"/>
                      </a:lnTo>
                      <a:lnTo>
                        <a:pt x="2557" y="1397"/>
                      </a:lnTo>
                      <a:lnTo>
                        <a:pt x="2555" y="1405"/>
                      </a:lnTo>
                      <a:lnTo>
                        <a:pt x="2552" y="1412"/>
                      </a:lnTo>
                      <a:lnTo>
                        <a:pt x="2547" y="1418"/>
                      </a:lnTo>
                      <a:lnTo>
                        <a:pt x="2542" y="1422"/>
                      </a:lnTo>
                      <a:lnTo>
                        <a:pt x="2539" y="1427"/>
                      </a:lnTo>
                      <a:lnTo>
                        <a:pt x="2534" y="1433"/>
                      </a:lnTo>
                      <a:lnTo>
                        <a:pt x="2532" y="1441"/>
                      </a:lnTo>
                      <a:lnTo>
                        <a:pt x="2532" y="1451"/>
                      </a:lnTo>
                      <a:lnTo>
                        <a:pt x="2532" y="1464"/>
                      </a:lnTo>
                      <a:lnTo>
                        <a:pt x="2532" y="1479"/>
                      </a:lnTo>
                      <a:lnTo>
                        <a:pt x="2532" y="1488"/>
                      </a:lnTo>
                      <a:lnTo>
                        <a:pt x="2531" y="1495"/>
                      </a:lnTo>
                      <a:lnTo>
                        <a:pt x="2529" y="1500"/>
                      </a:lnTo>
                      <a:lnTo>
                        <a:pt x="2528" y="1503"/>
                      </a:lnTo>
                      <a:lnTo>
                        <a:pt x="2522" y="1512"/>
                      </a:lnTo>
                      <a:lnTo>
                        <a:pt x="2514" y="1521"/>
                      </a:lnTo>
                      <a:lnTo>
                        <a:pt x="2506" y="1532"/>
                      </a:lnTo>
                      <a:lnTo>
                        <a:pt x="2496" y="1541"/>
                      </a:lnTo>
                      <a:lnTo>
                        <a:pt x="2488" y="1552"/>
                      </a:lnTo>
                      <a:lnTo>
                        <a:pt x="2481" y="1566"/>
                      </a:lnTo>
                      <a:lnTo>
                        <a:pt x="2473" y="1579"/>
                      </a:lnTo>
                      <a:lnTo>
                        <a:pt x="2468" y="1589"/>
                      </a:lnTo>
                      <a:lnTo>
                        <a:pt x="2462" y="1594"/>
                      </a:lnTo>
                      <a:lnTo>
                        <a:pt x="2456" y="1597"/>
                      </a:lnTo>
                      <a:lnTo>
                        <a:pt x="2451" y="1598"/>
                      </a:lnTo>
                      <a:lnTo>
                        <a:pt x="2446" y="1598"/>
                      </a:lnTo>
                      <a:lnTo>
                        <a:pt x="2440" y="1598"/>
                      </a:lnTo>
                      <a:lnTo>
                        <a:pt x="2433" y="1597"/>
                      </a:lnTo>
                      <a:lnTo>
                        <a:pt x="2425" y="1596"/>
                      </a:lnTo>
                      <a:lnTo>
                        <a:pt x="2418" y="1595"/>
                      </a:lnTo>
                      <a:lnTo>
                        <a:pt x="2409" y="1595"/>
                      </a:lnTo>
                      <a:lnTo>
                        <a:pt x="2402" y="1596"/>
                      </a:lnTo>
                      <a:lnTo>
                        <a:pt x="2394" y="1597"/>
                      </a:lnTo>
                      <a:lnTo>
                        <a:pt x="2387" y="1599"/>
                      </a:lnTo>
                      <a:lnTo>
                        <a:pt x="2380" y="1603"/>
                      </a:lnTo>
                      <a:lnTo>
                        <a:pt x="2372" y="1607"/>
                      </a:lnTo>
                      <a:lnTo>
                        <a:pt x="2366" y="1611"/>
                      </a:lnTo>
                      <a:lnTo>
                        <a:pt x="2361" y="1615"/>
                      </a:lnTo>
                      <a:lnTo>
                        <a:pt x="2358" y="1617"/>
                      </a:lnTo>
                      <a:lnTo>
                        <a:pt x="2356" y="1618"/>
                      </a:lnTo>
                      <a:lnTo>
                        <a:pt x="2353" y="1618"/>
                      </a:lnTo>
                      <a:lnTo>
                        <a:pt x="2351" y="1617"/>
                      </a:lnTo>
                      <a:lnTo>
                        <a:pt x="2349" y="1616"/>
                      </a:lnTo>
                      <a:lnTo>
                        <a:pt x="2343" y="1616"/>
                      </a:lnTo>
                      <a:lnTo>
                        <a:pt x="2336" y="1617"/>
                      </a:lnTo>
                      <a:lnTo>
                        <a:pt x="2325" y="1620"/>
                      </a:lnTo>
                      <a:lnTo>
                        <a:pt x="2314" y="1622"/>
                      </a:lnTo>
                      <a:lnTo>
                        <a:pt x="2303" y="1623"/>
                      </a:lnTo>
                      <a:lnTo>
                        <a:pt x="2290" y="1624"/>
                      </a:lnTo>
                      <a:lnTo>
                        <a:pt x="2275" y="1627"/>
                      </a:lnTo>
                      <a:lnTo>
                        <a:pt x="2264" y="1629"/>
                      </a:lnTo>
                      <a:lnTo>
                        <a:pt x="2250" y="1630"/>
                      </a:lnTo>
                      <a:lnTo>
                        <a:pt x="2232" y="1633"/>
                      </a:lnTo>
                      <a:lnTo>
                        <a:pt x="2211" y="1636"/>
                      </a:lnTo>
                      <a:lnTo>
                        <a:pt x="2201" y="1639"/>
                      </a:lnTo>
                      <a:lnTo>
                        <a:pt x="2194" y="1641"/>
                      </a:lnTo>
                      <a:lnTo>
                        <a:pt x="2189" y="1643"/>
                      </a:lnTo>
                      <a:lnTo>
                        <a:pt x="2188" y="1647"/>
                      </a:lnTo>
                      <a:lnTo>
                        <a:pt x="2187" y="1651"/>
                      </a:lnTo>
                      <a:lnTo>
                        <a:pt x="2188" y="1653"/>
                      </a:lnTo>
                      <a:lnTo>
                        <a:pt x="2189" y="1655"/>
                      </a:lnTo>
                      <a:lnTo>
                        <a:pt x="2191" y="1658"/>
                      </a:lnTo>
                      <a:lnTo>
                        <a:pt x="2196" y="1665"/>
                      </a:lnTo>
                      <a:lnTo>
                        <a:pt x="2206" y="1671"/>
                      </a:lnTo>
                      <a:lnTo>
                        <a:pt x="2211" y="1674"/>
                      </a:lnTo>
                      <a:lnTo>
                        <a:pt x="2214" y="1679"/>
                      </a:lnTo>
                      <a:lnTo>
                        <a:pt x="2217" y="1689"/>
                      </a:lnTo>
                      <a:lnTo>
                        <a:pt x="2219" y="1708"/>
                      </a:lnTo>
                      <a:lnTo>
                        <a:pt x="2219" y="1711"/>
                      </a:lnTo>
                      <a:lnTo>
                        <a:pt x="2221" y="1723"/>
                      </a:lnTo>
                      <a:lnTo>
                        <a:pt x="2224" y="1736"/>
                      </a:lnTo>
                      <a:lnTo>
                        <a:pt x="2227" y="1747"/>
                      </a:lnTo>
                      <a:lnTo>
                        <a:pt x="2232" y="1756"/>
                      </a:lnTo>
                      <a:lnTo>
                        <a:pt x="2239" y="1765"/>
                      </a:lnTo>
                      <a:lnTo>
                        <a:pt x="2244" y="1768"/>
                      </a:lnTo>
                      <a:lnTo>
                        <a:pt x="2249" y="1771"/>
                      </a:lnTo>
                      <a:lnTo>
                        <a:pt x="2254" y="1773"/>
                      </a:lnTo>
                      <a:lnTo>
                        <a:pt x="2260" y="1775"/>
                      </a:lnTo>
                      <a:lnTo>
                        <a:pt x="2271" y="1779"/>
                      </a:lnTo>
                      <a:lnTo>
                        <a:pt x="2283" y="1784"/>
                      </a:lnTo>
                      <a:lnTo>
                        <a:pt x="2288" y="1786"/>
                      </a:lnTo>
                      <a:lnTo>
                        <a:pt x="2292" y="1790"/>
                      </a:lnTo>
                      <a:lnTo>
                        <a:pt x="2295" y="1793"/>
                      </a:lnTo>
                      <a:lnTo>
                        <a:pt x="2298" y="1797"/>
                      </a:lnTo>
                      <a:lnTo>
                        <a:pt x="2302" y="1811"/>
                      </a:lnTo>
                      <a:lnTo>
                        <a:pt x="2307" y="1821"/>
                      </a:lnTo>
                      <a:lnTo>
                        <a:pt x="2309" y="1825"/>
                      </a:lnTo>
                      <a:lnTo>
                        <a:pt x="2312" y="1831"/>
                      </a:lnTo>
                      <a:lnTo>
                        <a:pt x="2313" y="1836"/>
                      </a:lnTo>
                      <a:lnTo>
                        <a:pt x="2313" y="1840"/>
                      </a:lnTo>
                      <a:lnTo>
                        <a:pt x="2312" y="1844"/>
                      </a:lnTo>
                      <a:lnTo>
                        <a:pt x="2311" y="1849"/>
                      </a:lnTo>
                      <a:lnTo>
                        <a:pt x="2306" y="1859"/>
                      </a:lnTo>
                      <a:lnTo>
                        <a:pt x="2302" y="1868"/>
                      </a:lnTo>
                      <a:lnTo>
                        <a:pt x="2299" y="1878"/>
                      </a:lnTo>
                      <a:lnTo>
                        <a:pt x="2296" y="1888"/>
                      </a:lnTo>
                      <a:lnTo>
                        <a:pt x="2295" y="1897"/>
                      </a:lnTo>
                      <a:lnTo>
                        <a:pt x="2292" y="1904"/>
                      </a:lnTo>
                      <a:lnTo>
                        <a:pt x="2288" y="1910"/>
                      </a:lnTo>
                      <a:lnTo>
                        <a:pt x="2281" y="1916"/>
                      </a:lnTo>
                      <a:lnTo>
                        <a:pt x="2275" y="1918"/>
                      </a:lnTo>
                      <a:lnTo>
                        <a:pt x="2269" y="1919"/>
                      </a:lnTo>
                      <a:lnTo>
                        <a:pt x="2263" y="1919"/>
                      </a:lnTo>
                      <a:lnTo>
                        <a:pt x="2257" y="1918"/>
                      </a:lnTo>
                      <a:lnTo>
                        <a:pt x="2242" y="1913"/>
                      </a:lnTo>
                      <a:lnTo>
                        <a:pt x="2223" y="1905"/>
                      </a:lnTo>
                      <a:lnTo>
                        <a:pt x="2216" y="1904"/>
                      </a:lnTo>
                      <a:lnTo>
                        <a:pt x="2210" y="1903"/>
                      </a:lnTo>
                      <a:lnTo>
                        <a:pt x="2204" y="1904"/>
                      </a:lnTo>
                      <a:lnTo>
                        <a:pt x="2200" y="1905"/>
                      </a:lnTo>
                      <a:lnTo>
                        <a:pt x="2192" y="1910"/>
                      </a:lnTo>
                      <a:lnTo>
                        <a:pt x="2185" y="1917"/>
                      </a:lnTo>
                      <a:lnTo>
                        <a:pt x="2181" y="1919"/>
                      </a:lnTo>
                      <a:lnTo>
                        <a:pt x="2175" y="1922"/>
                      </a:lnTo>
                      <a:lnTo>
                        <a:pt x="2170" y="1924"/>
                      </a:lnTo>
                      <a:lnTo>
                        <a:pt x="2163" y="1926"/>
                      </a:lnTo>
                      <a:lnTo>
                        <a:pt x="2150" y="1929"/>
                      </a:lnTo>
                      <a:lnTo>
                        <a:pt x="2135" y="1931"/>
                      </a:lnTo>
                      <a:lnTo>
                        <a:pt x="2120" y="1935"/>
                      </a:lnTo>
                      <a:lnTo>
                        <a:pt x="2107" y="1936"/>
                      </a:lnTo>
                      <a:lnTo>
                        <a:pt x="2101" y="1937"/>
                      </a:lnTo>
                      <a:lnTo>
                        <a:pt x="2097" y="1936"/>
                      </a:lnTo>
                      <a:lnTo>
                        <a:pt x="2091" y="1936"/>
                      </a:lnTo>
                      <a:lnTo>
                        <a:pt x="2087" y="1933"/>
                      </a:lnTo>
                      <a:lnTo>
                        <a:pt x="2079" y="1931"/>
                      </a:lnTo>
                      <a:lnTo>
                        <a:pt x="2069" y="1929"/>
                      </a:lnTo>
                      <a:lnTo>
                        <a:pt x="2057" y="1929"/>
                      </a:lnTo>
                      <a:lnTo>
                        <a:pt x="2042" y="1932"/>
                      </a:lnTo>
                      <a:lnTo>
                        <a:pt x="2032" y="1933"/>
                      </a:lnTo>
                      <a:lnTo>
                        <a:pt x="2024" y="1935"/>
                      </a:lnTo>
                      <a:lnTo>
                        <a:pt x="2016" y="1933"/>
                      </a:lnTo>
                      <a:lnTo>
                        <a:pt x="2009" y="1932"/>
                      </a:lnTo>
                      <a:lnTo>
                        <a:pt x="2003" y="1930"/>
                      </a:lnTo>
                      <a:lnTo>
                        <a:pt x="1998" y="1926"/>
                      </a:lnTo>
                      <a:lnTo>
                        <a:pt x="1994" y="1923"/>
                      </a:lnTo>
                      <a:lnTo>
                        <a:pt x="1991" y="1917"/>
                      </a:lnTo>
                      <a:lnTo>
                        <a:pt x="1988" y="1912"/>
                      </a:lnTo>
                      <a:lnTo>
                        <a:pt x="1985" y="1908"/>
                      </a:lnTo>
                      <a:lnTo>
                        <a:pt x="1981" y="1906"/>
                      </a:lnTo>
                      <a:lnTo>
                        <a:pt x="1978" y="1906"/>
                      </a:lnTo>
                      <a:lnTo>
                        <a:pt x="1968" y="1906"/>
                      </a:lnTo>
                      <a:lnTo>
                        <a:pt x="1956" y="1907"/>
                      </a:lnTo>
                      <a:lnTo>
                        <a:pt x="1950" y="1907"/>
                      </a:lnTo>
                      <a:lnTo>
                        <a:pt x="1947" y="1906"/>
                      </a:lnTo>
                      <a:lnTo>
                        <a:pt x="1943" y="1904"/>
                      </a:lnTo>
                      <a:lnTo>
                        <a:pt x="1941" y="1903"/>
                      </a:lnTo>
                      <a:lnTo>
                        <a:pt x="1940" y="1900"/>
                      </a:lnTo>
                      <a:lnTo>
                        <a:pt x="1940" y="1898"/>
                      </a:lnTo>
                      <a:lnTo>
                        <a:pt x="1941" y="1895"/>
                      </a:lnTo>
                      <a:lnTo>
                        <a:pt x="1942" y="1893"/>
                      </a:lnTo>
                      <a:lnTo>
                        <a:pt x="1946" y="1889"/>
                      </a:lnTo>
                      <a:lnTo>
                        <a:pt x="1948" y="1886"/>
                      </a:lnTo>
                      <a:lnTo>
                        <a:pt x="1949" y="1884"/>
                      </a:lnTo>
                      <a:lnTo>
                        <a:pt x="1948" y="1879"/>
                      </a:lnTo>
                      <a:lnTo>
                        <a:pt x="1944" y="1875"/>
                      </a:lnTo>
                      <a:lnTo>
                        <a:pt x="1937" y="1872"/>
                      </a:lnTo>
                      <a:lnTo>
                        <a:pt x="1928" y="1868"/>
                      </a:lnTo>
                      <a:lnTo>
                        <a:pt x="1918" y="1863"/>
                      </a:lnTo>
                      <a:lnTo>
                        <a:pt x="1914" y="1860"/>
                      </a:lnTo>
                      <a:lnTo>
                        <a:pt x="1910" y="1857"/>
                      </a:lnTo>
                      <a:lnTo>
                        <a:pt x="1908" y="1854"/>
                      </a:lnTo>
                      <a:lnTo>
                        <a:pt x="1906" y="1851"/>
                      </a:lnTo>
                      <a:lnTo>
                        <a:pt x="1905" y="1844"/>
                      </a:lnTo>
                      <a:lnTo>
                        <a:pt x="1905" y="1837"/>
                      </a:lnTo>
                      <a:lnTo>
                        <a:pt x="1905" y="1834"/>
                      </a:lnTo>
                      <a:lnTo>
                        <a:pt x="1904" y="1831"/>
                      </a:lnTo>
                      <a:lnTo>
                        <a:pt x="1903" y="1830"/>
                      </a:lnTo>
                      <a:lnTo>
                        <a:pt x="1900" y="1828"/>
                      </a:lnTo>
                      <a:lnTo>
                        <a:pt x="1893" y="1826"/>
                      </a:lnTo>
                      <a:lnTo>
                        <a:pt x="1886" y="1825"/>
                      </a:lnTo>
                      <a:lnTo>
                        <a:pt x="1879" y="1824"/>
                      </a:lnTo>
                      <a:lnTo>
                        <a:pt x="1872" y="1822"/>
                      </a:lnTo>
                      <a:lnTo>
                        <a:pt x="1868" y="1821"/>
                      </a:lnTo>
                      <a:lnTo>
                        <a:pt x="1865" y="1818"/>
                      </a:lnTo>
                      <a:lnTo>
                        <a:pt x="1861" y="1815"/>
                      </a:lnTo>
                      <a:lnTo>
                        <a:pt x="1858" y="1811"/>
                      </a:lnTo>
                      <a:lnTo>
                        <a:pt x="1855" y="1807"/>
                      </a:lnTo>
                      <a:lnTo>
                        <a:pt x="1853" y="1807"/>
                      </a:lnTo>
                      <a:lnTo>
                        <a:pt x="1851" y="1809"/>
                      </a:lnTo>
                      <a:lnTo>
                        <a:pt x="1851" y="1812"/>
                      </a:lnTo>
                      <a:lnTo>
                        <a:pt x="1849" y="1815"/>
                      </a:lnTo>
                      <a:lnTo>
                        <a:pt x="1849" y="1818"/>
                      </a:lnTo>
                      <a:lnTo>
                        <a:pt x="1845" y="1831"/>
                      </a:lnTo>
                      <a:lnTo>
                        <a:pt x="1839" y="1845"/>
                      </a:lnTo>
                      <a:lnTo>
                        <a:pt x="1836" y="1848"/>
                      </a:lnTo>
                      <a:lnTo>
                        <a:pt x="1833" y="1849"/>
                      </a:lnTo>
                      <a:lnTo>
                        <a:pt x="1829" y="1849"/>
                      </a:lnTo>
                      <a:lnTo>
                        <a:pt x="1826" y="1849"/>
                      </a:lnTo>
                      <a:lnTo>
                        <a:pt x="1818" y="1848"/>
                      </a:lnTo>
                      <a:lnTo>
                        <a:pt x="1811" y="1847"/>
                      </a:lnTo>
                      <a:lnTo>
                        <a:pt x="1808" y="1847"/>
                      </a:lnTo>
                      <a:lnTo>
                        <a:pt x="1804" y="1848"/>
                      </a:lnTo>
                      <a:lnTo>
                        <a:pt x="1801" y="1851"/>
                      </a:lnTo>
                      <a:lnTo>
                        <a:pt x="1799" y="1859"/>
                      </a:lnTo>
                      <a:lnTo>
                        <a:pt x="1797" y="1866"/>
                      </a:lnTo>
                      <a:lnTo>
                        <a:pt x="1795" y="1872"/>
                      </a:lnTo>
                      <a:lnTo>
                        <a:pt x="1791" y="1876"/>
                      </a:lnTo>
                      <a:lnTo>
                        <a:pt x="1786" y="1880"/>
                      </a:lnTo>
                      <a:lnTo>
                        <a:pt x="1782" y="1885"/>
                      </a:lnTo>
                      <a:lnTo>
                        <a:pt x="1774" y="1892"/>
                      </a:lnTo>
                      <a:lnTo>
                        <a:pt x="1771" y="1897"/>
                      </a:lnTo>
                      <a:lnTo>
                        <a:pt x="1769" y="1900"/>
                      </a:lnTo>
                      <a:lnTo>
                        <a:pt x="1767" y="1905"/>
                      </a:lnTo>
                      <a:lnTo>
                        <a:pt x="1767" y="1910"/>
                      </a:lnTo>
                      <a:lnTo>
                        <a:pt x="1770" y="1917"/>
                      </a:lnTo>
                      <a:lnTo>
                        <a:pt x="1773" y="1922"/>
                      </a:lnTo>
                      <a:lnTo>
                        <a:pt x="1774" y="1925"/>
                      </a:lnTo>
                      <a:lnTo>
                        <a:pt x="1774" y="1929"/>
                      </a:lnTo>
                      <a:lnTo>
                        <a:pt x="1774" y="1933"/>
                      </a:lnTo>
                      <a:lnTo>
                        <a:pt x="1773" y="1941"/>
                      </a:lnTo>
                      <a:lnTo>
                        <a:pt x="1770" y="1956"/>
                      </a:lnTo>
                      <a:lnTo>
                        <a:pt x="1765" y="1969"/>
                      </a:lnTo>
                      <a:lnTo>
                        <a:pt x="1760" y="1980"/>
                      </a:lnTo>
                      <a:lnTo>
                        <a:pt x="1758" y="1992"/>
                      </a:lnTo>
                      <a:lnTo>
                        <a:pt x="1758" y="1995"/>
                      </a:lnTo>
                      <a:lnTo>
                        <a:pt x="1759" y="1999"/>
                      </a:lnTo>
                      <a:lnTo>
                        <a:pt x="1760" y="2001"/>
                      </a:lnTo>
                      <a:lnTo>
                        <a:pt x="1761" y="2005"/>
                      </a:lnTo>
                      <a:lnTo>
                        <a:pt x="1765" y="2008"/>
                      </a:lnTo>
                      <a:lnTo>
                        <a:pt x="1767" y="2014"/>
                      </a:lnTo>
                      <a:lnTo>
                        <a:pt x="1766" y="2015"/>
                      </a:lnTo>
                      <a:lnTo>
                        <a:pt x="1765" y="2018"/>
                      </a:lnTo>
                      <a:lnTo>
                        <a:pt x="1761" y="2019"/>
                      </a:lnTo>
                      <a:lnTo>
                        <a:pt x="1757" y="2019"/>
                      </a:lnTo>
                      <a:lnTo>
                        <a:pt x="1751" y="2019"/>
                      </a:lnTo>
                      <a:lnTo>
                        <a:pt x="1747" y="2019"/>
                      </a:lnTo>
                      <a:lnTo>
                        <a:pt x="1742" y="2020"/>
                      </a:lnTo>
                      <a:lnTo>
                        <a:pt x="1740" y="2021"/>
                      </a:lnTo>
                      <a:lnTo>
                        <a:pt x="1736" y="2025"/>
                      </a:lnTo>
                      <a:lnTo>
                        <a:pt x="1734" y="2027"/>
                      </a:lnTo>
                      <a:lnTo>
                        <a:pt x="1732" y="2032"/>
                      </a:lnTo>
                      <a:lnTo>
                        <a:pt x="1729" y="2037"/>
                      </a:lnTo>
                      <a:lnTo>
                        <a:pt x="1723" y="2052"/>
                      </a:lnTo>
                      <a:lnTo>
                        <a:pt x="1716" y="2073"/>
                      </a:lnTo>
                      <a:lnTo>
                        <a:pt x="1709" y="2095"/>
                      </a:lnTo>
                      <a:lnTo>
                        <a:pt x="1703" y="2114"/>
                      </a:lnTo>
                      <a:lnTo>
                        <a:pt x="1700" y="2122"/>
                      </a:lnTo>
                      <a:lnTo>
                        <a:pt x="1696" y="2128"/>
                      </a:lnTo>
                      <a:lnTo>
                        <a:pt x="1691" y="2134"/>
                      </a:lnTo>
                      <a:lnTo>
                        <a:pt x="1688" y="2138"/>
                      </a:lnTo>
                      <a:lnTo>
                        <a:pt x="1677" y="2146"/>
                      </a:lnTo>
                      <a:lnTo>
                        <a:pt x="1668" y="2157"/>
                      </a:lnTo>
                      <a:lnTo>
                        <a:pt x="1663" y="2162"/>
                      </a:lnTo>
                      <a:lnTo>
                        <a:pt x="1659" y="2168"/>
                      </a:lnTo>
                      <a:lnTo>
                        <a:pt x="1658" y="2172"/>
                      </a:lnTo>
                      <a:lnTo>
                        <a:pt x="1657" y="2177"/>
                      </a:lnTo>
                      <a:lnTo>
                        <a:pt x="1656" y="2185"/>
                      </a:lnTo>
                      <a:lnTo>
                        <a:pt x="1651" y="2194"/>
                      </a:lnTo>
                      <a:lnTo>
                        <a:pt x="1648" y="2197"/>
                      </a:lnTo>
                      <a:lnTo>
                        <a:pt x="1647" y="2202"/>
                      </a:lnTo>
                      <a:lnTo>
                        <a:pt x="1646" y="2208"/>
                      </a:lnTo>
                      <a:lnTo>
                        <a:pt x="1646" y="2213"/>
                      </a:lnTo>
                      <a:lnTo>
                        <a:pt x="1645" y="2223"/>
                      </a:lnTo>
                      <a:lnTo>
                        <a:pt x="1644" y="2233"/>
                      </a:lnTo>
                      <a:lnTo>
                        <a:pt x="1641" y="2237"/>
                      </a:lnTo>
                      <a:lnTo>
                        <a:pt x="1638" y="2239"/>
                      </a:lnTo>
                      <a:lnTo>
                        <a:pt x="1634" y="2241"/>
                      </a:lnTo>
                      <a:lnTo>
                        <a:pt x="1631" y="2244"/>
                      </a:lnTo>
                      <a:lnTo>
                        <a:pt x="1621" y="2245"/>
                      </a:lnTo>
                      <a:lnTo>
                        <a:pt x="1613" y="2246"/>
                      </a:lnTo>
                      <a:lnTo>
                        <a:pt x="1604" y="2246"/>
                      </a:lnTo>
                      <a:lnTo>
                        <a:pt x="1597" y="2247"/>
                      </a:lnTo>
                      <a:lnTo>
                        <a:pt x="1593" y="2248"/>
                      </a:lnTo>
                      <a:lnTo>
                        <a:pt x="1588" y="2251"/>
                      </a:lnTo>
                      <a:lnTo>
                        <a:pt x="1583" y="2254"/>
                      </a:lnTo>
                      <a:lnTo>
                        <a:pt x="1578" y="2258"/>
                      </a:lnTo>
                      <a:lnTo>
                        <a:pt x="1572" y="2264"/>
                      </a:lnTo>
                      <a:lnTo>
                        <a:pt x="1566" y="2267"/>
                      </a:lnTo>
                      <a:lnTo>
                        <a:pt x="1562" y="2269"/>
                      </a:lnTo>
                      <a:lnTo>
                        <a:pt x="1557" y="2270"/>
                      </a:lnTo>
                      <a:lnTo>
                        <a:pt x="1551" y="2270"/>
                      </a:lnTo>
                      <a:lnTo>
                        <a:pt x="1546" y="2269"/>
                      </a:lnTo>
                      <a:lnTo>
                        <a:pt x="1540" y="2265"/>
                      </a:lnTo>
                      <a:lnTo>
                        <a:pt x="1533" y="2263"/>
                      </a:lnTo>
                      <a:lnTo>
                        <a:pt x="1527" y="2262"/>
                      </a:lnTo>
                      <a:lnTo>
                        <a:pt x="1522" y="2262"/>
                      </a:lnTo>
                      <a:lnTo>
                        <a:pt x="1518" y="2263"/>
                      </a:lnTo>
                      <a:lnTo>
                        <a:pt x="1514" y="2264"/>
                      </a:lnTo>
                      <a:lnTo>
                        <a:pt x="1507" y="2266"/>
                      </a:lnTo>
                      <a:lnTo>
                        <a:pt x="1501" y="2267"/>
                      </a:lnTo>
                      <a:lnTo>
                        <a:pt x="1498" y="2267"/>
                      </a:lnTo>
                      <a:lnTo>
                        <a:pt x="1495" y="2267"/>
                      </a:lnTo>
                      <a:lnTo>
                        <a:pt x="1493" y="2266"/>
                      </a:lnTo>
                      <a:lnTo>
                        <a:pt x="1490" y="2265"/>
                      </a:lnTo>
                      <a:lnTo>
                        <a:pt x="1489" y="2263"/>
                      </a:lnTo>
                      <a:lnTo>
                        <a:pt x="1489" y="2262"/>
                      </a:lnTo>
                      <a:lnTo>
                        <a:pt x="1490" y="2259"/>
                      </a:lnTo>
                      <a:lnTo>
                        <a:pt x="1492" y="2257"/>
                      </a:lnTo>
                      <a:lnTo>
                        <a:pt x="1496" y="2252"/>
                      </a:lnTo>
                      <a:lnTo>
                        <a:pt x="1503" y="2246"/>
                      </a:lnTo>
                      <a:lnTo>
                        <a:pt x="1517" y="2232"/>
                      </a:lnTo>
                      <a:lnTo>
                        <a:pt x="1527" y="2220"/>
                      </a:lnTo>
                      <a:lnTo>
                        <a:pt x="1530" y="2216"/>
                      </a:lnTo>
                      <a:lnTo>
                        <a:pt x="1532" y="2213"/>
                      </a:lnTo>
                      <a:lnTo>
                        <a:pt x="1533" y="2209"/>
                      </a:lnTo>
                      <a:lnTo>
                        <a:pt x="1533" y="2206"/>
                      </a:lnTo>
                      <a:lnTo>
                        <a:pt x="1532" y="2200"/>
                      </a:lnTo>
                      <a:lnTo>
                        <a:pt x="1531" y="2191"/>
                      </a:lnTo>
                      <a:lnTo>
                        <a:pt x="1528" y="2184"/>
                      </a:lnTo>
                      <a:lnTo>
                        <a:pt x="1527" y="2177"/>
                      </a:lnTo>
                      <a:lnTo>
                        <a:pt x="1527" y="2174"/>
                      </a:lnTo>
                      <a:lnTo>
                        <a:pt x="1527" y="2171"/>
                      </a:lnTo>
                      <a:lnTo>
                        <a:pt x="1528" y="2169"/>
                      </a:lnTo>
                      <a:lnTo>
                        <a:pt x="1531" y="2166"/>
                      </a:lnTo>
                      <a:lnTo>
                        <a:pt x="1536" y="2162"/>
                      </a:lnTo>
                      <a:lnTo>
                        <a:pt x="1539" y="2156"/>
                      </a:lnTo>
                      <a:lnTo>
                        <a:pt x="1539" y="2153"/>
                      </a:lnTo>
                      <a:lnTo>
                        <a:pt x="1538" y="2151"/>
                      </a:lnTo>
                      <a:lnTo>
                        <a:pt x="1536" y="2149"/>
                      </a:lnTo>
                      <a:lnTo>
                        <a:pt x="1531" y="2145"/>
                      </a:lnTo>
                      <a:lnTo>
                        <a:pt x="1526" y="2143"/>
                      </a:lnTo>
                      <a:lnTo>
                        <a:pt x="1525" y="2140"/>
                      </a:lnTo>
                      <a:lnTo>
                        <a:pt x="1525" y="2136"/>
                      </a:lnTo>
                      <a:lnTo>
                        <a:pt x="1526" y="2132"/>
                      </a:lnTo>
                      <a:lnTo>
                        <a:pt x="1531" y="2122"/>
                      </a:lnTo>
                      <a:lnTo>
                        <a:pt x="1533" y="2113"/>
                      </a:lnTo>
                      <a:lnTo>
                        <a:pt x="1532" y="2112"/>
                      </a:lnTo>
                      <a:lnTo>
                        <a:pt x="1530" y="2111"/>
                      </a:lnTo>
                      <a:lnTo>
                        <a:pt x="1526" y="2109"/>
                      </a:lnTo>
                      <a:lnTo>
                        <a:pt x="1522" y="2109"/>
                      </a:lnTo>
                      <a:lnTo>
                        <a:pt x="1513" y="2111"/>
                      </a:lnTo>
                      <a:lnTo>
                        <a:pt x="1507" y="2111"/>
                      </a:lnTo>
                      <a:lnTo>
                        <a:pt x="1499" y="2111"/>
                      </a:lnTo>
                      <a:lnTo>
                        <a:pt x="1492" y="2108"/>
                      </a:lnTo>
                      <a:lnTo>
                        <a:pt x="1486" y="2105"/>
                      </a:lnTo>
                      <a:lnTo>
                        <a:pt x="1480" y="2099"/>
                      </a:lnTo>
                      <a:lnTo>
                        <a:pt x="1473" y="2088"/>
                      </a:lnTo>
                      <a:lnTo>
                        <a:pt x="1464" y="2071"/>
                      </a:lnTo>
                      <a:lnTo>
                        <a:pt x="1455" y="2051"/>
                      </a:lnTo>
                      <a:lnTo>
                        <a:pt x="1448" y="2034"/>
                      </a:lnTo>
                      <a:lnTo>
                        <a:pt x="1439" y="2019"/>
                      </a:lnTo>
                      <a:lnTo>
                        <a:pt x="1432" y="2006"/>
                      </a:lnTo>
                      <a:lnTo>
                        <a:pt x="1424" y="1994"/>
                      </a:lnTo>
                      <a:lnTo>
                        <a:pt x="1418" y="1985"/>
                      </a:lnTo>
                      <a:lnTo>
                        <a:pt x="1413" y="1975"/>
                      </a:lnTo>
                      <a:lnTo>
                        <a:pt x="1410" y="1964"/>
                      </a:lnTo>
                      <a:lnTo>
                        <a:pt x="1408" y="1955"/>
                      </a:lnTo>
                      <a:lnTo>
                        <a:pt x="1408" y="1945"/>
                      </a:lnTo>
                      <a:lnTo>
                        <a:pt x="1408" y="1943"/>
                      </a:lnTo>
                      <a:lnTo>
                        <a:pt x="1408" y="1942"/>
                      </a:lnTo>
                      <a:lnTo>
                        <a:pt x="1407" y="1941"/>
                      </a:lnTo>
                      <a:lnTo>
                        <a:pt x="1406" y="1939"/>
                      </a:lnTo>
                      <a:lnTo>
                        <a:pt x="1401" y="1938"/>
                      </a:lnTo>
                      <a:lnTo>
                        <a:pt x="1396" y="1938"/>
                      </a:lnTo>
                      <a:lnTo>
                        <a:pt x="1383" y="1938"/>
                      </a:lnTo>
                      <a:lnTo>
                        <a:pt x="1372" y="1937"/>
                      </a:lnTo>
                      <a:lnTo>
                        <a:pt x="1367" y="1936"/>
                      </a:lnTo>
                      <a:lnTo>
                        <a:pt x="1364" y="1935"/>
                      </a:lnTo>
                      <a:lnTo>
                        <a:pt x="1362" y="1931"/>
                      </a:lnTo>
                      <a:lnTo>
                        <a:pt x="1362" y="1928"/>
                      </a:lnTo>
                      <a:lnTo>
                        <a:pt x="1362" y="1918"/>
                      </a:lnTo>
                      <a:lnTo>
                        <a:pt x="1362" y="1907"/>
                      </a:lnTo>
                      <a:lnTo>
                        <a:pt x="1352" y="1889"/>
                      </a:lnTo>
                      <a:lnTo>
                        <a:pt x="1344" y="1878"/>
                      </a:lnTo>
                      <a:lnTo>
                        <a:pt x="1343" y="1868"/>
                      </a:lnTo>
                      <a:lnTo>
                        <a:pt x="1342" y="1856"/>
                      </a:lnTo>
                      <a:lnTo>
                        <a:pt x="1341" y="1843"/>
                      </a:lnTo>
                      <a:lnTo>
                        <a:pt x="1338" y="1830"/>
                      </a:lnTo>
                      <a:lnTo>
                        <a:pt x="1338" y="1824"/>
                      </a:lnTo>
                      <a:lnTo>
                        <a:pt x="1338" y="1819"/>
                      </a:lnTo>
                      <a:lnTo>
                        <a:pt x="1338" y="1815"/>
                      </a:lnTo>
                      <a:lnTo>
                        <a:pt x="1339" y="1811"/>
                      </a:lnTo>
                      <a:lnTo>
                        <a:pt x="1344" y="1803"/>
                      </a:lnTo>
                      <a:lnTo>
                        <a:pt x="1348" y="1796"/>
                      </a:lnTo>
                      <a:lnTo>
                        <a:pt x="1354" y="1785"/>
                      </a:lnTo>
                      <a:lnTo>
                        <a:pt x="1363" y="1772"/>
                      </a:lnTo>
                      <a:lnTo>
                        <a:pt x="1373" y="1758"/>
                      </a:lnTo>
                      <a:lnTo>
                        <a:pt x="1380" y="1746"/>
                      </a:lnTo>
                      <a:lnTo>
                        <a:pt x="1382" y="1742"/>
                      </a:lnTo>
                      <a:lnTo>
                        <a:pt x="1383" y="1739"/>
                      </a:lnTo>
                      <a:lnTo>
                        <a:pt x="1383" y="1735"/>
                      </a:lnTo>
                      <a:lnTo>
                        <a:pt x="1382" y="1733"/>
                      </a:lnTo>
                      <a:lnTo>
                        <a:pt x="1380" y="1730"/>
                      </a:lnTo>
                      <a:lnTo>
                        <a:pt x="1376" y="1728"/>
                      </a:lnTo>
                      <a:lnTo>
                        <a:pt x="1373" y="1725"/>
                      </a:lnTo>
                      <a:lnTo>
                        <a:pt x="1368" y="1724"/>
                      </a:lnTo>
                      <a:lnTo>
                        <a:pt x="1358" y="1722"/>
                      </a:lnTo>
                      <a:lnTo>
                        <a:pt x="1351" y="1722"/>
                      </a:lnTo>
                      <a:lnTo>
                        <a:pt x="1348" y="1723"/>
                      </a:lnTo>
                      <a:lnTo>
                        <a:pt x="1345" y="1725"/>
                      </a:lnTo>
                      <a:lnTo>
                        <a:pt x="1343" y="1729"/>
                      </a:lnTo>
                      <a:lnTo>
                        <a:pt x="1341" y="1734"/>
                      </a:lnTo>
                      <a:lnTo>
                        <a:pt x="1339" y="1737"/>
                      </a:lnTo>
                      <a:lnTo>
                        <a:pt x="1337" y="1741"/>
                      </a:lnTo>
                      <a:lnTo>
                        <a:pt x="1336" y="1742"/>
                      </a:lnTo>
                      <a:lnTo>
                        <a:pt x="1335" y="1742"/>
                      </a:lnTo>
                      <a:lnTo>
                        <a:pt x="1332" y="1737"/>
                      </a:lnTo>
                      <a:lnTo>
                        <a:pt x="1331" y="1730"/>
                      </a:lnTo>
                      <a:lnTo>
                        <a:pt x="1329" y="1722"/>
                      </a:lnTo>
                      <a:lnTo>
                        <a:pt x="1325" y="1714"/>
                      </a:lnTo>
                      <a:lnTo>
                        <a:pt x="1320" y="1703"/>
                      </a:lnTo>
                      <a:lnTo>
                        <a:pt x="1314" y="1690"/>
                      </a:lnTo>
                      <a:lnTo>
                        <a:pt x="1312" y="1683"/>
                      </a:lnTo>
                      <a:lnTo>
                        <a:pt x="1309" y="1678"/>
                      </a:lnTo>
                      <a:lnTo>
                        <a:pt x="1305" y="1673"/>
                      </a:lnTo>
                      <a:lnTo>
                        <a:pt x="1301" y="1671"/>
                      </a:lnTo>
                      <a:lnTo>
                        <a:pt x="1292" y="1668"/>
                      </a:lnTo>
                      <a:lnTo>
                        <a:pt x="1282" y="1667"/>
                      </a:lnTo>
                      <a:lnTo>
                        <a:pt x="1278" y="1667"/>
                      </a:lnTo>
                      <a:lnTo>
                        <a:pt x="1275" y="1666"/>
                      </a:lnTo>
                      <a:lnTo>
                        <a:pt x="1273" y="1662"/>
                      </a:lnTo>
                      <a:lnTo>
                        <a:pt x="1272" y="1660"/>
                      </a:lnTo>
                      <a:lnTo>
                        <a:pt x="1272" y="1652"/>
                      </a:lnTo>
                      <a:lnTo>
                        <a:pt x="1272" y="1641"/>
                      </a:lnTo>
                      <a:lnTo>
                        <a:pt x="1270" y="1636"/>
                      </a:lnTo>
                      <a:lnTo>
                        <a:pt x="1269" y="1632"/>
                      </a:lnTo>
                      <a:lnTo>
                        <a:pt x="1267" y="1627"/>
                      </a:lnTo>
                      <a:lnTo>
                        <a:pt x="1265" y="1622"/>
                      </a:lnTo>
                      <a:lnTo>
                        <a:pt x="1256" y="1613"/>
                      </a:lnTo>
                      <a:lnTo>
                        <a:pt x="1248" y="1603"/>
                      </a:lnTo>
                      <a:lnTo>
                        <a:pt x="1244" y="1598"/>
                      </a:lnTo>
                      <a:lnTo>
                        <a:pt x="1241" y="1594"/>
                      </a:lnTo>
                      <a:lnTo>
                        <a:pt x="1240" y="1589"/>
                      </a:lnTo>
                      <a:lnTo>
                        <a:pt x="1238" y="1584"/>
                      </a:lnTo>
                      <a:lnTo>
                        <a:pt x="1236" y="1573"/>
                      </a:lnTo>
                      <a:lnTo>
                        <a:pt x="1236" y="1563"/>
                      </a:lnTo>
                      <a:lnTo>
                        <a:pt x="1235" y="1558"/>
                      </a:lnTo>
                      <a:lnTo>
                        <a:pt x="1234" y="1553"/>
                      </a:lnTo>
                      <a:lnTo>
                        <a:pt x="1232" y="1550"/>
                      </a:lnTo>
                      <a:lnTo>
                        <a:pt x="1230" y="1546"/>
                      </a:lnTo>
                      <a:lnTo>
                        <a:pt x="1228" y="1542"/>
                      </a:lnTo>
                      <a:lnTo>
                        <a:pt x="1225" y="1541"/>
                      </a:lnTo>
                      <a:lnTo>
                        <a:pt x="1222" y="1540"/>
                      </a:lnTo>
                      <a:lnTo>
                        <a:pt x="1218" y="1540"/>
                      </a:lnTo>
                      <a:lnTo>
                        <a:pt x="1211" y="1540"/>
                      </a:lnTo>
                      <a:lnTo>
                        <a:pt x="1204" y="1541"/>
                      </a:lnTo>
                      <a:lnTo>
                        <a:pt x="1202" y="1541"/>
                      </a:lnTo>
                      <a:lnTo>
                        <a:pt x="1198" y="1541"/>
                      </a:lnTo>
                      <a:lnTo>
                        <a:pt x="1194" y="1540"/>
                      </a:lnTo>
                      <a:lnTo>
                        <a:pt x="1191" y="1538"/>
                      </a:lnTo>
                      <a:lnTo>
                        <a:pt x="1187" y="1535"/>
                      </a:lnTo>
                      <a:lnTo>
                        <a:pt x="1186" y="1532"/>
                      </a:lnTo>
                      <a:lnTo>
                        <a:pt x="1184" y="1528"/>
                      </a:lnTo>
                      <a:lnTo>
                        <a:pt x="1182" y="1523"/>
                      </a:lnTo>
                      <a:lnTo>
                        <a:pt x="1180" y="1512"/>
                      </a:lnTo>
                      <a:lnTo>
                        <a:pt x="1177" y="1497"/>
                      </a:lnTo>
                      <a:lnTo>
                        <a:pt x="1174" y="1489"/>
                      </a:lnTo>
                      <a:lnTo>
                        <a:pt x="1169" y="1483"/>
                      </a:lnTo>
                      <a:lnTo>
                        <a:pt x="1165" y="1477"/>
                      </a:lnTo>
                      <a:lnTo>
                        <a:pt x="1160" y="1472"/>
                      </a:lnTo>
                      <a:lnTo>
                        <a:pt x="1150" y="1463"/>
                      </a:lnTo>
                      <a:lnTo>
                        <a:pt x="1143" y="1454"/>
                      </a:lnTo>
                      <a:lnTo>
                        <a:pt x="1141" y="1450"/>
                      </a:lnTo>
                      <a:lnTo>
                        <a:pt x="1140" y="1446"/>
                      </a:lnTo>
                      <a:lnTo>
                        <a:pt x="1140" y="1443"/>
                      </a:lnTo>
                      <a:lnTo>
                        <a:pt x="1141" y="1439"/>
                      </a:lnTo>
                      <a:lnTo>
                        <a:pt x="1143" y="1432"/>
                      </a:lnTo>
                      <a:lnTo>
                        <a:pt x="1146" y="1424"/>
                      </a:lnTo>
                      <a:lnTo>
                        <a:pt x="1146" y="1419"/>
                      </a:lnTo>
                      <a:lnTo>
                        <a:pt x="1144" y="1414"/>
                      </a:lnTo>
                      <a:lnTo>
                        <a:pt x="1143" y="1410"/>
                      </a:lnTo>
                      <a:lnTo>
                        <a:pt x="1142" y="1408"/>
                      </a:lnTo>
                      <a:lnTo>
                        <a:pt x="1137" y="1402"/>
                      </a:lnTo>
                      <a:lnTo>
                        <a:pt x="1133" y="1397"/>
                      </a:lnTo>
                      <a:lnTo>
                        <a:pt x="1129" y="1394"/>
                      </a:lnTo>
                      <a:lnTo>
                        <a:pt x="1128" y="1391"/>
                      </a:lnTo>
                      <a:lnTo>
                        <a:pt x="1127" y="1388"/>
                      </a:lnTo>
                      <a:lnTo>
                        <a:pt x="1125" y="1384"/>
                      </a:lnTo>
                      <a:lnTo>
                        <a:pt x="1127" y="1368"/>
                      </a:lnTo>
                      <a:lnTo>
                        <a:pt x="1129" y="1351"/>
                      </a:lnTo>
                      <a:lnTo>
                        <a:pt x="1129" y="1347"/>
                      </a:lnTo>
                      <a:lnTo>
                        <a:pt x="1127" y="1344"/>
                      </a:lnTo>
                      <a:lnTo>
                        <a:pt x="1124" y="1342"/>
                      </a:lnTo>
                      <a:lnTo>
                        <a:pt x="1122" y="1340"/>
                      </a:lnTo>
                      <a:lnTo>
                        <a:pt x="1116" y="1339"/>
                      </a:lnTo>
                      <a:lnTo>
                        <a:pt x="1110" y="1340"/>
                      </a:lnTo>
                      <a:lnTo>
                        <a:pt x="1104" y="1343"/>
                      </a:lnTo>
                      <a:lnTo>
                        <a:pt x="1099" y="1346"/>
                      </a:lnTo>
                      <a:lnTo>
                        <a:pt x="1095" y="1351"/>
                      </a:lnTo>
                      <a:lnTo>
                        <a:pt x="1090" y="1357"/>
                      </a:lnTo>
                      <a:lnTo>
                        <a:pt x="1083" y="1371"/>
                      </a:lnTo>
                      <a:lnTo>
                        <a:pt x="1073" y="1390"/>
                      </a:lnTo>
                      <a:lnTo>
                        <a:pt x="1065" y="1409"/>
                      </a:lnTo>
                      <a:lnTo>
                        <a:pt x="1058" y="1425"/>
                      </a:lnTo>
                      <a:lnTo>
                        <a:pt x="1051" y="1437"/>
                      </a:lnTo>
                      <a:lnTo>
                        <a:pt x="1043" y="1447"/>
                      </a:lnTo>
                      <a:lnTo>
                        <a:pt x="1035" y="1457"/>
                      </a:lnTo>
                      <a:lnTo>
                        <a:pt x="1027" y="1466"/>
                      </a:lnTo>
                      <a:lnTo>
                        <a:pt x="1022" y="1469"/>
                      </a:lnTo>
                      <a:lnTo>
                        <a:pt x="1018" y="1471"/>
                      </a:lnTo>
                      <a:lnTo>
                        <a:pt x="1014" y="1472"/>
                      </a:lnTo>
                      <a:lnTo>
                        <a:pt x="1010" y="1472"/>
                      </a:lnTo>
                      <a:lnTo>
                        <a:pt x="1005" y="1471"/>
                      </a:lnTo>
                      <a:lnTo>
                        <a:pt x="1002" y="1469"/>
                      </a:lnTo>
                      <a:lnTo>
                        <a:pt x="998" y="1466"/>
                      </a:lnTo>
                      <a:lnTo>
                        <a:pt x="993" y="1464"/>
                      </a:lnTo>
                      <a:lnTo>
                        <a:pt x="990" y="1460"/>
                      </a:lnTo>
                      <a:lnTo>
                        <a:pt x="989" y="1456"/>
                      </a:lnTo>
                      <a:lnTo>
                        <a:pt x="988" y="1452"/>
                      </a:lnTo>
                      <a:lnTo>
                        <a:pt x="988" y="1449"/>
                      </a:lnTo>
                      <a:lnTo>
                        <a:pt x="990" y="1440"/>
                      </a:lnTo>
                      <a:lnTo>
                        <a:pt x="993" y="1435"/>
                      </a:lnTo>
                      <a:lnTo>
                        <a:pt x="996" y="1431"/>
                      </a:lnTo>
                      <a:lnTo>
                        <a:pt x="998" y="1427"/>
                      </a:lnTo>
                      <a:lnTo>
                        <a:pt x="997" y="1425"/>
                      </a:lnTo>
                      <a:lnTo>
                        <a:pt x="996" y="1424"/>
                      </a:lnTo>
                      <a:lnTo>
                        <a:pt x="995" y="1422"/>
                      </a:lnTo>
                      <a:lnTo>
                        <a:pt x="991" y="1421"/>
                      </a:lnTo>
                      <a:lnTo>
                        <a:pt x="985" y="1421"/>
                      </a:lnTo>
                      <a:lnTo>
                        <a:pt x="979" y="1419"/>
                      </a:lnTo>
                      <a:lnTo>
                        <a:pt x="978" y="1418"/>
                      </a:lnTo>
                      <a:lnTo>
                        <a:pt x="977" y="1416"/>
                      </a:lnTo>
                      <a:lnTo>
                        <a:pt x="976" y="1414"/>
                      </a:lnTo>
                      <a:lnTo>
                        <a:pt x="976" y="1412"/>
                      </a:lnTo>
                      <a:lnTo>
                        <a:pt x="977" y="1407"/>
                      </a:lnTo>
                      <a:lnTo>
                        <a:pt x="978" y="1400"/>
                      </a:lnTo>
                      <a:lnTo>
                        <a:pt x="982" y="1394"/>
                      </a:lnTo>
                      <a:lnTo>
                        <a:pt x="985" y="1387"/>
                      </a:lnTo>
                      <a:lnTo>
                        <a:pt x="986" y="1383"/>
                      </a:lnTo>
                      <a:lnTo>
                        <a:pt x="986" y="1381"/>
                      </a:lnTo>
                      <a:lnTo>
                        <a:pt x="986" y="1378"/>
                      </a:lnTo>
                      <a:lnTo>
                        <a:pt x="986" y="1375"/>
                      </a:lnTo>
                      <a:lnTo>
                        <a:pt x="984" y="1372"/>
                      </a:lnTo>
                      <a:lnTo>
                        <a:pt x="982" y="1369"/>
                      </a:lnTo>
                      <a:lnTo>
                        <a:pt x="978" y="1366"/>
                      </a:lnTo>
                      <a:lnTo>
                        <a:pt x="973" y="1363"/>
                      </a:lnTo>
                      <a:lnTo>
                        <a:pt x="967" y="1358"/>
                      </a:lnTo>
                      <a:lnTo>
                        <a:pt x="963" y="1355"/>
                      </a:lnTo>
                      <a:lnTo>
                        <a:pt x="958" y="1350"/>
                      </a:lnTo>
                      <a:lnTo>
                        <a:pt x="954" y="1344"/>
                      </a:lnTo>
                      <a:lnTo>
                        <a:pt x="948" y="1334"/>
                      </a:lnTo>
                      <a:lnTo>
                        <a:pt x="946" y="1325"/>
                      </a:lnTo>
                      <a:lnTo>
                        <a:pt x="945" y="1321"/>
                      </a:lnTo>
                      <a:lnTo>
                        <a:pt x="944" y="1318"/>
                      </a:lnTo>
                      <a:lnTo>
                        <a:pt x="941" y="1315"/>
                      </a:lnTo>
                      <a:lnTo>
                        <a:pt x="939" y="1314"/>
                      </a:lnTo>
                      <a:lnTo>
                        <a:pt x="932" y="1312"/>
                      </a:lnTo>
                      <a:lnTo>
                        <a:pt x="922" y="1311"/>
                      </a:lnTo>
                      <a:lnTo>
                        <a:pt x="911" y="1311"/>
                      </a:lnTo>
                      <a:lnTo>
                        <a:pt x="901" y="1308"/>
                      </a:lnTo>
                      <a:lnTo>
                        <a:pt x="890" y="1307"/>
                      </a:lnTo>
                      <a:lnTo>
                        <a:pt x="879" y="1303"/>
                      </a:lnTo>
                      <a:lnTo>
                        <a:pt x="865" y="1299"/>
                      </a:lnTo>
                      <a:lnTo>
                        <a:pt x="847" y="1290"/>
                      </a:lnTo>
                      <a:lnTo>
                        <a:pt x="831" y="1283"/>
                      </a:lnTo>
                      <a:lnTo>
                        <a:pt x="819" y="1275"/>
                      </a:lnTo>
                      <a:lnTo>
                        <a:pt x="814" y="1271"/>
                      </a:lnTo>
                      <a:lnTo>
                        <a:pt x="809" y="1268"/>
                      </a:lnTo>
                      <a:lnTo>
                        <a:pt x="806" y="1263"/>
                      </a:lnTo>
                      <a:lnTo>
                        <a:pt x="802" y="1257"/>
                      </a:lnTo>
                      <a:lnTo>
                        <a:pt x="796" y="1246"/>
                      </a:lnTo>
                      <a:lnTo>
                        <a:pt x="791" y="1236"/>
                      </a:lnTo>
                      <a:lnTo>
                        <a:pt x="789" y="1231"/>
                      </a:lnTo>
                      <a:lnTo>
                        <a:pt x="783" y="1227"/>
                      </a:lnTo>
                      <a:lnTo>
                        <a:pt x="778" y="1225"/>
                      </a:lnTo>
                      <a:lnTo>
                        <a:pt x="772" y="1224"/>
                      </a:lnTo>
                      <a:lnTo>
                        <a:pt x="769" y="1223"/>
                      </a:lnTo>
                      <a:lnTo>
                        <a:pt x="765" y="1221"/>
                      </a:lnTo>
                      <a:lnTo>
                        <a:pt x="763" y="1221"/>
                      </a:lnTo>
                      <a:lnTo>
                        <a:pt x="759" y="1223"/>
                      </a:lnTo>
                      <a:lnTo>
                        <a:pt x="757" y="1226"/>
                      </a:lnTo>
                      <a:lnTo>
                        <a:pt x="756" y="1231"/>
                      </a:lnTo>
                      <a:lnTo>
                        <a:pt x="755" y="1237"/>
                      </a:lnTo>
                      <a:lnTo>
                        <a:pt x="753" y="1243"/>
                      </a:lnTo>
                      <a:lnTo>
                        <a:pt x="752" y="1250"/>
                      </a:lnTo>
                      <a:lnTo>
                        <a:pt x="750" y="1260"/>
                      </a:lnTo>
                      <a:lnTo>
                        <a:pt x="749" y="1271"/>
                      </a:lnTo>
                      <a:lnTo>
                        <a:pt x="747" y="1283"/>
                      </a:lnTo>
                      <a:lnTo>
                        <a:pt x="747" y="1286"/>
                      </a:lnTo>
                      <a:lnTo>
                        <a:pt x="731" y="1282"/>
                      </a:lnTo>
                      <a:lnTo>
                        <a:pt x="724" y="1281"/>
                      </a:lnTo>
                      <a:lnTo>
                        <a:pt x="717" y="1277"/>
                      </a:lnTo>
                      <a:lnTo>
                        <a:pt x="707" y="1275"/>
                      </a:lnTo>
                      <a:lnTo>
                        <a:pt x="697" y="1273"/>
                      </a:lnTo>
                      <a:lnTo>
                        <a:pt x="687" y="1270"/>
                      </a:lnTo>
                      <a:lnTo>
                        <a:pt x="676" y="1268"/>
                      </a:lnTo>
                      <a:lnTo>
                        <a:pt x="662" y="1264"/>
                      </a:lnTo>
                      <a:lnTo>
                        <a:pt x="648" y="1261"/>
                      </a:lnTo>
                      <a:lnTo>
                        <a:pt x="642" y="1258"/>
                      </a:lnTo>
                      <a:lnTo>
                        <a:pt x="636" y="1256"/>
                      </a:lnTo>
                      <a:lnTo>
                        <a:pt x="631" y="1251"/>
                      </a:lnTo>
                      <a:lnTo>
                        <a:pt x="626" y="1246"/>
                      </a:lnTo>
                      <a:lnTo>
                        <a:pt x="624" y="1241"/>
                      </a:lnTo>
                      <a:lnTo>
                        <a:pt x="623" y="1235"/>
                      </a:lnTo>
                      <a:lnTo>
                        <a:pt x="623" y="1229"/>
                      </a:lnTo>
                      <a:lnTo>
                        <a:pt x="624" y="1224"/>
                      </a:lnTo>
                      <a:lnTo>
                        <a:pt x="626" y="1219"/>
                      </a:lnTo>
                      <a:lnTo>
                        <a:pt x="629" y="1216"/>
                      </a:lnTo>
                      <a:lnTo>
                        <a:pt x="633" y="1212"/>
                      </a:lnTo>
                      <a:lnTo>
                        <a:pt x="637" y="1208"/>
                      </a:lnTo>
                      <a:lnTo>
                        <a:pt x="651" y="1199"/>
                      </a:lnTo>
                      <a:lnTo>
                        <a:pt x="662" y="1191"/>
                      </a:lnTo>
                      <a:lnTo>
                        <a:pt x="665" y="1189"/>
                      </a:lnTo>
                      <a:lnTo>
                        <a:pt x="669" y="1191"/>
                      </a:lnTo>
                      <a:lnTo>
                        <a:pt x="670" y="1192"/>
                      </a:lnTo>
                      <a:lnTo>
                        <a:pt x="673" y="1194"/>
                      </a:lnTo>
                      <a:lnTo>
                        <a:pt x="675" y="1194"/>
                      </a:lnTo>
                      <a:lnTo>
                        <a:pt x="677" y="1192"/>
                      </a:lnTo>
                      <a:lnTo>
                        <a:pt x="678" y="1189"/>
                      </a:lnTo>
                      <a:lnTo>
                        <a:pt x="678" y="1185"/>
                      </a:lnTo>
                      <a:lnTo>
                        <a:pt x="677" y="1175"/>
                      </a:lnTo>
                      <a:lnTo>
                        <a:pt x="676" y="1169"/>
                      </a:lnTo>
                      <a:lnTo>
                        <a:pt x="676" y="1162"/>
                      </a:lnTo>
                      <a:lnTo>
                        <a:pt x="674" y="1154"/>
                      </a:lnTo>
                      <a:lnTo>
                        <a:pt x="671" y="1147"/>
                      </a:lnTo>
                      <a:lnTo>
                        <a:pt x="667" y="1141"/>
                      </a:lnTo>
                      <a:lnTo>
                        <a:pt x="662" y="1135"/>
                      </a:lnTo>
                      <a:lnTo>
                        <a:pt x="657" y="1128"/>
                      </a:lnTo>
                      <a:lnTo>
                        <a:pt x="653" y="1120"/>
                      </a:lnTo>
                      <a:lnTo>
                        <a:pt x="650" y="1112"/>
                      </a:lnTo>
                      <a:lnTo>
                        <a:pt x="646" y="1105"/>
                      </a:lnTo>
                      <a:lnTo>
                        <a:pt x="643" y="1097"/>
                      </a:lnTo>
                      <a:lnTo>
                        <a:pt x="640" y="1088"/>
                      </a:lnTo>
                      <a:lnTo>
                        <a:pt x="639" y="1080"/>
                      </a:lnTo>
                      <a:lnTo>
                        <a:pt x="637" y="1066"/>
                      </a:lnTo>
                      <a:lnTo>
                        <a:pt x="632" y="1052"/>
                      </a:lnTo>
                      <a:lnTo>
                        <a:pt x="629" y="1046"/>
                      </a:lnTo>
                      <a:lnTo>
                        <a:pt x="625" y="1040"/>
                      </a:lnTo>
                      <a:lnTo>
                        <a:pt x="620" y="1035"/>
                      </a:lnTo>
                      <a:lnTo>
                        <a:pt x="615" y="1030"/>
                      </a:lnTo>
                      <a:lnTo>
                        <a:pt x="606" y="1022"/>
                      </a:lnTo>
                      <a:lnTo>
                        <a:pt x="599" y="1013"/>
                      </a:lnTo>
                      <a:lnTo>
                        <a:pt x="596" y="1010"/>
                      </a:lnTo>
                      <a:lnTo>
                        <a:pt x="595" y="1005"/>
                      </a:lnTo>
                      <a:lnTo>
                        <a:pt x="595" y="1000"/>
                      </a:lnTo>
                      <a:lnTo>
                        <a:pt x="595" y="996"/>
                      </a:lnTo>
                      <a:lnTo>
                        <a:pt x="596" y="984"/>
                      </a:lnTo>
                      <a:lnTo>
                        <a:pt x="599" y="972"/>
                      </a:lnTo>
                      <a:lnTo>
                        <a:pt x="600" y="966"/>
                      </a:lnTo>
                      <a:lnTo>
                        <a:pt x="599" y="960"/>
                      </a:lnTo>
                      <a:lnTo>
                        <a:pt x="596" y="954"/>
                      </a:lnTo>
                      <a:lnTo>
                        <a:pt x="593" y="949"/>
                      </a:lnTo>
                      <a:lnTo>
                        <a:pt x="583" y="940"/>
                      </a:lnTo>
                      <a:lnTo>
                        <a:pt x="574" y="928"/>
                      </a:lnTo>
                      <a:lnTo>
                        <a:pt x="563" y="916"/>
                      </a:lnTo>
                      <a:lnTo>
                        <a:pt x="554" y="903"/>
                      </a:lnTo>
                      <a:lnTo>
                        <a:pt x="545" y="891"/>
                      </a:lnTo>
                      <a:lnTo>
                        <a:pt x="536" y="880"/>
                      </a:lnTo>
                      <a:lnTo>
                        <a:pt x="527" y="871"/>
                      </a:lnTo>
                      <a:lnTo>
                        <a:pt x="520" y="863"/>
                      </a:lnTo>
                      <a:lnTo>
                        <a:pt x="517" y="859"/>
                      </a:lnTo>
                      <a:lnTo>
                        <a:pt x="514" y="855"/>
                      </a:lnTo>
                      <a:lnTo>
                        <a:pt x="512" y="851"/>
                      </a:lnTo>
                      <a:lnTo>
                        <a:pt x="511" y="845"/>
                      </a:lnTo>
                      <a:lnTo>
                        <a:pt x="510" y="833"/>
                      </a:lnTo>
                      <a:lnTo>
                        <a:pt x="510" y="822"/>
                      </a:lnTo>
                      <a:lnTo>
                        <a:pt x="511" y="813"/>
                      </a:lnTo>
                      <a:lnTo>
                        <a:pt x="510" y="808"/>
                      </a:lnTo>
                      <a:lnTo>
                        <a:pt x="506" y="807"/>
                      </a:lnTo>
                      <a:lnTo>
                        <a:pt x="499" y="805"/>
                      </a:lnTo>
                      <a:lnTo>
                        <a:pt x="494" y="807"/>
                      </a:lnTo>
                      <a:lnTo>
                        <a:pt x="488" y="809"/>
                      </a:lnTo>
                      <a:lnTo>
                        <a:pt x="482" y="813"/>
                      </a:lnTo>
                      <a:lnTo>
                        <a:pt x="476" y="817"/>
                      </a:lnTo>
                      <a:lnTo>
                        <a:pt x="463" y="828"/>
                      </a:lnTo>
                      <a:lnTo>
                        <a:pt x="451" y="838"/>
                      </a:lnTo>
                      <a:lnTo>
                        <a:pt x="436" y="852"/>
                      </a:lnTo>
                      <a:lnTo>
                        <a:pt x="417" y="873"/>
                      </a:lnTo>
                      <a:lnTo>
                        <a:pt x="396" y="896"/>
                      </a:lnTo>
                      <a:lnTo>
                        <a:pt x="375" y="914"/>
                      </a:lnTo>
                      <a:lnTo>
                        <a:pt x="355" y="929"/>
                      </a:lnTo>
                      <a:lnTo>
                        <a:pt x="335" y="945"/>
                      </a:lnTo>
                      <a:lnTo>
                        <a:pt x="317" y="956"/>
                      </a:lnTo>
                      <a:lnTo>
                        <a:pt x="306" y="965"/>
                      </a:lnTo>
                      <a:lnTo>
                        <a:pt x="303" y="966"/>
                      </a:lnTo>
                      <a:lnTo>
                        <a:pt x="298" y="967"/>
                      </a:lnTo>
                      <a:lnTo>
                        <a:pt x="292" y="967"/>
                      </a:lnTo>
                      <a:lnTo>
                        <a:pt x="286" y="967"/>
                      </a:lnTo>
                      <a:lnTo>
                        <a:pt x="281" y="966"/>
                      </a:lnTo>
                      <a:lnTo>
                        <a:pt x="275" y="962"/>
                      </a:lnTo>
                      <a:lnTo>
                        <a:pt x="270" y="959"/>
                      </a:lnTo>
                      <a:lnTo>
                        <a:pt x="265" y="954"/>
                      </a:lnTo>
                      <a:lnTo>
                        <a:pt x="261" y="948"/>
                      </a:lnTo>
                      <a:lnTo>
                        <a:pt x="259" y="941"/>
                      </a:lnTo>
                      <a:lnTo>
                        <a:pt x="258" y="934"/>
                      </a:lnTo>
                      <a:lnTo>
                        <a:pt x="256" y="926"/>
                      </a:lnTo>
                      <a:lnTo>
                        <a:pt x="255" y="910"/>
                      </a:lnTo>
                      <a:lnTo>
                        <a:pt x="256" y="897"/>
                      </a:lnTo>
                      <a:lnTo>
                        <a:pt x="256" y="885"/>
                      </a:lnTo>
                      <a:lnTo>
                        <a:pt x="256" y="873"/>
                      </a:lnTo>
                      <a:lnTo>
                        <a:pt x="255" y="868"/>
                      </a:lnTo>
                      <a:lnTo>
                        <a:pt x="253" y="865"/>
                      </a:lnTo>
                      <a:lnTo>
                        <a:pt x="249" y="860"/>
                      </a:lnTo>
                      <a:lnTo>
                        <a:pt x="245" y="857"/>
                      </a:lnTo>
                      <a:lnTo>
                        <a:pt x="233" y="851"/>
                      </a:lnTo>
                      <a:lnTo>
                        <a:pt x="221" y="841"/>
                      </a:lnTo>
                      <a:lnTo>
                        <a:pt x="209" y="830"/>
                      </a:lnTo>
                      <a:lnTo>
                        <a:pt x="198" y="817"/>
                      </a:lnTo>
                      <a:lnTo>
                        <a:pt x="193" y="810"/>
                      </a:lnTo>
                      <a:lnTo>
                        <a:pt x="190" y="804"/>
                      </a:lnTo>
                      <a:lnTo>
                        <a:pt x="188" y="798"/>
                      </a:lnTo>
                      <a:lnTo>
                        <a:pt x="185" y="792"/>
                      </a:lnTo>
                      <a:lnTo>
                        <a:pt x="184" y="788"/>
                      </a:lnTo>
                      <a:lnTo>
                        <a:pt x="184" y="782"/>
                      </a:lnTo>
                      <a:lnTo>
                        <a:pt x="184" y="777"/>
                      </a:lnTo>
                      <a:lnTo>
                        <a:pt x="185" y="773"/>
                      </a:lnTo>
                      <a:lnTo>
                        <a:pt x="186" y="765"/>
                      </a:lnTo>
                      <a:lnTo>
                        <a:pt x="188" y="760"/>
                      </a:lnTo>
                      <a:lnTo>
                        <a:pt x="186" y="758"/>
                      </a:lnTo>
                      <a:lnTo>
                        <a:pt x="186" y="757"/>
                      </a:lnTo>
                      <a:lnTo>
                        <a:pt x="184" y="756"/>
                      </a:lnTo>
                      <a:lnTo>
                        <a:pt x="182" y="756"/>
                      </a:lnTo>
                      <a:lnTo>
                        <a:pt x="179" y="754"/>
                      </a:lnTo>
                      <a:lnTo>
                        <a:pt x="178" y="754"/>
                      </a:lnTo>
                      <a:lnTo>
                        <a:pt x="177" y="753"/>
                      </a:lnTo>
                      <a:lnTo>
                        <a:pt x="177" y="751"/>
                      </a:lnTo>
                      <a:lnTo>
                        <a:pt x="178" y="747"/>
                      </a:lnTo>
                      <a:lnTo>
                        <a:pt x="182" y="742"/>
                      </a:lnTo>
                      <a:lnTo>
                        <a:pt x="182" y="740"/>
                      </a:lnTo>
                      <a:lnTo>
                        <a:pt x="182" y="737"/>
                      </a:lnTo>
                      <a:lnTo>
                        <a:pt x="180" y="734"/>
                      </a:lnTo>
                      <a:lnTo>
                        <a:pt x="178" y="731"/>
                      </a:lnTo>
                      <a:lnTo>
                        <a:pt x="173" y="726"/>
                      </a:lnTo>
                      <a:lnTo>
                        <a:pt x="167" y="721"/>
                      </a:lnTo>
                      <a:lnTo>
                        <a:pt x="165" y="718"/>
                      </a:lnTo>
                      <a:lnTo>
                        <a:pt x="163" y="713"/>
                      </a:lnTo>
                      <a:lnTo>
                        <a:pt x="161" y="707"/>
                      </a:lnTo>
                      <a:lnTo>
                        <a:pt x="161" y="700"/>
                      </a:lnTo>
                      <a:lnTo>
                        <a:pt x="161" y="685"/>
                      </a:lnTo>
                      <a:lnTo>
                        <a:pt x="164" y="672"/>
                      </a:lnTo>
                      <a:lnTo>
                        <a:pt x="165" y="659"/>
                      </a:lnTo>
                      <a:lnTo>
                        <a:pt x="164" y="643"/>
                      </a:lnTo>
                      <a:lnTo>
                        <a:pt x="163" y="626"/>
                      </a:lnTo>
                      <a:lnTo>
                        <a:pt x="160" y="612"/>
                      </a:lnTo>
                      <a:lnTo>
                        <a:pt x="160" y="601"/>
                      </a:lnTo>
                      <a:lnTo>
                        <a:pt x="161" y="588"/>
                      </a:lnTo>
                      <a:lnTo>
                        <a:pt x="163" y="582"/>
                      </a:lnTo>
                      <a:lnTo>
                        <a:pt x="164" y="577"/>
                      </a:lnTo>
                      <a:lnTo>
                        <a:pt x="165" y="573"/>
                      </a:lnTo>
                      <a:lnTo>
                        <a:pt x="167" y="568"/>
                      </a:lnTo>
                      <a:lnTo>
                        <a:pt x="174" y="561"/>
                      </a:lnTo>
                      <a:lnTo>
                        <a:pt x="182" y="553"/>
                      </a:lnTo>
                      <a:lnTo>
                        <a:pt x="185" y="549"/>
                      </a:lnTo>
                      <a:lnTo>
                        <a:pt x="188" y="545"/>
                      </a:lnTo>
                      <a:lnTo>
                        <a:pt x="190" y="540"/>
                      </a:lnTo>
                      <a:lnTo>
                        <a:pt x="191" y="534"/>
                      </a:lnTo>
                      <a:lnTo>
                        <a:pt x="192" y="524"/>
                      </a:lnTo>
                      <a:lnTo>
                        <a:pt x="191" y="515"/>
                      </a:lnTo>
                      <a:lnTo>
                        <a:pt x="189" y="511"/>
                      </a:lnTo>
                      <a:lnTo>
                        <a:pt x="188" y="507"/>
                      </a:lnTo>
                      <a:lnTo>
                        <a:pt x="184" y="505"/>
                      </a:lnTo>
                      <a:lnTo>
                        <a:pt x="180" y="501"/>
                      </a:lnTo>
                      <a:lnTo>
                        <a:pt x="173" y="495"/>
                      </a:lnTo>
                      <a:lnTo>
                        <a:pt x="168" y="489"/>
                      </a:lnTo>
                      <a:lnTo>
                        <a:pt x="166" y="485"/>
                      </a:lnTo>
                      <a:lnTo>
                        <a:pt x="165" y="480"/>
                      </a:lnTo>
                      <a:lnTo>
                        <a:pt x="164" y="474"/>
                      </a:lnTo>
                      <a:lnTo>
                        <a:pt x="164" y="468"/>
                      </a:lnTo>
                      <a:lnTo>
                        <a:pt x="164" y="462"/>
                      </a:lnTo>
                      <a:lnTo>
                        <a:pt x="163" y="456"/>
                      </a:lnTo>
                      <a:lnTo>
                        <a:pt x="161" y="450"/>
                      </a:lnTo>
                      <a:lnTo>
                        <a:pt x="159" y="445"/>
                      </a:lnTo>
                      <a:lnTo>
                        <a:pt x="155" y="439"/>
                      </a:lnTo>
                      <a:lnTo>
                        <a:pt x="152" y="435"/>
                      </a:lnTo>
                      <a:lnTo>
                        <a:pt x="146" y="430"/>
                      </a:lnTo>
                      <a:lnTo>
                        <a:pt x="140" y="425"/>
                      </a:lnTo>
                      <a:lnTo>
                        <a:pt x="127" y="414"/>
                      </a:lnTo>
                      <a:lnTo>
                        <a:pt x="116" y="405"/>
                      </a:lnTo>
                      <a:lnTo>
                        <a:pt x="109" y="398"/>
                      </a:lnTo>
                      <a:lnTo>
                        <a:pt x="104" y="389"/>
                      </a:lnTo>
                      <a:lnTo>
                        <a:pt x="102" y="381"/>
                      </a:lnTo>
                      <a:lnTo>
                        <a:pt x="102" y="372"/>
                      </a:lnTo>
                      <a:lnTo>
                        <a:pt x="102" y="366"/>
                      </a:lnTo>
                      <a:lnTo>
                        <a:pt x="102" y="359"/>
                      </a:lnTo>
                      <a:lnTo>
                        <a:pt x="101" y="351"/>
                      </a:lnTo>
                      <a:lnTo>
                        <a:pt x="98" y="343"/>
                      </a:lnTo>
                      <a:lnTo>
                        <a:pt x="95" y="336"/>
                      </a:lnTo>
                      <a:lnTo>
                        <a:pt x="91" y="330"/>
                      </a:lnTo>
                      <a:lnTo>
                        <a:pt x="88" y="326"/>
                      </a:lnTo>
                      <a:lnTo>
                        <a:pt x="84" y="324"/>
                      </a:lnTo>
                      <a:lnTo>
                        <a:pt x="81" y="323"/>
                      </a:lnTo>
                      <a:lnTo>
                        <a:pt x="77" y="323"/>
                      </a:lnTo>
                      <a:lnTo>
                        <a:pt x="73" y="324"/>
                      </a:lnTo>
                      <a:lnTo>
                        <a:pt x="70" y="325"/>
                      </a:lnTo>
                      <a:lnTo>
                        <a:pt x="63" y="330"/>
                      </a:lnTo>
                      <a:lnTo>
                        <a:pt x="53" y="335"/>
                      </a:lnTo>
                      <a:lnTo>
                        <a:pt x="44" y="340"/>
                      </a:lnTo>
                      <a:lnTo>
                        <a:pt x="37" y="342"/>
                      </a:lnTo>
                      <a:lnTo>
                        <a:pt x="31" y="341"/>
                      </a:lnTo>
                      <a:lnTo>
                        <a:pt x="22" y="338"/>
                      </a:lnTo>
                      <a:lnTo>
                        <a:pt x="14" y="335"/>
                      </a:lnTo>
                      <a:lnTo>
                        <a:pt x="4" y="329"/>
                      </a:lnTo>
                      <a:lnTo>
                        <a:pt x="2" y="324"/>
                      </a:lnTo>
                      <a:lnTo>
                        <a:pt x="0" y="321"/>
                      </a:lnTo>
                      <a:lnTo>
                        <a:pt x="0" y="317"/>
                      </a:lnTo>
                      <a:lnTo>
                        <a:pt x="1" y="313"/>
                      </a:lnTo>
                      <a:lnTo>
                        <a:pt x="7" y="307"/>
                      </a:lnTo>
                      <a:lnTo>
                        <a:pt x="14" y="302"/>
                      </a:lnTo>
                      <a:lnTo>
                        <a:pt x="22" y="296"/>
                      </a:lnTo>
                      <a:lnTo>
                        <a:pt x="31" y="286"/>
                      </a:lnTo>
                      <a:lnTo>
                        <a:pt x="34" y="281"/>
                      </a:lnTo>
                      <a:lnTo>
                        <a:pt x="37" y="277"/>
                      </a:lnTo>
                      <a:lnTo>
                        <a:pt x="39" y="272"/>
                      </a:lnTo>
                      <a:lnTo>
                        <a:pt x="39" y="267"/>
                      </a:lnTo>
                      <a:lnTo>
                        <a:pt x="40" y="256"/>
                      </a:lnTo>
                      <a:lnTo>
                        <a:pt x="40" y="243"/>
                      </a:lnTo>
                      <a:lnTo>
                        <a:pt x="40" y="237"/>
                      </a:lnTo>
                      <a:lnTo>
                        <a:pt x="39" y="231"/>
                      </a:lnTo>
                      <a:lnTo>
                        <a:pt x="38" y="227"/>
                      </a:lnTo>
                      <a:lnTo>
                        <a:pt x="35" y="222"/>
                      </a:lnTo>
                      <a:lnTo>
                        <a:pt x="28" y="215"/>
                      </a:lnTo>
                      <a:lnTo>
                        <a:pt x="23" y="208"/>
                      </a:lnTo>
                      <a:lnTo>
                        <a:pt x="22" y="204"/>
                      </a:lnTo>
                      <a:lnTo>
                        <a:pt x="22" y="200"/>
                      </a:lnTo>
                      <a:lnTo>
                        <a:pt x="23" y="198"/>
                      </a:lnTo>
                      <a:lnTo>
                        <a:pt x="27" y="197"/>
                      </a:lnTo>
                      <a:lnTo>
                        <a:pt x="35" y="196"/>
                      </a:lnTo>
                      <a:lnTo>
                        <a:pt x="44" y="197"/>
                      </a:lnTo>
                      <a:lnTo>
                        <a:pt x="53" y="198"/>
                      </a:lnTo>
                      <a:lnTo>
                        <a:pt x="63" y="197"/>
                      </a:lnTo>
                      <a:lnTo>
                        <a:pt x="72" y="195"/>
                      </a:lnTo>
                      <a:lnTo>
                        <a:pt x="78" y="193"/>
                      </a:lnTo>
                      <a:lnTo>
                        <a:pt x="81" y="195"/>
                      </a:lnTo>
                      <a:lnTo>
                        <a:pt x="82" y="196"/>
                      </a:lnTo>
                      <a:lnTo>
                        <a:pt x="84" y="198"/>
                      </a:lnTo>
                      <a:lnTo>
                        <a:pt x="88" y="203"/>
                      </a:lnTo>
                      <a:lnTo>
                        <a:pt x="95" y="214"/>
                      </a:lnTo>
                      <a:lnTo>
                        <a:pt x="104" y="225"/>
                      </a:lnTo>
                      <a:lnTo>
                        <a:pt x="109" y="231"/>
                      </a:lnTo>
                      <a:lnTo>
                        <a:pt x="115" y="237"/>
                      </a:lnTo>
                      <a:lnTo>
                        <a:pt x="121" y="242"/>
                      </a:lnTo>
                      <a:lnTo>
                        <a:pt x="128" y="246"/>
                      </a:lnTo>
                      <a:lnTo>
                        <a:pt x="140" y="252"/>
                      </a:lnTo>
                      <a:lnTo>
                        <a:pt x="151" y="256"/>
                      </a:lnTo>
                      <a:lnTo>
                        <a:pt x="160" y="261"/>
                      </a:lnTo>
                      <a:lnTo>
                        <a:pt x="168" y="267"/>
                      </a:lnTo>
                      <a:lnTo>
                        <a:pt x="177" y="272"/>
                      </a:lnTo>
                      <a:lnTo>
                        <a:pt x="184" y="274"/>
                      </a:lnTo>
                      <a:lnTo>
                        <a:pt x="186" y="273"/>
                      </a:lnTo>
                      <a:lnTo>
                        <a:pt x="189" y="272"/>
                      </a:lnTo>
                      <a:lnTo>
                        <a:pt x="191" y="268"/>
                      </a:lnTo>
                      <a:lnTo>
                        <a:pt x="192" y="263"/>
                      </a:lnTo>
                      <a:lnTo>
                        <a:pt x="193" y="253"/>
                      </a:lnTo>
                      <a:lnTo>
                        <a:pt x="196" y="241"/>
                      </a:lnTo>
                      <a:lnTo>
                        <a:pt x="197" y="236"/>
                      </a:lnTo>
                      <a:lnTo>
                        <a:pt x="199" y="231"/>
                      </a:lnTo>
                      <a:lnTo>
                        <a:pt x="202" y="227"/>
                      </a:lnTo>
                      <a:lnTo>
                        <a:pt x="207" y="223"/>
                      </a:lnTo>
                      <a:lnTo>
                        <a:pt x="211" y="221"/>
                      </a:lnTo>
                      <a:lnTo>
                        <a:pt x="216" y="220"/>
                      </a:lnTo>
                      <a:lnTo>
                        <a:pt x="222" y="220"/>
                      </a:lnTo>
                      <a:lnTo>
                        <a:pt x="227" y="222"/>
                      </a:lnTo>
                      <a:lnTo>
                        <a:pt x="231" y="224"/>
                      </a:lnTo>
                      <a:lnTo>
                        <a:pt x="236" y="229"/>
                      </a:lnTo>
                      <a:lnTo>
                        <a:pt x="239" y="234"/>
                      </a:lnTo>
                      <a:lnTo>
                        <a:pt x="241" y="240"/>
                      </a:lnTo>
                      <a:lnTo>
                        <a:pt x="246" y="253"/>
                      </a:lnTo>
                      <a:lnTo>
                        <a:pt x="251" y="265"/>
                      </a:lnTo>
                      <a:lnTo>
                        <a:pt x="254" y="271"/>
                      </a:lnTo>
                      <a:lnTo>
                        <a:pt x="258" y="275"/>
                      </a:lnTo>
                      <a:lnTo>
                        <a:pt x="262" y="280"/>
                      </a:lnTo>
                      <a:lnTo>
                        <a:pt x="266" y="283"/>
                      </a:lnTo>
                      <a:lnTo>
                        <a:pt x="277" y="286"/>
                      </a:lnTo>
                      <a:lnTo>
                        <a:pt x="287" y="288"/>
                      </a:lnTo>
                      <a:lnTo>
                        <a:pt x="298" y="290"/>
                      </a:lnTo>
                      <a:lnTo>
                        <a:pt x="308" y="292"/>
                      </a:lnTo>
                      <a:lnTo>
                        <a:pt x="314" y="293"/>
                      </a:lnTo>
                      <a:lnTo>
                        <a:pt x="318" y="293"/>
                      </a:lnTo>
                      <a:lnTo>
                        <a:pt x="323" y="293"/>
                      </a:lnTo>
                      <a:lnTo>
                        <a:pt x="327" y="291"/>
                      </a:lnTo>
                      <a:lnTo>
                        <a:pt x="330" y="288"/>
                      </a:lnTo>
                      <a:lnTo>
                        <a:pt x="334" y="285"/>
                      </a:lnTo>
                      <a:lnTo>
                        <a:pt x="336" y="279"/>
                      </a:lnTo>
                      <a:lnTo>
                        <a:pt x="337" y="272"/>
                      </a:lnTo>
                      <a:lnTo>
                        <a:pt x="337" y="254"/>
                      </a:lnTo>
                      <a:lnTo>
                        <a:pt x="336" y="234"/>
                      </a:lnTo>
                      <a:lnTo>
                        <a:pt x="333" y="214"/>
                      </a:lnTo>
                      <a:lnTo>
                        <a:pt x="328" y="196"/>
                      </a:lnTo>
                      <a:lnTo>
                        <a:pt x="323" y="179"/>
                      </a:lnTo>
                      <a:lnTo>
                        <a:pt x="319" y="161"/>
                      </a:lnTo>
                      <a:lnTo>
                        <a:pt x="319" y="154"/>
                      </a:lnTo>
                      <a:lnTo>
                        <a:pt x="319" y="147"/>
                      </a:lnTo>
                      <a:lnTo>
                        <a:pt x="321" y="141"/>
                      </a:lnTo>
                      <a:lnTo>
                        <a:pt x="322" y="136"/>
                      </a:lnTo>
                      <a:lnTo>
                        <a:pt x="325" y="133"/>
                      </a:lnTo>
                      <a:lnTo>
                        <a:pt x="331" y="130"/>
                      </a:lnTo>
                      <a:lnTo>
                        <a:pt x="338" y="128"/>
                      </a:lnTo>
                      <a:lnTo>
                        <a:pt x="347" y="126"/>
                      </a:lnTo>
                      <a:lnTo>
                        <a:pt x="363" y="122"/>
                      </a:lnTo>
                      <a:lnTo>
                        <a:pt x="378" y="120"/>
                      </a:lnTo>
                      <a:lnTo>
                        <a:pt x="387" y="117"/>
                      </a:lnTo>
                      <a:lnTo>
                        <a:pt x="398" y="114"/>
                      </a:lnTo>
                      <a:lnTo>
                        <a:pt x="401" y="110"/>
                      </a:lnTo>
                      <a:lnTo>
                        <a:pt x="405" y="105"/>
                      </a:lnTo>
                      <a:lnTo>
                        <a:pt x="407" y="101"/>
                      </a:lnTo>
                      <a:lnTo>
                        <a:pt x="407" y="94"/>
                      </a:lnTo>
                      <a:lnTo>
                        <a:pt x="407" y="83"/>
                      </a:lnTo>
                      <a:lnTo>
                        <a:pt x="407" y="73"/>
                      </a:lnTo>
                      <a:lnTo>
                        <a:pt x="407" y="61"/>
                      </a:lnTo>
                      <a:lnTo>
                        <a:pt x="407" y="52"/>
                      </a:lnTo>
                      <a:lnTo>
                        <a:pt x="407" y="41"/>
                      </a:lnTo>
                      <a:lnTo>
                        <a:pt x="407" y="36"/>
                      </a:lnTo>
                      <a:lnTo>
                        <a:pt x="409" y="35"/>
                      </a:lnTo>
                      <a:lnTo>
                        <a:pt x="410" y="35"/>
                      </a:lnTo>
                      <a:lnTo>
                        <a:pt x="413" y="36"/>
                      </a:lnTo>
                      <a:lnTo>
                        <a:pt x="417" y="39"/>
                      </a:lnTo>
                      <a:lnTo>
                        <a:pt x="429" y="42"/>
                      </a:lnTo>
                      <a:lnTo>
                        <a:pt x="441" y="45"/>
                      </a:lnTo>
                      <a:lnTo>
                        <a:pt x="455" y="46"/>
                      </a:lnTo>
                      <a:lnTo>
                        <a:pt x="472" y="47"/>
                      </a:lnTo>
                      <a:lnTo>
                        <a:pt x="479" y="48"/>
                      </a:lnTo>
                      <a:lnTo>
                        <a:pt x="485" y="48"/>
                      </a:lnTo>
                      <a:lnTo>
                        <a:pt x="489" y="47"/>
                      </a:lnTo>
                      <a:lnTo>
                        <a:pt x="493" y="46"/>
                      </a:lnTo>
                      <a:lnTo>
                        <a:pt x="500" y="41"/>
                      </a:lnTo>
                      <a:lnTo>
                        <a:pt x="507" y="35"/>
                      </a:lnTo>
                      <a:lnTo>
                        <a:pt x="511" y="33"/>
                      </a:lnTo>
                      <a:lnTo>
                        <a:pt x="516" y="31"/>
                      </a:lnTo>
                      <a:lnTo>
                        <a:pt x="519" y="31"/>
                      </a:lnTo>
                      <a:lnTo>
                        <a:pt x="523" y="32"/>
                      </a:lnTo>
                      <a:lnTo>
                        <a:pt x="530" y="34"/>
                      </a:lnTo>
                      <a:lnTo>
                        <a:pt x="538" y="38"/>
                      </a:lnTo>
                      <a:lnTo>
                        <a:pt x="542" y="38"/>
                      </a:lnTo>
                      <a:lnTo>
                        <a:pt x="547" y="36"/>
                      </a:lnTo>
                      <a:lnTo>
                        <a:pt x="552" y="35"/>
                      </a:lnTo>
                      <a:lnTo>
                        <a:pt x="558" y="33"/>
                      </a:lnTo>
                      <a:lnTo>
                        <a:pt x="573" y="27"/>
                      </a:lnTo>
                      <a:lnTo>
                        <a:pt x="589" y="19"/>
                      </a:lnTo>
                      <a:lnTo>
                        <a:pt x="601" y="13"/>
                      </a:lnTo>
                      <a:lnTo>
                        <a:pt x="613" y="7"/>
                      </a:lnTo>
                      <a:lnTo>
                        <a:pt x="619" y="3"/>
                      </a:lnTo>
                      <a:lnTo>
                        <a:pt x="623" y="0"/>
                      </a:lnTo>
                      <a:lnTo>
                        <a:pt x="624" y="0"/>
                      </a:lnTo>
                      <a:lnTo>
                        <a:pt x="626" y="0"/>
                      </a:lnTo>
                      <a:lnTo>
                        <a:pt x="627" y="1"/>
                      </a:lnTo>
                      <a:lnTo>
                        <a:pt x="631" y="3"/>
                      </a:lnTo>
                      <a:lnTo>
                        <a:pt x="633" y="4"/>
                      </a:lnTo>
                      <a:lnTo>
                        <a:pt x="637" y="7"/>
                      </a:lnTo>
                      <a:lnTo>
                        <a:pt x="642" y="7"/>
                      </a:lnTo>
                      <a:lnTo>
                        <a:pt x="645" y="7"/>
                      </a:lnTo>
                      <a:lnTo>
                        <a:pt x="653" y="8"/>
                      </a:lnTo>
                      <a:lnTo>
                        <a:pt x="662" y="10"/>
                      </a:lnTo>
                      <a:lnTo>
                        <a:pt x="665" y="13"/>
                      </a:lnTo>
                      <a:lnTo>
                        <a:pt x="669" y="16"/>
                      </a:lnTo>
                      <a:lnTo>
                        <a:pt x="670" y="21"/>
                      </a:lnTo>
                      <a:lnTo>
                        <a:pt x="671" y="26"/>
                      </a:lnTo>
                      <a:lnTo>
                        <a:pt x="671" y="39"/>
                      </a:lnTo>
                      <a:lnTo>
                        <a:pt x="673" y="52"/>
                      </a:lnTo>
                      <a:lnTo>
                        <a:pt x="674" y="65"/>
                      </a:lnTo>
                      <a:lnTo>
                        <a:pt x="677" y="77"/>
                      </a:lnTo>
                      <a:lnTo>
                        <a:pt x="687" y="97"/>
                      </a:lnTo>
                      <a:lnTo>
                        <a:pt x="692" y="111"/>
                      </a:lnTo>
                      <a:lnTo>
                        <a:pt x="692" y="118"/>
                      </a:lnTo>
                      <a:lnTo>
                        <a:pt x="689" y="124"/>
                      </a:lnTo>
                      <a:lnTo>
                        <a:pt x="688" y="132"/>
                      </a:lnTo>
                      <a:lnTo>
                        <a:pt x="686" y="139"/>
                      </a:lnTo>
                      <a:lnTo>
                        <a:pt x="683" y="145"/>
                      </a:lnTo>
                      <a:lnTo>
                        <a:pt x="683" y="151"/>
                      </a:lnTo>
                      <a:lnTo>
                        <a:pt x="683" y="153"/>
                      </a:lnTo>
                      <a:lnTo>
                        <a:pt x="686" y="155"/>
                      </a:lnTo>
                      <a:lnTo>
                        <a:pt x="688" y="159"/>
                      </a:lnTo>
                      <a:lnTo>
                        <a:pt x="692" y="161"/>
                      </a:lnTo>
                      <a:lnTo>
                        <a:pt x="699" y="168"/>
                      </a:lnTo>
                      <a:lnTo>
                        <a:pt x="705" y="177"/>
                      </a:lnTo>
                      <a:lnTo>
                        <a:pt x="707" y="181"/>
                      </a:lnTo>
                      <a:lnTo>
                        <a:pt x="709" y="187"/>
                      </a:lnTo>
                      <a:lnTo>
                        <a:pt x="711" y="195"/>
                      </a:lnTo>
                      <a:lnTo>
                        <a:pt x="711" y="202"/>
                      </a:lnTo>
                      <a:lnTo>
                        <a:pt x="711" y="217"/>
                      </a:lnTo>
                      <a:lnTo>
                        <a:pt x="711" y="229"/>
                      </a:lnTo>
                      <a:lnTo>
                        <a:pt x="712" y="234"/>
                      </a:lnTo>
                      <a:lnTo>
                        <a:pt x="713" y="237"/>
                      </a:lnTo>
                      <a:lnTo>
                        <a:pt x="714" y="241"/>
                      </a:lnTo>
                      <a:lnTo>
                        <a:pt x="717" y="244"/>
                      </a:lnTo>
                      <a:lnTo>
                        <a:pt x="722" y="249"/>
                      </a:lnTo>
                      <a:lnTo>
                        <a:pt x="730" y="253"/>
                      </a:lnTo>
                      <a:lnTo>
                        <a:pt x="737" y="259"/>
                      </a:lnTo>
                      <a:lnTo>
                        <a:pt x="741" y="266"/>
                      </a:lnTo>
                      <a:lnTo>
                        <a:pt x="746" y="272"/>
                      </a:lnTo>
                      <a:lnTo>
                        <a:pt x="752" y="277"/>
                      </a:lnTo>
                      <a:lnTo>
                        <a:pt x="759" y="280"/>
                      </a:lnTo>
                      <a:lnTo>
                        <a:pt x="766" y="284"/>
                      </a:lnTo>
                      <a:lnTo>
                        <a:pt x="777" y="288"/>
                      </a:lnTo>
                      <a:lnTo>
                        <a:pt x="790" y="298"/>
                      </a:lnTo>
                      <a:lnTo>
                        <a:pt x="803" y="307"/>
                      </a:lnTo>
                      <a:lnTo>
                        <a:pt x="814" y="317"/>
                      </a:lnTo>
                      <a:lnTo>
                        <a:pt x="831" y="335"/>
                      </a:lnTo>
                      <a:lnTo>
                        <a:pt x="846" y="349"/>
                      </a:lnTo>
                      <a:lnTo>
                        <a:pt x="851" y="350"/>
                      </a:lnTo>
                      <a:lnTo>
                        <a:pt x="856" y="351"/>
                      </a:lnTo>
                      <a:lnTo>
                        <a:pt x="862" y="353"/>
                      </a:lnTo>
                      <a:lnTo>
                        <a:pt x="867" y="353"/>
                      </a:lnTo>
                      <a:lnTo>
                        <a:pt x="881" y="351"/>
                      </a:lnTo>
                      <a:lnTo>
                        <a:pt x="894" y="348"/>
                      </a:lnTo>
                      <a:lnTo>
                        <a:pt x="913" y="342"/>
                      </a:lnTo>
                      <a:lnTo>
                        <a:pt x="925" y="337"/>
                      </a:lnTo>
                      <a:lnTo>
                        <a:pt x="928" y="335"/>
                      </a:lnTo>
                      <a:lnTo>
                        <a:pt x="932" y="332"/>
                      </a:lnTo>
                      <a:lnTo>
                        <a:pt x="936" y="330"/>
                      </a:lnTo>
                      <a:lnTo>
                        <a:pt x="945" y="330"/>
                      </a:lnTo>
                      <a:lnTo>
                        <a:pt x="954" y="329"/>
                      </a:lnTo>
                      <a:lnTo>
                        <a:pt x="963" y="328"/>
                      </a:lnTo>
                      <a:lnTo>
                        <a:pt x="966" y="325"/>
                      </a:lnTo>
                      <a:lnTo>
                        <a:pt x="970" y="323"/>
                      </a:lnTo>
                      <a:lnTo>
                        <a:pt x="972" y="318"/>
                      </a:lnTo>
                      <a:lnTo>
                        <a:pt x="973" y="313"/>
                      </a:lnTo>
                      <a:lnTo>
                        <a:pt x="974" y="303"/>
                      </a:lnTo>
                      <a:lnTo>
                        <a:pt x="978" y="292"/>
                      </a:lnTo>
                      <a:lnTo>
                        <a:pt x="979" y="288"/>
                      </a:lnTo>
                      <a:lnTo>
                        <a:pt x="982" y="286"/>
                      </a:lnTo>
                      <a:lnTo>
                        <a:pt x="984" y="285"/>
                      </a:lnTo>
                      <a:lnTo>
                        <a:pt x="988" y="285"/>
                      </a:lnTo>
                      <a:lnTo>
                        <a:pt x="997" y="288"/>
                      </a:lnTo>
                      <a:lnTo>
                        <a:pt x="1008" y="293"/>
                      </a:lnTo>
                      <a:lnTo>
                        <a:pt x="1013" y="297"/>
                      </a:lnTo>
                      <a:lnTo>
                        <a:pt x="1017" y="300"/>
                      </a:lnTo>
                      <a:lnTo>
                        <a:pt x="1021" y="305"/>
                      </a:lnTo>
                      <a:lnTo>
                        <a:pt x="1024" y="311"/>
                      </a:lnTo>
                      <a:lnTo>
                        <a:pt x="1028" y="317"/>
                      </a:lnTo>
                      <a:lnTo>
                        <a:pt x="1032" y="322"/>
                      </a:lnTo>
                      <a:lnTo>
                        <a:pt x="1035" y="326"/>
                      </a:lnTo>
                      <a:lnTo>
                        <a:pt x="1040" y="330"/>
                      </a:lnTo>
                      <a:lnTo>
                        <a:pt x="1045" y="334"/>
                      </a:lnTo>
                      <a:lnTo>
                        <a:pt x="1049" y="335"/>
                      </a:lnTo>
                      <a:lnTo>
                        <a:pt x="1055" y="336"/>
                      </a:lnTo>
                      <a:lnTo>
                        <a:pt x="1061" y="335"/>
                      </a:lnTo>
                      <a:lnTo>
                        <a:pt x="1073" y="331"/>
                      </a:lnTo>
                      <a:lnTo>
                        <a:pt x="1084" y="326"/>
                      </a:lnTo>
                      <a:lnTo>
                        <a:pt x="1089" y="324"/>
                      </a:lnTo>
                      <a:lnTo>
                        <a:pt x="1095" y="322"/>
                      </a:lnTo>
                      <a:lnTo>
                        <a:pt x="1100" y="319"/>
                      </a:lnTo>
                      <a:lnTo>
                        <a:pt x="1106" y="319"/>
                      </a:lnTo>
                      <a:lnTo>
                        <a:pt x="1121" y="318"/>
                      </a:lnTo>
                      <a:lnTo>
                        <a:pt x="1134" y="316"/>
                      </a:lnTo>
                      <a:lnTo>
                        <a:pt x="1140" y="313"/>
                      </a:lnTo>
                      <a:lnTo>
                        <a:pt x="1143" y="311"/>
                      </a:lnTo>
                      <a:lnTo>
                        <a:pt x="1147" y="309"/>
                      </a:lnTo>
                      <a:lnTo>
                        <a:pt x="1149" y="305"/>
                      </a:lnTo>
                      <a:lnTo>
                        <a:pt x="1152" y="297"/>
                      </a:lnTo>
                      <a:lnTo>
                        <a:pt x="1156" y="287"/>
                      </a:lnTo>
                      <a:lnTo>
                        <a:pt x="1160" y="283"/>
                      </a:lnTo>
                      <a:lnTo>
                        <a:pt x="1163" y="279"/>
                      </a:lnTo>
                      <a:lnTo>
                        <a:pt x="1169" y="275"/>
                      </a:lnTo>
                      <a:lnTo>
                        <a:pt x="1175" y="272"/>
                      </a:lnTo>
                      <a:lnTo>
                        <a:pt x="1185" y="268"/>
                      </a:lnTo>
                      <a:lnTo>
                        <a:pt x="1196" y="266"/>
                      </a:lnTo>
                      <a:lnTo>
                        <a:pt x="1207" y="263"/>
                      </a:lnTo>
                      <a:lnTo>
                        <a:pt x="1218" y="261"/>
                      </a:lnTo>
                      <a:lnTo>
                        <a:pt x="1225" y="260"/>
                      </a:lnTo>
                      <a:lnTo>
                        <a:pt x="1229" y="260"/>
                      </a:lnTo>
                      <a:lnTo>
                        <a:pt x="1229" y="261"/>
                      </a:lnTo>
                      <a:lnTo>
                        <a:pt x="1228" y="267"/>
                      </a:lnTo>
                      <a:lnTo>
                        <a:pt x="1225" y="273"/>
                      </a:lnTo>
                      <a:lnTo>
                        <a:pt x="1224" y="280"/>
                      </a:lnTo>
                      <a:lnTo>
                        <a:pt x="1224" y="287"/>
                      </a:lnTo>
                      <a:lnTo>
                        <a:pt x="1226" y="293"/>
                      </a:lnTo>
                      <a:lnTo>
                        <a:pt x="1230" y="300"/>
                      </a:lnTo>
                      <a:lnTo>
                        <a:pt x="1232" y="307"/>
                      </a:lnTo>
                      <a:lnTo>
                        <a:pt x="1232" y="313"/>
                      </a:lnTo>
                      <a:lnTo>
                        <a:pt x="1232" y="321"/>
                      </a:lnTo>
                      <a:lnTo>
                        <a:pt x="1234" y="326"/>
                      </a:lnTo>
                      <a:lnTo>
                        <a:pt x="1235" y="332"/>
                      </a:lnTo>
                      <a:lnTo>
                        <a:pt x="1238" y="337"/>
                      </a:lnTo>
                      <a:lnTo>
                        <a:pt x="1244" y="343"/>
                      </a:lnTo>
                      <a:lnTo>
                        <a:pt x="1254" y="350"/>
                      </a:lnTo>
                      <a:lnTo>
                        <a:pt x="1265" y="359"/>
                      </a:lnTo>
                      <a:lnTo>
                        <a:pt x="1276" y="367"/>
                      </a:lnTo>
                      <a:lnTo>
                        <a:pt x="1285" y="375"/>
                      </a:lnTo>
                      <a:lnTo>
                        <a:pt x="1291" y="382"/>
                      </a:lnTo>
                      <a:lnTo>
                        <a:pt x="1297" y="387"/>
                      </a:lnTo>
                      <a:lnTo>
                        <a:pt x="1304" y="391"/>
                      </a:lnTo>
                      <a:lnTo>
                        <a:pt x="1312" y="392"/>
                      </a:lnTo>
                      <a:lnTo>
                        <a:pt x="1322" y="392"/>
                      </a:lnTo>
                      <a:lnTo>
                        <a:pt x="1332" y="393"/>
                      </a:lnTo>
                      <a:lnTo>
                        <a:pt x="1342" y="395"/>
                      </a:lnTo>
                      <a:lnTo>
                        <a:pt x="1351" y="399"/>
                      </a:lnTo>
                      <a:lnTo>
                        <a:pt x="1357" y="400"/>
                      </a:lnTo>
                      <a:lnTo>
                        <a:pt x="1363" y="401"/>
                      </a:lnTo>
                      <a:lnTo>
                        <a:pt x="1370" y="403"/>
                      </a:lnTo>
                      <a:lnTo>
                        <a:pt x="1379" y="403"/>
                      </a:lnTo>
                      <a:lnTo>
                        <a:pt x="1387" y="401"/>
                      </a:lnTo>
                      <a:lnTo>
                        <a:pt x="1395" y="399"/>
                      </a:lnTo>
                      <a:lnTo>
                        <a:pt x="1404" y="397"/>
                      </a:lnTo>
                      <a:lnTo>
                        <a:pt x="1412" y="392"/>
                      </a:lnTo>
                      <a:lnTo>
                        <a:pt x="1427" y="382"/>
                      </a:lnTo>
                      <a:lnTo>
                        <a:pt x="1442" y="370"/>
                      </a:lnTo>
                      <a:lnTo>
                        <a:pt x="1455" y="359"/>
                      </a:lnTo>
                      <a:lnTo>
                        <a:pt x="1467" y="348"/>
                      </a:lnTo>
                      <a:lnTo>
                        <a:pt x="1471" y="344"/>
                      </a:lnTo>
                      <a:lnTo>
                        <a:pt x="1476" y="341"/>
                      </a:lnTo>
                      <a:lnTo>
                        <a:pt x="1482" y="338"/>
                      </a:lnTo>
                      <a:lnTo>
                        <a:pt x="1488" y="336"/>
                      </a:lnTo>
                      <a:lnTo>
                        <a:pt x="1500" y="335"/>
                      </a:lnTo>
                      <a:lnTo>
                        <a:pt x="1513" y="336"/>
                      </a:lnTo>
                      <a:lnTo>
                        <a:pt x="1520" y="337"/>
                      </a:lnTo>
                      <a:lnTo>
                        <a:pt x="1526" y="340"/>
                      </a:lnTo>
                      <a:lnTo>
                        <a:pt x="1532" y="342"/>
                      </a:lnTo>
                      <a:lnTo>
                        <a:pt x="1538" y="345"/>
                      </a:lnTo>
                      <a:lnTo>
                        <a:pt x="1547" y="353"/>
                      </a:lnTo>
                      <a:lnTo>
                        <a:pt x="1557" y="360"/>
                      </a:lnTo>
                      <a:lnTo>
                        <a:pt x="1566" y="363"/>
                      </a:lnTo>
                      <a:lnTo>
                        <a:pt x="1574" y="365"/>
                      </a:lnTo>
                      <a:lnTo>
                        <a:pt x="1583" y="363"/>
                      </a:lnTo>
                      <a:lnTo>
                        <a:pt x="1595" y="361"/>
                      </a:lnTo>
                      <a:lnTo>
                        <a:pt x="1607" y="359"/>
                      </a:lnTo>
                      <a:lnTo>
                        <a:pt x="1618" y="359"/>
                      </a:lnTo>
                      <a:lnTo>
                        <a:pt x="1621" y="360"/>
                      </a:lnTo>
                      <a:lnTo>
                        <a:pt x="1625" y="361"/>
                      </a:lnTo>
                      <a:lnTo>
                        <a:pt x="1627" y="363"/>
                      </a:lnTo>
                      <a:lnTo>
                        <a:pt x="1628" y="366"/>
                      </a:lnTo>
                      <a:lnTo>
                        <a:pt x="1631" y="375"/>
                      </a:lnTo>
                      <a:lnTo>
                        <a:pt x="1635" y="386"/>
                      </a:lnTo>
                      <a:lnTo>
                        <a:pt x="1639" y="392"/>
                      </a:lnTo>
                      <a:lnTo>
                        <a:pt x="1643" y="398"/>
                      </a:lnTo>
                      <a:lnTo>
                        <a:pt x="1647" y="404"/>
                      </a:lnTo>
                      <a:lnTo>
                        <a:pt x="1653" y="411"/>
                      </a:lnTo>
                      <a:lnTo>
                        <a:pt x="1663" y="420"/>
                      </a:lnTo>
                      <a:lnTo>
                        <a:pt x="1672" y="430"/>
                      </a:lnTo>
                      <a:lnTo>
                        <a:pt x="1681" y="438"/>
                      </a:lnTo>
                      <a:lnTo>
                        <a:pt x="1688" y="448"/>
                      </a:lnTo>
                      <a:lnTo>
                        <a:pt x="1688" y="450"/>
                      </a:lnTo>
                      <a:lnTo>
                        <a:pt x="1688" y="451"/>
                      </a:lnTo>
                      <a:lnTo>
                        <a:pt x="1687" y="452"/>
                      </a:lnTo>
                      <a:lnTo>
                        <a:pt x="1685" y="452"/>
                      </a:lnTo>
                      <a:lnTo>
                        <a:pt x="1681" y="454"/>
                      </a:lnTo>
                      <a:lnTo>
                        <a:pt x="1677" y="454"/>
                      </a:lnTo>
                      <a:lnTo>
                        <a:pt x="1672" y="455"/>
                      </a:lnTo>
                      <a:lnTo>
                        <a:pt x="1669" y="457"/>
                      </a:lnTo>
                      <a:lnTo>
                        <a:pt x="1664" y="458"/>
                      </a:lnTo>
                      <a:lnTo>
                        <a:pt x="1663" y="462"/>
                      </a:lnTo>
                      <a:lnTo>
                        <a:pt x="1662" y="466"/>
                      </a:lnTo>
                      <a:lnTo>
                        <a:pt x="1660" y="473"/>
                      </a:lnTo>
                      <a:lnTo>
                        <a:pt x="1660" y="481"/>
                      </a:lnTo>
                      <a:lnTo>
                        <a:pt x="1662" y="491"/>
                      </a:lnTo>
                      <a:lnTo>
                        <a:pt x="1663" y="500"/>
                      </a:lnTo>
                      <a:lnTo>
                        <a:pt x="1664" y="510"/>
                      </a:lnTo>
                      <a:lnTo>
                        <a:pt x="1666" y="518"/>
                      </a:lnTo>
                      <a:lnTo>
                        <a:pt x="1670" y="524"/>
                      </a:lnTo>
                      <a:lnTo>
                        <a:pt x="1675" y="534"/>
                      </a:lnTo>
                      <a:lnTo>
                        <a:pt x="1679" y="545"/>
                      </a:lnTo>
                      <a:lnTo>
                        <a:pt x="1682" y="555"/>
                      </a:lnTo>
                      <a:lnTo>
                        <a:pt x="1684" y="567"/>
                      </a:lnTo>
                      <a:lnTo>
                        <a:pt x="1685" y="573"/>
                      </a:lnTo>
                      <a:lnTo>
                        <a:pt x="1687" y="577"/>
                      </a:lnTo>
                      <a:lnTo>
                        <a:pt x="1689" y="583"/>
                      </a:lnTo>
                      <a:lnTo>
                        <a:pt x="1692" y="587"/>
                      </a:lnTo>
                      <a:lnTo>
                        <a:pt x="1697" y="592"/>
                      </a:lnTo>
                      <a:lnTo>
                        <a:pt x="1704" y="596"/>
                      </a:lnTo>
                      <a:lnTo>
                        <a:pt x="1708" y="599"/>
                      </a:lnTo>
                      <a:lnTo>
                        <a:pt x="1711" y="600"/>
                      </a:lnTo>
                      <a:lnTo>
                        <a:pt x="1715" y="600"/>
                      </a:lnTo>
                      <a:lnTo>
                        <a:pt x="1717" y="599"/>
                      </a:lnTo>
                      <a:lnTo>
                        <a:pt x="1723" y="589"/>
                      </a:lnTo>
                      <a:lnTo>
                        <a:pt x="1728" y="578"/>
                      </a:lnTo>
                      <a:lnTo>
                        <a:pt x="1726" y="570"/>
                      </a:lnTo>
                      <a:lnTo>
                        <a:pt x="1725" y="561"/>
                      </a:lnTo>
                      <a:lnTo>
                        <a:pt x="1727" y="559"/>
                      </a:lnTo>
                      <a:lnTo>
                        <a:pt x="1731" y="559"/>
                      </a:lnTo>
                      <a:lnTo>
                        <a:pt x="1739" y="562"/>
                      </a:lnTo>
                      <a:lnTo>
                        <a:pt x="1746" y="565"/>
                      </a:lnTo>
                      <a:lnTo>
                        <a:pt x="1748" y="567"/>
                      </a:lnTo>
                      <a:lnTo>
                        <a:pt x="1752" y="568"/>
                      </a:lnTo>
                      <a:lnTo>
                        <a:pt x="1754" y="568"/>
                      </a:lnTo>
                      <a:lnTo>
                        <a:pt x="1757" y="565"/>
                      </a:lnTo>
                      <a:lnTo>
                        <a:pt x="1763" y="562"/>
                      </a:lnTo>
                      <a:lnTo>
                        <a:pt x="1770" y="559"/>
                      </a:lnTo>
                      <a:lnTo>
                        <a:pt x="1777" y="559"/>
                      </a:lnTo>
                      <a:lnTo>
                        <a:pt x="1784" y="561"/>
                      </a:lnTo>
                      <a:lnTo>
                        <a:pt x="1792" y="561"/>
                      </a:lnTo>
                      <a:lnTo>
                        <a:pt x="1801" y="561"/>
                      </a:lnTo>
                      <a:lnTo>
                        <a:pt x="1809" y="562"/>
                      </a:lnTo>
                      <a:lnTo>
                        <a:pt x="1816" y="564"/>
                      </a:lnTo>
                      <a:lnTo>
                        <a:pt x="1828" y="571"/>
                      </a:lnTo>
                      <a:lnTo>
                        <a:pt x="1839" y="577"/>
                      </a:lnTo>
                      <a:lnTo>
                        <a:pt x="1842" y="578"/>
                      </a:lnTo>
                      <a:lnTo>
                        <a:pt x="1846" y="581"/>
                      </a:lnTo>
                      <a:lnTo>
                        <a:pt x="1847" y="582"/>
                      </a:lnTo>
                      <a:lnTo>
                        <a:pt x="1848" y="583"/>
                      </a:lnTo>
                      <a:lnTo>
                        <a:pt x="1848" y="584"/>
                      </a:lnTo>
                      <a:lnTo>
                        <a:pt x="1847" y="586"/>
                      </a:lnTo>
                      <a:lnTo>
                        <a:pt x="1837" y="594"/>
                      </a:lnTo>
                      <a:lnTo>
                        <a:pt x="1829" y="602"/>
                      </a:lnTo>
                      <a:lnTo>
                        <a:pt x="1828" y="606"/>
                      </a:lnTo>
                      <a:lnTo>
                        <a:pt x="1827" y="611"/>
                      </a:lnTo>
                      <a:lnTo>
                        <a:pt x="1827" y="614"/>
                      </a:lnTo>
                      <a:lnTo>
                        <a:pt x="1827" y="619"/>
                      </a:lnTo>
                      <a:lnTo>
                        <a:pt x="1828" y="624"/>
                      </a:lnTo>
                      <a:lnTo>
                        <a:pt x="1830" y="628"/>
                      </a:lnTo>
                      <a:lnTo>
                        <a:pt x="1833" y="633"/>
                      </a:lnTo>
                      <a:lnTo>
                        <a:pt x="1836" y="638"/>
                      </a:lnTo>
                      <a:lnTo>
                        <a:pt x="1847" y="649"/>
                      </a:lnTo>
                      <a:lnTo>
                        <a:pt x="1859" y="663"/>
                      </a:lnTo>
                      <a:lnTo>
                        <a:pt x="1871" y="676"/>
                      </a:lnTo>
                      <a:lnTo>
                        <a:pt x="1880" y="687"/>
                      </a:lnTo>
                      <a:lnTo>
                        <a:pt x="1885" y="693"/>
                      </a:lnTo>
                      <a:lnTo>
                        <a:pt x="1889" y="700"/>
                      </a:lnTo>
                      <a:lnTo>
                        <a:pt x="1891" y="706"/>
                      </a:lnTo>
                      <a:lnTo>
                        <a:pt x="1892" y="712"/>
                      </a:lnTo>
                      <a:lnTo>
                        <a:pt x="1893" y="719"/>
                      </a:lnTo>
                      <a:lnTo>
                        <a:pt x="1896" y="726"/>
                      </a:lnTo>
                      <a:lnTo>
                        <a:pt x="1897" y="729"/>
                      </a:lnTo>
                      <a:lnTo>
                        <a:pt x="1899" y="732"/>
                      </a:lnTo>
                      <a:lnTo>
                        <a:pt x="1900" y="734"/>
                      </a:lnTo>
                      <a:lnTo>
                        <a:pt x="1904" y="737"/>
                      </a:lnTo>
                      <a:lnTo>
                        <a:pt x="1909" y="738"/>
                      </a:lnTo>
                      <a:lnTo>
                        <a:pt x="1915" y="737"/>
                      </a:lnTo>
                      <a:lnTo>
                        <a:pt x="1921" y="735"/>
                      </a:lnTo>
                      <a:lnTo>
                        <a:pt x="1927" y="733"/>
                      </a:lnTo>
                      <a:lnTo>
                        <a:pt x="1930" y="733"/>
                      </a:lnTo>
                      <a:lnTo>
                        <a:pt x="1933" y="734"/>
                      </a:lnTo>
                      <a:lnTo>
                        <a:pt x="1934" y="735"/>
                      </a:lnTo>
                      <a:lnTo>
                        <a:pt x="1936" y="738"/>
                      </a:lnTo>
                      <a:lnTo>
                        <a:pt x="1939" y="744"/>
                      </a:lnTo>
                      <a:lnTo>
                        <a:pt x="1941" y="750"/>
                      </a:lnTo>
                      <a:lnTo>
                        <a:pt x="1944" y="757"/>
                      </a:lnTo>
                      <a:lnTo>
                        <a:pt x="1952" y="765"/>
                      </a:lnTo>
                      <a:lnTo>
                        <a:pt x="1956" y="769"/>
                      </a:lnTo>
                      <a:lnTo>
                        <a:pt x="1961" y="771"/>
                      </a:lnTo>
                      <a:lnTo>
                        <a:pt x="1968" y="772"/>
                      </a:lnTo>
                      <a:lnTo>
                        <a:pt x="1975" y="772"/>
                      </a:lnTo>
                      <a:lnTo>
                        <a:pt x="1984" y="771"/>
                      </a:lnTo>
                      <a:lnTo>
                        <a:pt x="1992" y="769"/>
                      </a:lnTo>
                      <a:lnTo>
                        <a:pt x="1999" y="765"/>
                      </a:lnTo>
                      <a:lnTo>
                        <a:pt x="2006" y="762"/>
                      </a:lnTo>
                      <a:lnTo>
                        <a:pt x="2019" y="753"/>
                      </a:lnTo>
                      <a:lnTo>
                        <a:pt x="2029" y="747"/>
                      </a:lnTo>
                      <a:lnTo>
                        <a:pt x="2032" y="744"/>
                      </a:lnTo>
                      <a:lnTo>
                        <a:pt x="2034" y="741"/>
                      </a:lnTo>
                      <a:lnTo>
                        <a:pt x="2035" y="739"/>
                      </a:lnTo>
                      <a:lnTo>
                        <a:pt x="2035" y="735"/>
                      </a:lnTo>
                      <a:lnTo>
                        <a:pt x="2032" y="731"/>
                      </a:lnTo>
                      <a:lnTo>
                        <a:pt x="2029" y="723"/>
                      </a:lnTo>
                      <a:lnTo>
                        <a:pt x="2025" y="712"/>
                      </a:lnTo>
                      <a:lnTo>
                        <a:pt x="2023" y="695"/>
                      </a:lnTo>
                      <a:lnTo>
                        <a:pt x="2023" y="679"/>
                      </a:lnTo>
                      <a:lnTo>
                        <a:pt x="2023" y="669"/>
                      </a:lnTo>
                      <a:lnTo>
                        <a:pt x="2023" y="662"/>
                      </a:lnTo>
                      <a:lnTo>
                        <a:pt x="2021" y="655"/>
                      </a:lnTo>
                      <a:lnTo>
                        <a:pt x="2017" y="649"/>
                      </a:lnTo>
                      <a:lnTo>
                        <a:pt x="2012" y="644"/>
                      </a:lnTo>
                      <a:lnTo>
                        <a:pt x="2009" y="639"/>
                      </a:lnTo>
                      <a:lnTo>
                        <a:pt x="2006" y="634"/>
                      </a:lnTo>
                      <a:lnTo>
                        <a:pt x="2007" y="632"/>
                      </a:lnTo>
                      <a:lnTo>
                        <a:pt x="2009" y="631"/>
                      </a:lnTo>
                      <a:lnTo>
                        <a:pt x="2010" y="630"/>
                      </a:lnTo>
                      <a:lnTo>
                        <a:pt x="2013" y="630"/>
                      </a:lnTo>
                      <a:lnTo>
                        <a:pt x="2022" y="632"/>
                      </a:lnTo>
                      <a:lnTo>
                        <a:pt x="2031" y="633"/>
                      </a:lnTo>
                      <a:lnTo>
                        <a:pt x="2035" y="633"/>
                      </a:lnTo>
                      <a:lnTo>
                        <a:pt x="2040" y="632"/>
                      </a:lnTo>
                      <a:lnTo>
                        <a:pt x="2043" y="630"/>
                      </a:lnTo>
                      <a:lnTo>
                        <a:pt x="2046" y="626"/>
                      </a:lnTo>
                      <a:lnTo>
                        <a:pt x="2049" y="616"/>
                      </a:lnTo>
                      <a:lnTo>
                        <a:pt x="2054" y="605"/>
                      </a:lnTo>
                      <a:lnTo>
                        <a:pt x="2059" y="593"/>
                      </a:lnTo>
                      <a:lnTo>
                        <a:pt x="2063" y="584"/>
                      </a:lnTo>
                      <a:lnTo>
                        <a:pt x="2069" y="577"/>
                      </a:lnTo>
                      <a:lnTo>
                        <a:pt x="2078" y="569"/>
                      </a:lnTo>
                      <a:lnTo>
                        <a:pt x="2085" y="562"/>
                      </a:lnTo>
                      <a:lnTo>
                        <a:pt x="2091" y="558"/>
                      </a:lnTo>
                      <a:lnTo>
                        <a:pt x="2094" y="558"/>
                      </a:lnTo>
                      <a:lnTo>
                        <a:pt x="2097" y="559"/>
                      </a:lnTo>
                      <a:lnTo>
                        <a:pt x="2100" y="562"/>
                      </a:lnTo>
                      <a:lnTo>
                        <a:pt x="2103" y="564"/>
                      </a:lnTo>
                      <a:lnTo>
                        <a:pt x="2111" y="571"/>
                      </a:lnTo>
                      <a:lnTo>
                        <a:pt x="2118" y="578"/>
                      </a:lnTo>
                      <a:lnTo>
                        <a:pt x="2124" y="587"/>
                      </a:lnTo>
                      <a:lnTo>
                        <a:pt x="2129" y="596"/>
                      </a:lnTo>
                      <a:lnTo>
                        <a:pt x="2133" y="608"/>
                      </a:lnTo>
                      <a:lnTo>
                        <a:pt x="2136" y="621"/>
                      </a:lnTo>
                      <a:lnTo>
                        <a:pt x="2137" y="639"/>
                      </a:lnTo>
                      <a:lnTo>
                        <a:pt x="2139" y="660"/>
                      </a:lnTo>
                      <a:lnTo>
                        <a:pt x="2142" y="671"/>
                      </a:lnTo>
                      <a:lnTo>
                        <a:pt x="2143" y="681"/>
                      </a:lnTo>
                      <a:lnTo>
                        <a:pt x="2147" y="689"/>
                      </a:lnTo>
                      <a:lnTo>
                        <a:pt x="2150" y="695"/>
                      </a:lnTo>
                      <a:lnTo>
                        <a:pt x="2167" y="713"/>
                      </a:lnTo>
                      <a:lnTo>
                        <a:pt x="2180" y="729"/>
                      </a:lnTo>
                      <a:lnTo>
                        <a:pt x="2185" y="740"/>
                      </a:lnTo>
                      <a:lnTo>
                        <a:pt x="2189" y="754"/>
                      </a:lnTo>
                      <a:lnTo>
                        <a:pt x="2194" y="769"/>
                      </a:lnTo>
                      <a:lnTo>
                        <a:pt x="2200" y="781"/>
                      </a:lnTo>
                      <a:lnTo>
                        <a:pt x="2208" y="789"/>
                      </a:lnTo>
                      <a:lnTo>
                        <a:pt x="2216" y="795"/>
                      </a:lnTo>
                      <a:lnTo>
                        <a:pt x="2225" y="798"/>
                      </a:lnTo>
                      <a:lnTo>
                        <a:pt x="2236" y="802"/>
                      </a:lnTo>
                      <a:lnTo>
                        <a:pt x="2242" y="803"/>
                      </a:lnTo>
                      <a:lnTo>
                        <a:pt x="2246" y="804"/>
                      </a:lnTo>
                      <a:lnTo>
                        <a:pt x="2251" y="807"/>
                      </a:lnTo>
                      <a:lnTo>
                        <a:pt x="2256" y="809"/>
                      </a:lnTo>
                      <a:lnTo>
                        <a:pt x="2261" y="813"/>
                      </a:lnTo>
                      <a:lnTo>
                        <a:pt x="2264" y="817"/>
                      </a:lnTo>
                      <a:lnTo>
                        <a:pt x="2268" y="822"/>
                      </a:lnTo>
                      <a:lnTo>
                        <a:pt x="2270" y="827"/>
                      </a:lnTo>
                      <a:lnTo>
                        <a:pt x="2276" y="841"/>
                      </a:lnTo>
                      <a:lnTo>
                        <a:pt x="2283" y="858"/>
                      </a:lnTo>
                      <a:lnTo>
                        <a:pt x="2290" y="874"/>
                      </a:lnTo>
                      <a:lnTo>
                        <a:pt x="2298" y="889"/>
                      </a:lnTo>
                      <a:lnTo>
                        <a:pt x="2302" y="901"/>
                      </a:lnTo>
                      <a:lnTo>
                        <a:pt x="2307" y="911"/>
                      </a:lnTo>
                      <a:lnTo>
                        <a:pt x="2309" y="915"/>
                      </a:lnTo>
                      <a:lnTo>
                        <a:pt x="2314" y="917"/>
                      </a:lnTo>
                      <a:lnTo>
                        <a:pt x="2319" y="917"/>
                      </a:lnTo>
                      <a:lnTo>
                        <a:pt x="2327" y="915"/>
                      </a:lnTo>
                      <a:lnTo>
                        <a:pt x="2331" y="914"/>
                      </a:lnTo>
                      <a:lnTo>
                        <a:pt x="2334" y="912"/>
                      </a:lnTo>
                      <a:lnTo>
                        <a:pt x="2338" y="912"/>
                      </a:lnTo>
                      <a:lnTo>
                        <a:pt x="2342" y="914"/>
                      </a:lnTo>
                      <a:lnTo>
                        <a:pt x="2347" y="916"/>
                      </a:lnTo>
                      <a:lnTo>
                        <a:pt x="2352" y="920"/>
                      </a:lnTo>
                      <a:lnTo>
                        <a:pt x="2357" y="924"/>
                      </a:lnTo>
                      <a:lnTo>
                        <a:pt x="2361" y="928"/>
                      </a:lnTo>
                      <a:lnTo>
                        <a:pt x="2365" y="929"/>
                      </a:lnTo>
                      <a:lnTo>
                        <a:pt x="2369" y="929"/>
                      </a:lnTo>
                      <a:lnTo>
                        <a:pt x="2387" y="914"/>
                      </a:lnTo>
                      <a:lnTo>
                        <a:pt x="2399" y="901"/>
                      </a:lnTo>
                      <a:lnTo>
                        <a:pt x="2405" y="899"/>
                      </a:lnTo>
                      <a:lnTo>
                        <a:pt x="2409" y="899"/>
                      </a:lnTo>
                      <a:lnTo>
                        <a:pt x="2413" y="901"/>
                      </a:lnTo>
                      <a:lnTo>
                        <a:pt x="2419" y="901"/>
                      </a:lnTo>
                      <a:lnTo>
                        <a:pt x="2421" y="902"/>
                      </a:lnTo>
                      <a:lnTo>
                        <a:pt x="2425" y="901"/>
                      </a:lnTo>
                      <a:lnTo>
                        <a:pt x="2428" y="899"/>
                      </a:lnTo>
                      <a:lnTo>
                        <a:pt x="2431" y="897"/>
                      </a:lnTo>
                      <a:lnTo>
                        <a:pt x="2432" y="893"/>
                      </a:lnTo>
                      <a:lnTo>
                        <a:pt x="2432" y="890"/>
                      </a:lnTo>
                      <a:lnTo>
                        <a:pt x="2432" y="885"/>
                      </a:lnTo>
                      <a:lnTo>
                        <a:pt x="2429" y="880"/>
                      </a:lnTo>
                      <a:lnTo>
                        <a:pt x="2425" y="870"/>
                      </a:lnTo>
                      <a:lnTo>
                        <a:pt x="2420" y="858"/>
                      </a:lnTo>
                      <a:lnTo>
                        <a:pt x="2416" y="845"/>
                      </a:lnTo>
                      <a:lnTo>
                        <a:pt x="2414" y="833"/>
                      </a:lnTo>
                      <a:lnTo>
                        <a:pt x="2414" y="827"/>
                      </a:lnTo>
                      <a:lnTo>
                        <a:pt x="2415" y="821"/>
                      </a:lnTo>
                      <a:lnTo>
                        <a:pt x="2418" y="816"/>
                      </a:lnTo>
                      <a:lnTo>
                        <a:pt x="2420" y="811"/>
                      </a:lnTo>
                      <a:lnTo>
                        <a:pt x="2425" y="807"/>
                      </a:lnTo>
                      <a:lnTo>
                        <a:pt x="2429" y="803"/>
                      </a:lnTo>
                      <a:lnTo>
                        <a:pt x="2437" y="800"/>
                      </a:lnTo>
                      <a:lnTo>
                        <a:pt x="2443" y="798"/>
                      </a:lnTo>
                      <a:lnTo>
                        <a:pt x="2450" y="796"/>
                      </a:lnTo>
                      <a:lnTo>
                        <a:pt x="2457" y="792"/>
                      </a:lnTo>
                      <a:lnTo>
                        <a:pt x="2463" y="788"/>
                      </a:lnTo>
                      <a:lnTo>
                        <a:pt x="2470" y="782"/>
                      </a:lnTo>
                      <a:lnTo>
                        <a:pt x="2481" y="771"/>
                      </a:lnTo>
                      <a:lnTo>
                        <a:pt x="2491" y="760"/>
                      </a:lnTo>
                      <a:lnTo>
                        <a:pt x="2497" y="757"/>
                      </a:lnTo>
                      <a:lnTo>
                        <a:pt x="2503" y="753"/>
                      </a:lnTo>
                      <a:lnTo>
                        <a:pt x="2509" y="751"/>
                      </a:lnTo>
                      <a:lnTo>
                        <a:pt x="2515" y="750"/>
                      </a:lnTo>
                      <a:lnTo>
                        <a:pt x="2528" y="747"/>
                      </a:lnTo>
                      <a:lnTo>
                        <a:pt x="2540" y="746"/>
                      </a:lnTo>
                      <a:lnTo>
                        <a:pt x="2551" y="744"/>
                      </a:lnTo>
                      <a:lnTo>
                        <a:pt x="2560" y="741"/>
                      </a:lnTo>
                      <a:lnTo>
                        <a:pt x="2564" y="739"/>
                      </a:lnTo>
                      <a:lnTo>
                        <a:pt x="2566" y="735"/>
                      </a:lnTo>
                      <a:lnTo>
                        <a:pt x="2569" y="732"/>
                      </a:lnTo>
                      <a:lnTo>
                        <a:pt x="2571" y="727"/>
                      </a:lnTo>
                      <a:lnTo>
                        <a:pt x="2571" y="716"/>
                      </a:lnTo>
                      <a:lnTo>
                        <a:pt x="2571" y="706"/>
                      </a:lnTo>
                      <a:lnTo>
                        <a:pt x="2571" y="700"/>
                      </a:lnTo>
                      <a:lnTo>
                        <a:pt x="2573" y="694"/>
                      </a:lnTo>
                      <a:lnTo>
                        <a:pt x="2576" y="688"/>
                      </a:lnTo>
                      <a:lnTo>
                        <a:pt x="2580" y="682"/>
                      </a:lnTo>
                      <a:lnTo>
                        <a:pt x="2586" y="677"/>
                      </a:lnTo>
                      <a:lnTo>
                        <a:pt x="2594" y="672"/>
                      </a:lnTo>
                      <a:lnTo>
                        <a:pt x="2599" y="669"/>
                      </a:lnTo>
                      <a:lnTo>
                        <a:pt x="2607" y="668"/>
                      </a:lnTo>
                      <a:lnTo>
                        <a:pt x="2614" y="666"/>
                      </a:lnTo>
                      <a:lnTo>
                        <a:pt x="2619" y="668"/>
                      </a:lnTo>
                      <a:lnTo>
                        <a:pt x="2624" y="670"/>
                      </a:lnTo>
                      <a:lnTo>
                        <a:pt x="2628" y="672"/>
                      </a:lnTo>
                      <a:lnTo>
                        <a:pt x="2633" y="682"/>
                      </a:lnTo>
                      <a:lnTo>
                        <a:pt x="2635" y="691"/>
                      </a:lnTo>
                      <a:lnTo>
                        <a:pt x="2638" y="701"/>
                      </a:lnTo>
                      <a:lnTo>
                        <a:pt x="2641" y="712"/>
                      </a:lnTo>
                      <a:lnTo>
                        <a:pt x="2643" y="716"/>
                      </a:lnTo>
                      <a:lnTo>
                        <a:pt x="2647" y="721"/>
                      </a:lnTo>
                      <a:lnTo>
                        <a:pt x="2652" y="726"/>
                      </a:lnTo>
                      <a:lnTo>
                        <a:pt x="2657" y="728"/>
                      </a:lnTo>
                      <a:lnTo>
                        <a:pt x="2661" y="731"/>
                      </a:lnTo>
                      <a:lnTo>
                        <a:pt x="2666" y="731"/>
                      </a:lnTo>
                      <a:lnTo>
                        <a:pt x="2668" y="731"/>
                      </a:lnTo>
                      <a:lnTo>
                        <a:pt x="2670" y="729"/>
                      </a:lnTo>
                      <a:lnTo>
                        <a:pt x="2671" y="727"/>
                      </a:lnTo>
                      <a:lnTo>
                        <a:pt x="2672" y="726"/>
                      </a:lnTo>
                      <a:lnTo>
                        <a:pt x="2678" y="713"/>
                      </a:lnTo>
                      <a:lnTo>
                        <a:pt x="2685" y="697"/>
                      </a:lnTo>
                      <a:lnTo>
                        <a:pt x="2695" y="682"/>
                      </a:lnTo>
                      <a:lnTo>
                        <a:pt x="2701" y="669"/>
                      </a:lnTo>
                      <a:lnTo>
                        <a:pt x="2706" y="657"/>
                      </a:lnTo>
                      <a:lnTo>
                        <a:pt x="2714" y="646"/>
                      </a:lnTo>
                      <a:lnTo>
                        <a:pt x="2718" y="637"/>
                      </a:lnTo>
                      <a:lnTo>
                        <a:pt x="2722" y="632"/>
                      </a:lnTo>
                      <a:lnTo>
                        <a:pt x="2724" y="631"/>
                      </a:lnTo>
                      <a:lnTo>
                        <a:pt x="2725" y="631"/>
                      </a:lnTo>
                      <a:lnTo>
                        <a:pt x="2725" y="633"/>
                      </a:lnTo>
                      <a:lnTo>
                        <a:pt x="2727" y="636"/>
                      </a:lnTo>
                      <a:lnTo>
                        <a:pt x="2728" y="643"/>
                      </a:lnTo>
                      <a:lnTo>
                        <a:pt x="2729" y="652"/>
                      </a:lnTo>
                      <a:lnTo>
                        <a:pt x="2731" y="662"/>
                      </a:lnTo>
                      <a:lnTo>
                        <a:pt x="2735" y="672"/>
                      </a:lnTo>
                      <a:lnTo>
                        <a:pt x="2741" y="682"/>
                      </a:lnTo>
                      <a:lnTo>
                        <a:pt x="2745" y="691"/>
                      </a:lnTo>
                      <a:lnTo>
                        <a:pt x="2748" y="700"/>
                      </a:lnTo>
                      <a:lnTo>
                        <a:pt x="2749" y="708"/>
                      </a:lnTo>
                      <a:lnTo>
                        <a:pt x="2752" y="718"/>
                      </a:lnTo>
                      <a:lnTo>
                        <a:pt x="2753" y="727"/>
                      </a:lnTo>
                      <a:lnTo>
                        <a:pt x="2754" y="739"/>
                      </a:lnTo>
                      <a:lnTo>
                        <a:pt x="2755" y="751"/>
                      </a:lnTo>
                      <a:lnTo>
                        <a:pt x="2756" y="756"/>
                      </a:lnTo>
                      <a:lnTo>
                        <a:pt x="2758" y="759"/>
                      </a:lnTo>
                      <a:lnTo>
                        <a:pt x="2760" y="762"/>
                      </a:lnTo>
                      <a:lnTo>
                        <a:pt x="2762" y="760"/>
                      </a:lnTo>
                      <a:lnTo>
                        <a:pt x="2767" y="758"/>
                      </a:lnTo>
                      <a:lnTo>
                        <a:pt x="2771" y="758"/>
                      </a:lnTo>
                      <a:lnTo>
                        <a:pt x="2775" y="758"/>
                      </a:lnTo>
                      <a:lnTo>
                        <a:pt x="2780" y="760"/>
                      </a:lnTo>
                      <a:lnTo>
                        <a:pt x="2787" y="772"/>
                      </a:lnTo>
                      <a:lnTo>
                        <a:pt x="2794" y="785"/>
                      </a:lnTo>
                      <a:lnTo>
                        <a:pt x="2797" y="789"/>
                      </a:lnTo>
                      <a:lnTo>
                        <a:pt x="2800" y="792"/>
                      </a:lnTo>
                      <a:lnTo>
                        <a:pt x="2805" y="794"/>
                      </a:lnTo>
                      <a:lnTo>
                        <a:pt x="2809" y="796"/>
                      </a:lnTo>
                      <a:lnTo>
                        <a:pt x="2817" y="797"/>
                      </a:lnTo>
                      <a:lnTo>
                        <a:pt x="2824" y="797"/>
                      </a:lnTo>
                      <a:lnTo>
                        <a:pt x="2831" y="797"/>
                      </a:lnTo>
                      <a:lnTo>
                        <a:pt x="2838" y="798"/>
                      </a:lnTo>
                      <a:lnTo>
                        <a:pt x="2846" y="801"/>
                      </a:lnTo>
                      <a:lnTo>
                        <a:pt x="2851" y="805"/>
                      </a:lnTo>
                      <a:lnTo>
                        <a:pt x="2859" y="813"/>
                      </a:lnTo>
                      <a:lnTo>
                        <a:pt x="2867" y="817"/>
                      </a:lnTo>
                      <a:lnTo>
                        <a:pt x="2876" y="822"/>
                      </a:lnTo>
                      <a:lnTo>
                        <a:pt x="2887" y="826"/>
                      </a:lnTo>
                      <a:lnTo>
                        <a:pt x="2898" y="830"/>
                      </a:lnTo>
                      <a:lnTo>
                        <a:pt x="2909" y="838"/>
                      </a:lnTo>
                      <a:lnTo>
                        <a:pt x="2918" y="845"/>
                      </a:lnTo>
                      <a:lnTo>
                        <a:pt x="2928" y="853"/>
                      </a:lnTo>
                      <a:lnTo>
                        <a:pt x="2931" y="855"/>
                      </a:lnTo>
                      <a:lnTo>
                        <a:pt x="2936" y="858"/>
                      </a:lnTo>
                      <a:lnTo>
                        <a:pt x="2941" y="858"/>
                      </a:lnTo>
                      <a:lnTo>
                        <a:pt x="2944" y="858"/>
                      </a:lnTo>
                      <a:lnTo>
                        <a:pt x="2948" y="857"/>
                      </a:lnTo>
                      <a:lnTo>
                        <a:pt x="2951" y="854"/>
                      </a:lnTo>
                      <a:lnTo>
                        <a:pt x="2954" y="851"/>
                      </a:lnTo>
                      <a:lnTo>
                        <a:pt x="2956" y="847"/>
                      </a:lnTo>
                      <a:lnTo>
                        <a:pt x="2961" y="835"/>
                      </a:lnTo>
                      <a:lnTo>
                        <a:pt x="2968" y="823"/>
                      </a:lnTo>
                      <a:lnTo>
                        <a:pt x="2969" y="821"/>
                      </a:lnTo>
                      <a:lnTo>
                        <a:pt x="2972" y="820"/>
                      </a:lnTo>
                      <a:lnTo>
                        <a:pt x="2973" y="820"/>
                      </a:lnTo>
                      <a:lnTo>
                        <a:pt x="2975" y="820"/>
                      </a:lnTo>
                      <a:lnTo>
                        <a:pt x="2980" y="822"/>
                      </a:lnTo>
                      <a:lnTo>
                        <a:pt x="2985" y="826"/>
                      </a:lnTo>
                      <a:lnTo>
                        <a:pt x="2999" y="838"/>
                      </a:lnTo>
                      <a:lnTo>
                        <a:pt x="3013" y="849"/>
                      </a:lnTo>
                      <a:lnTo>
                        <a:pt x="3017" y="853"/>
                      </a:lnTo>
                      <a:lnTo>
                        <a:pt x="3020" y="854"/>
                      </a:lnTo>
                      <a:lnTo>
                        <a:pt x="3023" y="854"/>
                      </a:lnTo>
                      <a:lnTo>
                        <a:pt x="3025" y="854"/>
                      </a:lnTo>
                      <a:lnTo>
                        <a:pt x="3029" y="851"/>
                      </a:lnTo>
                      <a:lnTo>
                        <a:pt x="3033" y="846"/>
                      </a:lnTo>
                      <a:lnTo>
                        <a:pt x="3039" y="840"/>
                      </a:lnTo>
                      <a:lnTo>
                        <a:pt x="3046" y="833"/>
                      </a:lnTo>
                      <a:lnTo>
                        <a:pt x="3051" y="829"/>
                      </a:lnTo>
                      <a:lnTo>
                        <a:pt x="3055" y="826"/>
                      </a:lnTo>
                      <a:lnTo>
                        <a:pt x="3060" y="823"/>
                      </a:lnTo>
                      <a:lnTo>
                        <a:pt x="3062" y="822"/>
                      </a:lnTo>
                      <a:lnTo>
                        <a:pt x="3064" y="826"/>
                      </a:lnTo>
                      <a:lnTo>
                        <a:pt x="3067" y="833"/>
                      </a:lnTo>
                      <a:close/>
                    </a:path>
                  </a:pathLst>
                </a:custGeom>
                <a:solidFill>
                  <a:srgbClr val="DDEBF7"/>
                </a:solidFill>
                <a:ln w="9525">
                  <a:solidFill>
                    <a:srgbClr val="AFABAB"/>
                  </a:solidFill>
                  <a:round/>
                  <a:headEnd/>
                  <a:tailEnd/>
                </a:ln>
              </p:spPr>
              <p:txBody>
                <a:bodyPr/>
                <a:lstStyle/>
                <a:p>
                  <a:endParaRPr lang="zh-CN" altLang="en-US"/>
                </a:p>
              </p:txBody>
            </p:sp>
            <p:sp>
              <p:nvSpPr>
                <p:cNvPr id="44" name="湖南">
                  <a:extLst>
                    <a:ext uri="{FF2B5EF4-FFF2-40B4-BE49-F238E27FC236}">
                      <a16:creationId xmlns:a16="http://schemas.microsoft.com/office/drawing/2014/main" id="{65954C34-0D0B-4DA5-AFDC-678BDB2CAE7B}"/>
                    </a:ext>
                  </a:extLst>
                </p:cNvPr>
                <p:cNvSpPr>
                  <a:spLocks/>
                </p:cNvSpPr>
                <p:nvPr/>
              </p:nvSpPr>
              <p:spPr bwMode="auto">
                <a:xfrm>
                  <a:off x="3009937" y="2771920"/>
                  <a:ext cx="552457" cy="628683"/>
                </a:xfrm>
                <a:custGeom>
                  <a:avLst/>
                  <a:gdLst>
                    <a:gd name="T0" fmla="*/ 2147483646 w 2092"/>
                    <a:gd name="T1" fmla="*/ 2147483646 h 2386"/>
                    <a:gd name="T2" fmla="*/ 2147483646 w 2092"/>
                    <a:gd name="T3" fmla="*/ 2147483646 h 2386"/>
                    <a:gd name="T4" fmla="*/ 2147483646 w 2092"/>
                    <a:gd name="T5" fmla="*/ 2147483646 h 2386"/>
                    <a:gd name="T6" fmla="*/ 2147483646 w 2092"/>
                    <a:gd name="T7" fmla="*/ 2147483646 h 2386"/>
                    <a:gd name="T8" fmla="*/ 2147483646 w 2092"/>
                    <a:gd name="T9" fmla="*/ 2147483646 h 2386"/>
                    <a:gd name="T10" fmla="*/ 2147483646 w 2092"/>
                    <a:gd name="T11" fmla="*/ 2147483646 h 2386"/>
                    <a:gd name="T12" fmla="*/ 2147483646 w 2092"/>
                    <a:gd name="T13" fmla="*/ 2147483646 h 2386"/>
                    <a:gd name="T14" fmla="*/ 2147483646 w 2092"/>
                    <a:gd name="T15" fmla="*/ 2147483646 h 2386"/>
                    <a:gd name="T16" fmla="*/ 2147483646 w 2092"/>
                    <a:gd name="T17" fmla="*/ 2147483646 h 2386"/>
                    <a:gd name="T18" fmla="*/ 2147483646 w 2092"/>
                    <a:gd name="T19" fmla="*/ 2147483646 h 2386"/>
                    <a:gd name="T20" fmla="*/ 2147483646 w 2092"/>
                    <a:gd name="T21" fmla="*/ 2147483646 h 2386"/>
                    <a:gd name="T22" fmla="*/ 2147483646 w 2092"/>
                    <a:gd name="T23" fmla="*/ 2147483646 h 2386"/>
                    <a:gd name="T24" fmla="*/ 2147483646 w 2092"/>
                    <a:gd name="T25" fmla="*/ 2147483646 h 2386"/>
                    <a:gd name="T26" fmla="*/ 2147483646 w 2092"/>
                    <a:gd name="T27" fmla="*/ 2147483646 h 2386"/>
                    <a:gd name="T28" fmla="*/ 2147483646 w 2092"/>
                    <a:gd name="T29" fmla="*/ 2147483646 h 2386"/>
                    <a:gd name="T30" fmla="*/ 2147483646 w 2092"/>
                    <a:gd name="T31" fmla="*/ 2147483646 h 2386"/>
                    <a:gd name="T32" fmla="*/ 2147483646 w 2092"/>
                    <a:gd name="T33" fmla="*/ 2147483646 h 2386"/>
                    <a:gd name="T34" fmla="*/ 2147483646 w 2092"/>
                    <a:gd name="T35" fmla="*/ 2147483646 h 2386"/>
                    <a:gd name="T36" fmla="*/ 2147483646 w 2092"/>
                    <a:gd name="T37" fmla="*/ 2147483646 h 2386"/>
                    <a:gd name="T38" fmla="*/ 2147483646 w 2092"/>
                    <a:gd name="T39" fmla="*/ 2147483646 h 2386"/>
                    <a:gd name="T40" fmla="*/ 2147483646 w 2092"/>
                    <a:gd name="T41" fmla="*/ 2147483646 h 2386"/>
                    <a:gd name="T42" fmla="*/ 2147483646 w 2092"/>
                    <a:gd name="T43" fmla="*/ 2147483646 h 2386"/>
                    <a:gd name="T44" fmla="*/ 2147483646 w 2092"/>
                    <a:gd name="T45" fmla="*/ 2147483646 h 2386"/>
                    <a:gd name="T46" fmla="*/ 2147483646 w 2092"/>
                    <a:gd name="T47" fmla="*/ 2147483646 h 2386"/>
                    <a:gd name="T48" fmla="*/ 2147483646 w 2092"/>
                    <a:gd name="T49" fmla="*/ 2147483646 h 2386"/>
                    <a:gd name="T50" fmla="*/ 2147483646 w 2092"/>
                    <a:gd name="T51" fmla="*/ 2147483646 h 2386"/>
                    <a:gd name="T52" fmla="*/ 2147483646 w 2092"/>
                    <a:gd name="T53" fmla="*/ 2147483646 h 2386"/>
                    <a:gd name="T54" fmla="*/ 2147483646 w 2092"/>
                    <a:gd name="T55" fmla="*/ 2147483646 h 2386"/>
                    <a:gd name="T56" fmla="*/ 2147483646 w 2092"/>
                    <a:gd name="T57" fmla="*/ 2147483646 h 2386"/>
                    <a:gd name="T58" fmla="*/ 2147483646 w 2092"/>
                    <a:gd name="T59" fmla="*/ 2147483646 h 2386"/>
                    <a:gd name="T60" fmla="*/ 2147483646 w 2092"/>
                    <a:gd name="T61" fmla="*/ 2147483646 h 2386"/>
                    <a:gd name="T62" fmla="*/ 2147483646 w 2092"/>
                    <a:gd name="T63" fmla="*/ 2147483646 h 2386"/>
                    <a:gd name="T64" fmla="*/ 2147483646 w 2092"/>
                    <a:gd name="T65" fmla="*/ 2147483646 h 2386"/>
                    <a:gd name="T66" fmla="*/ 2147483646 w 2092"/>
                    <a:gd name="T67" fmla="*/ 2147483646 h 2386"/>
                    <a:gd name="T68" fmla="*/ 2147483646 w 2092"/>
                    <a:gd name="T69" fmla="*/ 2147483646 h 2386"/>
                    <a:gd name="T70" fmla="*/ 2147483646 w 2092"/>
                    <a:gd name="T71" fmla="*/ 2147483646 h 2386"/>
                    <a:gd name="T72" fmla="*/ 2147483646 w 2092"/>
                    <a:gd name="T73" fmla="*/ 2147483646 h 2386"/>
                    <a:gd name="T74" fmla="*/ 2147483646 w 2092"/>
                    <a:gd name="T75" fmla="*/ 2147483646 h 2386"/>
                    <a:gd name="T76" fmla="*/ 2147483646 w 2092"/>
                    <a:gd name="T77" fmla="*/ 2147483646 h 2386"/>
                    <a:gd name="T78" fmla="*/ 2147483646 w 2092"/>
                    <a:gd name="T79" fmla="*/ 2147483646 h 2386"/>
                    <a:gd name="T80" fmla="*/ 2147483646 w 2092"/>
                    <a:gd name="T81" fmla="*/ 2147483646 h 2386"/>
                    <a:gd name="T82" fmla="*/ 2147483646 w 2092"/>
                    <a:gd name="T83" fmla="*/ 2147483646 h 2386"/>
                    <a:gd name="T84" fmla="*/ 2147483646 w 2092"/>
                    <a:gd name="T85" fmla="*/ 2147483646 h 2386"/>
                    <a:gd name="T86" fmla="*/ 2147483646 w 2092"/>
                    <a:gd name="T87" fmla="*/ 2147483646 h 2386"/>
                    <a:gd name="T88" fmla="*/ 2147483646 w 2092"/>
                    <a:gd name="T89" fmla="*/ 2147483646 h 2386"/>
                    <a:gd name="T90" fmla="*/ 2147483646 w 2092"/>
                    <a:gd name="T91" fmla="*/ 2147483646 h 2386"/>
                    <a:gd name="T92" fmla="*/ 2147483646 w 2092"/>
                    <a:gd name="T93" fmla="*/ 2147483646 h 2386"/>
                    <a:gd name="T94" fmla="*/ 2147483646 w 2092"/>
                    <a:gd name="T95" fmla="*/ 2147483646 h 2386"/>
                    <a:gd name="T96" fmla="*/ 2147483646 w 2092"/>
                    <a:gd name="T97" fmla="*/ 2147483646 h 2386"/>
                    <a:gd name="T98" fmla="*/ 2147483646 w 2092"/>
                    <a:gd name="T99" fmla="*/ 2147483646 h 2386"/>
                    <a:gd name="T100" fmla="*/ 2147483646 w 2092"/>
                    <a:gd name="T101" fmla="*/ 2147483646 h 2386"/>
                    <a:gd name="T102" fmla="*/ 2147483646 w 2092"/>
                    <a:gd name="T103" fmla="*/ 2147483646 h 2386"/>
                    <a:gd name="T104" fmla="*/ 2147483646 w 2092"/>
                    <a:gd name="T105" fmla="*/ 2147483646 h 2386"/>
                    <a:gd name="T106" fmla="*/ 2147483646 w 2092"/>
                    <a:gd name="T107" fmla="*/ 2147483646 h 2386"/>
                    <a:gd name="T108" fmla="*/ 2147483646 w 2092"/>
                    <a:gd name="T109" fmla="*/ 2147483646 h 2386"/>
                    <a:gd name="T110" fmla="*/ 2147483646 w 2092"/>
                    <a:gd name="T111" fmla="*/ 2147483646 h 2386"/>
                    <a:gd name="T112" fmla="*/ 2147483646 w 2092"/>
                    <a:gd name="T113" fmla="*/ 2147483646 h 2386"/>
                    <a:gd name="T114" fmla="*/ 2147483646 w 2092"/>
                    <a:gd name="T115" fmla="*/ 2147483646 h 2386"/>
                    <a:gd name="T116" fmla="*/ 2147483646 w 2092"/>
                    <a:gd name="T117" fmla="*/ 2147483646 h 2386"/>
                    <a:gd name="T118" fmla="*/ 2147483646 w 2092"/>
                    <a:gd name="T119" fmla="*/ 2147483646 h 2386"/>
                    <a:gd name="T120" fmla="*/ 2147483646 w 2092"/>
                    <a:gd name="T121" fmla="*/ 2147483646 h 2386"/>
                    <a:gd name="T122" fmla="*/ 2147483646 w 2092"/>
                    <a:gd name="T123" fmla="*/ 2147483646 h 238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092" h="2386">
                      <a:moveTo>
                        <a:pt x="1994" y="2005"/>
                      </a:moveTo>
                      <a:lnTo>
                        <a:pt x="1989" y="2009"/>
                      </a:lnTo>
                      <a:lnTo>
                        <a:pt x="1983" y="2015"/>
                      </a:lnTo>
                      <a:lnTo>
                        <a:pt x="1979" y="2022"/>
                      </a:lnTo>
                      <a:lnTo>
                        <a:pt x="1978" y="2030"/>
                      </a:lnTo>
                      <a:lnTo>
                        <a:pt x="1976" y="2041"/>
                      </a:lnTo>
                      <a:lnTo>
                        <a:pt x="1971" y="2054"/>
                      </a:lnTo>
                      <a:lnTo>
                        <a:pt x="1968" y="2060"/>
                      </a:lnTo>
                      <a:lnTo>
                        <a:pt x="1963" y="2065"/>
                      </a:lnTo>
                      <a:lnTo>
                        <a:pt x="1957" y="2067"/>
                      </a:lnTo>
                      <a:lnTo>
                        <a:pt x="1951" y="2069"/>
                      </a:lnTo>
                      <a:lnTo>
                        <a:pt x="1944" y="2069"/>
                      </a:lnTo>
                      <a:lnTo>
                        <a:pt x="1938" y="2069"/>
                      </a:lnTo>
                      <a:lnTo>
                        <a:pt x="1933" y="2067"/>
                      </a:lnTo>
                      <a:lnTo>
                        <a:pt x="1928" y="2065"/>
                      </a:lnTo>
                      <a:lnTo>
                        <a:pt x="1924" y="2062"/>
                      </a:lnTo>
                      <a:lnTo>
                        <a:pt x="1920" y="2061"/>
                      </a:lnTo>
                      <a:lnTo>
                        <a:pt x="1914" y="2061"/>
                      </a:lnTo>
                      <a:lnTo>
                        <a:pt x="1909" y="2062"/>
                      </a:lnTo>
                      <a:lnTo>
                        <a:pt x="1900" y="2066"/>
                      </a:lnTo>
                      <a:lnTo>
                        <a:pt x="1893" y="2071"/>
                      </a:lnTo>
                      <a:lnTo>
                        <a:pt x="1888" y="2072"/>
                      </a:lnTo>
                      <a:lnTo>
                        <a:pt x="1884" y="2073"/>
                      </a:lnTo>
                      <a:lnTo>
                        <a:pt x="1880" y="2074"/>
                      </a:lnTo>
                      <a:lnTo>
                        <a:pt x="1875" y="2074"/>
                      </a:lnTo>
                      <a:lnTo>
                        <a:pt x="1870" y="2073"/>
                      </a:lnTo>
                      <a:lnTo>
                        <a:pt x="1865" y="2071"/>
                      </a:lnTo>
                      <a:lnTo>
                        <a:pt x="1862" y="2068"/>
                      </a:lnTo>
                      <a:lnTo>
                        <a:pt x="1859" y="2066"/>
                      </a:lnTo>
                      <a:lnTo>
                        <a:pt x="1856" y="2063"/>
                      </a:lnTo>
                      <a:lnTo>
                        <a:pt x="1853" y="2061"/>
                      </a:lnTo>
                      <a:lnTo>
                        <a:pt x="1851" y="2060"/>
                      </a:lnTo>
                      <a:lnTo>
                        <a:pt x="1848" y="2059"/>
                      </a:lnTo>
                      <a:lnTo>
                        <a:pt x="1838" y="2059"/>
                      </a:lnTo>
                      <a:lnTo>
                        <a:pt x="1825" y="2060"/>
                      </a:lnTo>
                      <a:lnTo>
                        <a:pt x="1818" y="2060"/>
                      </a:lnTo>
                      <a:lnTo>
                        <a:pt x="1811" y="2060"/>
                      </a:lnTo>
                      <a:lnTo>
                        <a:pt x="1806" y="2059"/>
                      </a:lnTo>
                      <a:lnTo>
                        <a:pt x="1801" y="2057"/>
                      </a:lnTo>
                      <a:lnTo>
                        <a:pt x="1792" y="2053"/>
                      </a:lnTo>
                      <a:lnTo>
                        <a:pt x="1783" y="2047"/>
                      </a:lnTo>
                      <a:lnTo>
                        <a:pt x="1774" y="2040"/>
                      </a:lnTo>
                      <a:lnTo>
                        <a:pt x="1764" y="2031"/>
                      </a:lnTo>
                      <a:lnTo>
                        <a:pt x="1761" y="2027"/>
                      </a:lnTo>
                      <a:lnTo>
                        <a:pt x="1757" y="2022"/>
                      </a:lnTo>
                      <a:lnTo>
                        <a:pt x="1755" y="2016"/>
                      </a:lnTo>
                      <a:lnTo>
                        <a:pt x="1752" y="2010"/>
                      </a:lnTo>
                      <a:lnTo>
                        <a:pt x="1750" y="2005"/>
                      </a:lnTo>
                      <a:lnTo>
                        <a:pt x="1746" y="2000"/>
                      </a:lnTo>
                      <a:lnTo>
                        <a:pt x="1743" y="1998"/>
                      </a:lnTo>
                      <a:lnTo>
                        <a:pt x="1739" y="1997"/>
                      </a:lnTo>
                      <a:lnTo>
                        <a:pt x="1729" y="1997"/>
                      </a:lnTo>
                      <a:lnTo>
                        <a:pt x="1718" y="1998"/>
                      </a:lnTo>
                      <a:lnTo>
                        <a:pt x="1707" y="1999"/>
                      </a:lnTo>
                      <a:lnTo>
                        <a:pt x="1699" y="2003"/>
                      </a:lnTo>
                      <a:lnTo>
                        <a:pt x="1691" y="2006"/>
                      </a:lnTo>
                      <a:lnTo>
                        <a:pt x="1686" y="2012"/>
                      </a:lnTo>
                      <a:lnTo>
                        <a:pt x="1680" y="2021"/>
                      </a:lnTo>
                      <a:lnTo>
                        <a:pt x="1675" y="2031"/>
                      </a:lnTo>
                      <a:lnTo>
                        <a:pt x="1669" y="2044"/>
                      </a:lnTo>
                      <a:lnTo>
                        <a:pt x="1666" y="2054"/>
                      </a:lnTo>
                      <a:lnTo>
                        <a:pt x="1663" y="2057"/>
                      </a:lnTo>
                      <a:lnTo>
                        <a:pt x="1660" y="2061"/>
                      </a:lnTo>
                      <a:lnTo>
                        <a:pt x="1656" y="2062"/>
                      </a:lnTo>
                      <a:lnTo>
                        <a:pt x="1651" y="2063"/>
                      </a:lnTo>
                      <a:lnTo>
                        <a:pt x="1642" y="2065"/>
                      </a:lnTo>
                      <a:lnTo>
                        <a:pt x="1634" y="2066"/>
                      </a:lnTo>
                      <a:lnTo>
                        <a:pt x="1616" y="2078"/>
                      </a:lnTo>
                      <a:lnTo>
                        <a:pt x="1600" y="2085"/>
                      </a:lnTo>
                      <a:lnTo>
                        <a:pt x="1593" y="2084"/>
                      </a:lnTo>
                      <a:lnTo>
                        <a:pt x="1586" y="2084"/>
                      </a:lnTo>
                      <a:lnTo>
                        <a:pt x="1582" y="2084"/>
                      </a:lnTo>
                      <a:lnTo>
                        <a:pt x="1580" y="2086"/>
                      </a:lnTo>
                      <a:lnTo>
                        <a:pt x="1578" y="2088"/>
                      </a:lnTo>
                      <a:lnTo>
                        <a:pt x="1575" y="2091"/>
                      </a:lnTo>
                      <a:lnTo>
                        <a:pt x="1575" y="2094"/>
                      </a:lnTo>
                      <a:lnTo>
                        <a:pt x="1574" y="2098"/>
                      </a:lnTo>
                      <a:lnTo>
                        <a:pt x="1575" y="2103"/>
                      </a:lnTo>
                      <a:lnTo>
                        <a:pt x="1576" y="2106"/>
                      </a:lnTo>
                      <a:lnTo>
                        <a:pt x="1579" y="2110"/>
                      </a:lnTo>
                      <a:lnTo>
                        <a:pt x="1582" y="2113"/>
                      </a:lnTo>
                      <a:lnTo>
                        <a:pt x="1587" y="2117"/>
                      </a:lnTo>
                      <a:lnTo>
                        <a:pt x="1593" y="2119"/>
                      </a:lnTo>
                      <a:lnTo>
                        <a:pt x="1600" y="2120"/>
                      </a:lnTo>
                      <a:lnTo>
                        <a:pt x="1607" y="2120"/>
                      </a:lnTo>
                      <a:lnTo>
                        <a:pt x="1615" y="2120"/>
                      </a:lnTo>
                      <a:lnTo>
                        <a:pt x="1622" y="2119"/>
                      </a:lnTo>
                      <a:lnTo>
                        <a:pt x="1629" y="2118"/>
                      </a:lnTo>
                      <a:lnTo>
                        <a:pt x="1634" y="2118"/>
                      </a:lnTo>
                      <a:lnTo>
                        <a:pt x="1638" y="2118"/>
                      </a:lnTo>
                      <a:lnTo>
                        <a:pt x="1642" y="2120"/>
                      </a:lnTo>
                      <a:lnTo>
                        <a:pt x="1644" y="2124"/>
                      </a:lnTo>
                      <a:lnTo>
                        <a:pt x="1644" y="2128"/>
                      </a:lnTo>
                      <a:lnTo>
                        <a:pt x="1644" y="2130"/>
                      </a:lnTo>
                      <a:lnTo>
                        <a:pt x="1644" y="2134"/>
                      </a:lnTo>
                      <a:lnTo>
                        <a:pt x="1641" y="2138"/>
                      </a:lnTo>
                      <a:lnTo>
                        <a:pt x="1635" y="2145"/>
                      </a:lnTo>
                      <a:lnTo>
                        <a:pt x="1632" y="2150"/>
                      </a:lnTo>
                      <a:lnTo>
                        <a:pt x="1630" y="2156"/>
                      </a:lnTo>
                      <a:lnTo>
                        <a:pt x="1630" y="2163"/>
                      </a:lnTo>
                      <a:lnTo>
                        <a:pt x="1631" y="2173"/>
                      </a:lnTo>
                      <a:lnTo>
                        <a:pt x="1634" y="2191"/>
                      </a:lnTo>
                      <a:lnTo>
                        <a:pt x="1636" y="2206"/>
                      </a:lnTo>
                      <a:lnTo>
                        <a:pt x="1639" y="2220"/>
                      </a:lnTo>
                      <a:lnTo>
                        <a:pt x="1643" y="2232"/>
                      </a:lnTo>
                      <a:lnTo>
                        <a:pt x="1648" y="2244"/>
                      </a:lnTo>
                      <a:lnTo>
                        <a:pt x="1653" y="2254"/>
                      </a:lnTo>
                      <a:lnTo>
                        <a:pt x="1653" y="2258"/>
                      </a:lnTo>
                      <a:lnTo>
                        <a:pt x="1653" y="2262"/>
                      </a:lnTo>
                      <a:lnTo>
                        <a:pt x="1650" y="2265"/>
                      </a:lnTo>
                      <a:lnTo>
                        <a:pt x="1647" y="2267"/>
                      </a:lnTo>
                      <a:lnTo>
                        <a:pt x="1643" y="2268"/>
                      </a:lnTo>
                      <a:lnTo>
                        <a:pt x="1638" y="2268"/>
                      </a:lnTo>
                      <a:lnTo>
                        <a:pt x="1635" y="2267"/>
                      </a:lnTo>
                      <a:lnTo>
                        <a:pt x="1631" y="2264"/>
                      </a:lnTo>
                      <a:lnTo>
                        <a:pt x="1628" y="2262"/>
                      </a:lnTo>
                      <a:lnTo>
                        <a:pt x="1624" y="2261"/>
                      </a:lnTo>
                      <a:lnTo>
                        <a:pt x="1619" y="2260"/>
                      </a:lnTo>
                      <a:lnTo>
                        <a:pt x="1613" y="2260"/>
                      </a:lnTo>
                      <a:lnTo>
                        <a:pt x="1606" y="2261"/>
                      </a:lnTo>
                      <a:lnTo>
                        <a:pt x="1598" y="2262"/>
                      </a:lnTo>
                      <a:lnTo>
                        <a:pt x="1590" y="2265"/>
                      </a:lnTo>
                      <a:lnTo>
                        <a:pt x="1579" y="2269"/>
                      </a:lnTo>
                      <a:lnTo>
                        <a:pt x="1573" y="2271"/>
                      </a:lnTo>
                      <a:lnTo>
                        <a:pt x="1569" y="2273"/>
                      </a:lnTo>
                      <a:lnTo>
                        <a:pt x="1565" y="2273"/>
                      </a:lnTo>
                      <a:lnTo>
                        <a:pt x="1561" y="2271"/>
                      </a:lnTo>
                      <a:lnTo>
                        <a:pt x="1559" y="2270"/>
                      </a:lnTo>
                      <a:lnTo>
                        <a:pt x="1556" y="2268"/>
                      </a:lnTo>
                      <a:lnTo>
                        <a:pt x="1554" y="2265"/>
                      </a:lnTo>
                      <a:lnTo>
                        <a:pt x="1552" y="2263"/>
                      </a:lnTo>
                      <a:lnTo>
                        <a:pt x="1547" y="2250"/>
                      </a:lnTo>
                      <a:lnTo>
                        <a:pt x="1541" y="2236"/>
                      </a:lnTo>
                      <a:lnTo>
                        <a:pt x="1535" y="2225"/>
                      </a:lnTo>
                      <a:lnTo>
                        <a:pt x="1530" y="2214"/>
                      </a:lnTo>
                      <a:lnTo>
                        <a:pt x="1527" y="2202"/>
                      </a:lnTo>
                      <a:lnTo>
                        <a:pt x="1521" y="2189"/>
                      </a:lnTo>
                      <a:lnTo>
                        <a:pt x="1517" y="2183"/>
                      </a:lnTo>
                      <a:lnTo>
                        <a:pt x="1512" y="2179"/>
                      </a:lnTo>
                      <a:lnTo>
                        <a:pt x="1506" y="2175"/>
                      </a:lnTo>
                      <a:lnTo>
                        <a:pt x="1499" y="2173"/>
                      </a:lnTo>
                      <a:lnTo>
                        <a:pt x="1483" y="2170"/>
                      </a:lnTo>
                      <a:lnTo>
                        <a:pt x="1465" y="2169"/>
                      </a:lnTo>
                      <a:lnTo>
                        <a:pt x="1456" y="2162"/>
                      </a:lnTo>
                      <a:lnTo>
                        <a:pt x="1449" y="2156"/>
                      </a:lnTo>
                      <a:lnTo>
                        <a:pt x="1433" y="2163"/>
                      </a:lnTo>
                      <a:lnTo>
                        <a:pt x="1417" y="2169"/>
                      </a:lnTo>
                      <a:lnTo>
                        <a:pt x="1408" y="2161"/>
                      </a:lnTo>
                      <a:lnTo>
                        <a:pt x="1398" y="2154"/>
                      </a:lnTo>
                      <a:lnTo>
                        <a:pt x="1391" y="2155"/>
                      </a:lnTo>
                      <a:lnTo>
                        <a:pt x="1382" y="2160"/>
                      </a:lnTo>
                      <a:lnTo>
                        <a:pt x="1376" y="2161"/>
                      </a:lnTo>
                      <a:lnTo>
                        <a:pt x="1370" y="2163"/>
                      </a:lnTo>
                      <a:lnTo>
                        <a:pt x="1365" y="2163"/>
                      </a:lnTo>
                      <a:lnTo>
                        <a:pt x="1360" y="2162"/>
                      </a:lnTo>
                      <a:lnTo>
                        <a:pt x="1347" y="2157"/>
                      </a:lnTo>
                      <a:lnTo>
                        <a:pt x="1336" y="2154"/>
                      </a:lnTo>
                      <a:lnTo>
                        <a:pt x="1327" y="2153"/>
                      </a:lnTo>
                      <a:lnTo>
                        <a:pt x="1319" y="2153"/>
                      </a:lnTo>
                      <a:lnTo>
                        <a:pt x="1316" y="2153"/>
                      </a:lnTo>
                      <a:lnTo>
                        <a:pt x="1314" y="2154"/>
                      </a:lnTo>
                      <a:lnTo>
                        <a:pt x="1313" y="2156"/>
                      </a:lnTo>
                      <a:lnTo>
                        <a:pt x="1311" y="2157"/>
                      </a:lnTo>
                      <a:lnTo>
                        <a:pt x="1309" y="2163"/>
                      </a:lnTo>
                      <a:lnTo>
                        <a:pt x="1308" y="2170"/>
                      </a:lnTo>
                      <a:lnTo>
                        <a:pt x="1307" y="2185"/>
                      </a:lnTo>
                      <a:lnTo>
                        <a:pt x="1305" y="2197"/>
                      </a:lnTo>
                      <a:lnTo>
                        <a:pt x="1302" y="2211"/>
                      </a:lnTo>
                      <a:lnTo>
                        <a:pt x="1300" y="2227"/>
                      </a:lnTo>
                      <a:lnTo>
                        <a:pt x="1298" y="2236"/>
                      </a:lnTo>
                      <a:lnTo>
                        <a:pt x="1298" y="2244"/>
                      </a:lnTo>
                      <a:lnTo>
                        <a:pt x="1300" y="2251"/>
                      </a:lnTo>
                      <a:lnTo>
                        <a:pt x="1302" y="2257"/>
                      </a:lnTo>
                      <a:lnTo>
                        <a:pt x="1303" y="2262"/>
                      </a:lnTo>
                      <a:lnTo>
                        <a:pt x="1304" y="2268"/>
                      </a:lnTo>
                      <a:lnTo>
                        <a:pt x="1305" y="2273"/>
                      </a:lnTo>
                      <a:lnTo>
                        <a:pt x="1304" y="2279"/>
                      </a:lnTo>
                      <a:lnTo>
                        <a:pt x="1303" y="2283"/>
                      </a:lnTo>
                      <a:lnTo>
                        <a:pt x="1301" y="2288"/>
                      </a:lnTo>
                      <a:lnTo>
                        <a:pt x="1297" y="2293"/>
                      </a:lnTo>
                      <a:lnTo>
                        <a:pt x="1294" y="2298"/>
                      </a:lnTo>
                      <a:lnTo>
                        <a:pt x="1280" y="2308"/>
                      </a:lnTo>
                      <a:lnTo>
                        <a:pt x="1265" y="2321"/>
                      </a:lnTo>
                      <a:lnTo>
                        <a:pt x="1258" y="2328"/>
                      </a:lnTo>
                      <a:lnTo>
                        <a:pt x="1254" y="2333"/>
                      </a:lnTo>
                      <a:lnTo>
                        <a:pt x="1251" y="2338"/>
                      </a:lnTo>
                      <a:lnTo>
                        <a:pt x="1248" y="2339"/>
                      </a:lnTo>
                      <a:lnTo>
                        <a:pt x="1246" y="2338"/>
                      </a:lnTo>
                      <a:lnTo>
                        <a:pt x="1244" y="2336"/>
                      </a:lnTo>
                      <a:lnTo>
                        <a:pt x="1238" y="2334"/>
                      </a:lnTo>
                      <a:lnTo>
                        <a:pt x="1227" y="2333"/>
                      </a:lnTo>
                      <a:lnTo>
                        <a:pt x="1210" y="2332"/>
                      </a:lnTo>
                      <a:lnTo>
                        <a:pt x="1189" y="2331"/>
                      </a:lnTo>
                      <a:lnTo>
                        <a:pt x="1166" y="2331"/>
                      </a:lnTo>
                      <a:lnTo>
                        <a:pt x="1145" y="2331"/>
                      </a:lnTo>
                      <a:lnTo>
                        <a:pt x="1137" y="2332"/>
                      </a:lnTo>
                      <a:lnTo>
                        <a:pt x="1127" y="2334"/>
                      </a:lnTo>
                      <a:lnTo>
                        <a:pt x="1119" y="2339"/>
                      </a:lnTo>
                      <a:lnTo>
                        <a:pt x="1110" y="2344"/>
                      </a:lnTo>
                      <a:lnTo>
                        <a:pt x="1103" y="2350"/>
                      </a:lnTo>
                      <a:lnTo>
                        <a:pt x="1097" y="2356"/>
                      </a:lnTo>
                      <a:lnTo>
                        <a:pt x="1093" y="2363"/>
                      </a:lnTo>
                      <a:lnTo>
                        <a:pt x="1089" y="2369"/>
                      </a:lnTo>
                      <a:lnTo>
                        <a:pt x="1086" y="2375"/>
                      </a:lnTo>
                      <a:lnTo>
                        <a:pt x="1082" y="2378"/>
                      </a:lnTo>
                      <a:lnTo>
                        <a:pt x="1078" y="2382"/>
                      </a:lnTo>
                      <a:lnTo>
                        <a:pt x="1075" y="2384"/>
                      </a:lnTo>
                      <a:lnTo>
                        <a:pt x="1071" y="2386"/>
                      </a:lnTo>
                      <a:lnTo>
                        <a:pt x="1069" y="2386"/>
                      </a:lnTo>
                      <a:lnTo>
                        <a:pt x="1065" y="2386"/>
                      </a:lnTo>
                      <a:lnTo>
                        <a:pt x="1063" y="2383"/>
                      </a:lnTo>
                      <a:lnTo>
                        <a:pt x="1058" y="2381"/>
                      </a:lnTo>
                      <a:lnTo>
                        <a:pt x="1053" y="2378"/>
                      </a:lnTo>
                      <a:lnTo>
                        <a:pt x="1046" y="2376"/>
                      </a:lnTo>
                      <a:lnTo>
                        <a:pt x="1036" y="2375"/>
                      </a:lnTo>
                      <a:lnTo>
                        <a:pt x="1031" y="2375"/>
                      </a:lnTo>
                      <a:lnTo>
                        <a:pt x="1027" y="2372"/>
                      </a:lnTo>
                      <a:lnTo>
                        <a:pt x="1025" y="2371"/>
                      </a:lnTo>
                      <a:lnTo>
                        <a:pt x="1024" y="2369"/>
                      </a:lnTo>
                      <a:lnTo>
                        <a:pt x="1024" y="2363"/>
                      </a:lnTo>
                      <a:lnTo>
                        <a:pt x="1025" y="2355"/>
                      </a:lnTo>
                      <a:lnTo>
                        <a:pt x="1028" y="2347"/>
                      </a:lnTo>
                      <a:lnTo>
                        <a:pt x="1031" y="2340"/>
                      </a:lnTo>
                      <a:lnTo>
                        <a:pt x="1033" y="2332"/>
                      </a:lnTo>
                      <a:lnTo>
                        <a:pt x="1034" y="2323"/>
                      </a:lnTo>
                      <a:lnTo>
                        <a:pt x="1027" y="2307"/>
                      </a:lnTo>
                      <a:lnTo>
                        <a:pt x="1019" y="2289"/>
                      </a:lnTo>
                      <a:lnTo>
                        <a:pt x="1019" y="2283"/>
                      </a:lnTo>
                      <a:lnTo>
                        <a:pt x="1020" y="2279"/>
                      </a:lnTo>
                      <a:lnTo>
                        <a:pt x="1021" y="2274"/>
                      </a:lnTo>
                      <a:lnTo>
                        <a:pt x="1024" y="2268"/>
                      </a:lnTo>
                      <a:lnTo>
                        <a:pt x="1027" y="2257"/>
                      </a:lnTo>
                      <a:lnTo>
                        <a:pt x="1030" y="2249"/>
                      </a:lnTo>
                      <a:lnTo>
                        <a:pt x="1030" y="2244"/>
                      </a:lnTo>
                      <a:lnTo>
                        <a:pt x="1028" y="2241"/>
                      </a:lnTo>
                      <a:lnTo>
                        <a:pt x="1027" y="2238"/>
                      </a:lnTo>
                      <a:lnTo>
                        <a:pt x="1026" y="2236"/>
                      </a:lnTo>
                      <a:lnTo>
                        <a:pt x="1020" y="2235"/>
                      </a:lnTo>
                      <a:lnTo>
                        <a:pt x="1011" y="2232"/>
                      </a:lnTo>
                      <a:lnTo>
                        <a:pt x="1008" y="2232"/>
                      </a:lnTo>
                      <a:lnTo>
                        <a:pt x="1007" y="2231"/>
                      </a:lnTo>
                      <a:lnTo>
                        <a:pt x="1007" y="2229"/>
                      </a:lnTo>
                      <a:lnTo>
                        <a:pt x="1007" y="2226"/>
                      </a:lnTo>
                      <a:lnTo>
                        <a:pt x="1008" y="2220"/>
                      </a:lnTo>
                      <a:lnTo>
                        <a:pt x="1009" y="2213"/>
                      </a:lnTo>
                      <a:lnTo>
                        <a:pt x="1013" y="2206"/>
                      </a:lnTo>
                      <a:lnTo>
                        <a:pt x="1014" y="2199"/>
                      </a:lnTo>
                      <a:lnTo>
                        <a:pt x="1017" y="2194"/>
                      </a:lnTo>
                      <a:lnTo>
                        <a:pt x="1015" y="2191"/>
                      </a:lnTo>
                      <a:lnTo>
                        <a:pt x="1013" y="2186"/>
                      </a:lnTo>
                      <a:lnTo>
                        <a:pt x="1009" y="2183"/>
                      </a:lnTo>
                      <a:lnTo>
                        <a:pt x="1006" y="2181"/>
                      </a:lnTo>
                      <a:lnTo>
                        <a:pt x="1002" y="2181"/>
                      </a:lnTo>
                      <a:lnTo>
                        <a:pt x="999" y="2181"/>
                      </a:lnTo>
                      <a:lnTo>
                        <a:pt x="995" y="2182"/>
                      </a:lnTo>
                      <a:lnTo>
                        <a:pt x="992" y="2185"/>
                      </a:lnTo>
                      <a:lnTo>
                        <a:pt x="988" y="2187"/>
                      </a:lnTo>
                      <a:lnTo>
                        <a:pt x="984" y="2189"/>
                      </a:lnTo>
                      <a:lnTo>
                        <a:pt x="982" y="2191"/>
                      </a:lnTo>
                      <a:lnTo>
                        <a:pt x="979" y="2191"/>
                      </a:lnTo>
                      <a:lnTo>
                        <a:pt x="976" y="2191"/>
                      </a:lnTo>
                      <a:lnTo>
                        <a:pt x="971" y="2187"/>
                      </a:lnTo>
                      <a:lnTo>
                        <a:pt x="965" y="2182"/>
                      </a:lnTo>
                      <a:lnTo>
                        <a:pt x="962" y="2180"/>
                      </a:lnTo>
                      <a:lnTo>
                        <a:pt x="960" y="2179"/>
                      </a:lnTo>
                      <a:lnTo>
                        <a:pt x="956" y="2179"/>
                      </a:lnTo>
                      <a:lnTo>
                        <a:pt x="954" y="2179"/>
                      </a:lnTo>
                      <a:lnTo>
                        <a:pt x="946" y="2181"/>
                      </a:lnTo>
                      <a:lnTo>
                        <a:pt x="941" y="2187"/>
                      </a:lnTo>
                      <a:lnTo>
                        <a:pt x="925" y="2201"/>
                      </a:lnTo>
                      <a:lnTo>
                        <a:pt x="908" y="2217"/>
                      </a:lnTo>
                      <a:lnTo>
                        <a:pt x="905" y="2220"/>
                      </a:lnTo>
                      <a:lnTo>
                        <a:pt x="902" y="2225"/>
                      </a:lnTo>
                      <a:lnTo>
                        <a:pt x="900" y="2230"/>
                      </a:lnTo>
                      <a:lnTo>
                        <a:pt x="899" y="2235"/>
                      </a:lnTo>
                      <a:lnTo>
                        <a:pt x="897" y="2244"/>
                      </a:lnTo>
                      <a:lnTo>
                        <a:pt x="895" y="2256"/>
                      </a:lnTo>
                      <a:lnTo>
                        <a:pt x="894" y="2261"/>
                      </a:lnTo>
                      <a:lnTo>
                        <a:pt x="892" y="2265"/>
                      </a:lnTo>
                      <a:lnTo>
                        <a:pt x="889" y="2268"/>
                      </a:lnTo>
                      <a:lnTo>
                        <a:pt x="886" y="2270"/>
                      </a:lnTo>
                      <a:lnTo>
                        <a:pt x="881" y="2273"/>
                      </a:lnTo>
                      <a:lnTo>
                        <a:pt x="876" y="2273"/>
                      </a:lnTo>
                      <a:lnTo>
                        <a:pt x="870" y="2274"/>
                      </a:lnTo>
                      <a:lnTo>
                        <a:pt x="863" y="2274"/>
                      </a:lnTo>
                      <a:lnTo>
                        <a:pt x="857" y="2273"/>
                      </a:lnTo>
                      <a:lnTo>
                        <a:pt x="853" y="2271"/>
                      </a:lnTo>
                      <a:lnTo>
                        <a:pt x="848" y="2269"/>
                      </a:lnTo>
                      <a:lnTo>
                        <a:pt x="845" y="2265"/>
                      </a:lnTo>
                      <a:lnTo>
                        <a:pt x="841" y="2256"/>
                      </a:lnTo>
                      <a:lnTo>
                        <a:pt x="838" y="2243"/>
                      </a:lnTo>
                      <a:lnTo>
                        <a:pt x="836" y="2229"/>
                      </a:lnTo>
                      <a:lnTo>
                        <a:pt x="835" y="2213"/>
                      </a:lnTo>
                      <a:lnTo>
                        <a:pt x="835" y="2206"/>
                      </a:lnTo>
                      <a:lnTo>
                        <a:pt x="836" y="2199"/>
                      </a:lnTo>
                      <a:lnTo>
                        <a:pt x="837" y="2192"/>
                      </a:lnTo>
                      <a:lnTo>
                        <a:pt x="839" y="2186"/>
                      </a:lnTo>
                      <a:lnTo>
                        <a:pt x="843" y="2180"/>
                      </a:lnTo>
                      <a:lnTo>
                        <a:pt x="847" y="2175"/>
                      </a:lnTo>
                      <a:lnTo>
                        <a:pt x="851" y="2172"/>
                      </a:lnTo>
                      <a:lnTo>
                        <a:pt x="856" y="2168"/>
                      </a:lnTo>
                      <a:lnTo>
                        <a:pt x="868" y="2162"/>
                      </a:lnTo>
                      <a:lnTo>
                        <a:pt x="879" y="2157"/>
                      </a:lnTo>
                      <a:lnTo>
                        <a:pt x="885" y="2154"/>
                      </a:lnTo>
                      <a:lnTo>
                        <a:pt x="887" y="2151"/>
                      </a:lnTo>
                      <a:lnTo>
                        <a:pt x="889" y="2149"/>
                      </a:lnTo>
                      <a:lnTo>
                        <a:pt x="891" y="2145"/>
                      </a:lnTo>
                      <a:lnTo>
                        <a:pt x="892" y="2138"/>
                      </a:lnTo>
                      <a:lnTo>
                        <a:pt x="893" y="2126"/>
                      </a:lnTo>
                      <a:lnTo>
                        <a:pt x="893" y="2119"/>
                      </a:lnTo>
                      <a:lnTo>
                        <a:pt x="895" y="2115"/>
                      </a:lnTo>
                      <a:lnTo>
                        <a:pt x="897" y="2110"/>
                      </a:lnTo>
                      <a:lnTo>
                        <a:pt x="900" y="2105"/>
                      </a:lnTo>
                      <a:lnTo>
                        <a:pt x="908" y="2095"/>
                      </a:lnTo>
                      <a:lnTo>
                        <a:pt x="920" y="2085"/>
                      </a:lnTo>
                      <a:lnTo>
                        <a:pt x="932" y="2073"/>
                      </a:lnTo>
                      <a:lnTo>
                        <a:pt x="943" y="2061"/>
                      </a:lnTo>
                      <a:lnTo>
                        <a:pt x="954" y="2050"/>
                      </a:lnTo>
                      <a:lnTo>
                        <a:pt x="963" y="2040"/>
                      </a:lnTo>
                      <a:lnTo>
                        <a:pt x="968" y="2035"/>
                      </a:lnTo>
                      <a:lnTo>
                        <a:pt x="970" y="2029"/>
                      </a:lnTo>
                      <a:lnTo>
                        <a:pt x="974" y="2022"/>
                      </a:lnTo>
                      <a:lnTo>
                        <a:pt x="975" y="2015"/>
                      </a:lnTo>
                      <a:lnTo>
                        <a:pt x="976" y="2008"/>
                      </a:lnTo>
                      <a:lnTo>
                        <a:pt x="976" y="2000"/>
                      </a:lnTo>
                      <a:lnTo>
                        <a:pt x="976" y="1994"/>
                      </a:lnTo>
                      <a:lnTo>
                        <a:pt x="975" y="1987"/>
                      </a:lnTo>
                      <a:lnTo>
                        <a:pt x="971" y="1977"/>
                      </a:lnTo>
                      <a:lnTo>
                        <a:pt x="968" y="1967"/>
                      </a:lnTo>
                      <a:lnTo>
                        <a:pt x="964" y="1956"/>
                      </a:lnTo>
                      <a:lnTo>
                        <a:pt x="963" y="1945"/>
                      </a:lnTo>
                      <a:lnTo>
                        <a:pt x="961" y="1933"/>
                      </a:lnTo>
                      <a:lnTo>
                        <a:pt x="960" y="1922"/>
                      </a:lnTo>
                      <a:lnTo>
                        <a:pt x="960" y="1917"/>
                      </a:lnTo>
                      <a:lnTo>
                        <a:pt x="961" y="1914"/>
                      </a:lnTo>
                      <a:lnTo>
                        <a:pt x="964" y="1909"/>
                      </a:lnTo>
                      <a:lnTo>
                        <a:pt x="969" y="1905"/>
                      </a:lnTo>
                      <a:lnTo>
                        <a:pt x="979" y="1903"/>
                      </a:lnTo>
                      <a:lnTo>
                        <a:pt x="992" y="1904"/>
                      </a:lnTo>
                      <a:lnTo>
                        <a:pt x="999" y="1904"/>
                      </a:lnTo>
                      <a:lnTo>
                        <a:pt x="1005" y="1904"/>
                      </a:lnTo>
                      <a:lnTo>
                        <a:pt x="1009" y="1903"/>
                      </a:lnTo>
                      <a:lnTo>
                        <a:pt x="1014" y="1902"/>
                      </a:lnTo>
                      <a:lnTo>
                        <a:pt x="1017" y="1899"/>
                      </a:lnTo>
                      <a:lnTo>
                        <a:pt x="1018" y="1896"/>
                      </a:lnTo>
                      <a:lnTo>
                        <a:pt x="1018" y="1892"/>
                      </a:lnTo>
                      <a:lnTo>
                        <a:pt x="1017" y="1887"/>
                      </a:lnTo>
                      <a:lnTo>
                        <a:pt x="1015" y="1880"/>
                      </a:lnTo>
                      <a:lnTo>
                        <a:pt x="1015" y="1874"/>
                      </a:lnTo>
                      <a:lnTo>
                        <a:pt x="1021" y="1868"/>
                      </a:lnTo>
                      <a:lnTo>
                        <a:pt x="1028" y="1863"/>
                      </a:lnTo>
                      <a:lnTo>
                        <a:pt x="1031" y="1860"/>
                      </a:lnTo>
                      <a:lnTo>
                        <a:pt x="1032" y="1858"/>
                      </a:lnTo>
                      <a:lnTo>
                        <a:pt x="1032" y="1855"/>
                      </a:lnTo>
                      <a:lnTo>
                        <a:pt x="1031" y="1854"/>
                      </a:lnTo>
                      <a:lnTo>
                        <a:pt x="1026" y="1851"/>
                      </a:lnTo>
                      <a:lnTo>
                        <a:pt x="1018" y="1849"/>
                      </a:lnTo>
                      <a:lnTo>
                        <a:pt x="1006" y="1848"/>
                      </a:lnTo>
                      <a:lnTo>
                        <a:pt x="993" y="1845"/>
                      </a:lnTo>
                      <a:lnTo>
                        <a:pt x="986" y="1844"/>
                      </a:lnTo>
                      <a:lnTo>
                        <a:pt x="980" y="1845"/>
                      </a:lnTo>
                      <a:lnTo>
                        <a:pt x="976" y="1846"/>
                      </a:lnTo>
                      <a:lnTo>
                        <a:pt x="971" y="1847"/>
                      </a:lnTo>
                      <a:lnTo>
                        <a:pt x="963" y="1854"/>
                      </a:lnTo>
                      <a:lnTo>
                        <a:pt x="954" y="1865"/>
                      </a:lnTo>
                      <a:lnTo>
                        <a:pt x="948" y="1868"/>
                      </a:lnTo>
                      <a:lnTo>
                        <a:pt x="943" y="1870"/>
                      </a:lnTo>
                      <a:lnTo>
                        <a:pt x="939" y="1870"/>
                      </a:lnTo>
                      <a:lnTo>
                        <a:pt x="937" y="1867"/>
                      </a:lnTo>
                      <a:lnTo>
                        <a:pt x="933" y="1859"/>
                      </a:lnTo>
                      <a:lnTo>
                        <a:pt x="931" y="1849"/>
                      </a:lnTo>
                      <a:lnTo>
                        <a:pt x="931" y="1841"/>
                      </a:lnTo>
                      <a:lnTo>
                        <a:pt x="931" y="1834"/>
                      </a:lnTo>
                      <a:lnTo>
                        <a:pt x="931" y="1832"/>
                      </a:lnTo>
                      <a:lnTo>
                        <a:pt x="930" y="1829"/>
                      </a:lnTo>
                      <a:lnTo>
                        <a:pt x="929" y="1827"/>
                      </a:lnTo>
                      <a:lnTo>
                        <a:pt x="925" y="1824"/>
                      </a:lnTo>
                      <a:lnTo>
                        <a:pt x="923" y="1822"/>
                      </a:lnTo>
                      <a:lnTo>
                        <a:pt x="920" y="1820"/>
                      </a:lnTo>
                      <a:lnTo>
                        <a:pt x="919" y="1816"/>
                      </a:lnTo>
                      <a:lnTo>
                        <a:pt x="919" y="1813"/>
                      </a:lnTo>
                      <a:lnTo>
                        <a:pt x="920" y="1808"/>
                      </a:lnTo>
                      <a:lnTo>
                        <a:pt x="923" y="1803"/>
                      </a:lnTo>
                      <a:lnTo>
                        <a:pt x="925" y="1798"/>
                      </a:lnTo>
                      <a:lnTo>
                        <a:pt x="929" y="1792"/>
                      </a:lnTo>
                      <a:lnTo>
                        <a:pt x="936" y="1782"/>
                      </a:lnTo>
                      <a:lnTo>
                        <a:pt x="941" y="1770"/>
                      </a:lnTo>
                      <a:lnTo>
                        <a:pt x="944" y="1759"/>
                      </a:lnTo>
                      <a:lnTo>
                        <a:pt x="946" y="1747"/>
                      </a:lnTo>
                      <a:lnTo>
                        <a:pt x="948" y="1737"/>
                      </a:lnTo>
                      <a:lnTo>
                        <a:pt x="949" y="1727"/>
                      </a:lnTo>
                      <a:lnTo>
                        <a:pt x="951" y="1718"/>
                      </a:lnTo>
                      <a:lnTo>
                        <a:pt x="954" y="1708"/>
                      </a:lnTo>
                      <a:lnTo>
                        <a:pt x="954" y="1704"/>
                      </a:lnTo>
                      <a:lnTo>
                        <a:pt x="952" y="1701"/>
                      </a:lnTo>
                      <a:lnTo>
                        <a:pt x="950" y="1697"/>
                      </a:lnTo>
                      <a:lnTo>
                        <a:pt x="946" y="1693"/>
                      </a:lnTo>
                      <a:lnTo>
                        <a:pt x="936" y="1685"/>
                      </a:lnTo>
                      <a:lnTo>
                        <a:pt x="923" y="1677"/>
                      </a:lnTo>
                      <a:lnTo>
                        <a:pt x="916" y="1674"/>
                      </a:lnTo>
                      <a:lnTo>
                        <a:pt x="908" y="1671"/>
                      </a:lnTo>
                      <a:lnTo>
                        <a:pt x="902" y="1671"/>
                      </a:lnTo>
                      <a:lnTo>
                        <a:pt x="897" y="1671"/>
                      </a:lnTo>
                      <a:lnTo>
                        <a:pt x="883" y="1672"/>
                      </a:lnTo>
                      <a:lnTo>
                        <a:pt x="869" y="1674"/>
                      </a:lnTo>
                      <a:lnTo>
                        <a:pt x="862" y="1674"/>
                      </a:lnTo>
                      <a:lnTo>
                        <a:pt x="856" y="1671"/>
                      </a:lnTo>
                      <a:lnTo>
                        <a:pt x="851" y="1669"/>
                      </a:lnTo>
                      <a:lnTo>
                        <a:pt x="847" y="1664"/>
                      </a:lnTo>
                      <a:lnTo>
                        <a:pt x="839" y="1655"/>
                      </a:lnTo>
                      <a:lnTo>
                        <a:pt x="831" y="1643"/>
                      </a:lnTo>
                      <a:lnTo>
                        <a:pt x="826" y="1638"/>
                      </a:lnTo>
                      <a:lnTo>
                        <a:pt x="823" y="1637"/>
                      </a:lnTo>
                      <a:lnTo>
                        <a:pt x="819" y="1638"/>
                      </a:lnTo>
                      <a:lnTo>
                        <a:pt x="817" y="1640"/>
                      </a:lnTo>
                      <a:lnTo>
                        <a:pt x="814" y="1645"/>
                      </a:lnTo>
                      <a:lnTo>
                        <a:pt x="812" y="1651"/>
                      </a:lnTo>
                      <a:lnTo>
                        <a:pt x="811" y="1657"/>
                      </a:lnTo>
                      <a:lnTo>
                        <a:pt x="811" y="1663"/>
                      </a:lnTo>
                      <a:lnTo>
                        <a:pt x="810" y="1669"/>
                      </a:lnTo>
                      <a:lnTo>
                        <a:pt x="809" y="1674"/>
                      </a:lnTo>
                      <a:lnTo>
                        <a:pt x="806" y="1678"/>
                      </a:lnTo>
                      <a:lnTo>
                        <a:pt x="804" y="1683"/>
                      </a:lnTo>
                      <a:lnTo>
                        <a:pt x="799" y="1687"/>
                      </a:lnTo>
                      <a:lnTo>
                        <a:pt x="793" y="1690"/>
                      </a:lnTo>
                      <a:lnTo>
                        <a:pt x="786" y="1693"/>
                      </a:lnTo>
                      <a:lnTo>
                        <a:pt x="776" y="1694"/>
                      </a:lnTo>
                      <a:lnTo>
                        <a:pt x="768" y="1695"/>
                      </a:lnTo>
                      <a:lnTo>
                        <a:pt x="761" y="1695"/>
                      </a:lnTo>
                      <a:lnTo>
                        <a:pt x="755" y="1694"/>
                      </a:lnTo>
                      <a:lnTo>
                        <a:pt x="750" y="1691"/>
                      </a:lnTo>
                      <a:lnTo>
                        <a:pt x="743" y="1685"/>
                      </a:lnTo>
                      <a:lnTo>
                        <a:pt x="736" y="1677"/>
                      </a:lnTo>
                      <a:lnTo>
                        <a:pt x="731" y="1672"/>
                      </a:lnTo>
                      <a:lnTo>
                        <a:pt x="725" y="1670"/>
                      </a:lnTo>
                      <a:lnTo>
                        <a:pt x="718" y="1668"/>
                      </a:lnTo>
                      <a:lnTo>
                        <a:pt x="710" y="1666"/>
                      </a:lnTo>
                      <a:lnTo>
                        <a:pt x="693" y="1666"/>
                      </a:lnTo>
                      <a:lnTo>
                        <a:pt x="680" y="1666"/>
                      </a:lnTo>
                      <a:lnTo>
                        <a:pt x="674" y="1669"/>
                      </a:lnTo>
                      <a:lnTo>
                        <a:pt x="671" y="1672"/>
                      </a:lnTo>
                      <a:lnTo>
                        <a:pt x="667" y="1677"/>
                      </a:lnTo>
                      <a:lnTo>
                        <a:pt x="664" y="1683"/>
                      </a:lnTo>
                      <a:lnTo>
                        <a:pt x="660" y="1695"/>
                      </a:lnTo>
                      <a:lnTo>
                        <a:pt x="659" y="1707"/>
                      </a:lnTo>
                      <a:lnTo>
                        <a:pt x="656" y="1715"/>
                      </a:lnTo>
                      <a:lnTo>
                        <a:pt x="654" y="1722"/>
                      </a:lnTo>
                      <a:lnTo>
                        <a:pt x="650" y="1725"/>
                      </a:lnTo>
                      <a:lnTo>
                        <a:pt x="648" y="1727"/>
                      </a:lnTo>
                      <a:lnTo>
                        <a:pt x="643" y="1731"/>
                      </a:lnTo>
                      <a:lnTo>
                        <a:pt x="639" y="1733"/>
                      </a:lnTo>
                      <a:lnTo>
                        <a:pt x="633" y="1735"/>
                      </a:lnTo>
                      <a:lnTo>
                        <a:pt x="628" y="1739"/>
                      </a:lnTo>
                      <a:lnTo>
                        <a:pt x="624" y="1742"/>
                      </a:lnTo>
                      <a:lnTo>
                        <a:pt x="621" y="1746"/>
                      </a:lnTo>
                      <a:lnTo>
                        <a:pt x="615" y="1756"/>
                      </a:lnTo>
                      <a:lnTo>
                        <a:pt x="609" y="1766"/>
                      </a:lnTo>
                      <a:lnTo>
                        <a:pt x="602" y="1779"/>
                      </a:lnTo>
                      <a:lnTo>
                        <a:pt x="593" y="1795"/>
                      </a:lnTo>
                      <a:lnTo>
                        <a:pt x="589" y="1801"/>
                      </a:lnTo>
                      <a:lnTo>
                        <a:pt x="583" y="1808"/>
                      </a:lnTo>
                      <a:lnTo>
                        <a:pt x="578" y="1813"/>
                      </a:lnTo>
                      <a:lnTo>
                        <a:pt x="572" y="1817"/>
                      </a:lnTo>
                      <a:lnTo>
                        <a:pt x="566" y="1820"/>
                      </a:lnTo>
                      <a:lnTo>
                        <a:pt x="562" y="1821"/>
                      </a:lnTo>
                      <a:lnTo>
                        <a:pt x="560" y="1821"/>
                      </a:lnTo>
                      <a:lnTo>
                        <a:pt x="558" y="1820"/>
                      </a:lnTo>
                      <a:lnTo>
                        <a:pt x="555" y="1815"/>
                      </a:lnTo>
                      <a:lnTo>
                        <a:pt x="554" y="1807"/>
                      </a:lnTo>
                      <a:lnTo>
                        <a:pt x="554" y="1797"/>
                      </a:lnTo>
                      <a:lnTo>
                        <a:pt x="552" y="1788"/>
                      </a:lnTo>
                      <a:lnTo>
                        <a:pt x="551" y="1785"/>
                      </a:lnTo>
                      <a:lnTo>
                        <a:pt x="548" y="1782"/>
                      </a:lnTo>
                      <a:lnTo>
                        <a:pt x="547" y="1781"/>
                      </a:lnTo>
                      <a:lnTo>
                        <a:pt x="543" y="1781"/>
                      </a:lnTo>
                      <a:lnTo>
                        <a:pt x="539" y="1782"/>
                      </a:lnTo>
                      <a:lnTo>
                        <a:pt x="533" y="1785"/>
                      </a:lnTo>
                      <a:lnTo>
                        <a:pt x="526" y="1792"/>
                      </a:lnTo>
                      <a:lnTo>
                        <a:pt x="519" y="1801"/>
                      </a:lnTo>
                      <a:lnTo>
                        <a:pt x="515" y="1804"/>
                      </a:lnTo>
                      <a:lnTo>
                        <a:pt x="511" y="1807"/>
                      </a:lnTo>
                      <a:lnTo>
                        <a:pt x="508" y="1809"/>
                      </a:lnTo>
                      <a:lnTo>
                        <a:pt x="504" y="1809"/>
                      </a:lnTo>
                      <a:lnTo>
                        <a:pt x="501" y="1808"/>
                      </a:lnTo>
                      <a:lnTo>
                        <a:pt x="497" y="1805"/>
                      </a:lnTo>
                      <a:lnTo>
                        <a:pt x="495" y="1802"/>
                      </a:lnTo>
                      <a:lnTo>
                        <a:pt x="491" y="1797"/>
                      </a:lnTo>
                      <a:lnTo>
                        <a:pt x="489" y="1791"/>
                      </a:lnTo>
                      <a:lnTo>
                        <a:pt x="489" y="1785"/>
                      </a:lnTo>
                      <a:lnTo>
                        <a:pt x="489" y="1777"/>
                      </a:lnTo>
                      <a:lnTo>
                        <a:pt x="490" y="1770"/>
                      </a:lnTo>
                      <a:lnTo>
                        <a:pt x="491" y="1756"/>
                      </a:lnTo>
                      <a:lnTo>
                        <a:pt x="491" y="1742"/>
                      </a:lnTo>
                      <a:lnTo>
                        <a:pt x="491" y="1740"/>
                      </a:lnTo>
                      <a:lnTo>
                        <a:pt x="490" y="1738"/>
                      </a:lnTo>
                      <a:lnTo>
                        <a:pt x="488" y="1735"/>
                      </a:lnTo>
                      <a:lnTo>
                        <a:pt x="485" y="1734"/>
                      </a:lnTo>
                      <a:lnTo>
                        <a:pt x="479" y="1731"/>
                      </a:lnTo>
                      <a:lnTo>
                        <a:pt x="473" y="1729"/>
                      </a:lnTo>
                      <a:lnTo>
                        <a:pt x="458" y="1728"/>
                      </a:lnTo>
                      <a:lnTo>
                        <a:pt x="444" y="1729"/>
                      </a:lnTo>
                      <a:lnTo>
                        <a:pt x="439" y="1731"/>
                      </a:lnTo>
                      <a:lnTo>
                        <a:pt x="434" y="1732"/>
                      </a:lnTo>
                      <a:lnTo>
                        <a:pt x="431" y="1734"/>
                      </a:lnTo>
                      <a:lnTo>
                        <a:pt x="427" y="1739"/>
                      </a:lnTo>
                      <a:lnTo>
                        <a:pt x="421" y="1750"/>
                      </a:lnTo>
                      <a:lnTo>
                        <a:pt x="415" y="1766"/>
                      </a:lnTo>
                      <a:lnTo>
                        <a:pt x="412" y="1775"/>
                      </a:lnTo>
                      <a:lnTo>
                        <a:pt x="409" y="1782"/>
                      </a:lnTo>
                      <a:lnTo>
                        <a:pt x="407" y="1786"/>
                      </a:lnTo>
                      <a:lnTo>
                        <a:pt x="403" y="1790"/>
                      </a:lnTo>
                      <a:lnTo>
                        <a:pt x="397" y="1794"/>
                      </a:lnTo>
                      <a:lnTo>
                        <a:pt x="389" y="1797"/>
                      </a:lnTo>
                      <a:lnTo>
                        <a:pt x="384" y="1801"/>
                      </a:lnTo>
                      <a:lnTo>
                        <a:pt x="381" y="1804"/>
                      </a:lnTo>
                      <a:lnTo>
                        <a:pt x="378" y="1809"/>
                      </a:lnTo>
                      <a:lnTo>
                        <a:pt x="377" y="1814"/>
                      </a:lnTo>
                      <a:lnTo>
                        <a:pt x="376" y="1819"/>
                      </a:lnTo>
                      <a:lnTo>
                        <a:pt x="377" y="1824"/>
                      </a:lnTo>
                      <a:lnTo>
                        <a:pt x="378" y="1830"/>
                      </a:lnTo>
                      <a:lnTo>
                        <a:pt x="379" y="1835"/>
                      </a:lnTo>
                      <a:lnTo>
                        <a:pt x="383" y="1846"/>
                      </a:lnTo>
                      <a:lnTo>
                        <a:pt x="384" y="1854"/>
                      </a:lnTo>
                      <a:lnTo>
                        <a:pt x="383" y="1858"/>
                      </a:lnTo>
                      <a:lnTo>
                        <a:pt x="381" y="1861"/>
                      </a:lnTo>
                      <a:lnTo>
                        <a:pt x="377" y="1864"/>
                      </a:lnTo>
                      <a:lnTo>
                        <a:pt x="371" y="1865"/>
                      </a:lnTo>
                      <a:lnTo>
                        <a:pt x="365" y="1866"/>
                      </a:lnTo>
                      <a:lnTo>
                        <a:pt x="358" y="1866"/>
                      </a:lnTo>
                      <a:lnTo>
                        <a:pt x="350" y="1865"/>
                      </a:lnTo>
                      <a:lnTo>
                        <a:pt x="344" y="1864"/>
                      </a:lnTo>
                      <a:lnTo>
                        <a:pt x="338" y="1863"/>
                      </a:lnTo>
                      <a:lnTo>
                        <a:pt x="333" y="1859"/>
                      </a:lnTo>
                      <a:lnTo>
                        <a:pt x="329" y="1855"/>
                      </a:lnTo>
                      <a:lnTo>
                        <a:pt x="328" y="1852"/>
                      </a:lnTo>
                      <a:lnTo>
                        <a:pt x="328" y="1847"/>
                      </a:lnTo>
                      <a:lnTo>
                        <a:pt x="331" y="1842"/>
                      </a:lnTo>
                      <a:lnTo>
                        <a:pt x="333" y="1840"/>
                      </a:lnTo>
                      <a:lnTo>
                        <a:pt x="337" y="1836"/>
                      </a:lnTo>
                      <a:lnTo>
                        <a:pt x="340" y="1833"/>
                      </a:lnTo>
                      <a:lnTo>
                        <a:pt x="344" y="1830"/>
                      </a:lnTo>
                      <a:lnTo>
                        <a:pt x="346" y="1826"/>
                      </a:lnTo>
                      <a:lnTo>
                        <a:pt x="347" y="1822"/>
                      </a:lnTo>
                      <a:lnTo>
                        <a:pt x="349" y="1817"/>
                      </a:lnTo>
                      <a:lnTo>
                        <a:pt x="347" y="1814"/>
                      </a:lnTo>
                      <a:lnTo>
                        <a:pt x="346" y="1810"/>
                      </a:lnTo>
                      <a:lnTo>
                        <a:pt x="344" y="1807"/>
                      </a:lnTo>
                      <a:lnTo>
                        <a:pt x="337" y="1802"/>
                      </a:lnTo>
                      <a:lnTo>
                        <a:pt x="326" y="1798"/>
                      </a:lnTo>
                      <a:lnTo>
                        <a:pt x="321" y="1797"/>
                      </a:lnTo>
                      <a:lnTo>
                        <a:pt x="316" y="1797"/>
                      </a:lnTo>
                      <a:lnTo>
                        <a:pt x="312" y="1797"/>
                      </a:lnTo>
                      <a:lnTo>
                        <a:pt x="308" y="1798"/>
                      </a:lnTo>
                      <a:lnTo>
                        <a:pt x="300" y="1802"/>
                      </a:lnTo>
                      <a:lnTo>
                        <a:pt x="290" y="1807"/>
                      </a:lnTo>
                      <a:lnTo>
                        <a:pt x="284" y="1809"/>
                      </a:lnTo>
                      <a:lnTo>
                        <a:pt x="278" y="1810"/>
                      </a:lnTo>
                      <a:lnTo>
                        <a:pt x="274" y="1810"/>
                      </a:lnTo>
                      <a:lnTo>
                        <a:pt x="269" y="1809"/>
                      </a:lnTo>
                      <a:lnTo>
                        <a:pt x="261" y="1803"/>
                      </a:lnTo>
                      <a:lnTo>
                        <a:pt x="253" y="1797"/>
                      </a:lnTo>
                      <a:lnTo>
                        <a:pt x="247" y="1792"/>
                      </a:lnTo>
                      <a:lnTo>
                        <a:pt x="244" y="1789"/>
                      </a:lnTo>
                      <a:lnTo>
                        <a:pt x="242" y="1785"/>
                      </a:lnTo>
                      <a:lnTo>
                        <a:pt x="240" y="1782"/>
                      </a:lnTo>
                      <a:lnTo>
                        <a:pt x="239" y="1778"/>
                      </a:lnTo>
                      <a:lnTo>
                        <a:pt x="240" y="1775"/>
                      </a:lnTo>
                      <a:lnTo>
                        <a:pt x="240" y="1771"/>
                      </a:lnTo>
                      <a:lnTo>
                        <a:pt x="243" y="1767"/>
                      </a:lnTo>
                      <a:lnTo>
                        <a:pt x="249" y="1760"/>
                      </a:lnTo>
                      <a:lnTo>
                        <a:pt x="255" y="1753"/>
                      </a:lnTo>
                      <a:lnTo>
                        <a:pt x="258" y="1750"/>
                      </a:lnTo>
                      <a:lnTo>
                        <a:pt x="259" y="1745"/>
                      </a:lnTo>
                      <a:lnTo>
                        <a:pt x="259" y="1741"/>
                      </a:lnTo>
                      <a:lnTo>
                        <a:pt x="257" y="1737"/>
                      </a:lnTo>
                      <a:lnTo>
                        <a:pt x="251" y="1729"/>
                      </a:lnTo>
                      <a:lnTo>
                        <a:pt x="244" y="1723"/>
                      </a:lnTo>
                      <a:lnTo>
                        <a:pt x="243" y="1720"/>
                      </a:lnTo>
                      <a:lnTo>
                        <a:pt x="242" y="1716"/>
                      </a:lnTo>
                      <a:lnTo>
                        <a:pt x="242" y="1713"/>
                      </a:lnTo>
                      <a:lnTo>
                        <a:pt x="243" y="1707"/>
                      </a:lnTo>
                      <a:lnTo>
                        <a:pt x="245" y="1701"/>
                      </a:lnTo>
                      <a:lnTo>
                        <a:pt x="247" y="1695"/>
                      </a:lnTo>
                      <a:lnTo>
                        <a:pt x="249" y="1688"/>
                      </a:lnTo>
                      <a:lnTo>
                        <a:pt x="249" y="1681"/>
                      </a:lnTo>
                      <a:lnTo>
                        <a:pt x="247" y="1675"/>
                      </a:lnTo>
                      <a:lnTo>
                        <a:pt x="246" y="1670"/>
                      </a:lnTo>
                      <a:lnTo>
                        <a:pt x="243" y="1665"/>
                      </a:lnTo>
                      <a:lnTo>
                        <a:pt x="239" y="1662"/>
                      </a:lnTo>
                      <a:lnTo>
                        <a:pt x="234" y="1660"/>
                      </a:lnTo>
                      <a:lnTo>
                        <a:pt x="231" y="1660"/>
                      </a:lnTo>
                      <a:lnTo>
                        <a:pt x="230" y="1663"/>
                      </a:lnTo>
                      <a:lnTo>
                        <a:pt x="228" y="1666"/>
                      </a:lnTo>
                      <a:lnTo>
                        <a:pt x="226" y="1675"/>
                      </a:lnTo>
                      <a:lnTo>
                        <a:pt x="224" y="1685"/>
                      </a:lnTo>
                      <a:lnTo>
                        <a:pt x="221" y="1691"/>
                      </a:lnTo>
                      <a:lnTo>
                        <a:pt x="218" y="1695"/>
                      </a:lnTo>
                      <a:lnTo>
                        <a:pt x="213" y="1699"/>
                      </a:lnTo>
                      <a:lnTo>
                        <a:pt x="208" y="1700"/>
                      </a:lnTo>
                      <a:lnTo>
                        <a:pt x="203" y="1701"/>
                      </a:lnTo>
                      <a:lnTo>
                        <a:pt x="199" y="1701"/>
                      </a:lnTo>
                      <a:lnTo>
                        <a:pt x="195" y="1700"/>
                      </a:lnTo>
                      <a:lnTo>
                        <a:pt x="192" y="1696"/>
                      </a:lnTo>
                      <a:lnTo>
                        <a:pt x="187" y="1691"/>
                      </a:lnTo>
                      <a:lnTo>
                        <a:pt x="184" y="1684"/>
                      </a:lnTo>
                      <a:lnTo>
                        <a:pt x="182" y="1678"/>
                      </a:lnTo>
                      <a:lnTo>
                        <a:pt x="182" y="1671"/>
                      </a:lnTo>
                      <a:lnTo>
                        <a:pt x="182" y="1665"/>
                      </a:lnTo>
                      <a:lnTo>
                        <a:pt x="183" y="1659"/>
                      </a:lnTo>
                      <a:lnTo>
                        <a:pt x="187" y="1649"/>
                      </a:lnTo>
                      <a:lnTo>
                        <a:pt x="193" y="1637"/>
                      </a:lnTo>
                      <a:lnTo>
                        <a:pt x="200" y="1624"/>
                      </a:lnTo>
                      <a:lnTo>
                        <a:pt x="211" y="1608"/>
                      </a:lnTo>
                      <a:lnTo>
                        <a:pt x="220" y="1593"/>
                      </a:lnTo>
                      <a:lnTo>
                        <a:pt x="225" y="1581"/>
                      </a:lnTo>
                      <a:lnTo>
                        <a:pt x="228" y="1570"/>
                      </a:lnTo>
                      <a:lnTo>
                        <a:pt x="228" y="1559"/>
                      </a:lnTo>
                      <a:lnTo>
                        <a:pt x="227" y="1549"/>
                      </a:lnTo>
                      <a:lnTo>
                        <a:pt x="225" y="1540"/>
                      </a:lnTo>
                      <a:lnTo>
                        <a:pt x="224" y="1532"/>
                      </a:lnTo>
                      <a:lnTo>
                        <a:pt x="223" y="1521"/>
                      </a:lnTo>
                      <a:lnTo>
                        <a:pt x="224" y="1510"/>
                      </a:lnTo>
                      <a:lnTo>
                        <a:pt x="227" y="1499"/>
                      </a:lnTo>
                      <a:lnTo>
                        <a:pt x="230" y="1494"/>
                      </a:lnTo>
                      <a:lnTo>
                        <a:pt x="232" y="1489"/>
                      </a:lnTo>
                      <a:lnTo>
                        <a:pt x="236" y="1486"/>
                      </a:lnTo>
                      <a:lnTo>
                        <a:pt x="239" y="1482"/>
                      </a:lnTo>
                      <a:lnTo>
                        <a:pt x="256" y="1479"/>
                      </a:lnTo>
                      <a:lnTo>
                        <a:pt x="269" y="1479"/>
                      </a:lnTo>
                      <a:lnTo>
                        <a:pt x="271" y="1476"/>
                      </a:lnTo>
                      <a:lnTo>
                        <a:pt x="274" y="1473"/>
                      </a:lnTo>
                      <a:lnTo>
                        <a:pt x="275" y="1468"/>
                      </a:lnTo>
                      <a:lnTo>
                        <a:pt x="276" y="1463"/>
                      </a:lnTo>
                      <a:lnTo>
                        <a:pt x="277" y="1451"/>
                      </a:lnTo>
                      <a:lnTo>
                        <a:pt x="278" y="1442"/>
                      </a:lnTo>
                      <a:lnTo>
                        <a:pt x="277" y="1437"/>
                      </a:lnTo>
                      <a:lnTo>
                        <a:pt x="277" y="1433"/>
                      </a:lnTo>
                      <a:lnTo>
                        <a:pt x="276" y="1431"/>
                      </a:lnTo>
                      <a:lnTo>
                        <a:pt x="274" y="1429"/>
                      </a:lnTo>
                      <a:lnTo>
                        <a:pt x="271" y="1428"/>
                      </a:lnTo>
                      <a:lnTo>
                        <a:pt x="269" y="1428"/>
                      </a:lnTo>
                      <a:lnTo>
                        <a:pt x="266" y="1429"/>
                      </a:lnTo>
                      <a:lnTo>
                        <a:pt x="264" y="1430"/>
                      </a:lnTo>
                      <a:lnTo>
                        <a:pt x="257" y="1433"/>
                      </a:lnTo>
                      <a:lnTo>
                        <a:pt x="250" y="1436"/>
                      </a:lnTo>
                      <a:lnTo>
                        <a:pt x="247" y="1436"/>
                      </a:lnTo>
                      <a:lnTo>
                        <a:pt x="245" y="1435"/>
                      </a:lnTo>
                      <a:lnTo>
                        <a:pt x="244" y="1432"/>
                      </a:lnTo>
                      <a:lnTo>
                        <a:pt x="244" y="1430"/>
                      </a:lnTo>
                      <a:lnTo>
                        <a:pt x="245" y="1426"/>
                      </a:lnTo>
                      <a:lnTo>
                        <a:pt x="247" y="1424"/>
                      </a:lnTo>
                      <a:lnTo>
                        <a:pt x="251" y="1422"/>
                      </a:lnTo>
                      <a:lnTo>
                        <a:pt x="255" y="1419"/>
                      </a:lnTo>
                      <a:lnTo>
                        <a:pt x="263" y="1416"/>
                      </a:lnTo>
                      <a:lnTo>
                        <a:pt x="272" y="1411"/>
                      </a:lnTo>
                      <a:lnTo>
                        <a:pt x="276" y="1408"/>
                      </a:lnTo>
                      <a:lnTo>
                        <a:pt x="278" y="1404"/>
                      </a:lnTo>
                      <a:lnTo>
                        <a:pt x="281" y="1400"/>
                      </a:lnTo>
                      <a:lnTo>
                        <a:pt x="282" y="1395"/>
                      </a:lnTo>
                      <a:lnTo>
                        <a:pt x="282" y="1385"/>
                      </a:lnTo>
                      <a:lnTo>
                        <a:pt x="282" y="1375"/>
                      </a:lnTo>
                      <a:lnTo>
                        <a:pt x="281" y="1367"/>
                      </a:lnTo>
                      <a:lnTo>
                        <a:pt x="278" y="1360"/>
                      </a:lnTo>
                      <a:lnTo>
                        <a:pt x="276" y="1359"/>
                      </a:lnTo>
                      <a:lnTo>
                        <a:pt x="272" y="1356"/>
                      </a:lnTo>
                      <a:lnTo>
                        <a:pt x="269" y="1355"/>
                      </a:lnTo>
                      <a:lnTo>
                        <a:pt x="264" y="1355"/>
                      </a:lnTo>
                      <a:lnTo>
                        <a:pt x="259" y="1354"/>
                      </a:lnTo>
                      <a:lnTo>
                        <a:pt x="256" y="1351"/>
                      </a:lnTo>
                      <a:lnTo>
                        <a:pt x="253" y="1349"/>
                      </a:lnTo>
                      <a:lnTo>
                        <a:pt x="252" y="1345"/>
                      </a:lnTo>
                      <a:lnTo>
                        <a:pt x="252" y="1337"/>
                      </a:lnTo>
                      <a:lnTo>
                        <a:pt x="252" y="1328"/>
                      </a:lnTo>
                      <a:lnTo>
                        <a:pt x="252" y="1322"/>
                      </a:lnTo>
                      <a:lnTo>
                        <a:pt x="251" y="1318"/>
                      </a:lnTo>
                      <a:lnTo>
                        <a:pt x="250" y="1313"/>
                      </a:lnTo>
                      <a:lnTo>
                        <a:pt x="247" y="1310"/>
                      </a:lnTo>
                      <a:lnTo>
                        <a:pt x="243" y="1306"/>
                      </a:lnTo>
                      <a:lnTo>
                        <a:pt x="238" y="1304"/>
                      </a:lnTo>
                      <a:lnTo>
                        <a:pt x="231" y="1302"/>
                      </a:lnTo>
                      <a:lnTo>
                        <a:pt x="223" y="1300"/>
                      </a:lnTo>
                      <a:lnTo>
                        <a:pt x="213" y="1300"/>
                      </a:lnTo>
                      <a:lnTo>
                        <a:pt x="203" y="1302"/>
                      </a:lnTo>
                      <a:lnTo>
                        <a:pt x="195" y="1304"/>
                      </a:lnTo>
                      <a:lnTo>
                        <a:pt x="187" y="1306"/>
                      </a:lnTo>
                      <a:lnTo>
                        <a:pt x="180" y="1310"/>
                      </a:lnTo>
                      <a:lnTo>
                        <a:pt x="174" y="1315"/>
                      </a:lnTo>
                      <a:lnTo>
                        <a:pt x="168" y="1319"/>
                      </a:lnTo>
                      <a:lnTo>
                        <a:pt x="163" y="1324"/>
                      </a:lnTo>
                      <a:lnTo>
                        <a:pt x="155" y="1334"/>
                      </a:lnTo>
                      <a:lnTo>
                        <a:pt x="148" y="1340"/>
                      </a:lnTo>
                      <a:lnTo>
                        <a:pt x="144" y="1342"/>
                      </a:lnTo>
                      <a:lnTo>
                        <a:pt x="140" y="1343"/>
                      </a:lnTo>
                      <a:lnTo>
                        <a:pt x="137" y="1344"/>
                      </a:lnTo>
                      <a:lnTo>
                        <a:pt x="132" y="1344"/>
                      </a:lnTo>
                      <a:lnTo>
                        <a:pt x="129" y="1344"/>
                      </a:lnTo>
                      <a:lnTo>
                        <a:pt x="126" y="1343"/>
                      </a:lnTo>
                      <a:lnTo>
                        <a:pt x="124" y="1342"/>
                      </a:lnTo>
                      <a:lnTo>
                        <a:pt x="121" y="1340"/>
                      </a:lnTo>
                      <a:lnTo>
                        <a:pt x="120" y="1334"/>
                      </a:lnTo>
                      <a:lnTo>
                        <a:pt x="120" y="1325"/>
                      </a:lnTo>
                      <a:lnTo>
                        <a:pt x="121" y="1321"/>
                      </a:lnTo>
                      <a:lnTo>
                        <a:pt x="120" y="1318"/>
                      </a:lnTo>
                      <a:lnTo>
                        <a:pt x="118" y="1315"/>
                      </a:lnTo>
                      <a:lnTo>
                        <a:pt x="116" y="1313"/>
                      </a:lnTo>
                      <a:lnTo>
                        <a:pt x="113" y="1312"/>
                      </a:lnTo>
                      <a:lnTo>
                        <a:pt x="110" y="1313"/>
                      </a:lnTo>
                      <a:lnTo>
                        <a:pt x="106" y="1315"/>
                      </a:lnTo>
                      <a:lnTo>
                        <a:pt x="102" y="1317"/>
                      </a:lnTo>
                      <a:lnTo>
                        <a:pt x="92" y="1325"/>
                      </a:lnTo>
                      <a:lnTo>
                        <a:pt x="77" y="1340"/>
                      </a:lnTo>
                      <a:lnTo>
                        <a:pt x="61" y="1354"/>
                      </a:lnTo>
                      <a:lnTo>
                        <a:pt x="48" y="1366"/>
                      </a:lnTo>
                      <a:lnTo>
                        <a:pt x="43" y="1368"/>
                      </a:lnTo>
                      <a:lnTo>
                        <a:pt x="38" y="1369"/>
                      </a:lnTo>
                      <a:lnTo>
                        <a:pt x="35" y="1369"/>
                      </a:lnTo>
                      <a:lnTo>
                        <a:pt x="31" y="1368"/>
                      </a:lnTo>
                      <a:lnTo>
                        <a:pt x="25" y="1362"/>
                      </a:lnTo>
                      <a:lnTo>
                        <a:pt x="19" y="1356"/>
                      </a:lnTo>
                      <a:lnTo>
                        <a:pt x="11" y="1350"/>
                      </a:lnTo>
                      <a:lnTo>
                        <a:pt x="5" y="1345"/>
                      </a:lnTo>
                      <a:lnTo>
                        <a:pt x="1" y="1343"/>
                      </a:lnTo>
                      <a:lnTo>
                        <a:pt x="0" y="1341"/>
                      </a:lnTo>
                      <a:lnTo>
                        <a:pt x="0" y="1338"/>
                      </a:lnTo>
                      <a:lnTo>
                        <a:pt x="1" y="1335"/>
                      </a:lnTo>
                      <a:lnTo>
                        <a:pt x="11" y="1330"/>
                      </a:lnTo>
                      <a:lnTo>
                        <a:pt x="29" y="1322"/>
                      </a:lnTo>
                      <a:lnTo>
                        <a:pt x="37" y="1313"/>
                      </a:lnTo>
                      <a:lnTo>
                        <a:pt x="43" y="1305"/>
                      </a:lnTo>
                      <a:lnTo>
                        <a:pt x="56" y="1294"/>
                      </a:lnTo>
                      <a:lnTo>
                        <a:pt x="74" y="1280"/>
                      </a:lnTo>
                      <a:lnTo>
                        <a:pt x="82" y="1271"/>
                      </a:lnTo>
                      <a:lnTo>
                        <a:pt x="87" y="1262"/>
                      </a:lnTo>
                      <a:lnTo>
                        <a:pt x="92" y="1255"/>
                      </a:lnTo>
                      <a:lnTo>
                        <a:pt x="95" y="1247"/>
                      </a:lnTo>
                      <a:lnTo>
                        <a:pt x="99" y="1237"/>
                      </a:lnTo>
                      <a:lnTo>
                        <a:pt x="104" y="1225"/>
                      </a:lnTo>
                      <a:lnTo>
                        <a:pt x="108" y="1216"/>
                      </a:lnTo>
                      <a:lnTo>
                        <a:pt x="111" y="1209"/>
                      </a:lnTo>
                      <a:lnTo>
                        <a:pt x="117" y="1199"/>
                      </a:lnTo>
                      <a:lnTo>
                        <a:pt x="120" y="1187"/>
                      </a:lnTo>
                      <a:lnTo>
                        <a:pt x="123" y="1184"/>
                      </a:lnTo>
                      <a:lnTo>
                        <a:pt x="126" y="1181"/>
                      </a:lnTo>
                      <a:lnTo>
                        <a:pt x="132" y="1180"/>
                      </a:lnTo>
                      <a:lnTo>
                        <a:pt x="138" y="1180"/>
                      </a:lnTo>
                      <a:lnTo>
                        <a:pt x="152" y="1183"/>
                      </a:lnTo>
                      <a:lnTo>
                        <a:pt x="169" y="1186"/>
                      </a:lnTo>
                      <a:lnTo>
                        <a:pt x="176" y="1187"/>
                      </a:lnTo>
                      <a:lnTo>
                        <a:pt x="182" y="1189"/>
                      </a:lnTo>
                      <a:lnTo>
                        <a:pt x="187" y="1189"/>
                      </a:lnTo>
                      <a:lnTo>
                        <a:pt x="190" y="1187"/>
                      </a:lnTo>
                      <a:lnTo>
                        <a:pt x="193" y="1185"/>
                      </a:lnTo>
                      <a:lnTo>
                        <a:pt x="194" y="1183"/>
                      </a:lnTo>
                      <a:lnTo>
                        <a:pt x="195" y="1180"/>
                      </a:lnTo>
                      <a:lnTo>
                        <a:pt x="195" y="1176"/>
                      </a:lnTo>
                      <a:lnTo>
                        <a:pt x="195" y="1168"/>
                      </a:lnTo>
                      <a:lnTo>
                        <a:pt x="196" y="1164"/>
                      </a:lnTo>
                      <a:lnTo>
                        <a:pt x="201" y="1158"/>
                      </a:lnTo>
                      <a:lnTo>
                        <a:pt x="208" y="1149"/>
                      </a:lnTo>
                      <a:lnTo>
                        <a:pt x="219" y="1141"/>
                      </a:lnTo>
                      <a:lnTo>
                        <a:pt x="233" y="1133"/>
                      </a:lnTo>
                      <a:lnTo>
                        <a:pt x="239" y="1129"/>
                      </a:lnTo>
                      <a:lnTo>
                        <a:pt x="245" y="1126"/>
                      </a:lnTo>
                      <a:lnTo>
                        <a:pt x="250" y="1121"/>
                      </a:lnTo>
                      <a:lnTo>
                        <a:pt x="252" y="1116"/>
                      </a:lnTo>
                      <a:lnTo>
                        <a:pt x="255" y="1110"/>
                      </a:lnTo>
                      <a:lnTo>
                        <a:pt x="256" y="1104"/>
                      </a:lnTo>
                      <a:lnTo>
                        <a:pt x="257" y="1098"/>
                      </a:lnTo>
                      <a:lnTo>
                        <a:pt x="257" y="1091"/>
                      </a:lnTo>
                      <a:lnTo>
                        <a:pt x="256" y="1084"/>
                      </a:lnTo>
                      <a:lnTo>
                        <a:pt x="255" y="1078"/>
                      </a:lnTo>
                      <a:lnTo>
                        <a:pt x="251" y="1071"/>
                      </a:lnTo>
                      <a:lnTo>
                        <a:pt x="247" y="1065"/>
                      </a:lnTo>
                      <a:lnTo>
                        <a:pt x="243" y="1060"/>
                      </a:lnTo>
                      <a:lnTo>
                        <a:pt x="237" y="1057"/>
                      </a:lnTo>
                      <a:lnTo>
                        <a:pt x="231" y="1054"/>
                      </a:lnTo>
                      <a:lnTo>
                        <a:pt x="224" y="1051"/>
                      </a:lnTo>
                      <a:lnTo>
                        <a:pt x="211" y="1047"/>
                      </a:lnTo>
                      <a:lnTo>
                        <a:pt x="200" y="1041"/>
                      </a:lnTo>
                      <a:lnTo>
                        <a:pt x="196" y="1038"/>
                      </a:lnTo>
                      <a:lnTo>
                        <a:pt x="193" y="1033"/>
                      </a:lnTo>
                      <a:lnTo>
                        <a:pt x="192" y="1027"/>
                      </a:lnTo>
                      <a:lnTo>
                        <a:pt x="190" y="1020"/>
                      </a:lnTo>
                      <a:lnTo>
                        <a:pt x="190" y="1006"/>
                      </a:lnTo>
                      <a:lnTo>
                        <a:pt x="192" y="987"/>
                      </a:lnTo>
                      <a:lnTo>
                        <a:pt x="192" y="978"/>
                      </a:lnTo>
                      <a:lnTo>
                        <a:pt x="193" y="970"/>
                      </a:lnTo>
                      <a:lnTo>
                        <a:pt x="195" y="964"/>
                      </a:lnTo>
                      <a:lnTo>
                        <a:pt x="196" y="959"/>
                      </a:lnTo>
                      <a:lnTo>
                        <a:pt x="201" y="951"/>
                      </a:lnTo>
                      <a:lnTo>
                        <a:pt x="206" y="944"/>
                      </a:lnTo>
                      <a:lnTo>
                        <a:pt x="211" y="938"/>
                      </a:lnTo>
                      <a:lnTo>
                        <a:pt x="214" y="931"/>
                      </a:lnTo>
                      <a:lnTo>
                        <a:pt x="214" y="927"/>
                      </a:lnTo>
                      <a:lnTo>
                        <a:pt x="213" y="925"/>
                      </a:lnTo>
                      <a:lnTo>
                        <a:pt x="211" y="924"/>
                      </a:lnTo>
                      <a:lnTo>
                        <a:pt x="206" y="924"/>
                      </a:lnTo>
                      <a:lnTo>
                        <a:pt x="201" y="922"/>
                      </a:lnTo>
                      <a:lnTo>
                        <a:pt x="198" y="922"/>
                      </a:lnTo>
                      <a:lnTo>
                        <a:pt x="195" y="920"/>
                      </a:lnTo>
                      <a:lnTo>
                        <a:pt x="193" y="918"/>
                      </a:lnTo>
                      <a:lnTo>
                        <a:pt x="192" y="915"/>
                      </a:lnTo>
                      <a:lnTo>
                        <a:pt x="190" y="912"/>
                      </a:lnTo>
                      <a:lnTo>
                        <a:pt x="190" y="907"/>
                      </a:lnTo>
                      <a:lnTo>
                        <a:pt x="190" y="902"/>
                      </a:lnTo>
                      <a:lnTo>
                        <a:pt x="193" y="891"/>
                      </a:lnTo>
                      <a:lnTo>
                        <a:pt x="199" y="880"/>
                      </a:lnTo>
                      <a:lnTo>
                        <a:pt x="206" y="868"/>
                      </a:lnTo>
                      <a:lnTo>
                        <a:pt x="213" y="858"/>
                      </a:lnTo>
                      <a:lnTo>
                        <a:pt x="218" y="853"/>
                      </a:lnTo>
                      <a:lnTo>
                        <a:pt x="221" y="847"/>
                      </a:lnTo>
                      <a:lnTo>
                        <a:pt x="223" y="842"/>
                      </a:lnTo>
                      <a:lnTo>
                        <a:pt x="223" y="832"/>
                      </a:lnTo>
                      <a:lnTo>
                        <a:pt x="223" y="828"/>
                      </a:lnTo>
                      <a:lnTo>
                        <a:pt x="221" y="825"/>
                      </a:lnTo>
                      <a:lnTo>
                        <a:pt x="220" y="823"/>
                      </a:lnTo>
                      <a:lnTo>
                        <a:pt x="219" y="821"/>
                      </a:lnTo>
                      <a:lnTo>
                        <a:pt x="213" y="820"/>
                      </a:lnTo>
                      <a:lnTo>
                        <a:pt x="203" y="820"/>
                      </a:lnTo>
                      <a:lnTo>
                        <a:pt x="198" y="820"/>
                      </a:lnTo>
                      <a:lnTo>
                        <a:pt x="193" y="818"/>
                      </a:lnTo>
                      <a:lnTo>
                        <a:pt x="189" y="815"/>
                      </a:lnTo>
                      <a:lnTo>
                        <a:pt x="186" y="813"/>
                      </a:lnTo>
                      <a:lnTo>
                        <a:pt x="182" y="808"/>
                      </a:lnTo>
                      <a:lnTo>
                        <a:pt x="180" y="805"/>
                      </a:lnTo>
                      <a:lnTo>
                        <a:pt x="180" y="801"/>
                      </a:lnTo>
                      <a:lnTo>
                        <a:pt x="181" y="795"/>
                      </a:lnTo>
                      <a:lnTo>
                        <a:pt x="182" y="788"/>
                      </a:lnTo>
                      <a:lnTo>
                        <a:pt x="183" y="780"/>
                      </a:lnTo>
                      <a:lnTo>
                        <a:pt x="183" y="770"/>
                      </a:lnTo>
                      <a:lnTo>
                        <a:pt x="182" y="758"/>
                      </a:lnTo>
                      <a:lnTo>
                        <a:pt x="180" y="745"/>
                      </a:lnTo>
                      <a:lnTo>
                        <a:pt x="177" y="733"/>
                      </a:lnTo>
                      <a:lnTo>
                        <a:pt x="176" y="723"/>
                      </a:lnTo>
                      <a:lnTo>
                        <a:pt x="176" y="712"/>
                      </a:lnTo>
                      <a:lnTo>
                        <a:pt x="175" y="692"/>
                      </a:lnTo>
                      <a:lnTo>
                        <a:pt x="174" y="679"/>
                      </a:lnTo>
                      <a:lnTo>
                        <a:pt x="173" y="675"/>
                      </a:lnTo>
                      <a:lnTo>
                        <a:pt x="170" y="673"/>
                      </a:lnTo>
                      <a:lnTo>
                        <a:pt x="168" y="672"/>
                      </a:lnTo>
                      <a:lnTo>
                        <a:pt x="164" y="670"/>
                      </a:lnTo>
                      <a:lnTo>
                        <a:pt x="161" y="670"/>
                      </a:lnTo>
                      <a:lnTo>
                        <a:pt x="157" y="669"/>
                      </a:lnTo>
                      <a:lnTo>
                        <a:pt x="154" y="668"/>
                      </a:lnTo>
                      <a:lnTo>
                        <a:pt x="151" y="664"/>
                      </a:lnTo>
                      <a:lnTo>
                        <a:pt x="151" y="662"/>
                      </a:lnTo>
                      <a:lnTo>
                        <a:pt x="151" y="658"/>
                      </a:lnTo>
                      <a:lnTo>
                        <a:pt x="152" y="656"/>
                      </a:lnTo>
                      <a:lnTo>
                        <a:pt x="154" y="654"/>
                      </a:lnTo>
                      <a:lnTo>
                        <a:pt x="159" y="650"/>
                      </a:lnTo>
                      <a:lnTo>
                        <a:pt x="168" y="649"/>
                      </a:lnTo>
                      <a:lnTo>
                        <a:pt x="171" y="648"/>
                      </a:lnTo>
                      <a:lnTo>
                        <a:pt x="174" y="647"/>
                      </a:lnTo>
                      <a:lnTo>
                        <a:pt x="175" y="644"/>
                      </a:lnTo>
                      <a:lnTo>
                        <a:pt x="176" y="642"/>
                      </a:lnTo>
                      <a:lnTo>
                        <a:pt x="177" y="638"/>
                      </a:lnTo>
                      <a:lnTo>
                        <a:pt x="179" y="636"/>
                      </a:lnTo>
                      <a:lnTo>
                        <a:pt x="180" y="632"/>
                      </a:lnTo>
                      <a:lnTo>
                        <a:pt x="182" y="631"/>
                      </a:lnTo>
                      <a:lnTo>
                        <a:pt x="186" y="629"/>
                      </a:lnTo>
                      <a:lnTo>
                        <a:pt x="188" y="626"/>
                      </a:lnTo>
                      <a:lnTo>
                        <a:pt x="189" y="624"/>
                      </a:lnTo>
                      <a:lnTo>
                        <a:pt x="190" y="622"/>
                      </a:lnTo>
                      <a:lnTo>
                        <a:pt x="190" y="619"/>
                      </a:lnTo>
                      <a:lnTo>
                        <a:pt x="189" y="616"/>
                      </a:lnTo>
                      <a:lnTo>
                        <a:pt x="188" y="613"/>
                      </a:lnTo>
                      <a:lnTo>
                        <a:pt x="186" y="610"/>
                      </a:lnTo>
                      <a:lnTo>
                        <a:pt x="180" y="601"/>
                      </a:lnTo>
                      <a:lnTo>
                        <a:pt x="174" y="591"/>
                      </a:lnTo>
                      <a:lnTo>
                        <a:pt x="171" y="585"/>
                      </a:lnTo>
                      <a:lnTo>
                        <a:pt x="170" y="578"/>
                      </a:lnTo>
                      <a:lnTo>
                        <a:pt x="169" y="572"/>
                      </a:lnTo>
                      <a:lnTo>
                        <a:pt x="168" y="566"/>
                      </a:lnTo>
                      <a:lnTo>
                        <a:pt x="169" y="554"/>
                      </a:lnTo>
                      <a:lnTo>
                        <a:pt x="171" y="540"/>
                      </a:lnTo>
                      <a:lnTo>
                        <a:pt x="175" y="527"/>
                      </a:lnTo>
                      <a:lnTo>
                        <a:pt x="181" y="515"/>
                      </a:lnTo>
                      <a:lnTo>
                        <a:pt x="187" y="504"/>
                      </a:lnTo>
                      <a:lnTo>
                        <a:pt x="193" y="493"/>
                      </a:lnTo>
                      <a:lnTo>
                        <a:pt x="194" y="489"/>
                      </a:lnTo>
                      <a:lnTo>
                        <a:pt x="194" y="484"/>
                      </a:lnTo>
                      <a:lnTo>
                        <a:pt x="193" y="479"/>
                      </a:lnTo>
                      <a:lnTo>
                        <a:pt x="190" y="475"/>
                      </a:lnTo>
                      <a:lnTo>
                        <a:pt x="182" y="467"/>
                      </a:lnTo>
                      <a:lnTo>
                        <a:pt x="174" y="459"/>
                      </a:lnTo>
                      <a:lnTo>
                        <a:pt x="171" y="455"/>
                      </a:lnTo>
                      <a:lnTo>
                        <a:pt x="171" y="452"/>
                      </a:lnTo>
                      <a:lnTo>
                        <a:pt x="171" y="447"/>
                      </a:lnTo>
                      <a:lnTo>
                        <a:pt x="173" y="443"/>
                      </a:lnTo>
                      <a:lnTo>
                        <a:pt x="176" y="434"/>
                      </a:lnTo>
                      <a:lnTo>
                        <a:pt x="180" y="429"/>
                      </a:lnTo>
                      <a:lnTo>
                        <a:pt x="182" y="426"/>
                      </a:lnTo>
                      <a:lnTo>
                        <a:pt x="184" y="423"/>
                      </a:lnTo>
                      <a:lnTo>
                        <a:pt x="186" y="418"/>
                      </a:lnTo>
                      <a:lnTo>
                        <a:pt x="186" y="412"/>
                      </a:lnTo>
                      <a:lnTo>
                        <a:pt x="187" y="408"/>
                      </a:lnTo>
                      <a:lnTo>
                        <a:pt x="188" y="404"/>
                      </a:lnTo>
                      <a:lnTo>
                        <a:pt x="189" y="401"/>
                      </a:lnTo>
                      <a:lnTo>
                        <a:pt x="192" y="398"/>
                      </a:lnTo>
                      <a:lnTo>
                        <a:pt x="195" y="396"/>
                      </a:lnTo>
                      <a:lnTo>
                        <a:pt x="200" y="395"/>
                      </a:lnTo>
                      <a:lnTo>
                        <a:pt x="203" y="393"/>
                      </a:lnTo>
                      <a:lnTo>
                        <a:pt x="208" y="391"/>
                      </a:lnTo>
                      <a:lnTo>
                        <a:pt x="211" y="387"/>
                      </a:lnTo>
                      <a:lnTo>
                        <a:pt x="213" y="383"/>
                      </a:lnTo>
                      <a:lnTo>
                        <a:pt x="211" y="374"/>
                      </a:lnTo>
                      <a:lnTo>
                        <a:pt x="208" y="364"/>
                      </a:lnTo>
                      <a:lnTo>
                        <a:pt x="207" y="358"/>
                      </a:lnTo>
                      <a:lnTo>
                        <a:pt x="207" y="352"/>
                      </a:lnTo>
                      <a:lnTo>
                        <a:pt x="208" y="346"/>
                      </a:lnTo>
                      <a:lnTo>
                        <a:pt x="211" y="341"/>
                      </a:lnTo>
                      <a:lnTo>
                        <a:pt x="219" y="335"/>
                      </a:lnTo>
                      <a:lnTo>
                        <a:pt x="225" y="332"/>
                      </a:lnTo>
                      <a:lnTo>
                        <a:pt x="230" y="329"/>
                      </a:lnTo>
                      <a:lnTo>
                        <a:pt x="232" y="327"/>
                      </a:lnTo>
                      <a:lnTo>
                        <a:pt x="234" y="325"/>
                      </a:lnTo>
                      <a:lnTo>
                        <a:pt x="236" y="322"/>
                      </a:lnTo>
                      <a:lnTo>
                        <a:pt x="236" y="316"/>
                      </a:lnTo>
                      <a:lnTo>
                        <a:pt x="236" y="308"/>
                      </a:lnTo>
                      <a:lnTo>
                        <a:pt x="236" y="302"/>
                      </a:lnTo>
                      <a:lnTo>
                        <a:pt x="236" y="295"/>
                      </a:lnTo>
                      <a:lnTo>
                        <a:pt x="237" y="289"/>
                      </a:lnTo>
                      <a:lnTo>
                        <a:pt x="239" y="284"/>
                      </a:lnTo>
                      <a:lnTo>
                        <a:pt x="245" y="275"/>
                      </a:lnTo>
                      <a:lnTo>
                        <a:pt x="252" y="263"/>
                      </a:lnTo>
                      <a:lnTo>
                        <a:pt x="259" y="251"/>
                      </a:lnTo>
                      <a:lnTo>
                        <a:pt x="265" y="242"/>
                      </a:lnTo>
                      <a:lnTo>
                        <a:pt x="270" y="237"/>
                      </a:lnTo>
                      <a:lnTo>
                        <a:pt x="276" y="231"/>
                      </a:lnTo>
                      <a:lnTo>
                        <a:pt x="283" y="226"/>
                      </a:lnTo>
                      <a:lnTo>
                        <a:pt x="290" y="223"/>
                      </a:lnTo>
                      <a:lnTo>
                        <a:pt x="305" y="222"/>
                      </a:lnTo>
                      <a:lnTo>
                        <a:pt x="318" y="222"/>
                      </a:lnTo>
                      <a:lnTo>
                        <a:pt x="327" y="225"/>
                      </a:lnTo>
                      <a:lnTo>
                        <a:pt x="333" y="226"/>
                      </a:lnTo>
                      <a:lnTo>
                        <a:pt x="334" y="226"/>
                      </a:lnTo>
                      <a:lnTo>
                        <a:pt x="337" y="225"/>
                      </a:lnTo>
                      <a:lnTo>
                        <a:pt x="340" y="222"/>
                      </a:lnTo>
                      <a:lnTo>
                        <a:pt x="343" y="220"/>
                      </a:lnTo>
                      <a:lnTo>
                        <a:pt x="346" y="216"/>
                      </a:lnTo>
                      <a:lnTo>
                        <a:pt x="349" y="212"/>
                      </a:lnTo>
                      <a:lnTo>
                        <a:pt x="352" y="206"/>
                      </a:lnTo>
                      <a:lnTo>
                        <a:pt x="353" y="200"/>
                      </a:lnTo>
                      <a:lnTo>
                        <a:pt x="356" y="193"/>
                      </a:lnTo>
                      <a:lnTo>
                        <a:pt x="358" y="187"/>
                      </a:lnTo>
                      <a:lnTo>
                        <a:pt x="362" y="181"/>
                      </a:lnTo>
                      <a:lnTo>
                        <a:pt x="366" y="176"/>
                      </a:lnTo>
                      <a:lnTo>
                        <a:pt x="372" y="171"/>
                      </a:lnTo>
                      <a:lnTo>
                        <a:pt x="381" y="168"/>
                      </a:lnTo>
                      <a:lnTo>
                        <a:pt x="390" y="165"/>
                      </a:lnTo>
                      <a:lnTo>
                        <a:pt x="402" y="163"/>
                      </a:lnTo>
                      <a:lnTo>
                        <a:pt x="425" y="163"/>
                      </a:lnTo>
                      <a:lnTo>
                        <a:pt x="442" y="164"/>
                      </a:lnTo>
                      <a:lnTo>
                        <a:pt x="451" y="165"/>
                      </a:lnTo>
                      <a:lnTo>
                        <a:pt x="458" y="165"/>
                      </a:lnTo>
                      <a:lnTo>
                        <a:pt x="465" y="164"/>
                      </a:lnTo>
                      <a:lnTo>
                        <a:pt x="473" y="163"/>
                      </a:lnTo>
                      <a:lnTo>
                        <a:pt x="488" y="158"/>
                      </a:lnTo>
                      <a:lnTo>
                        <a:pt x="501" y="157"/>
                      </a:lnTo>
                      <a:lnTo>
                        <a:pt x="508" y="158"/>
                      </a:lnTo>
                      <a:lnTo>
                        <a:pt x="515" y="160"/>
                      </a:lnTo>
                      <a:lnTo>
                        <a:pt x="521" y="164"/>
                      </a:lnTo>
                      <a:lnTo>
                        <a:pt x="528" y="170"/>
                      </a:lnTo>
                      <a:lnTo>
                        <a:pt x="547" y="190"/>
                      </a:lnTo>
                      <a:lnTo>
                        <a:pt x="558" y="204"/>
                      </a:lnTo>
                      <a:lnTo>
                        <a:pt x="561" y="209"/>
                      </a:lnTo>
                      <a:lnTo>
                        <a:pt x="567" y="212"/>
                      </a:lnTo>
                      <a:lnTo>
                        <a:pt x="573" y="212"/>
                      </a:lnTo>
                      <a:lnTo>
                        <a:pt x="580" y="212"/>
                      </a:lnTo>
                      <a:lnTo>
                        <a:pt x="585" y="215"/>
                      </a:lnTo>
                      <a:lnTo>
                        <a:pt x="591" y="218"/>
                      </a:lnTo>
                      <a:lnTo>
                        <a:pt x="596" y="216"/>
                      </a:lnTo>
                      <a:lnTo>
                        <a:pt x="599" y="215"/>
                      </a:lnTo>
                      <a:lnTo>
                        <a:pt x="602" y="212"/>
                      </a:lnTo>
                      <a:lnTo>
                        <a:pt x="606" y="207"/>
                      </a:lnTo>
                      <a:lnTo>
                        <a:pt x="610" y="201"/>
                      </a:lnTo>
                      <a:lnTo>
                        <a:pt x="615" y="197"/>
                      </a:lnTo>
                      <a:lnTo>
                        <a:pt x="621" y="195"/>
                      </a:lnTo>
                      <a:lnTo>
                        <a:pt x="627" y="194"/>
                      </a:lnTo>
                      <a:lnTo>
                        <a:pt x="635" y="193"/>
                      </a:lnTo>
                      <a:lnTo>
                        <a:pt x="645" y="191"/>
                      </a:lnTo>
                      <a:lnTo>
                        <a:pt x="654" y="190"/>
                      </a:lnTo>
                      <a:lnTo>
                        <a:pt x="664" y="187"/>
                      </a:lnTo>
                      <a:lnTo>
                        <a:pt x="669" y="184"/>
                      </a:lnTo>
                      <a:lnTo>
                        <a:pt x="674" y="182"/>
                      </a:lnTo>
                      <a:lnTo>
                        <a:pt x="678" y="177"/>
                      </a:lnTo>
                      <a:lnTo>
                        <a:pt x="681" y="172"/>
                      </a:lnTo>
                      <a:lnTo>
                        <a:pt x="684" y="168"/>
                      </a:lnTo>
                      <a:lnTo>
                        <a:pt x="685" y="163"/>
                      </a:lnTo>
                      <a:lnTo>
                        <a:pt x="686" y="158"/>
                      </a:lnTo>
                      <a:lnTo>
                        <a:pt x="685" y="153"/>
                      </a:lnTo>
                      <a:lnTo>
                        <a:pt x="684" y="149"/>
                      </a:lnTo>
                      <a:lnTo>
                        <a:pt x="681" y="144"/>
                      </a:lnTo>
                      <a:lnTo>
                        <a:pt x="679" y="139"/>
                      </a:lnTo>
                      <a:lnTo>
                        <a:pt x="675" y="136"/>
                      </a:lnTo>
                      <a:lnTo>
                        <a:pt x="667" y="127"/>
                      </a:lnTo>
                      <a:lnTo>
                        <a:pt x="658" y="120"/>
                      </a:lnTo>
                      <a:lnTo>
                        <a:pt x="648" y="113"/>
                      </a:lnTo>
                      <a:lnTo>
                        <a:pt x="640" y="106"/>
                      </a:lnTo>
                      <a:lnTo>
                        <a:pt x="634" y="99"/>
                      </a:lnTo>
                      <a:lnTo>
                        <a:pt x="630" y="92"/>
                      </a:lnTo>
                      <a:lnTo>
                        <a:pt x="629" y="88"/>
                      </a:lnTo>
                      <a:lnTo>
                        <a:pt x="629" y="84"/>
                      </a:lnTo>
                      <a:lnTo>
                        <a:pt x="630" y="81"/>
                      </a:lnTo>
                      <a:lnTo>
                        <a:pt x="631" y="78"/>
                      </a:lnTo>
                      <a:lnTo>
                        <a:pt x="636" y="74"/>
                      </a:lnTo>
                      <a:lnTo>
                        <a:pt x="641" y="71"/>
                      </a:lnTo>
                      <a:lnTo>
                        <a:pt x="643" y="70"/>
                      </a:lnTo>
                      <a:lnTo>
                        <a:pt x="643" y="68"/>
                      </a:lnTo>
                      <a:lnTo>
                        <a:pt x="642" y="64"/>
                      </a:lnTo>
                      <a:lnTo>
                        <a:pt x="640" y="61"/>
                      </a:lnTo>
                      <a:lnTo>
                        <a:pt x="634" y="51"/>
                      </a:lnTo>
                      <a:lnTo>
                        <a:pt x="627" y="43"/>
                      </a:lnTo>
                      <a:lnTo>
                        <a:pt x="624" y="38"/>
                      </a:lnTo>
                      <a:lnTo>
                        <a:pt x="623" y="36"/>
                      </a:lnTo>
                      <a:lnTo>
                        <a:pt x="623" y="32"/>
                      </a:lnTo>
                      <a:lnTo>
                        <a:pt x="625" y="30"/>
                      </a:lnTo>
                      <a:lnTo>
                        <a:pt x="631" y="25"/>
                      </a:lnTo>
                      <a:lnTo>
                        <a:pt x="641" y="19"/>
                      </a:lnTo>
                      <a:lnTo>
                        <a:pt x="646" y="17"/>
                      </a:lnTo>
                      <a:lnTo>
                        <a:pt x="653" y="15"/>
                      </a:lnTo>
                      <a:lnTo>
                        <a:pt x="660" y="15"/>
                      </a:lnTo>
                      <a:lnTo>
                        <a:pt x="668" y="15"/>
                      </a:lnTo>
                      <a:lnTo>
                        <a:pt x="675" y="18"/>
                      </a:lnTo>
                      <a:lnTo>
                        <a:pt x="684" y="20"/>
                      </a:lnTo>
                      <a:lnTo>
                        <a:pt x="691" y="23"/>
                      </a:lnTo>
                      <a:lnTo>
                        <a:pt x="697" y="26"/>
                      </a:lnTo>
                      <a:lnTo>
                        <a:pt x="702" y="30"/>
                      </a:lnTo>
                      <a:lnTo>
                        <a:pt x="706" y="32"/>
                      </a:lnTo>
                      <a:lnTo>
                        <a:pt x="712" y="34"/>
                      </a:lnTo>
                      <a:lnTo>
                        <a:pt x="717" y="34"/>
                      </a:lnTo>
                      <a:lnTo>
                        <a:pt x="721" y="34"/>
                      </a:lnTo>
                      <a:lnTo>
                        <a:pt x="724" y="33"/>
                      </a:lnTo>
                      <a:lnTo>
                        <a:pt x="727" y="31"/>
                      </a:lnTo>
                      <a:lnTo>
                        <a:pt x="728" y="26"/>
                      </a:lnTo>
                      <a:lnTo>
                        <a:pt x="730" y="18"/>
                      </a:lnTo>
                      <a:lnTo>
                        <a:pt x="731" y="10"/>
                      </a:lnTo>
                      <a:lnTo>
                        <a:pt x="734" y="7"/>
                      </a:lnTo>
                      <a:lnTo>
                        <a:pt x="736" y="5"/>
                      </a:lnTo>
                      <a:lnTo>
                        <a:pt x="740" y="2"/>
                      </a:lnTo>
                      <a:lnTo>
                        <a:pt x="744" y="1"/>
                      </a:lnTo>
                      <a:lnTo>
                        <a:pt x="757" y="0"/>
                      </a:lnTo>
                      <a:lnTo>
                        <a:pt x="771" y="0"/>
                      </a:lnTo>
                      <a:lnTo>
                        <a:pt x="778" y="1"/>
                      </a:lnTo>
                      <a:lnTo>
                        <a:pt x="782" y="2"/>
                      </a:lnTo>
                      <a:lnTo>
                        <a:pt x="787" y="5"/>
                      </a:lnTo>
                      <a:lnTo>
                        <a:pt x="788" y="7"/>
                      </a:lnTo>
                      <a:lnTo>
                        <a:pt x="792" y="15"/>
                      </a:lnTo>
                      <a:lnTo>
                        <a:pt x="794" y="25"/>
                      </a:lnTo>
                      <a:lnTo>
                        <a:pt x="797" y="29"/>
                      </a:lnTo>
                      <a:lnTo>
                        <a:pt x="799" y="32"/>
                      </a:lnTo>
                      <a:lnTo>
                        <a:pt x="801" y="34"/>
                      </a:lnTo>
                      <a:lnTo>
                        <a:pt x="804" y="36"/>
                      </a:lnTo>
                      <a:lnTo>
                        <a:pt x="816" y="34"/>
                      </a:lnTo>
                      <a:lnTo>
                        <a:pt x="832" y="34"/>
                      </a:lnTo>
                      <a:lnTo>
                        <a:pt x="853" y="34"/>
                      </a:lnTo>
                      <a:lnTo>
                        <a:pt x="872" y="34"/>
                      </a:lnTo>
                      <a:lnTo>
                        <a:pt x="885" y="36"/>
                      </a:lnTo>
                      <a:lnTo>
                        <a:pt x="899" y="38"/>
                      </a:lnTo>
                      <a:lnTo>
                        <a:pt x="913" y="43"/>
                      </a:lnTo>
                      <a:lnTo>
                        <a:pt x="926" y="50"/>
                      </a:lnTo>
                      <a:lnTo>
                        <a:pt x="930" y="52"/>
                      </a:lnTo>
                      <a:lnTo>
                        <a:pt x="933" y="55"/>
                      </a:lnTo>
                      <a:lnTo>
                        <a:pt x="937" y="58"/>
                      </a:lnTo>
                      <a:lnTo>
                        <a:pt x="939" y="64"/>
                      </a:lnTo>
                      <a:lnTo>
                        <a:pt x="942" y="69"/>
                      </a:lnTo>
                      <a:lnTo>
                        <a:pt x="945" y="74"/>
                      </a:lnTo>
                      <a:lnTo>
                        <a:pt x="948" y="77"/>
                      </a:lnTo>
                      <a:lnTo>
                        <a:pt x="950" y="78"/>
                      </a:lnTo>
                      <a:lnTo>
                        <a:pt x="955" y="80"/>
                      </a:lnTo>
                      <a:lnTo>
                        <a:pt x="958" y="82"/>
                      </a:lnTo>
                      <a:lnTo>
                        <a:pt x="960" y="87"/>
                      </a:lnTo>
                      <a:lnTo>
                        <a:pt x="962" y="90"/>
                      </a:lnTo>
                      <a:lnTo>
                        <a:pt x="964" y="94"/>
                      </a:lnTo>
                      <a:lnTo>
                        <a:pt x="969" y="95"/>
                      </a:lnTo>
                      <a:lnTo>
                        <a:pt x="974" y="95"/>
                      </a:lnTo>
                      <a:lnTo>
                        <a:pt x="977" y="93"/>
                      </a:lnTo>
                      <a:lnTo>
                        <a:pt x="981" y="90"/>
                      </a:lnTo>
                      <a:lnTo>
                        <a:pt x="984" y="88"/>
                      </a:lnTo>
                      <a:lnTo>
                        <a:pt x="989" y="88"/>
                      </a:lnTo>
                      <a:lnTo>
                        <a:pt x="995" y="90"/>
                      </a:lnTo>
                      <a:lnTo>
                        <a:pt x="1011" y="97"/>
                      </a:lnTo>
                      <a:lnTo>
                        <a:pt x="1026" y="102"/>
                      </a:lnTo>
                      <a:lnTo>
                        <a:pt x="1040" y="102"/>
                      </a:lnTo>
                      <a:lnTo>
                        <a:pt x="1057" y="101"/>
                      </a:lnTo>
                      <a:lnTo>
                        <a:pt x="1075" y="100"/>
                      </a:lnTo>
                      <a:lnTo>
                        <a:pt x="1091" y="99"/>
                      </a:lnTo>
                      <a:lnTo>
                        <a:pt x="1099" y="99"/>
                      </a:lnTo>
                      <a:lnTo>
                        <a:pt x="1105" y="100"/>
                      </a:lnTo>
                      <a:lnTo>
                        <a:pt x="1110" y="102"/>
                      </a:lnTo>
                      <a:lnTo>
                        <a:pt x="1116" y="105"/>
                      </a:lnTo>
                      <a:lnTo>
                        <a:pt x="1127" y="111"/>
                      </a:lnTo>
                      <a:lnTo>
                        <a:pt x="1139" y="116"/>
                      </a:lnTo>
                      <a:lnTo>
                        <a:pt x="1152" y="125"/>
                      </a:lnTo>
                      <a:lnTo>
                        <a:pt x="1166" y="133"/>
                      </a:lnTo>
                      <a:lnTo>
                        <a:pt x="1178" y="141"/>
                      </a:lnTo>
                      <a:lnTo>
                        <a:pt x="1188" y="150"/>
                      </a:lnTo>
                      <a:lnTo>
                        <a:pt x="1194" y="156"/>
                      </a:lnTo>
                      <a:lnTo>
                        <a:pt x="1198" y="159"/>
                      </a:lnTo>
                      <a:lnTo>
                        <a:pt x="1203" y="162"/>
                      </a:lnTo>
                      <a:lnTo>
                        <a:pt x="1207" y="162"/>
                      </a:lnTo>
                      <a:lnTo>
                        <a:pt x="1209" y="163"/>
                      </a:lnTo>
                      <a:lnTo>
                        <a:pt x="1212" y="163"/>
                      </a:lnTo>
                      <a:lnTo>
                        <a:pt x="1213" y="165"/>
                      </a:lnTo>
                      <a:lnTo>
                        <a:pt x="1214" y="168"/>
                      </a:lnTo>
                      <a:lnTo>
                        <a:pt x="1216" y="174"/>
                      </a:lnTo>
                      <a:lnTo>
                        <a:pt x="1220" y="182"/>
                      </a:lnTo>
                      <a:lnTo>
                        <a:pt x="1222" y="189"/>
                      </a:lnTo>
                      <a:lnTo>
                        <a:pt x="1226" y="195"/>
                      </a:lnTo>
                      <a:lnTo>
                        <a:pt x="1227" y="197"/>
                      </a:lnTo>
                      <a:lnTo>
                        <a:pt x="1229" y="199"/>
                      </a:lnTo>
                      <a:lnTo>
                        <a:pt x="1233" y="200"/>
                      </a:lnTo>
                      <a:lnTo>
                        <a:pt x="1237" y="200"/>
                      </a:lnTo>
                      <a:lnTo>
                        <a:pt x="1242" y="201"/>
                      </a:lnTo>
                      <a:lnTo>
                        <a:pt x="1246" y="203"/>
                      </a:lnTo>
                      <a:lnTo>
                        <a:pt x="1250" y="207"/>
                      </a:lnTo>
                      <a:lnTo>
                        <a:pt x="1253" y="212"/>
                      </a:lnTo>
                      <a:lnTo>
                        <a:pt x="1254" y="214"/>
                      </a:lnTo>
                      <a:lnTo>
                        <a:pt x="1257" y="215"/>
                      </a:lnTo>
                      <a:lnTo>
                        <a:pt x="1259" y="216"/>
                      </a:lnTo>
                      <a:lnTo>
                        <a:pt x="1261" y="216"/>
                      </a:lnTo>
                      <a:lnTo>
                        <a:pt x="1267" y="215"/>
                      </a:lnTo>
                      <a:lnTo>
                        <a:pt x="1272" y="212"/>
                      </a:lnTo>
                      <a:lnTo>
                        <a:pt x="1275" y="209"/>
                      </a:lnTo>
                      <a:lnTo>
                        <a:pt x="1277" y="207"/>
                      </a:lnTo>
                      <a:lnTo>
                        <a:pt x="1280" y="206"/>
                      </a:lnTo>
                      <a:lnTo>
                        <a:pt x="1284" y="204"/>
                      </a:lnTo>
                      <a:lnTo>
                        <a:pt x="1288" y="206"/>
                      </a:lnTo>
                      <a:lnTo>
                        <a:pt x="1290" y="207"/>
                      </a:lnTo>
                      <a:lnTo>
                        <a:pt x="1294" y="212"/>
                      </a:lnTo>
                      <a:lnTo>
                        <a:pt x="1297" y="218"/>
                      </a:lnTo>
                      <a:lnTo>
                        <a:pt x="1302" y="229"/>
                      </a:lnTo>
                      <a:lnTo>
                        <a:pt x="1304" y="240"/>
                      </a:lnTo>
                      <a:lnTo>
                        <a:pt x="1305" y="248"/>
                      </a:lnTo>
                      <a:lnTo>
                        <a:pt x="1305" y="257"/>
                      </a:lnTo>
                      <a:lnTo>
                        <a:pt x="1305" y="260"/>
                      </a:lnTo>
                      <a:lnTo>
                        <a:pt x="1307" y="262"/>
                      </a:lnTo>
                      <a:lnTo>
                        <a:pt x="1309" y="263"/>
                      </a:lnTo>
                      <a:lnTo>
                        <a:pt x="1313" y="263"/>
                      </a:lnTo>
                      <a:lnTo>
                        <a:pt x="1321" y="259"/>
                      </a:lnTo>
                      <a:lnTo>
                        <a:pt x="1330" y="253"/>
                      </a:lnTo>
                      <a:lnTo>
                        <a:pt x="1339" y="246"/>
                      </a:lnTo>
                      <a:lnTo>
                        <a:pt x="1346" y="238"/>
                      </a:lnTo>
                      <a:lnTo>
                        <a:pt x="1353" y="229"/>
                      </a:lnTo>
                      <a:lnTo>
                        <a:pt x="1358" y="222"/>
                      </a:lnTo>
                      <a:lnTo>
                        <a:pt x="1361" y="219"/>
                      </a:lnTo>
                      <a:lnTo>
                        <a:pt x="1365" y="216"/>
                      </a:lnTo>
                      <a:lnTo>
                        <a:pt x="1370" y="214"/>
                      </a:lnTo>
                      <a:lnTo>
                        <a:pt x="1376" y="213"/>
                      </a:lnTo>
                      <a:lnTo>
                        <a:pt x="1389" y="213"/>
                      </a:lnTo>
                      <a:lnTo>
                        <a:pt x="1402" y="215"/>
                      </a:lnTo>
                      <a:lnTo>
                        <a:pt x="1415" y="218"/>
                      </a:lnTo>
                      <a:lnTo>
                        <a:pt x="1424" y="221"/>
                      </a:lnTo>
                      <a:lnTo>
                        <a:pt x="1434" y="225"/>
                      </a:lnTo>
                      <a:lnTo>
                        <a:pt x="1441" y="228"/>
                      </a:lnTo>
                      <a:lnTo>
                        <a:pt x="1445" y="229"/>
                      </a:lnTo>
                      <a:lnTo>
                        <a:pt x="1447" y="229"/>
                      </a:lnTo>
                      <a:lnTo>
                        <a:pt x="1449" y="229"/>
                      </a:lnTo>
                      <a:lnTo>
                        <a:pt x="1452" y="228"/>
                      </a:lnTo>
                      <a:lnTo>
                        <a:pt x="1455" y="223"/>
                      </a:lnTo>
                      <a:lnTo>
                        <a:pt x="1461" y="215"/>
                      </a:lnTo>
                      <a:lnTo>
                        <a:pt x="1477" y="201"/>
                      </a:lnTo>
                      <a:lnTo>
                        <a:pt x="1491" y="187"/>
                      </a:lnTo>
                      <a:lnTo>
                        <a:pt x="1493" y="182"/>
                      </a:lnTo>
                      <a:lnTo>
                        <a:pt x="1496" y="177"/>
                      </a:lnTo>
                      <a:lnTo>
                        <a:pt x="1497" y="174"/>
                      </a:lnTo>
                      <a:lnTo>
                        <a:pt x="1498" y="169"/>
                      </a:lnTo>
                      <a:lnTo>
                        <a:pt x="1498" y="162"/>
                      </a:lnTo>
                      <a:lnTo>
                        <a:pt x="1499" y="156"/>
                      </a:lnTo>
                      <a:lnTo>
                        <a:pt x="1503" y="151"/>
                      </a:lnTo>
                      <a:lnTo>
                        <a:pt x="1510" y="146"/>
                      </a:lnTo>
                      <a:lnTo>
                        <a:pt x="1513" y="143"/>
                      </a:lnTo>
                      <a:lnTo>
                        <a:pt x="1518" y="140"/>
                      </a:lnTo>
                      <a:lnTo>
                        <a:pt x="1523" y="140"/>
                      </a:lnTo>
                      <a:lnTo>
                        <a:pt x="1527" y="141"/>
                      </a:lnTo>
                      <a:lnTo>
                        <a:pt x="1530" y="145"/>
                      </a:lnTo>
                      <a:lnTo>
                        <a:pt x="1531" y="149"/>
                      </a:lnTo>
                      <a:lnTo>
                        <a:pt x="1534" y="153"/>
                      </a:lnTo>
                      <a:lnTo>
                        <a:pt x="1535" y="159"/>
                      </a:lnTo>
                      <a:lnTo>
                        <a:pt x="1536" y="172"/>
                      </a:lnTo>
                      <a:lnTo>
                        <a:pt x="1536" y="184"/>
                      </a:lnTo>
                      <a:lnTo>
                        <a:pt x="1538" y="183"/>
                      </a:lnTo>
                      <a:lnTo>
                        <a:pt x="1546" y="177"/>
                      </a:lnTo>
                      <a:lnTo>
                        <a:pt x="1554" y="169"/>
                      </a:lnTo>
                      <a:lnTo>
                        <a:pt x="1559" y="160"/>
                      </a:lnTo>
                      <a:lnTo>
                        <a:pt x="1561" y="157"/>
                      </a:lnTo>
                      <a:lnTo>
                        <a:pt x="1565" y="150"/>
                      </a:lnTo>
                      <a:lnTo>
                        <a:pt x="1567" y="146"/>
                      </a:lnTo>
                      <a:lnTo>
                        <a:pt x="1569" y="144"/>
                      </a:lnTo>
                      <a:lnTo>
                        <a:pt x="1573" y="141"/>
                      </a:lnTo>
                      <a:lnTo>
                        <a:pt x="1575" y="140"/>
                      </a:lnTo>
                      <a:lnTo>
                        <a:pt x="1579" y="141"/>
                      </a:lnTo>
                      <a:lnTo>
                        <a:pt x="1581" y="145"/>
                      </a:lnTo>
                      <a:lnTo>
                        <a:pt x="1584" y="150"/>
                      </a:lnTo>
                      <a:lnTo>
                        <a:pt x="1585" y="156"/>
                      </a:lnTo>
                      <a:lnTo>
                        <a:pt x="1586" y="162"/>
                      </a:lnTo>
                      <a:lnTo>
                        <a:pt x="1586" y="168"/>
                      </a:lnTo>
                      <a:lnTo>
                        <a:pt x="1585" y="172"/>
                      </a:lnTo>
                      <a:lnTo>
                        <a:pt x="1584" y="176"/>
                      </a:lnTo>
                      <a:lnTo>
                        <a:pt x="1575" y="193"/>
                      </a:lnTo>
                      <a:lnTo>
                        <a:pt x="1566" y="204"/>
                      </a:lnTo>
                      <a:lnTo>
                        <a:pt x="1559" y="214"/>
                      </a:lnTo>
                      <a:lnTo>
                        <a:pt x="1552" y="220"/>
                      </a:lnTo>
                      <a:lnTo>
                        <a:pt x="1541" y="227"/>
                      </a:lnTo>
                      <a:lnTo>
                        <a:pt x="1538" y="231"/>
                      </a:lnTo>
                      <a:lnTo>
                        <a:pt x="1540" y="240"/>
                      </a:lnTo>
                      <a:lnTo>
                        <a:pt x="1542" y="248"/>
                      </a:lnTo>
                      <a:lnTo>
                        <a:pt x="1544" y="259"/>
                      </a:lnTo>
                      <a:lnTo>
                        <a:pt x="1548" y="270"/>
                      </a:lnTo>
                      <a:lnTo>
                        <a:pt x="1549" y="273"/>
                      </a:lnTo>
                      <a:lnTo>
                        <a:pt x="1553" y="275"/>
                      </a:lnTo>
                      <a:lnTo>
                        <a:pt x="1555" y="276"/>
                      </a:lnTo>
                      <a:lnTo>
                        <a:pt x="1560" y="273"/>
                      </a:lnTo>
                      <a:lnTo>
                        <a:pt x="1569" y="269"/>
                      </a:lnTo>
                      <a:lnTo>
                        <a:pt x="1576" y="267"/>
                      </a:lnTo>
                      <a:lnTo>
                        <a:pt x="1580" y="267"/>
                      </a:lnTo>
                      <a:lnTo>
                        <a:pt x="1584" y="269"/>
                      </a:lnTo>
                      <a:lnTo>
                        <a:pt x="1586" y="272"/>
                      </a:lnTo>
                      <a:lnTo>
                        <a:pt x="1588" y="276"/>
                      </a:lnTo>
                      <a:lnTo>
                        <a:pt x="1592" y="284"/>
                      </a:lnTo>
                      <a:lnTo>
                        <a:pt x="1594" y="289"/>
                      </a:lnTo>
                      <a:lnTo>
                        <a:pt x="1597" y="289"/>
                      </a:lnTo>
                      <a:lnTo>
                        <a:pt x="1598" y="289"/>
                      </a:lnTo>
                      <a:lnTo>
                        <a:pt x="1600" y="286"/>
                      </a:lnTo>
                      <a:lnTo>
                        <a:pt x="1603" y="284"/>
                      </a:lnTo>
                      <a:lnTo>
                        <a:pt x="1609" y="277"/>
                      </a:lnTo>
                      <a:lnTo>
                        <a:pt x="1613" y="275"/>
                      </a:lnTo>
                      <a:lnTo>
                        <a:pt x="1616" y="273"/>
                      </a:lnTo>
                      <a:lnTo>
                        <a:pt x="1618" y="275"/>
                      </a:lnTo>
                      <a:lnTo>
                        <a:pt x="1620" y="276"/>
                      </a:lnTo>
                      <a:lnTo>
                        <a:pt x="1623" y="277"/>
                      </a:lnTo>
                      <a:lnTo>
                        <a:pt x="1625" y="279"/>
                      </a:lnTo>
                      <a:lnTo>
                        <a:pt x="1629" y="279"/>
                      </a:lnTo>
                      <a:lnTo>
                        <a:pt x="1631" y="279"/>
                      </a:lnTo>
                      <a:lnTo>
                        <a:pt x="1634" y="277"/>
                      </a:lnTo>
                      <a:lnTo>
                        <a:pt x="1639" y="271"/>
                      </a:lnTo>
                      <a:lnTo>
                        <a:pt x="1645" y="262"/>
                      </a:lnTo>
                      <a:lnTo>
                        <a:pt x="1655" y="246"/>
                      </a:lnTo>
                      <a:lnTo>
                        <a:pt x="1667" y="227"/>
                      </a:lnTo>
                      <a:lnTo>
                        <a:pt x="1680" y="206"/>
                      </a:lnTo>
                      <a:lnTo>
                        <a:pt x="1693" y="188"/>
                      </a:lnTo>
                      <a:lnTo>
                        <a:pt x="1702" y="177"/>
                      </a:lnTo>
                      <a:lnTo>
                        <a:pt x="1712" y="165"/>
                      </a:lnTo>
                      <a:lnTo>
                        <a:pt x="1724" y="153"/>
                      </a:lnTo>
                      <a:lnTo>
                        <a:pt x="1736" y="140"/>
                      </a:lnTo>
                      <a:lnTo>
                        <a:pt x="1749" y="128"/>
                      </a:lnTo>
                      <a:lnTo>
                        <a:pt x="1761" y="118"/>
                      </a:lnTo>
                      <a:lnTo>
                        <a:pt x="1764" y="115"/>
                      </a:lnTo>
                      <a:lnTo>
                        <a:pt x="1767" y="115"/>
                      </a:lnTo>
                      <a:lnTo>
                        <a:pt x="1768" y="118"/>
                      </a:lnTo>
                      <a:lnTo>
                        <a:pt x="1768" y="124"/>
                      </a:lnTo>
                      <a:lnTo>
                        <a:pt x="1769" y="134"/>
                      </a:lnTo>
                      <a:lnTo>
                        <a:pt x="1770" y="146"/>
                      </a:lnTo>
                      <a:lnTo>
                        <a:pt x="1771" y="157"/>
                      </a:lnTo>
                      <a:lnTo>
                        <a:pt x="1773" y="166"/>
                      </a:lnTo>
                      <a:lnTo>
                        <a:pt x="1773" y="172"/>
                      </a:lnTo>
                      <a:lnTo>
                        <a:pt x="1774" y="176"/>
                      </a:lnTo>
                      <a:lnTo>
                        <a:pt x="1776" y="178"/>
                      </a:lnTo>
                      <a:lnTo>
                        <a:pt x="1779" y="179"/>
                      </a:lnTo>
                      <a:lnTo>
                        <a:pt x="1785" y="179"/>
                      </a:lnTo>
                      <a:lnTo>
                        <a:pt x="1795" y="178"/>
                      </a:lnTo>
                      <a:lnTo>
                        <a:pt x="1801" y="178"/>
                      </a:lnTo>
                      <a:lnTo>
                        <a:pt x="1807" y="178"/>
                      </a:lnTo>
                      <a:lnTo>
                        <a:pt x="1812" y="179"/>
                      </a:lnTo>
                      <a:lnTo>
                        <a:pt x="1817" y="181"/>
                      </a:lnTo>
                      <a:lnTo>
                        <a:pt x="1821" y="183"/>
                      </a:lnTo>
                      <a:lnTo>
                        <a:pt x="1825" y="185"/>
                      </a:lnTo>
                      <a:lnTo>
                        <a:pt x="1829" y="189"/>
                      </a:lnTo>
                      <a:lnTo>
                        <a:pt x="1830" y="194"/>
                      </a:lnTo>
                      <a:lnTo>
                        <a:pt x="1832" y="201"/>
                      </a:lnTo>
                      <a:lnTo>
                        <a:pt x="1832" y="207"/>
                      </a:lnTo>
                      <a:lnTo>
                        <a:pt x="1831" y="212"/>
                      </a:lnTo>
                      <a:lnTo>
                        <a:pt x="1830" y="218"/>
                      </a:lnTo>
                      <a:lnTo>
                        <a:pt x="1825" y="227"/>
                      </a:lnTo>
                      <a:lnTo>
                        <a:pt x="1820" y="234"/>
                      </a:lnTo>
                      <a:lnTo>
                        <a:pt x="1819" y="238"/>
                      </a:lnTo>
                      <a:lnTo>
                        <a:pt x="1819" y="241"/>
                      </a:lnTo>
                      <a:lnTo>
                        <a:pt x="1820" y="244"/>
                      </a:lnTo>
                      <a:lnTo>
                        <a:pt x="1821" y="247"/>
                      </a:lnTo>
                      <a:lnTo>
                        <a:pt x="1829" y="253"/>
                      </a:lnTo>
                      <a:lnTo>
                        <a:pt x="1838" y="258"/>
                      </a:lnTo>
                      <a:lnTo>
                        <a:pt x="1843" y="262"/>
                      </a:lnTo>
                      <a:lnTo>
                        <a:pt x="1846" y="266"/>
                      </a:lnTo>
                      <a:lnTo>
                        <a:pt x="1849" y="270"/>
                      </a:lnTo>
                      <a:lnTo>
                        <a:pt x="1850" y="275"/>
                      </a:lnTo>
                      <a:lnTo>
                        <a:pt x="1850" y="281"/>
                      </a:lnTo>
                      <a:lnTo>
                        <a:pt x="1849" y="285"/>
                      </a:lnTo>
                      <a:lnTo>
                        <a:pt x="1846" y="290"/>
                      </a:lnTo>
                      <a:lnTo>
                        <a:pt x="1843" y="294"/>
                      </a:lnTo>
                      <a:lnTo>
                        <a:pt x="1832" y="303"/>
                      </a:lnTo>
                      <a:lnTo>
                        <a:pt x="1820" y="316"/>
                      </a:lnTo>
                      <a:lnTo>
                        <a:pt x="1809" y="328"/>
                      </a:lnTo>
                      <a:lnTo>
                        <a:pt x="1801" y="338"/>
                      </a:lnTo>
                      <a:lnTo>
                        <a:pt x="1798" y="345"/>
                      </a:lnTo>
                      <a:lnTo>
                        <a:pt x="1795" y="352"/>
                      </a:lnTo>
                      <a:lnTo>
                        <a:pt x="1795" y="355"/>
                      </a:lnTo>
                      <a:lnTo>
                        <a:pt x="1795" y="359"/>
                      </a:lnTo>
                      <a:lnTo>
                        <a:pt x="1798" y="361"/>
                      </a:lnTo>
                      <a:lnTo>
                        <a:pt x="1800" y="363"/>
                      </a:lnTo>
                      <a:lnTo>
                        <a:pt x="1815" y="366"/>
                      </a:lnTo>
                      <a:lnTo>
                        <a:pt x="1829" y="371"/>
                      </a:lnTo>
                      <a:lnTo>
                        <a:pt x="1831" y="373"/>
                      </a:lnTo>
                      <a:lnTo>
                        <a:pt x="1831" y="376"/>
                      </a:lnTo>
                      <a:lnTo>
                        <a:pt x="1831" y="380"/>
                      </a:lnTo>
                      <a:lnTo>
                        <a:pt x="1830" y="384"/>
                      </a:lnTo>
                      <a:lnTo>
                        <a:pt x="1827" y="393"/>
                      </a:lnTo>
                      <a:lnTo>
                        <a:pt x="1825" y="404"/>
                      </a:lnTo>
                      <a:lnTo>
                        <a:pt x="1825" y="410"/>
                      </a:lnTo>
                      <a:lnTo>
                        <a:pt x="1826" y="416"/>
                      </a:lnTo>
                      <a:lnTo>
                        <a:pt x="1829" y="422"/>
                      </a:lnTo>
                      <a:lnTo>
                        <a:pt x="1831" y="427"/>
                      </a:lnTo>
                      <a:lnTo>
                        <a:pt x="1838" y="436"/>
                      </a:lnTo>
                      <a:lnTo>
                        <a:pt x="1844" y="442"/>
                      </a:lnTo>
                      <a:lnTo>
                        <a:pt x="1851" y="446"/>
                      </a:lnTo>
                      <a:lnTo>
                        <a:pt x="1858" y="446"/>
                      </a:lnTo>
                      <a:lnTo>
                        <a:pt x="1861" y="446"/>
                      </a:lnTo>
                      <a:lnTo>
                        <a:pt x="1863" y="445"/>
                      </a:lnTo>
                      <a:lnTo>
                        <a:pt x="1864" y="443"/>
                      </a:lnTo>
                      <a:lnTo>
                        <a:pt x="1865" y="441"/>
                      </a:lnTo>
                      <a:lnTo>
                        <a:pt x="1867" y="435"/>
                      </a:lnTo>
                      <a:lnTo>
                        <a:pt x="1869" y="430"/>
                      </a:lnTo>
                      <a:lnTo>
                        <a:pt x="1870" y="427"/>
                      </a:lnTo>
                      <a:lnTo>
                        <a:pt x="1872" y="426"/>
                      </a:lnTo>
                      <a:lnTo>
                        <a:pt x="1874" y="424"/>
                      </a:lnTo>
                      <a:lnTo>
                        <a:pt x="1877" y="423"/>
                      </a:lnTo>
                      <a:lnTo>
                        <a:pt x="1882" y="426"/>
                      </a:lnTo>
                      <a:lnTo>
                        <a:pt x="1888" y="430"/>
                      </a:lnTo>
                      <a:lnTo>
                        <a:pt x="1893" y="436"/>
                      </a:lnTo>
                      <a:lnTo>
                        <a:pt x="1897" y="443"/>
                      </a:lnTo>
                      <a:lnTo>
                        <a:pt x="1902" y="449"/>
                      </a:lnTo>
                      <a:lnTo>
                        <a:pt x="1906" y="454"/>
                      </a:lnTo>
                      <a:lnTo>
                        <a:pt x="1907" y="455"/>
                      </a:lnTo>
                      <a:lnTo>
                        <a:pt x="1909" y="455"/>
                      </a:lnTo>
                      <a:lnTo>
                        <a:pt x="1912" y="455"/>
                      </a:lnTo>
                      <a:lnTo>
                        <a:pt x="1914" y="454"/>
                      </a:lnTo>
                      <a:lnTo>
                        <a:pt x="1925" y="447"/>
                      </a:lnTo>
                      <a:lnTo>
                        <a:pt x="1931" y="443"/>
                      </a:lnTo>
                      <a:lnTo>
                        <a:pt x="1933" y="445"/>
                      </a:lnTo>
                      <a:lnTo>
                        <a:pt x="1934" y="448"/>
                      </a:lnTo>
                      <a:lnTo>
                        <a:pt x="1935" y="454"/>
                      </a:lnTo>
                      <a:lnTo>
                        <a:pt x="1935" y="462"/>
                      </a:lnTo>
                      <a:lnTo>
                        <a:pt x="1935" y="471"/>
                      </a:lnTo>
                      <a:lnTo>
                        <a:pt x="1938" y="478"/>
                      </a:lnTo>
                      <a:lnTo>
                        <a:pt x="1940" y="481"/>
                      </a:lnTo>
                      <a:lnTo>
                        <a:pt x="1943" y="484"/>
                      </a:lnTo>
                      <a:lnTo>
                        <a:pt x="1945" y="486"/>
                      </a:lnTo>
                      <a:lnTo>
                        <a:pt x="1949" y="487"/>
                      </a:lnTo>
                      <a:lnTo>
                        <a:pt x="1956" y="492"/>
                      </a:lnTo>
                      <a:lnTo>
                        <a:pt x="1964" y="499"/>
                      </a:lnTo>
                      <a:lnTo>
                        <a:pt x="1972" y="508"/>
                      </a:lnTo>
                      <a:lnTo>
                        <a:pt x="1977" y="515"/>
                      </a:lnTo>
                      <a:lnTo>
                        <a:pt x="1981" y="521"/>
                      </a:lnTo>
                      <a:lnTo>
                        <a:pt x="1984" y="527"/>
                      </a:lnTo>
                      <a:lnTo>
                        <a:pt x="1987" y="529"/>
                      </a:lnTo>
                      <a:lnTo>
                        <a:pt x="1989" y="530"/>
                      </a:lnTo>
                      <a:lnTo>
                        <a:pt x="1993" y="531"/>
                      </a:lnTo>
                      <a:lnTo>
                        <a:pt x="1996" y="531"/>
                      </a:lnTo>
                      <a:lnTo>
                        <a:pt x="2001" y="531"/>
                      </a:lnTo>
                      <a:lnTo>
                        <a:pt x="2004" y="533"/>
                      </a:lnTo>
                      <a:lnTo>
                        <a:pt x="2008" y="535"/>
                      </a:lnTo>
                      <a:lnTo>
                        <a:pt x="2010" y="537"/>
                      </a:lnTo>
                      <a:lnTo>
                        <a:pt x="2013" y="541"/>
                      </a:lnTo>
                      <a:lnTo>
                        <a:pt x="2015" y="544"/>
                      </a:lnTo>
                      <a:lnTo>
                        <a:pt x="2015" y="548"/>
                      </a:lnTo>
                      <a:lnTo>
                        <a:pt x="2016" y="553"/>
                      </a:lnTo>
                      <a:lnTo>
                        <a:pt x="2016" y="565"/>
                      </a:lnTo>
                      <a:lnTo>
                        <a:pt x="2015" y="581"/>
                      </a:lnTo>
                      <a:lnTo>
                        <a:pt x="2013" y="598"/>
                      </a:lnTo>
                      <a:lnTo>
                        <a:pt x="2010" y="612"/>
                      </a:lnTo>
                      <a:lnTo>
                        <a:pt x="2007" y="623"/>
                      </a:lnTo>
                      <a:lnTo>
                        <a:pt x="2006" y="635"/>
                      </a:lnTo>
                      <a:lnTo>
                        <a:pt x="2006" y="641"/>
                      </a:lnTo>
                      <a:lnTo>
                        <a:pt x="2007" y="645"/>
                      </a:lnTo>
                      <a:lnTo>
                        <a:pt x="2008" y="650"/>
                      </a:lnTo>
                      <a:lnTo>
                        <a:pt x="2010" y="654"/>
                      </a:lnTo>
                      <a:lnTo>
                        <a:pt x="2019" y="660"/>
                      </a:lnTo>
                      <a:lnTo>
                        <a:pt x="2027" y="664"/>
                      </a:lnTo>
                      <a:lnTo>
                        <a:pt x="2037" y="668"/>
                      </a:lnTo>
                      <a:lnTo>
                        <a:pt x="2045" y="673"/>
                      </a:lnTo>
                      <a:lnTo>
                        <a:pt x="2047" y="675"/>
                      </a:lnTo>
                      <a:lnTo>
                        <a:pt x="2050" y="678"/>
                      </a:lnTo>
                      <a:lnTo>
                        <a:pt x="2050" y="681"/>
                      </a:lnTo>
                      <a:lnTo>
                        <a:pt x="2050" y="683"/>
                      </a:lnTo>
                      <a:lnTo>
                        <a:pt x="2048" y="687"/>
                      </a:lnTo>
                      <a:lnTo>
                        <a:pt x="2046" y="689"/>
                      </a:lnTo>
                      <a:lnTo>
                        <a:pt x="2044" y="692"/>
                      </a:lnTo>
                      <a:lnTo>
                        <a:pt x="2040" y="693"/>
                      </a:lnTo>
                      <a:lnTo>
                        <a:pt x="2038" y="694"/>
                      </a:lnTo>
                      <a:lnTo>
                        <a:pt x="2037" y="697"/>
                      </a:lnTo>
                      <a:lnTo>
                        <a:pt x="2035" y="699"/>
                      </a:lnTo>
                      <a:lnTo>
                        <a:pt x="2034" y="701"/>
                      </a:lnTo>
                      <a:lnTo>
                        <a:pt x="2035" y="704"/>
                      </a:lnTo>
                      <a:lnTo>
                        <a:pt x="2037" y="707"/>
                      </a:lnTo>
                      <a:lnTo>
                        <a:pt x="2038" y="708"/>
                      </a:lnTo>
                      <a:lnTo>
                        <a:pt x="2041" y="711"/>
                      </a:lnTo>
                      <a:lnTo>
                        <a:pt x="2048" y="713"/>
                      </a:lnTo>
                      <a:lnTo>
                        <a:pt x="2056" y="717"/>
                      </a:lnTo>
                      <a:lnTo>
                        <a:pt x="2059" y="719"/>
                      </a:lnTo>
                      <a:lnTo>
                        <a:pt x="2063" y="723"/>
                      </a:lnTo>
                      <a:lnTo>
                        <a:pt x="2065" y="725"/>
                      </a:lnTo>
                      <a:lnTo>
                        <a:pt x="2066" y="729"/>
                      </a:lnTo>
                      <a:lnTo>
                        <a:pt x="2067" y="736"/>
                      </a:lnTo>
                      <a:lnTo>
                        <a:pt x="2066" y="743"/>
                      </a:lnTo>
                      <a:lnTo>
                        <a:pt x="2063" y="750"/>
                      </a:lnTo>
                      <a:lnTo>
                        <a:pt x="2056" y="760"/>
                      </a:lnTo>
                      <a:lnTo>
                        <a:pt x="2046" y="770"/>
                      </a:lnTo>
                      <a:lnTo>
                        <a:pt x="2034" y="781"/>
                      </a:lnTo>
                      <a:lnTo>
                        <a:pt x="2022" y="793"/>
                      </a:lnTo>
                      <a:lnTo>
                        <a:pt x="2014" y="805"/>
                      </a:lnTo>
                      <a:lnTo>
                        <a:pt x="2009" y="808"/>
                      </a:lnTo>
                      <a:lnTo>
                        <a:pt x="2006" y="812"/>
                      </a:lnTo>
                      <a:lnTo>
                        <a:pt x="2002" y="815"/>
                      </a:lnTo>
                      <a:lnTo>
                        <a:pt x="1997" y="818"/>
                      </a:lnTo>
                      <a:lnTo>
                        <a:pt x="1989" y="820"/>
                      </a:lnTo>
                      <a:lnTo>
                        <a:pt x="1979" y="821"/>
                      </a:lnTo>
                      <a:lnTo>
                        <a:pt x="1975" y="821"/>
                      </a:lnTo>
                      <a:lnTo>
                        <a:pt x="1972" y="823"/>
                      </a:lnTo>
                      <a:lnTo>
                        <a:pt x="1970" y="825"/>
                      </a:lnTo>
                      <a:lnTo>
                        <a:pt x="1970" y="828"/>
                      </a:lnTo>
                      <a:lnTo>
                        <a:pt x="1971" y="834"/>
                      </a:lnTo>
                      <a:lnTo>
                        <a:pt x="1975" y="842"/>
                      </a:lnTo>
                      <a:lnTo>
                        <a:pt x="1979" y="849"/>
                      </a:lnTo>
                      <a:lnTo>
                        <a:pt x="1984" y="858"/>
                      </a:lnTo>
                      <a:lnTo>
                        <a:pt x="1987" y="863"/>
                      </a:lnTo>
                      <a:lnTo>
                        <a:pt x="1988" y="868"/>
                      </a:lnTo>
                      <a:lnTo>
                        <a:pt x="1989" y="871"/>
                      </a:lnTo>
                      <a:lnTo>
                        <a:pt x="1989" y="875"/>
                      </a:lnTo>
                      <a:lnTo>
                        <a:pt x="1987" y="877"/>
                      </a:lnTo>
                      <a:lnTo>
                        <a:pt x="1983" y="880"/>
                      </a:lnTo>
                      <a:lnTo>
                        <a:pt x="1979" y="883"/>
                      </a:lnTo>
                      <a:lnTo>
                        <a:pt x="1975" y="886"/>
                      </a:lnTo>
                      <a:lnTo>
                        <a:pt x="1962" y="890"/>
                      </a:lnTo>
                      <a:lnTo>
                        <a:pt x="1947" y="894"/>
                      </a:lnTo>
                      <a:lnTo>
                        <a:pt x="1933" y="897"/>
                      </a:lnTo>
                      <a:lnTo>
                        <a:pt x="1919" y="902"/>
                      </a:lnTo>
                      <a:lnTo>
                        <a:pt x="1906" y="906"/>
                      </a:lnTo>
                      <a:lnTo>
                        <a:pt x="1893" y="912"/>
                      </a:lnTo>
                      <a:lnTo>
                        <a:pt x="1887" y="916"/>
                      </a:lnTo>
                      <a:lnTo>
                        <a:pt x="1882" y="920"/>
                      </a:lnTo>
                      <a:lnTo>
                        <a:pt x="1878" y="925"/>
                      </a:lnTo>
                      <a:lnTo>
                        <a:pt x="1876" y="929"/>
                      </a:lnTo>
                      <a:lnTo>
                        <a:pt x="1875" y="935"/>
                      </a:lnTo>
                      <a:lnTo>
                        <a:pt x="1874" y="943"/>
                      </a:lnTo>
                      <a:lnTo>
                        <a:pt x="1872" y="950"/>
                      </a:lnTo>
                      <a:lnTo>
                        <a:pt x="1874" y="957"/>
                      </a:lnTo>
                      <a:lnTo>
                        <a:pt x="1874" y="973"/>
                      </a:lnTo>
                      <a:lnTo>
                        <a:pt x="1874" y="992"/>
                      </a:lnTo>
                      <a:lnTo>
                        <a:pt x="1874" y="1001"/>
                      </a:lnTo>
                      <a:lnTo>
                        <a:pt x="1871" y="1008"/>
                      </a:lnTo>
                      <a:lnTo>
                        <a:pt x="1869" y="1015"/>
                      </a:lnTo>
                      <a:lnTo>
                        <a:pt x="1865" y="1019"/>
                      </a:lnTo>
                      <a:lnTo>
                        <a:pt x="1853" y="1029"/>
                      </a:lnTo>
                      <a:lnTo>
                        <a:pt x="1840" y="1044"/>
                      </a:lnTo>
                      <a:lnTo>
                        <a:pt x="1834" y="1052"/>
                      </a:lnTo>
                      <a:lnTo>
                        <a:pt x="1829" y="1060"/>
                      </a:lnTo>
                      <a:lnTo>
                        <a:pt x="1824" y="1070"/>
                      </a:lnTo>
                      <a:lnTo>
                        <a:pt x="1820" y="1078"/>
                      </a:lnTo>
                      <a:lnTo>
                        <a:pt x="1818" y="1085"/>
                      </a:lnTo>
                      <a:lnTo>
                        <a:pt x="1818" y="1091"/>
                      </a:lnTo>
                      <a:lnTo>
                        <a:pt x="1817" y="1097"/>
                      </a:lnTo>
                      <a:lnTo>
                        <a:pt x="1818" y="1102"/>
                      </a:lnTo>
                      <a:lnTo>
                        <a:pt x="1819" y="1105"/>
                      </a:lnTo>
                      <a:lnTo>
                        <a:pt x="1821" y="1108"/>
                      </a:lnTo>
                      <a:lnTo>
                        <a:pt x="1824" y="1110"/>
                      </a:lnTo>
                      <a:lnTo>
                        <a:pt x="1826" y="1110"/>
                      </a:lnTo>
                      <a:lnTo>
                        <a:pt x="1831" y="1111"/>
                      </a:lnTo>
                      <a:lnTo>
                        <a:pt x="1833" y="1113"/>
                      </a:lnTo>
                      <a:lnTo>
                        <a:pt x="1834" y="1114"/>
                      </a:lnTo>
                      <a:lnTo>
                        <a:pt x="1836" y="1116"/>
                      </a:lnTo>
                      <a:lnTo>
                        <a:pt x="1834" y="1117"/>
                      </a:lnTo>
                      <a:lnTo>
                        <a:pt x="1833" y="1120"/>
                      </a:lnTo>
                      <a:lnTo>
                        <a:pt x="1829" y="1127"/>
                      </a:lnTo>
                      <a:lnTo>
                        <a:pt x="1826" y="1136"/>
                      </a:lnTo>
                      <a:lnTo>
                        <a:pt x="1826" y="1141"/>
                      </a:lnTo>
                      <a:lnTo>
                        <a:pt x="1827" y="1145"/>
                      </a:lnTo>
                      <a:lnTo>
                        <a:pt x="1831" y="1147"/>
                      </a:lnTo>
                      <a:lnTo>
                        <a:pt x="1837" y="1147"/>
                      </a:lnTo>
                      <a:lnTo>
                        <a:pt x="1840" y="1148"/>
                      </a:lnTo>
                      <a:lnTo>
                        <a:pt x="1844" y="1149"/>
                      </a:lnTo>
                      <a:lnTo>
                        <a:pt x="1845" y="1153"/>
                      </a:lnTo>
                      <a:lnTo>
                        <a:pt x="1846" y="1157"/>
                      </a:lnTo>
                      <a:lnTo>
                        <a:pt x="1848" y="1160"/>
                      </a:lnTo>
                      <a:lnTo>
                        <a:pt x="1846" y="1164"/>
                      </a:lnTo>
                      <a:lnTo>
                        <a:pt x="1845" y="1167"/>
                      </a:lnTo>
                      <a:lnTo>
                        <a:pt x="1843" y="1171"/>
                      </a:lnTo>
                      <a:lnTo>
                        <a:pt x="1839" y="1174"/>
                      </a:lnTo>
                      <a:lnTo>
                        <a:pt x="1838" y="1177"/>
                      </a:lnTo>
                      <a:lnTo>
                        <a:pt x="1838" y="1179"/>
                      </a:lnTo>
                      <a:lnTo>
                        <a:pt x="1840" y="1181"/>
                      </a:lnTo>
                      <a:lnTo>
                        <a:pt x="1849" y="1187"/>
                      </a:lnTo>
                      <a:lnTo>
                        <a:pt x="1858" y="1191"/>
                      </a:lnTo>
                      <a:lnTo>
                        <a:pt x="1863" y="1192"/>
                      </a:lnTo>
                      <a:lnTo>
                        <a:pt x="1868" y="1192"/>
                      </a:lnTo>
                      <a:lnTo>
                        <a:pt x="1872" y="1191"/>
                      </a:lnTo>
                      <a:lnTo>
                        <a:pt x="1877" y="1190"/>
                      </a:lnTo>
                      <a:lnTo>
                        <a:pt x="1887" y="1186"/>
                      </a:lnTo>
                      <a:lnTo>
                        <a:pt x="1896" y="1181"/>
                      </a:lnTo>
                      <a:lnTo>
                        <a:pt x="1907" y="1177"/>
                      </a:lnTo>
                      <a:lnTo>
                        <a:pt x="1916" y="1172"/>
                      </a:lnTo>
                      <a:lnTo>
                        <a:pt x="1920" y="1171"/>
                      </a:lnTo>
                      <a:lnTo>
                        <a:pt x="1924" y="1170"/>
                      </a:lnTo>
                      <a:lnTo>
                        <a:pt x="1926" y="1170"/>
                      </a:lnTo>
                      <a:lnTo>
                        <a:pt x="1928" y="1171"/>
                      </a:lnTo>
                      <a:lnTo>
                        <a:pt x="1930" y="1173"/>
                      </a:lnTo>
                      <a:lnTo>
                        <a:pt x="1931" y="1176"/>
                      </a:lnTo>
                      <a:lnTo>
                        <a:pt x="1931" y="1179"/>
                      </a:lnTo>
                      <a:lnTo>
                        <a:pt x="1931" y="1184"/>
                      </a:lnTo>
                      <a:lnTo>
                        <a:pt x="1930" y="1195"/>
                      </a:lnTo>
                      <a:lnTo>
                        <a:pt x="1930" y="1206"/>
                      </a:lnTo>
                      <a:lnTo>
                        <a:pt x="1930" y="1218"/>
                      </a:lnTo>
                      <a:lnTo>
                        <a:pt x="1928" y="1228"/>
                      </a:lnTo>
                      <a:lnTo>
                        <a:pt x="1925" y="1237"/>
                      </a:lnTo>
                      <a:lnTo>
                        <a:pt x="1919" y="1249"/>
                      </a:lnTo>
                      <a:lnTo>
                        <a:pt x="1911" y="1262"/>
                      </a:lnTo>
                      <a:lnTo>
                        <a:pt x="1906" y="1274"/>
                      </a:lnTo>
                      <a:lnTo>
                        <a:pt x="1905" y="1281"/>
                      </a:lnTo>
                      <a:lnTo>
                        <a:pt x="1906" y="1287"/>
                      </a:lnTo>
                      <a:lnTo>
                        <a:pt x="1908" y="1292"/>
                      </a:lnTo>
                      <a:lnTo>
                        <a:pt x="1911" y="1298"/>
                      </a:lnTo>
                      <a:lnTo>
                        <a:pt x="1920" y="1309"/>
                      </a:lnTo>
                      <a:lnTo>
                        <a:pt x="1928" y="1318"/>
                      </a:lnTo>
                      <a:lnTo>
                        <a:pt x="1940" y="1329"/>
                      </a:lnTo>
                      <a:lnTo>
                        <a:pt x="1955" y="1343"/>
                      </a:lnTo>
                      <a:lnTo>
                        <a:pt x="1960" y="1349"/>
                      </a:lnTo>
                      <a:lnTo>
                        <a:pt x="1966" y="1356"/>
                      </a:lnTo>
                      <a:lnTo>
                        <a:pt x="1969" y="1361"/>
                      </a:lnTo>
                      <a:lnTo>
                        <a:pt x="1970" y="1365"/>
                      </a:lnTo>
                      <a:lnTo>
                        <a:pt x="1965" y="1370"/>
                      </a:lnTo>
                      <a:lnTo>
                        <a:pt x="1959" y="1381"/>
                      </a:lnTo>
                      <a:lnTo>
                        <a:pt x="1951" y="1394"/>
                      </a:lnTo>
                      <a:lnTo>
                        <a:pt x="1940" y="1411"/>
                      </a:lnTo>
                      <a:lnTo>
                        <a:pt x="1937" y="1419"/>
                      </a:lnTo>
                      <a:lnTo>
                        <a:pt x="1933" y="1430"/>
                      </a:lnTo>
                      <a:lnTo>
                        <a:pt x="1932" y="1439"/>
                      </a:lnTo>
                      <a:lnTo>
                        <a:pt x="1932" y="1449"/>
                      </a:lnTo>
                      <a:lnTo>
                        <a:pt x="1932" y="1458"/>
                      </a:lnTo>
                      <a:lnTo>
                        <a:pt x="1934" y="1468"/>
                      </a:lnTo>
                      <a:lnTo>
                        <a:pt x="1935" y="1475"/>
                      </a:lnTo>
                      <a:lnTo>
                        <a:pt x="1938" y="1482"/>
                      </a:lnTo>
                      <a:lnTo>
                        <a:pt x="1941" y="1488"/>
                      </a:lnTo>
                      <a:lnTo>
                        <a:pt x="1946" y="1493"/>
                      </a:lnTo>
                      <a:lnTo>
                        <a:pt x="1952" y="1496"/>
                      </a:lnTo>
                      <a:lnTo>
                        <a:pt x="1959" y="1500"/>
                      </a:lnTo>
                      <a:lnTo>
                        <a:pt x="1976" y="1505"/>
                      </a:lnTo>
                      <a:lnTo>
                        <a:pt x="1995" y="1507"/>
                      </a:lnTo>
                      <a:lnTo>
                        <a:pt x="2004" y="1508"/>
                      </a:lnTo>
                      <a:lnTo>
                        <a:pt x="2012" y="1511"/>
                      </a:lnTo>
                      <a:lnTo>
                        <a:pt x="2019" y="1514"/>
                      </a:lnTo>
                      <a:lnTo>
                        <a:pt x="2025" y="1518"/>
                      </a:lnTo>
                      <a:lnTo>
                        <a:pt x="2029" y="1521"/>
                      </a:lnTo>
                      <a:lnTo>
                        <a:pt x="2033" y="1525"/>
                      </a:lnTo>
                      <a:lnTo>
                        <a:pt x="2037" y="1530"/>
                      </a:lnTo>
                      <a:lnTo>
                        <a:pt x="2038" y="1534"/>
                      </a:lnTo>
                      <a:lnTo>
                        <a:pt x="2039" y="1546"/>
                      </a:lnTo>
                      <a:lnTo>
                        <a:pt x="2038" y="1562"/>
                      </a:lnTo>
                      <a:lnTo>
                        <a:pt x="2037" y="1570"/>
                      </a:lnTo>
                      <a:lnTo>
                        <a:pt x="2035" y="1577"/>
                      </a:lnTo>
                      <a:lnTo>
                        <a:pt x="2032" y="1583"/>
                      </a:lnTo>
                      <a:lnTo>
                        <a:pt x="2029" y="1589"/>
                      </a:lnTo>
                      <a:lnTo>
                        <a:pt x="2025" y="1594"/>
                      </a:lnTo>
                      <a:lnTo>
                        <a:pt x="2022" y="1597"/>
                      </a:lnTo>
                      <a:lnTo>
                        <a:pt x="2021" y="1602"/>
                      </a:lnTo>
                      <a:lnTo>
                        <a:pt x="2020" y="1607"/>
                      </a:lnTo>
                      <a:lnTo>
                        <a:pt x="2019" y="1616"/>
                      </a:lnTo>
                      <a:lnTo>
                        <a:pt x="2021" y="1626"/>
                      </a:lnTo>
                      <a:lnTo>
                        <a:pt x="2022" y="1631"/>
                      </a:lnTo>
                      <a:lnTo>
                        <a:pt x="2022" y="1636"/>
                      </a:lnTo>
                      <a:lnTo>
                        <a:pt x="2021" y="1640"/>
                      </a:lnTo>
                      <a:lnTo>
                        <a:pt x="2020" y="1645"/>
                      </a:lnTo>
                      <a:lnTo>
                        <a:pt x="2014" y="1653"/>
                      </a:lnTo>
                      <a:lnTo>
                        <a:pt x="2004" y="1663"/>
                      </a:lnTo>
                      <a:lnTo>
                        <a:pt x="2000" y="1669"/>
                      </a:lnTo>
                      <a:lnTo>
                        <a:pt x="1997" y="1674"/>
                      </a:lnTo>
                      <a:lnTo>
                        <a:pt x="1996" y="1679"/>
                      </a:lnTo>
                      <a:lnTo>
                        <a:pt x="1996" y="1684"/>
                      </a:lnTo>
                      <a:lnTo>
                        <a:pt x="1998" y="1688"/>
                      </a:lnTo>
                      <a:lnTo>
                        <a:pt x="2002" y="1691"/>
                      </a:lnTo>
                      <a:lnTo>
                        <a:pt x="2007" y="1694"/>
                      </a:lnTo>
                      <a:lnTo>
                        <a:pt x="2014" y="1694"/>
                      </a:lnTo>
                      <a:lnTo>
                        <a:pt x="2027" y="1691"/>
                      </a:lnTo>
                      <a:lnTo>
                        <a:pt x="2039" y="1687"/>
                      </a:lnTo>
                      <a:lnTo>
                        <a:pt x="2051" y="1682"/>
                      </a:lnTo>
                      <a:lnTo>
                        <a:pt x="2065" y="1677"/>
                      </a:lnTo>
                      <a:lnTo>
                        <a:pt x="2072" y="1676"/>
                      </a:lnTo>
                      <a:lnTo>
                        <a:pt x="2078" y="1676"/>
                      </a:lnTo>
                      <a:lnTo>
                        <a:pt x="2083" y="1677"/>
                      </a:lnTo>
                      <a:lnTo>
                        <a:pt x="2088" y="1678"/>
                      </a:lnTo>
                      <a:lnTo>
                        <a:pt x="2090" y="1682"/>
                      </a:lnTo>
                      <a:lnTo>
                        <a:pt x="2092" y="1685"/>
                      </a:lnTo>
                      <a:lnTo>
                        <a:pt x="2092" y="1690"/>
                      </a:lnTo>
                      <a:lnTo>
                        <a:pt x="2091" y="1696"/>
                      </a:lnTo>
                      <a:lnTo>
                        <a:pt x="2088" y="1702"/>
                      </a:lnTo>
                      <a:lnTo>
                        <a:pt x="2082" y="1707"/>
                      </a:lnTo>
                      <a:lnTo>
                        <a:pt x="2073" y="1713"/>
                      </a:lnTo>
                      <a:lnTo>
                        <a:pt x="2064" y="1719"/>
                      </a:lnTo>
                      <a:lnTo>
                        <a:pt x="2045" y="1731"/>
                      </a:lnTo>
                      <a:lnTo>
                        <a:pt x="2029" y="1741"/>
                      </a:lnTo>
                      <a:lnTo>
                        <a:pt x="2026" y="1747"/>
                      </a:lnTo>
                      <a:lnTo>
                        <a:pt x="2022" y="1754"/>
                      </a:lnTo>
                      <a:lnTo>
                        <a:pt x="2019" y="1763"/>
                      </a:lnTo>
                      <a:lnTo>
                        <a:pt x="2018" y="1771"/>
                      </a:lnTo>
                      <a:lnTo>
                        <a:pt x="2014" y="1792"/>
                      </a:lnTo>
                      <a:lnTo>
                        <a:pt x="2012" y="1815"/>
                      </a:lnTo>
                      <a:lnTo>
                        <a:pt x="2009" y="1827"/>
                      </a:lnTo>
                      <a:lnTo>
                        <a:pt x="2006" y="1836"/>
                      </a:lnTo>
                      <a:lnTo>
                        <a:pt x="2000" y="1845"/>
                      </a:lnTo>
                      <a:lnTo>
                        <a:pt x="1995" y="1853"/>
                      </a:lnTo>
                      <a:lnTo>
                        <a:pt x="1989" y="1861"/>
                      </a:lnTo>
                      <a:lnTo>
                        <a:pt x="1985" y="1870"/>
                      </a:lnTo>
                      <a:lnTo>
                        <a:pt x="1983" y="1873"/>
                      </a:lnTo>
                      <a:lnTo>
                        <a:pt x="1982" y="1878"/>
                      </a:lnTo>
                      <a:lnTo>
                        <a:pt x="1982" y="1883"/>
                      </a:lnTo>
                      <a:lnTo>
                        <a:pt x="1982" y="1889"/>
                      </a:lnTo>
                      <a:lnTo>
                        <a:pt x="1983" y="1898"/>
                      </a:lnTo>
                      <a:lnTo>
                        <a:pt x="1987" y="1907"/>
                      </a:lnTo>
                      <a:lnTo>
                        <a:pt x="1989" y="1912"/>
                      </a:lnTo>
                      <a:lnTo>
                        <a:pt x="1994" y="1918"/>
                      </a:lnTo>
                      <a:lnTo>
                        <a:pt x="1997" y="1923"/>
                      </a:lnTo>
                      <a:lnTo>
                        <a:pt x="2001" y="1928"/>
                      </a:lnTo>
                      <a:lnTo>
                        <a:pt x="2004" y="1934"/>
                      </a:lnTo>
                      <a:lnTo>
                        <a:pt x="2007" y="1940"/>
                      </a:lnTo>
                      <a:lnTo>
                        <a:pt x="2008" y="1955"/>
                      </a:lnTo>
                      <a:lnTo>
                        <a:pt x="2008" y="1968"/>
                      </a:lnTo>
                      <a:lnTo>
                        <a:pt x="2006" y="1980"/>
                      </a:lnTo>
                      <a:lnTo>
                        <a:pt x="2003" y="1990"/>
                      </a:lnTo>
                      <a:lnTo>
                        <a:pt x="2002" y="1996"/>
                      </a:lnTo>
                      <a:lnTo>
                        <a:pt x="2002" y="1999"/>
                      </a:lnTo>
                      <a:lnTo>
                        <a:pt x="2000" y="2002"/>
                      </a:lnTo>
                      <a:lnTo>
                        <a:pt x="1994" y="2005"/>
                      </a:lnTo>
                      <a:close/>
                    </a:path>
                  </a:pathLst>
                </a:custGeom>
                <a:solidFill>
                  <a:srgbClr val="9BC2E6"/>
                </a:solidFill>
                <a:ln w="9525">
                  <a:solidFill>
                    <a:srgbClr val="AFABAB"/>
                  </a:solidFill>
                  <a:round/>
                  <a:headEnd/>
                  <a:tailEnd/>
                </a:ln>
              </p:spPr>
              <p:txBody>
                <a:bodyPr/>
                <a:lstStyle/>
                <a:p>
                  <a:endParaRPr lang="zh-CN" altLang="en-US"/>
                </a:p>
              </p:txBody>
            </p:sp>
            <p:sp>
              <p:nvSpPr>
                <p:cNvPr id="45" name="江苏">
                  <a:extLst>
                    <a:ext uri="{FF2B5EF4-FFF2-40B4-BE49-F238E27FC236}">
                      <a16:creationId xmlns:a16="http://schemas.microsoft.com/office/drawing/2014/main" id="{E8BD5C1E-E2DD-4EBD-ADE5-1E4B61B231E6}"/>
                    </a:ext>
                  </a:extLst>
                </p:cNvPr>
                <p:cNvSpPr>
                  <a:spLocks/>
                </p:cNvSpPr>
                <p:nvPr/>
              </p:nvSpPr>
              <p:spPr bwMode="auto">
                <a:xfrm>
                  <a:off x="3714796" y="2152762"/>
                  <a:ext cx="552457" cy="485801"/>
                </a:xfrm>
                <a:custGeom>
                  <a:avLst/>
                  <a:gdLst>
                    <a:gd name="T0" fmla="*/ 2147483646 w 2079"/>
                    <a:gd name="T1" fmla="*/ 2147483646 h 1843"/>
                    <a:gd name="T2" fmla="*/ 2147483646 w 2079"/>
                    <a:gd name="T3" fmla="*/ 2147483646 h 1843"/>
                    <a:gd name="T4" fmla="*/ 2147483646 w 2079"/>
                    <a:gd name="T5" fmla="*/ 2147483646 h 1843"/>
                    <a:gd name="T6" fmla="*/ 2147483646 w 2079"/>
                    <a:gd name="T7" fmla="*/ 2147483646 h 1843"/>
                    <a:gd name="T8" fmla="*/ 2147483646 w 2079"/>
                    <a:gd name="T9" fmla="*/ 2147483646 h 1843"/>
                    <a:gd name="T10" fmla="*/ 2147483646 w 2079"/>
                    <a:gd name="T11" fmla="*/ 2147483646 h 1843"/>
                    <a:gd name="T12" fmla="*/ 2147483646 w 2079"/>
                    <a:gd name="T13" fmla="*/ 2147483646 h 1843"/>
                    <a:gd name="T14" fmla="*/ 2147483646 w 2079"/>
                    <a:gd name="T15" fmla="*/ 2147483646 h 1843"/>
                    <a:gd name="T16" fmla="*/ 2147483646 w 2079"/>
                    <a:gd name="T17" fmla="*/ 2147483646 h 1843"/>
                    <a:gd name="T18" fmla="*/ 2147483646 w 2079"/>
                    <a:gd name="T19" fmla="*/ 2147483646 h 1843"/>
                    <a:gd name="T20" fmla="*/ 2147483646 w 2079"/>
                    <a:gd name="T21" fmla="*/ 2147483646 h 1843"/>
                    <a:gd name="T22" fmla="*/ 2147483646 w 2079"/>
                    <a:gd name="T23" fmla="*/ 2147483646 h 1843"/>
                    <a:gd name="T24" fmla="*/ 2147483646 w 2079"/>
                    <a:gd name="T25" fmla="*/ 2147483646 h 1843"/>
                    <a:gd name="T26" fmla="*/ 2147483646 w 2079"/>
                    <a:gd name="T27" fmla="*/ 2147483646 h 1843"/>
                    <a:gd name="T28" fmla="*/ 2147483646 w 2079"/>
                    <a:gd name="T29" fmla="*/ 2147483646 h 1843"/>
                    <a:gd name="T30" fmla="*/ 2147483646 w 2079"/>
                    <a:gd name="T31" fmla="*/ 2147483646 h 1843"/>
                    <a:gd name="T32" fmla="*/ 2147483646 w 2079"/>
                    <a:gd name="T33" fmla="*/ 2147483646 h 1843"/>
                    <a:gd name="T34" fmla="*/ 2147483646 w 2079"/>
                    <a:gd name="T35" fmla="*/ 2147483646 h 1843"/>
                    <a:gd name="T36" fmla="*/ 2147483646 w 2079"/>
                    <a:gd name="T37" fmla="*/ 2147483646 h 1843"/>
                    <a:gd name="T38" fmla="*/ 2147483646 w 2079"/>
                    <a:gd name="T39" fmla="*/ 2147483646 h 1843"/>
                    <a:gd name="T40" fmla="*/ 2147483646 w 2079"/>
                    <a:gd name="T41" fmla="*/ 2147483646 h 1843"/>
                    <a:gd name="T42" fmla="*/ 2147483646 w 2079"/>
                    <a:gd name="T43" fmla="*/ 2147483646 h 1843"/>
                    <a:gd name="T44" fmla="*/ 2147483646 w 2079"/>
                    <a:gd name="T45" fmla="*/ 2147483646 h 1843"/>
                    <a:gd name="T46" fmla="*/ 2147483646 w 2079"/>
                    <a:gd name="T47" fmla="*/ 2147483646 h 1843"/>
                    <a:gd name="T48" fmla="*/ 2147483646 w 2079"/>
                    <a:gd name="T49" fmla="*/ 2147483646 h 1843"/>
                    <a:gd name="T50" fmla="*/ 2147483646 w 2079"/>
                    <a:gd name="T51" fmla="*/ 2147483646 h 1843"/>
                    <a:gd name="T52" fmla="*/ 2147483646 w 2079"/>
                    <a:gd name="T53" fmla="*/ 2147483646 h 1843"/>
                    <a:gd name="T54" fmla="*/ 2147483646 w 2079"/>
                    <a:gd name="T55" fmla="*/ 2147483646 h 1843"/>
                    <a:gd name="T56" fmla="*/ 2147483646 w 2079"/>
                    <a:gd name="T57" fmla="*/ 2147483646 h 1843"/>
                    <a:gd name="T58" fmla="*/ 2147483646 w 2079"/>
                    <a:gd name="T59" fmla="*/ 2147483646 h 1843"/>
                    <a:gd name="T60" fmla="*/ 2147483646 w 2079"/>
                    <a:gd name="T61" fmla="*/ 2147483646 h 1843"/>
                    <a:gd name="T62" fmla="*/ 2147483646 w 2079"/>
                    <a:gd name="T63" fmla="*/ 2147483646 h 1843"/>
                    <a:gd name="T64" fmla="*/ 2147483646 w 2079"/>
                    <a:gd name="T65" fmla="*/ 2147483646 h 1843"/>
                    <a:gd name="T66" fmla="*/ 2147483646 w 2079"/>
                    <a:gd name="T67" fmla="*/ 2147483646 h 1843"/>
                    <a:gd name="T68" fmla="*/ 2147483646 w 2079"/>
                    <a:gd name="T69" fmla="*/ 2147483646 h 1843"/>
                    <a:gd name="T70" fmla="*/ 2147483646 w 2079"/>
                    <a:gd name="T71" fmla="*/ 2147483646 h 1843"/>
                    <a:gd name="T72" fmla="*/ 2147483646 w 2079"/>
                    <a:gd name="T73" fmla="*/ 2147483646 h 1843"/>
                    <a:gd name="T74" fmla="*/ 2147483646 w 2079"/>
                    <a:gd name="T75" fmla="*/ 2147483646 h 1843"/>
                    <a:gd name="T76" fmla="*/ 2147483646 w 2079"/>
                    <a:gd name="T77" fmla="*/ 2147483646 h 1843"/>
                    <a:gd name="T78" fmla="*/ 2147483646 w 2079"/>
                    <a:gd name="T79" fmla="*/ 2147483646 h 1843"/>
                    <a:gd name="T80" fmla="*/ 2147483646 w 2079"/>
                    <a:gd name="T81" fmla="*/ 2147483646 h 1843"/>
                    <a:gd name="T82" fmla="*/ 2147483646 w 2079"/>
                    <a:gd name="T83" fmla="*/ 2147483646 h 1843"/>
                    <a:gd name="T84" fmla="*/ 2147483646 w 2079"/>
                    <a:gd name="T85" fmla="*/ 2147483646 h 1843"/>
                    <a:gd name="T86" fmla="*/ 2147483646 w 2079"/>
                    <a:gd name="T87" fmla="*/ 2147483646 h 1843"/>
                    <a:gd name="T88" fmla="*/ 2147483646 w 2079"/>
                    <a:gd name="T89" fmla="*/ 2147483646 h 1843"/>
                    <a:gd name="T90" fmla="*/ 2147483646 w 2079"/>
                    <a:gd name="T91" fmla="*/ 2147483646 h 1843"/>
                    <a:gd name="T92" fmla="*/ 2147483646 w 2079"/>
                    <a:gd name="T93" fmla="*/ 2147483646 h 1843"/>
                    <a:gd name="T94" fmla="*/ 2147483646 w 2079"/>
                    <a:gd name="T95" fmla="*/ 2147483646 h 1843"/>
                    <a:gd name="T96" fmla="*/ 2147483646 w 2079"/>
                    <a:gd name="T97" fmla="*/ 2147483646 h 1843"/>
                    <a:gd name="T98" fmla="*/ 2147483646 w 2079"/>
                    <a:gd name="T99" fmla="*/ 2147483646 h 1843"/>
                    <a:gd name="T100" fmla="*/ 2147483646 w 2079"/>
                    <a:gd name="T101" fmla="*/ 2147483646 h 1843"/>
                    <a:gd name="T102" fmla="*/ 2147483646 w 2079"/>
                    <a:gd name="T103" fmla="*/ 2147483646 h 1843"/>
                    <a:gd name="T104" fmla="*/ 2147483646 w 2079"/>
                    <a:gd name="T105" fmla="*/ 2147483646 h 1843"/>
                    <a:gd name="T106" fmla="*/ 2147483646 w 2079"/>
                    <a:gd name="T107" fmla="*/ 2147483646 h 1843"/>
                    <a:gd name="T108" fmla="*/ 2147483646 w 2079"/>
                    <a:gd name="T109" fmla="*/ 2147483646 h 1843"/>
                    <a:gd name="T110" fmla="*/ 2147483646 w 2079"/>
                    <a:gd name="T111" fmla="*/ 2147483646 h 1843"/>
                    <a:gd name="T112" fmla="*/ 2147483646 w 2079"/>
                    <a:gd name="T113" fmla="*/ 2147483646 h 1843"/>
                    <a:gd name="T114" fmla="*/ 2147483646 w 2079"/>
                    <a:gd name="T115" fmla="*/ 2147483646 h 1843"/>
                    <a:gd name="T116" fmla="*/ 2147483646 w 2079"/>
                    <a:gd name="T117" fmla="*/ 2147483646 h 1843"/>
                    <a:gd name="T118" fmla="*/ 2147483646 w 2079"/>
                    <a:gd name="T119" fmla="*/ 2147483646 h 1843"/>
                    <a:gd name="T120" fmla="*/ 2147483646 w 2079"/>
                    <a:gd name="T121" fmla="*/ 2147483646 h 184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079" h="1843">
                      <a:moveTo>
                        <a:pt x="1868" y="1488"/>
                      </a:moveTo>
                      <a:lnTo>
                        <a:pt x="1867" y="1478"/>
                      </a:lnTo>
                      <a:lnTo>
                        <a:pt x="1864" y="1470"/>
                      </a:lnTo>
                      <a:lnTo>
                        <a:pt x="1861" y="1466"/>
                      </a:lnTo>
                      <a:lnTo>
                        <a:pt x="1857" y="1460"/>
                      </a:lnTo>
                      <a:lnTo>
                        <a:pt x="1850" y="1456"/>
                      </a:lnTo>
                      <a:lnTo>
                        <a:pt x="1842" y="1449"/>
                      </a:lnTo>
                      <a:lnTo>
                        <a:pt x="1823" y="1435"/>
                      </a:lnTo>
                      <a:lnTo>
                        <a:pt x="1802" y="1424"/>
                      </a:lnTo>
                      <a:lnTo>
                        <a:pt x="1785" y="1413"/>
                      </a:lnTo>
                      <a:lnTo>
                        <a:pt x="1772" y="1406"/>
                      </a:lnTo>
                      <a:lnTo>
                        <a:pt x="1760" y="1402"/>
                      </a:lnTo>
                      <a:lnTo>
                        <a:pt x="1749" y="1400"/>
                      </a:lnTo>
                      <a:lnTo>
                        <a:pt x="1743" y="1399"/>
                      </a:lnTo>
                      <a:lnTo>
                        <a:pt x="1737" y="1399"/>
                      </a:lnTo>
                      <a:lnTo>
                        <a:pt x="1731" y="1399"/>
                      </a:lnTo>
                      <a:lnTo>
                        <a:pt x="1725" y="1400"/>
                      </a:lnTo>
                      <a:lnTo>
                        <a:pt x="1714" y="1402"/>
                      </a:lnTo>
                      <a:lnTo>
                        <a:pt x="1706" y="1401"/>
                      </a:lnTo>
                      <a:lnTo>
                        <a:pt x="1699" y="1399"/>
                      </a:lnTo>
                      <a:lnTo>
                        <a:pt x="1693" y="1394"/>
                      </a:lnTo>
                      <a:lnTo>
                        <a:pt x="1686" y="1389"/>
                      </a:lnTo>
                      <a:lnTo>
                        <a:pt x="1679" y="1386"/>
                      </a:lnTo>
                      <a:lnTo>
                        <a:pt x="1672" y="1382"/>
                      </a:lnTo>
                      <a:lnTo>
                        <a:pt x="1666" y="1380"/>
                      </a:lnTo>
                      <a:lnTo>
                        <a:pt x="1663" y="1378"/>
                      </a:lnTo>
                      <a:lnTo>
                        <a:pt x="1662" y="1377"/>
                      </a:lnTo>
                      <a:lnTo>
                        <a:pt x="1662" y="1376"/>
                      </a:lnTo>
                      <a:lnTo>
                        <a:pt x="1662" y="1375"/>
                      </a:lnTo>
                      <a:lnTo>
                        <a:pt x="1666" y="1372"/>
                      </a:lnTo>
                      <a:lnTo>
                        <a:pt x="1673" y="1371"/>
                      </a:lnTo>
                      <a:lnTo>
                        <a:pt x="1676" y="1370"/>
                      </a:lnTo>
                      <a:lnTo>
                        <a:pt x="1680" y="1369"/>
                      </a:lnTo>
                      <a:lnTo>
                        <a:pt x="1681" y="1367"/>
                      </a:lnTo>
                      <a:lnTo>
                        <a:pt x="1681" y="1364"/>
                      </a:lnTo>
                      <a:lnTo>
                        <a:pt x="1680" y="1357"/>
                      </a:lnTo>
                      <a:lnTo>
                        <a:pt x="1675" y="1347"/>
                      </a:lnTo>
                      <a:lnTo>
                        <a:pt x="1667" y="1336"/>
                      </a:lnTo>
                      <a:lnTo>
                        <a:pt x="1657" y="1323"/>
                      </a:lnTo>
                      <a:lnTo>
                        <a:pt x="1653" y="1318"/>
                      </a:lnTo>
                      <a:lnTo>
                        <a:pt x="1647" y="1312"/>
                      </a:lnTo>
                      <a:lnTo>
                        <a:pt x="1642" y="1308"/>
                      </a:lnTo>
                      <a:lnTo>
                        <a:pt x="1636" y="1305"/>
                      </a:lnTo>
                      <a:lnTo>
                        <a:pt x="1630" y="1304"/>
                      </a:lnTo>
                      <a:lnTo>
                        <a:pt x="1622" y="1304"/>
                      </a:lnTo>
                      <a:lnTo>
                        <a:pt x="1612" y="1304"/>
                      </a:lnTo>
                      <a:lnTo>
                        <a:pt x="1602" y="1305"/>
                      </a:lnTo>
                      <a:lnTo>
                        <a:pt x="1580" y="1307"/>
                      </a:lnTo>
                      <a:lnTo>
                        <a:pt x="1566" y="1308"/>
                      </a:lnTo>
                      <a:lnTo>
                        <a:pt x="1556" y="1308"/>
                      </a:lnTo>
                      <a:lnTo>
                        <a:pt x="1549" y="1308"/>
                      </a:lnTo>
                      <a:lnTo>
                        <a:pt x="1547" y="1309"/>
                      </a:lnTo>
                      <a:lnTo>
                        <a:pt x="1544" y="1311"/>
                      </a:lnTo>
                      <a:lnTo>
                        <a:pt x="1543" y="1313"/>
                      </a:lnTo>
                      <a:lnTo>
                        <a:pt x="1543" y="1317"/>
                      </a:lnTo>
                      <a:lnTo>
                        <a:pt x="1543" y="1324"/>
                      </a:lnTo>
                      <a:lnTo>
                        <a:pt x="1541" y="1328"/>
                      </a:lnTo>
                      <a:lnTo>
                        <a:pt x="1540" y="1331"/>
                      </a:lnTo>
                      <a:lnTo>
                        <a:pt x="1537" y="1333"/>
                      </a:lnTo>
                      <a:lnTo>
                        <a:pt x="1534" y="1336"/>
                      </a:lnTo>
                      <a:lnTo>
                        <a:pt x="1530" y="1337"/>
                      </a:lnTo>
                      <a:lnTo>
                        <a:pt x="1523" y="1339"/>
                      </a:lnTo>
                      <a:lnTo>
                        <a:pt x="1514" y="1343"/>
                      </a:lnTo>
                      <a:lnTo>
                        <a:pt x="1509" y="1344"/>
                      </a:lnTo>
                      <a:lnTo>
                        <a:pt x="1504" y="1344"/>
                      </a:lnTo>
                      <a:lnTo>
                        <a:pt x="1498" y="1344"/>
                      </a:lnTo>
                      <a:lnTo>
                        <a:pt x="1493" y="1343"/>
                      </a:lnTo>
                      <a:lnTo>
                        <a:pt x="1493" y="1340"/>
                      </a:lnTo>
                      <a:lnTo>
                        <a:pt x="1493" y="1338"/>
                      </a:lnTo>
                      <a:lnTo>
                        <a:pt x="1495" y="1334"/>
                      </a:lnTo>
                      <a:lnTo>
                        <a:pt x="1497" y="1332"/>
                      </a:lnTo>
                      <a:lnTo>
                        <a:pt x="1502" y="1326"/>
                      </a:lnTo>
                      <a:lnTo>
                        <a:pt x="1508" y="1320"/>
                      </a:lnTo>
                      <a:lnTo>
                        <a:pt x="1519" y="1307"/>
                      </a:lnTo>
                      <a:lnTo>
                        <a:pt x="1533" y="1295"/>
                      </a:lnTo>
                      <a:lnTo>
                        <a:pt x="1547" y="1283"/>
                      </a:lnTo>
                      <a:lnTo>
                        <a:pt x="1559" y="1276"/>
                      </a:lnTo>
                      <a:lnTo>
                        <a:pt x="1565" y="1275"/>
                      </a:lnTo>
                      <a:lnTo>
                        <a:pt x="1572" y="1274"/>
                      </a:lnTo>
                      <a:lnTo>
                        <a:pt x="1579" y="1274"/>
                      </a:lnTo>
                      <a:lnTo>
                        <a:pt x="1588" y="1274"/>
                      </a:lnTo>
                      <a:lnTo>
                        <a:pt x="1598" y="1275"/>
                      </a:lnTo>
                      <a:lnTo>
                        <a:pt x="1606" y="1276"/>
                      </a:lnTo>
                      <a:lnTo>
                        <a:pt x="1616" y="1279"/>
                      </a:lnTo>
                      <a:lnTo>
                        <a:pt x="1624" y="1282"/>
                      </a:lnTo>
                      <a:lnTo>
                        <a:pt x="1640" y="1287"/>
                      </a:lnTo>
                      <a:lnTo>
                        <a:pt x="1656" y="1293"/>
                      </a:lnTo>
                      <a:lnTo>
                        <a:pt x="1670" y="1299"/>
                      </a:lnTo>
                      <a:lnTo>
                        <a:pt x="1682" y="1305"/>
                      </a:lnTo>
                      <a:lnTo>
                        <a:pt x="1691" y="1313"/>
                      </a:lnTo>
                      <a:lnTo>
                        <a:pt x="1698" y="1324"/>
                      </a:lnTo>
                      <a:lnTo>
                        <a:pt x="1701" y="1328"/>
                      </a:lnTo>
                      <a:lnTo>
                        <a:pt x="1704" y="1334"/>
                      </a:lnTo>
                      <a:lnTo>
                        <a:pt x="1704" y="1339"/>
                      </a:lnTo>
                      <a:lnTo>
                        <a:pt x="1704" y="1344"/>
                      </a:lnTo>
                      <a:lnTo>
                        <a:pt x="1700" y="1353"/>
                      </a:lnTo>
                      <a:lnTo>
                        <a:pt x="1695" y="1363"/>
                      </a:lnTo>
                      <a:lnTo>
                        <a:pt x="1694" y="1367"/>
                      </a:lnTo>
                      <a:lnTo>
                        <a:pt x="1694" y="1370"/>
                      </a:lnTo>
                      <a:lnTo>
                        <a:pt x="1695" y="1372"/>
                      </a:lnTo>
                      <a:lnTo>
                        <a:pt x="1699" y="1374"/>
                      </a:lnTo>
                      <a:lnTo>
                        <a:pt x="1713" y="1372"/>
                      </a:lnTo>
                      <a:lnTo>
                        <a:pt x="1732" y="1368"/>
                      </a:lnTo>
                      <a:lnTo>
                        <a:pt x="1743" y="1367"/>
                      </a:lnTo>
                      <a:lnTo>
                        <a:pt x="1752" y="1365"/>
                      </a:lnTo>
                      <a:lnTo>
                        <a:pt x="1756" y="1365"/>
                      </a:lnTo>
                      <a:lnTo>
                        <a:pt x="1761" y="1365"/>
                      </a:lnTo>
                      <a:lnTo>
                        <a:pt x="1764" y="1367"/>
                      </a:lnTo>
                      <a:lnTo>
                        <a:pt x="1767" y="1369"/>
                      </a:lnTo>
                      <a:lnTo>
                        <a:pt x="1775" y="1375"/>
                      </a:lnTo>
                      <a:lnTo>
                        <a:pt x="1782" y="1378"/>
                      </a:lnTo>
                      <a:lnTo>
                        <a:pt x="1785" y="1380"/>
                      </a:lnTo>
                      <a:lnTo>
                        <a:pt x="1787" y="1378"/>
                      </a:lnTo>
                      <a:lnTo>
                        <a:pt x="1789" y="1377"/>
                      </a:lnTo>
                      <a:lnTo>
                        <a:pt x="1793" y="1374"/>
                      </a:lnTo>
                      <a:lnTo>
                        <a:pt x="1800" y="1367"/>
                      </a:lnTo>
                      <a:lnTo>
                        <a:pt x="1808" y="1358"/>
                      </a:lnTo>
                      <a:lnTo>
                        <a:pt x="1818" y="1351"/>
                      </a:lnTo>
                      <a:lnTo>
                        <a:pt x="1830" y="1345"/>
                      </a:lnTo>
                      <a:lnTo>
                        <a:pt x="1837" y="1343"/>
                      </a:lnTo>
                      <a:lnTo>
                        <a:pt x="1846" y="1342"/>
                      </a:lnTo>
                      <a:lnTo>
                        <a:pt x="1856" y="1340"/>
                      </a:lnTo>
                      <a:lnTo>
                        <a:pt x="1865" y="1340"/>
                      </a:lnTo>
                      <a:lnTo>
                        <a:pt x="1876" y="1340"/>
                      </a:lnTo>
                      <a:lnTo>
                        <a:pt x="1886" y="1342"/>
                      </a:lnTo>
                      <a:lnTo>
                        <a:pt x="1895" y="1343"/>
                      </a:lnTo>
                      <a:lnTo>
                        <a:pt x="1902" y="1345"/>
                      </a:lnTo>
                      <a:lnTo>
                        <a:pt x="1914" y="1350"/>
                      </a:lnTo>
                      <a:lnTo>
                        <a:pt x="1922" y="1355"/>
                      </a:lnTo>
                      <a:lnTo>
                        <a:pt x="1932" y="1359"/>
                      </a:lnTo>
                      <a:lnTo>
                        <a:pt x="1944" y="1363"/>
                      </a:lnTo>
                      <a:lnTo>
                        <a:pt x="1959" y="1368"/>
                      </a:lnTo>
                      <a:lnTo>
                        <a:pt x="1976" y="1374"/>
                      </a:lnTo>
                      <a:lnTo>
                        <a:pt x="1993" y="1381"/>
                      </a:lnTo>
                      <a:lnTo>
                        <a:pt x="2008" y="1388"/>
                      </a:lnTo>
                      <a:lnTo>
                        <a:pt x="2025" y="1394"/>
                      </a:lnTo>
                      <a:lnTo>
                        <a:pt x="2043" y="1399"/>
                      </a:lnTo>
                      <a:lnTo>
                        <a:pt x="2052" y="1401"/>
                      </a:lnTo>
                      <a:lnTo>
                        <a:pt x="2059" y="1401"/>
                      </a:lnTo>
                      <a:lnTo>
                        <a:pt x="2066" y="1401"/>
                      </a:lnTo>
                      <a:lnTo>
                        <a:pt x="2072" y="1400"/>
                      </a:lnTo>
                      <a:lnTo>
                        <a:pt x="2076" y="1397"/>
                      </a:lnTo>
                      <a:lnTo>
                        <a:pt x="2078" y="1394"/>
                      </a:lnTo>
                      <a:lnTo>
                        <a:pt x="2079" y="1390"/>
                      </a:lnTo>
                      <a:lnTo>
                        <a:pt x="2079" y="1386"/>
                      </a:lnTo>
                      <a:lnTo>
                        <a:pt x="2078" y="1376"/>
                      </a:lnTo>
                      <a:lnTo>
                        <a:pt x="2076" y="1367"/>
                      </a:lnTo>
                      <a:lnTo>
                        <a:pt x="2072" y="1355"/>
                      </a:lnTo>
                      <a:lnTo>
                        <a:pt x="2069" y="1339"/>
                      </a:lnTo>
                      <a:lnTo>
                        <a:pt x="2068" y="1332"/>
                      </a:lnTo>
                      <a:lnTo>
                        <a:pt x="2065" y="1325"/>
                      </a:lnTo>
                      <a:lnTo>
                        <a:pt x="2062" y="1319"/>
                      </a:lnTo>
                      <a:lnTo>
                        <a:pt x="2058" y="1315"/>
                      </a:lnTo>
                      <a:lnTo>
                        <a:pt x="2054" y="1312"/>
                      </a:lnTo>
                      <a:lnTo>
                        <a:pt x="2052" y="1307"/>
                      </a:lnTo>
                      <a:lnTo>
                        <a:pt x="2050" y="1302"/>
                      </a:lnTo>
                      <a:lnTo>
                        <a:pt x="2047" y="1296"/>
                      </a:lnTo>
                      <a:lnTo>
                        <a:pt x="2043" y="1287"/>
                      </a:lnTo>
                      <a:lnTo>
                        <a:pt x="2037" y="1277"/>
                      </a:lnTo>
                      <a:lnTo>
                        <a:pt x="2026" y="1268"/>
                      </a:lnTo>
                      <a:lnTo>
                        <a:pt x="2010" y="1258"/>
                      </a:lnTo>
                      <a:lnTo>
                        <a:pt x="1995" y="1249"/>
                      </a:lnTo>
                      <a:lnTo>
                        <a:pt x="1980" y="1241"/>
                      </a:lnTo>
                      <a:lnTo>
                        <a:pt x="1968" y="1235"/>
                      </a:lnTo>
                      <a:lnTo>
                        <a:pt x="1955" y="1230"/>
                      </a:lnTo>
                      <a:lnTo>
                        <a:pt x="1947" y="1229"/>
                      </a:lnTo>
                      <a:lnTo>
                        <a:pt x="1940" y="1227"/>
                      </a:lnTo>
                      <a:lnTo>
                        <a:pt x="1932" y="1226"/>
                      </a:lnTo>
                      <a:lnTo>
                        <a:pt x="1924" y="1226"/>
                      </a:lnTo>
                      <a:lnTo>
                        <a:pt x="1909" y="1227"/>
                      </a:lnTo>
                      <a:lnTo>
                        <a:pt x="1900" y="1227"/>
                      </a:lnTo>
                      <a:lnTo>
                        <a:pt x="1898" y="1226"/>
                      </a:lnTo>
                      <a:lnTo>
                        <a:pt x="1895" y="1225"/>
                      </a:lnTo>
                      <a:lnTo>
                        <a:pt x="1894" y="1223"/>
                      </a:lnTo>
                      <a:lnTo>
                        <a:pt x="1893" y="1218"/>
                      </a:lnTo>
                      <a:lnTo>
                        <a:pt x="1892" y="1210"/>
                      </a:lnTo>
                      <a:lnTo>
                        <a:pt x="1890" y="1202"/>
                      </a:lnTo>
                      <a:lnTo>
                        <a:pt x="1888" y="1200"/>
                      </a:lnTo>
                      <a:lnTo>
                        <a:pt x="1886" y="1199"/>
                      </a:lnTo>
                      <a:lnTo>
                        <a:pt x="1882" y="1198"/>
                      </a:lnTo>
                      <a:lnTo>
                        <a:pt x="1878" y="1199"/>
                      </a:lnTo>
                      <a:lnTo>
                        <a:pt x="1874" y="1200"/>
                      </a:lnTo>
                      <a:lnTo>
                        <a:pt x="1869" y="1200"/>
                      </a:lnTo>
                      <a:lnTo>
                        <a:pt x="1865" y="1199"/>
                      </a:lnTo>
                      <a:lnTo>
                        <a:pt x="1863" y="1198"/>
                      </a:lnTo>
                      <a:lnTo>
                        <a:pt x="1861" y="1195"/>
                      </a:lnTo>
                      <a:lnTo>
                        <a:pt x="1859" y="1192"/>
                      </a:lnTo>
                      <a:lnTo>
                        <a:pt x="1859" y="1187"/>
                      </a:lnTo>
                      <a:lnTo>
                        <a:pt x="1861" y="1182"/>
                      </a:lnTo>
                      <a:lnTo>
                        <a:pt x="1862" y="1172"/>
                      </a:lnTo>
                      <a:lnTo>
                        <a:pt x="1861" y="1161"/>
                      </a:lnTo>
                      <a:lnTo>
                        <a:pt x="1859" y="1148"/>
                      </a:lnTo>
                      <a:lnTo>
                        <a:pt x="1859" y="1135"/>
                      </a:lnTo>
                      <a:lnTo>
                        <a:pt x="1859" y="1123"/>
                      </a:lnTo>
                      <a:lnTo>
                        <a:pt x="1859" y="1113"/>
                      </a:lnTo>
                      <a:lnTo>
                        <a:pt x="1858" y="1110"/>
                      </a:lnTo>
                      <a:lnTo>
                        <a:pt x="1856" y="1105"/>
                      </a:lnTo>
                      <a:lnTo>
                        <a:pt x="1852" y="1101"/>
                      </a:lnTo>
                      <a:lnTo>
                        <a:pt x="1846" y="1098"/>
                      </a:lnTo>
                      <a:lnTo>
                        <a:pt x="1830" y="1091"/>
                      </a:lnTo>
                      <a:lnTo>
                        <a:pt x="1806" y="1084"/>
                      </a:lnTo>
                      <a:lnTo>
                        <a:pt x="1785" y="1078"/>
                      </a:lnTo>
                      <a:lnTo>
                        <a:pt x="1769" y="1074"/>
                      </a:lnTo>
                      <a:lnTo>
                        <a:pt x="1757" y="1072"/>
                      </a:lnTo>
                      <a:lnTo>
                        <a:pt x="1741" y="1068"/>
                      </a:lnTo>
                      <a:lnTo>
                        <a:pt x="1732" y="1066"/>
                      </a:lnTo>
                      <a:lnTo>
                        <a:pt x="1725" y="1063"/>
                      </a:lnTo>
                      <a:lnTo>
                        <a:pt x="1718" y="1061"/>
                      </a:lnTo>
                      <a:lnTo>
                        <a:pt x="1713" y="1057"/>
                      </a:lnTo>
                      <a:lnTo>
                        <a:pt x="1700" y="1050"/>
                      </a:lnTo>
                      <a:lnTo>
                        <a:pt x="1687" y="1043"/>
                      </a:lnTo>
                      <a:lnTo>
                        <a:pt x="1675" y="1037"/>
                      </a:lnTo>
                      <a:lnTo>
                        <a:pt x="1666" y="1030"/>
                      </a:lnTo>
                      <a:lnTo>
                        <a:pt x="1662" y="1025"/>
                      </a:lnTo>
                      <a:lnTo>
                        <a:pt x="1662" y="1021"/>
                      </a:lnTo>
                      <a:lnTo>
                        <a:pt x="1662" y="1015"/>
                      </a:lnTo>
                      <a:lnTo>
                        <a:pt x="1663" y="1009"/>
                      </a:lnTo>
                      <a:lnTo>
                        <a:pt x="1666" y="996"/>
                      </a:lnTo>
                      <a:lnTo>
                        <a:pt x="1667" y="984"/>
                      </a:lnTo>
                      <a:lnTo>
                        <a:pt x="1665" y="975"/>
                      </a:lnTo>
                      <a:lnTo>
                        <a:pt x="1663" y="972"/>
                      </a:lnTo>
                      <a:lnTo>
                        <a:pt x="1661" y="971"/>
                      </a:lnTo>
                      <a:lnTo>
                        <a:pt x="1656" y="970"/>
                      </a:lnTo>
                      <a:lnTo>
                        <a:pt x="1655" y="968"/>
                      </a:lnTo>
                      <a:lnTo>
                        <a:pt x="1653" y="966"/>
                      </a:lnTo>
                      <a:lnTo>
                        <a:pt x="1651" y="961"/>
                      </a:lnTo>
                      <a:lnTo>
                        <a:pt x="1650" y="956"/>
                      </a:lnTo>
                      <a:lnTo>
                        <a:pt x="1650" y="952"/>
                      </a:lnTo>
                      <a:lnTo>
                        <a:pt x="1651" y="947"/>
                      </a:lnTo>
                      <a:lnTo>
                        <a:pt x="1653" y="943"/>
                      </a:lnTo>
                      <a:lnTo>
                        <a:pt x="1655" y="941"/>
                      </a:lnTo>
                      <a:lnTo>
                        <a:pt x="1661" y="937"/>
                      </a:lnTo>
                      <a:lnTo>
                        <a:pt x="1667" y="934"/>
                      </a:lnTo>
                      <a:lnTo>
                        <a:pt x="1669" y="931"/>
                      </a:lnTo>
                      <a:lnTo>
                        <a:pt x="1672" y="928"/>
                      </a:lnTo>
                      <a:lnTo>
                        <a:pt x="1673" y="924"/>
                      </a:lnTo>
                      <a:lnTo>
                        <a:pt x="1673" y="920"/>
                      </a:lnTo>
                      <a:lnTo>
                        <a:pt x="1670" y="912"/>
                      </a:lnTo>
                      <a:lnTo>
                        <a:pt x="1669" y="904"/>
                      </a:lnTo>
                      <a:lnTo>
                        <a:pt x="1666" y="898"/>
                      </a:lnTo>
                      <a:lnTo>
                        <a:pt x="1660" y="891"/>
                      </a:lnTo>
                      <a:lnTo>
                        <a:pt x="1656" y="886"/>
                      </a:lnTo>
                      <a:lnTo>
                        <a:pt x="1655" y="882"/>
                      </a:lnTo>
                      <a:lnTo>
                        <a:pt x="1654" y="876"/>
                      </a:lnTo>
                      <a:lnTo>
                        <a:pt x="1653" y="870"/>
                      </a:lnTo>
                      <a:lnTo>
                        <a:pt x="1653" y="858"/>
                      </a:lnTo>
                      <a:lnTo>
                        <a:pt x="1653" y="848"/>
                      </a:lnTo>
                      <a:lnTo>
                        <a:pt x="1650" y="845"/>
                      </a:lnTo>
                      <a:lnTo>
                        <a:pt x="1646" y="841"/>
                      </a:lnTo>
                      <a:lnTo>
                        <a:pt x="1637" y="836"/>
                      </a:lnTo>
                      <a:lnTo>
                        <a:pt x="1629" y="830"/>
                      </a:lnTo>
                      <a:lnTo>
                        <a:pt x="1611" y="822"/>
                      </a:lnTo>
                      <a:lnTo>
                        <a:pt x="1602" y="817"/>
                      </a:lnTo>
                      <a:lnTo>
                        <a:pt x="1598" y="815"/>
                      </a:lnTo>
                      <a:lnTo>
                        <a:pt x="1596" y="811"/>
                      </a:lnTo>
                      <a:lnTo>
                        <a:pt x="1593" y="808"/>
                      </a:lnTo>
                      <a:lnTo>
                        <a:pt x="1591" y="804"/>
                      </a:lnTo>
                      <a:lnTo>
                        <a:pt x="1590" y="795"/>
                      </a:lnTo>
                      <a:lnTo>
                        <a:pt x="1588" y="786"/>
                      </a:lnTo>
                      <a:lnTo>
                        <a:pt x="1588" y="769"/>
                      </a:lnTo>
                      <a:lnTo>
                        <a:pt x="1587" y="758"/>
                      </a:lnTo>
                      <a:lnTo>
                        <a:pt x="1584" y="752"/>
                      </a:lnTo>
                      <a:lnTo>
                        <a:pt x="1581" y="750"/>
                      </a:lnTo>
                      <a:lnTo>
                        <a:pt x="1577" y="748"/>
                      </a:lnTo>
                      <a:lnTo>
                        <a:pt x="1571" y="748"/>
                      </a:lnTo>
                      <a:lnTo>
                        <a:pt x="1567" y="748"/>
                      </a:lnTo>
                      <a:lnTo>
                        <a:pt x="1563" y="747"/>
                      </a:lnTo>
                      <a:lnTo>
                        <a:pt x="1561" y="746"/>
                      </a:lnTo>
                      <a:lnTo>
                        <a:pt x="1559" y="744"/>
                      </a:lnTo>
                      <a:lnTo>
                        <a:pt x="1556" y="740"/>
                      </a:lnTo>
                      <a:lnTo>
                        <a:pt x="1554" y="735"/>
                      </a:lnTo>
                      <a:lnTo>
                        <a:pt x="1553" y="731"/>
                      </a:lnTo>
                      <a:lnTo>
                        <a:pt x="1552" y="723"/>
                      </a:lnTo>
                      <a:lnTo>
                        <a:pt x="1548" y="706"/>
                      </a:lnTo>
                      <a:lnTo>
                        <a:pt x="1542" y="684"/>
                      </a:lnTo>
                      <a:lnTo>
                        <a:pt x="1536" y="664"/>
                      </a:lnTo>
                      <a:lnTo>
                        <a:pt x="1531" y="646"/>
                      </a:lnTo>
                      <a:lnTo>
                        <a:pt x="1525" y="632"/>
                      </a:lnTo>
                      <a:lnTo>
                        <a:pt x="1514" y="606"/>
                      </a:lnTo>
                      <a:lnTo>
                        <a:pt x="1502" y="581"/>
                      </a:lnTo>
                      <a:lnTo>
                        <a:pt x="1493" y="565"/>
                      </a:lnTo>
                      <a:lnTo>
                        <a:pt x="1489" y="556"/>
                      </a:lnTo>
                      <a:lnTo>
                        <a:pt x="1485" y="545"/>
                      </a:lnTo>
                      <a:lnTo>
                        <a:pt x="1484" y="540"/>
                      </a:lnTo>
                      <a:lnTo>
                        <a:pt x="1481" y="537"/>
                      </a:lnTo>
                      <a:lnTo>
                        <a:pt x="1479" y="533"/>
                      </a:lnTo>
                      <a:lnTo>
                        <a:pt x="1476" y="533"/>
                      </a:lnTo>
                      <a:lnTo>
                        <a:pt x="1472" y="532"/>
                      </a:lnTo>
                      <a:lnTo>
                        <a:pt x="1471" y="531"/>
                      </a:lnTo>
                      <a:lnTo>
                        <a:pt x="1471" y="527"/>
                      </a:lnTo>
                      <a:lnTo>
                        <a:pt x="1473" y="521"/>
                      </a:lnTo>
                      <a:lnTo>
                        <a:pt x="1474" y="519"/>
                      </a:lnTo>
                      <a:lnTo>
                        <a:pt x="1474" y="515"/>
                      </a:lnTo>
                      <a:lnTo>
                        <a:pt x="1474" y="513"/>
                      </a:lnTo>
                      <a:lnTo>
                        <a:pt x="1473" y="510"/>
                      </a:lnTo>
                      <a:lnTo>
                        <a:pt x="1470" y="505"/>
                      </a:lnTo>
                      <a:lnTo>
                        <a:pt x="1466" y="498"/>
                      </a:lnTo>
                      <a:lnTo>
                        <a:pt x="1460" y="487"/>
                      </a:lnTo>
                      <a:lnTo>
                        <a:pt x="1452" y="470"/>
                      </a:lnTo>
                      <a:lnTo>
                        <a:pt x="1443" y="452"/>
                      </a:lnTo>
                      <a:lnTo>
                        <a:pt x="1436" y="438"/>
                      </a:lnTo>
                      <a:lnTo>
                        <a:pt x="1428" y="425"/>
                      </a:lnTo>
                      <a:lnTo>
                        <a:pt x="1418" y="409"/>
                      </a:lnTo>
                      <a:lnTo>
                        <a:pt x="1410" y="391"/>
                      </a:lnTo>
                      <a:lnTo>
                        <a:pt x="1405" y="376"/>
                      </a:lnTo>
                      <a:lnTo>
                        <a:pt x="1402" y="363"/>
                      </a:lnTo>
                      <a:lnTo>
                        <a:pt x="1398" y="348"/>
                      </a:lnTo>
                      <a:lnTo>
                        <a:pt x="1392" y="334"/>
                      </a:lnTo>
                      <a:lnTo>
                        <a:pt x="1386" y="322"/>
                      </a:lnTo>
                      <a:lnTo>
                        <a:pt x="1383" y="316"/>
                      </a:lnTo>
                      <a:lnTo>
                        <a:pt x="1377" y="312"/>
                      </a:lnTo>
                      <a:lnTo>
                        <a:pt x="1371" y="307"/>
                      </a:lnTo>
                      <a:lnTo>
                        <a:pt x="1364" y="303"/>
                      </a:lnTo>
                      <a:lnTo>
                        <a:pt x="1348" y="296"/>
                      </a:lnTo>
                      <a:lnTo>
                        <a:pt x="1335" y="291"/>
                      </a:lnTo>
                      <a:lnTo>
                        <a:pt x="1325" y="288"/>
                      </a:lnTo>
                      <a:lnTo>
                        <a:pt x="1316" y="286"/>
                      </a:lnTo>
                      <a:lnTo>
                        <a:pt x="1309" y="284"/>
                      </a:lnTo>
                      <a:lnTo>
                        <a:pt x="1301" y="279"/>
                      </a:lnTo>
                      <a:lnTo>
                        <a:pt x="1291" y="273"/>
                      </a:lnTo>
                      <a:lnTo>
                        <a:pt x="1282" y="268"/>
                      </a:lnTo>
                      <a:lnTo>
                        <a:pt x="1272" y="265"/>
                      </a:lnTo>
                      <a:lnTo>
                        <a:pt x="1264" y="263"/>
                      </a:lnTo>
                      <a:lnTo>
                        <a:pt x="1254" y="260"/>
                      </a:lnTo>
                      <a:lnTo>
                        <a:pt x="1243" y="256"/>
                      </a:lnTo>
                      <a:lnTo>
                        <a:pt x="1237" y="254"/>
                      </a:lnTo>
                      <a:lnTo>
                        <a:pt x="1231" y="254"/>
                      </a:lnTo>
                      <a:lnTo>
                        <a:pt x="1226" y="253"/>
                      </a:lnTo>
                      <a:lnTo>
                        <a:pt x="1221" y="254"/>
                      </a:lnTo>
                      <a:lnTo>
                        <a:pt x="1213" y="258"/>
                      </a:lnTo>
                      <a:lnTo>
                        <a:pt x="1206" y="259"/>
                      </a:lnTo>
                      <a:lnTo>
                        <a:pt x="1201" y="260"/>
                      </a:lnTo>
                      <a:lnTo>
                        <a:pt x="1196" y="259"/>
                      </a:lnTo>
                      <a:lnTo>
                        <a:pt x="1194" y="258"/>
                      </a:lnTo>
                      <a:lnTo>
                        <a:pt x="1193" y="256"/>
                      </a:lnTo>
                      <a:lnTo>
                        <a:pt x="1193" y="254"/>
                      </a:lnTo>
                      <a:lnTo>
                        <a:pt x="1193" y="253"/>
                      </a:lnTo>
                      <a:lnTo>
                        <a:pt x="1195" y="249"/>
                      </a:lnTo>
                      <a:lnTo>
                        <a:pt x="1200" y="248"/>
                      </a:lnTo>
                      <a:lnTo>
                        <a:pt x="1201" y="247"/>
                      </a:lnTo>
                      <a:lnTo>
                        <a:pt x="1202" y="244"/>
                      </a:lnTo>
                      <a:lnTo>
                        <a:pt x="1202" y="243"/>
                      </a:lnTo>
                      <a:lnTo>
                        <a:pt x="1201" y="241"/>
                      </a:lnTo>
                      <a:lnTo>
                        <a:pt x="1200" y="240"/>
                      </a:lnTo>
                      <a:lnTo>
                        <a:pt x="1196" y="237"/>
                      </a:lnTo>
                      <a:lnTo>
                        <a:pt x="1191" y="236"/>
                      </a:lnTo>
                      <a:lnTo>
                        <a:pt x="1185" y="236"/>
                      </a:lnTo>
                      <a:lnTo>
                        <a:pt x="1174" y="237"/>
                      </a:lnTo>
                      <a:lnTo>
                        <a:pt x="1163" y="241"/>
                      </a:lnTo>
                      <a:lnTo>
                        <a:pt x="1159" y="243"/>
                      </a:lnTo>
                      <a:lnTo>
                        <a:pt x="1155" y="246"/>
                      </a:lnTo>
                      <a:lnTo>
                        <a:pt x="1151" y="249"/>
                      </a:lnTo>
                      <a:lnTo>
                        <a:pt x="1149" y="253"/>
                      </a:lnTo>
                      <a:lnTo>
                        <a:pt x="1143" y="259"/>
                      </a:lnTo>
                      <a:lnTo>
                        <a:pt x="1138" y="263"/>
                      </a:lnTo>
                      <a:lnTo>
                        <a:pt x="1132" y="265"/>
                      </a:lnTo>
                      <a:lnTo>
                        <a:pt x="1126" y="263"/>
                      </a:lnTo>
                      <a:lnTo>
                        <a:pt x="1122" y="263"/>
                      </a:lnTo>
                      <a:lnTo>
                        <a:pt x="1120" y="261"/>
                      </a:lnTo>
                      <a:lnTo>
                        <a:pt x="1119" y="259"/>
                      </a:lnTo>
                      <a:lnTo>
                        <a:pt x="1119" y="258"/>
                      </a:lnTo>
                      <a:lnTo>
                        <a:pt x="1119" y="255"/>
                      </a:lnTo>
                      <a:lnTo>
                        <a:pt x="1120" y="253"/>
                      </a:lnTo>
                      <a:lnTo>
                        <a:pt x="1122" y="250"/>
                      </a:lnTo>
                      <a:lnTo>
                        <a:pt x="1125" y="248"/>
                      </a:lnTo>
                      <a:lnTo>
                        <a:pt x="1133" y="243"/>
                      </a:lnTo>
                      <a:lnTo>
                        <a:pt x="1139" y="237"/>
                      </a:lnTo>
                      <a:lnTo>
                        <a:pt x="1144" y="230"/>
                      </a:lnTo>
                      <a:lnTo>
                        <a:pt x="1147" y="224"/>
                      </a:lnTo>
                      <a:lnTo>
                        <a:pt x="1149" y="222"/>
                      </a:lnTo>
                      <a:lnTo>
                        <a:pt x="1147" y="218"/>
                      </a:lnTo>
                      <a:lnTo>
                        <a:pt x="1146" y="216"/>
                      </a:lnTo>
                      <a:lnTo>
                        <a:pt x="1143" y="214"/>
                      </a:lnTo>
                      <a:lnTo>
                        <a:pt x="1136" y="206"/>
                      </a:lnTo>
                      <a:lnTo>
                        <a:pt x="1125" y="196"/>
                      </a:lnTo>
                      <a:lnTo>
                        <a:pt x="1112" y="181"/>
                      </a:lnTo>
                      <a:lnTo>
                        <a:pt x="1095" y="165"/>
                      </a:lnTo>
                      <a:lnTo>
                        <a:pt x="1087" y="158"/>
                      </a:lnTo>
                      <a:lnTo>
                        <a:pt x="1078" y="152"/>
                      </a:lnTo>
                      <a:lnTo>
                        <a:pt x="1070" y="147"/>
                      </a:lnTo>
                      <a:lnTo>
                        <a:pt x="1062" y="145"/>
                      </a:lnTo>
                      <a:lnTo>
                        <a:pt x="1055" y="145"/>
                      </a:lnTo>
                      <a:lnTo>
                        <a:pt x="1049" y="146"/>
                      </a:lnTo>
                      <a:lnTo>
                        <a:pt x="1042" y="148"/>
                      </a:lnTo>
                      <a:lnTo>
                        <a:pt x="1034" y="149"/>
                      </a:lnTo>
                      <a:lnTo>
                        <a:pt x="1027" y="152"/>
                      </a:lnTo>
                      <a:lnTo>
                        <a:pt x="1021" y="153"/>
                      </a:lnTo>
                      <a:lnTo>
                        <a:pt x="1015" y="153"/>
                      </a:lnTo>
                      <a:lnTo>
                        <a:pt x="1011" y="152"/>
                      </a:lnTo>
                      <a:lnTo>
                        <a:pt x="1002" y="146"/>
                      </a:lnTo>
                      <a:lnTo>
                        <a:pt x="994" y="138"/>
                      </a:lnTo>
                      <a:lnTo>
                        <a:pt x="987" y="129"/>
                      </a:lnTo>
                      <a:lnTo>
                        <a:pt x="982" y="120"/>
                      </a:lnTo>
                      <a:lnTo>
                        <a:pt x="981" y="115"/>
                      </a:lnTo>
                      <a:lnTo>
                        <a:pt x="981" y="108"/>
                      </a:lnTo>
                      <a:lnTo>
                        <a:pt x="982" y="101"/>
                      </a:lnTo>
                      <a:lnTo>
                        <a:pt x="983" y="92"/>
                      </a:lnTo>
                      <a:lnTo>
                        <a:pt x="986" y="77"/>
                      </a:lnTo>
                      <a:lnTo>
                        <a:pt x="987" y="64"/>
                      </a:lnTo>
                      <a:lnTo>
                        <a:pt x="987" y="53"/>
                      </a:lnTo>
                      <a:lnTo>
                        <a:pt x="988" y="40"/>
                      </a:lnTo>
                      <a:lnTo>
                        <a:pt x="989" y="34"/>
                      </a:lnTo>
                      <a:lnTo>
                        <a:pt x="992" y="29"/>
                      </a:lnTo>
                      <a:lnTo>
                        <a:pt x="994" y="25"/>
                      </a:lnTo>
                      <a:lnTo>
                        <a:pt x="999" y="21"/>
                      </a:lnTo>
                      <a:lnTo>
                        <a:pt x="1010" y="15"/>
                      </a:lnTo>
                      <a:lnTo>
                        <a:pt x="1021" y="7"/>
                      </a:lnTo>
                      <a:lnTo>
                        <a:pt x="1007" y="2"/>
                      </a:lnTo>
                      <a:lnTo>
                        <a:pt x="990" y="0"/>
                      </a:lnTo>
                      <a:lnTo>
                        <a:pt x="982" y="0"/>
                      </a:lnTo>
                      <a:lnTo>
                        <a:pt x="975" y="0"/>
                      </a:lnTo>
                      <a:lnTo>
                        <a:pt x="969" y="1"/>
                      </a:lnTo>
                      <a:lnTo>
                        <a:pt x="962" y="3"/>
                      </a:lnTo>
                      <a:lnTo>
                        <a:pt x="951" y="9"/>
                      </a:lnTo>
                      <a:lnTo>
                        <a:pt x="942" y="16"/>
                      </a:lnTo>
                      <a:lnTo>
                        <a:pt x="935" y="21"/>
                      </a:lnTo>
                      <a:lnTo>
                        <a:pt x="927" y="25"/>
                      </a:lnTo>
                      <a:lnTo>
                        <a:pt x="920" y="28"/>
                      </a:lnTo>
                      <a:lnTo>
                        <a:pt x="913" y="31"/>
                      </a:lnTo>
                      <a:lnTo>
                        <a:pt x="897" y="34"/>
                      </a:lnTo>
                      <a:lnTo>
                        <a:pt x="879" y="38"/>
                      </a:lnTo>
                      <a:lnTo>
                        <a:pt x="870" y="40"/>
                      </a:lnTo>
                      <a:lnTo>
                        <a:pt x="866" y="42"/>
                      </a:lnTo>
                      <a:lnTo>
                        <a:pt x="863" y="47"/>
                      </a:lnTo>
                      <a:lnTo>
                        <a:pt x="861" y="52"/>
                      </a:lnTo>
                      <a:lnTo>
                        <a:pt x="862" y="66"/>
                      </a:lnTo>
                      <a:lnTo>
                        <a:pt x="862" y="83"/>
                      </a:lnTo>
                      <a:lnTo>
                        <a:pt x="861" y="92"/>
                      </a:lnTo>
                      <a:lnTo>
                        <a:pt x="859" y="101"/>
                      </a:lnTo>
                      <a:lnTo>
                        <a:pt x="855" y="108"/>
                      </a:lnTo>
                      <a:lnTo>
                        <a:pt x="851" y="115"/>
                      </a:lnTo>
                      <a:lnTo>
                        <a:pt x="841" y="127"/>
                      </a:lnTo>
                      <a:lnTo>
                        <a:pt x="830" y="139"/>
                      </a:lnTo>
                      <a:lnTo>
                        <a:pt x="825" y="145"/>
                      </a:lnTo>
                      <a:lnTo>
                        <a:pt x="824" y="149"/>
                      </a:lnTo>
                      <a:lnTo>
                        <a:pt x="824" y="155"/>
                      </a:lnTo>
                      <a:lnTo>
                        <a:pt x="825" y="161"/>
                      </a:lnTo>
                      <a:lnTo>
                        <a:pt x="831" y="172"/>
                      </a:lnTo>
                      <a:lnTo>
                        <a:pt x="835" y="183"/>
                      </a:lnTo>
                      <a:lnTo>
                        <a:pt x="834" y="187"/>
                      </a:lnTo>
                      <a:lnTo>
                        <a:pt x="831" y="191"/>
                      </a:lnTo>
                      <a:lnTo>
                        <a:pt x="828" y="193"/>
                      </a:lnTo>
                      <a:lnTo>
                        <a:pt x="823" y="195"/>
                      </a:lnTo>
                      <a:lnTo>
                        <a:pt x="816" y="196"/>
                      </a:lnTo>
                      <a:lnTo>
                        <a:pt x="810" y="196"/>
                      </a:lnTo>
                      <a:lnTo>
                        <a:pt x="803" y="195"/>
                      </a:lnTo>
                      <a:lnTo>
                        <a:pt x="794" y="192"/>
                      </a:lnTo>
                      <a:lnTo>
                        <a:pt x="788" y="191"/>
                      </a:lnTo>
                      <a:lnTo>
                        <a:pt x="781" y="191"/>
                      </a:lnTo>
                      <a:lnTo>
                        <a:pt x="774" y="191"/>
                      </a:lnTo>
                      <a:lnTo>
                        <a:pt x="767" y="192"/>
                      </a:lnTo>
                      <a:lnTo>
                        <a:pt x="761" y="195"/>
                      </a:lnTo>
                      <a:lnTo>
                        <a:pt x="754" y="198"/>
                      </a:lnTo>
                      <a:lnTo>
                        <a:pt x="747" y="203"/>
                      </a:lnTo>
                      <a:lnTo>
                        <a:pt x="740" y="210"/>
                      </a:lnTo>
                      <a:lnTo>
                        <a:pt x="736" y="216"/>
                      </a:lnTo>
                      <a:lnTo>
                        <a:pt x="733" y="223"/>
                      </a:lnTo>
                      <a:lnTo>
                        <a:pt x="730" y="233"/>
                      </a:lnTo>
                      <a:lnTo>
                        <a:pt x="729" y="244"/>
                      </a:lnTo>
                      <a:lnTo>
                        <a:pt x="728" y="260"/>
                      </a:lnTo>
                      <a:lnTo>
                        <a:pt x="728" y="275"/>
                      </a:lnTo>
                      <a:lnTo>
                        <a:pt x="727" y="288"/>
                      </a:lnTo>
                      <a:lnTo>
                        <a:pt x="727" y="299"/>
                      </a:lnTo>
                      <a:lnTo>
                        <a:pt x="727" y="305"/>
                      </a:lnTo>
                      <a:lnTo>
                        <a:pt x="725" y="310"/>
                      </a:lnTo>
                      <a:lnTo>
                        <a:pt x="724" y="315"/>
                      </a:lnTo>
                      <a:lnTo>
                        <a:pt x="722" y="317"/>
                      </a:lnTo>
                      <a:lnTo>
                        <a:pt x="719" y="319"/>
                      </a:lnTo>
                      <a:lnTo>
                        <a:pt x="716" y="321"/>
                      </a:lnTo>
                      <a:lnTo>
                        <a:pt x="711" y="322"/>
                      </a:lnTo>
                      <a:lnTo>
                        <a:pt x="706" y="323"/>
                      </a:lnTo>
                      <a:lnTo>
                        <a:pt x="696" y="324"/>
                      </a:lnTo>
                      <a:lnTo>
                        <a:pt x="687" y="328"/>
                      </a:lnTo>
                      <a:lnTo>
                        <a:pt x="681" y="331"/>
                      </a:lnTo>
                      <a:lnTo>
                        <a:pt x="674" y="338"/>
                      </a:lnTo>
                      <a:lnTo>
                        <a:pt x="670" y="341"/>
                      </a:lnTo>
                      <a:lnTo>
                        <a:pt x="666" y="343"/>
                      </a:lnTo>
                      <a:lnTo>
                        <a:pt x="661" y="344"/>
                      </a:lnTo>
                      <a:lnTo>
                        <a:pt x="656" y="344"/>
                      </a:lnTo>
                      <a:lnTo>
                        <a:pt x="653" y="344"/>
                      </a:lnTo>
                      <a:lnTo>
                        <a:pt x="649" y="342"/>
                      </a:lnTo>
                      <a:lnTo>
                        <a:pt x="646" y="340"/>
                      </a:lnTo>
                      <a:lnTo>
                        <a:pt x="643" y="335"/>
                      </a:lnTo>
                      <a:lnTo>
                        <a:pt x="640" y="325"/>
                      </a:lnTo>
                      <a:lnTo>
                        <a:pt x="637" y="312"/>
                      </a:lnTo>
                      <a:lnTo>
                        <a:pt x="634" y="299"/>
                      </a:lnTo>
                      <a:lnTo>
                        <a:pt x="630" y="287"/>
                      </a:lnTo>
                      <a:lnTo>
                        <a:pt x="624" y="278"/>
                      </a:lnTo>
                      <a:lnTo>
                        <a:pt x="618" y="269"/>
                      </a:lnTo>
                      <a:lnTo>
                        <a:pt x="616" y="266"/>
                      </a:lnTo>
                      <a:lnTo>
                        <a:pt x="612" y="261"/>
                      </a:lnTo>
                      <a:lnTo>
                        <a:pt x="610" y="256"/>
                      </a:lnTo>
                      <a:lnTo>
                        <a:pt x="609" y="250"/>
                      </a:lnTo>
                      <a:lnTo>
                        <a:pt x="607" y="244"/>
                      </a:lnTo>
                      <a:lnTo>
                        <a:pt x="603" y="241"/>
                      </a:lnTo>
                      <a:lnTo>
                        <a:pt x="598" y="236"/>
                      </a:lnTo>
                      <a:lnTo>
                        <a:pt x="591" y="234"/>
                      </a:lnTo>
                      <a:lnTo>
                        <a:pt x="584" y="233"/>
                      </a:lnTo>
                      <a:lnTo>
                        <a:pt x="576" y="231"/>
                      </a:lnTo>
                      <a:lnTo>
                        <a:pt x="567" y="230"/>
                      </a:lnTo>
                      <a:lnTo>
                        <a:pt x="558" y="231"/>
                      </a:lnTo>
                      <a:lnTo>
                        <a:pt x="549" y="233"/>
                      </a:lnTo>
                      <a:lnTo>
                        <a:pt x="542" y="235"/>
                      </a:lnTo>
                      <a:lnTo>
                        <a:pt x="534" y="239"/>
                      </a:lnTo>
                      <a:lnTo>
                        <a:pt x="527" y="242"/>
                      </a:lnTo>
                      <a:lnTo>
                        <a:pt x="521" y="247"/>
                      </a:lnTo>
                      <a:lnTo>
                        <a:pt x="516" y="252"/>
                      </a:lnTo>
                      <a:lnTo>
                        <a:pt x="511" y="258"/>
                      </a:lnTo>
                      <a:lnTo>
                        <a:pt x="509" y="263"/>
                      </a:lnTo>
                      <a:lnTo>
                        <a:pt x="507" y="273"/>
                      </a:lnTo>
                      <a:lnTo>
                        <a:pt x="502" y="287"/>
                      </a:lnTo>
                      <a:lnTo>
                        <a:pt x="500" y="294"/>
                      </a:lnTo>
                      <a:lnTo>
                        <a:pt x="496" y="299"/>
                      </a:lnTo>
                      <a:lnTo>
                        <a:pt x="495" y="300"/>
                      </a:lnTo>
                      <a:lnTo>
                        <a:pt x="494" y="302"/>
                      </a:lnTo>
                      <a:lnTo>
                        <a:pt x="491" y="302"/>
                      </a:lnTo>
                      <a:lnTo>
                        <a:pt x="490" y="300"/>
                      </a:lnTo>
                      <a:lnTo>
                        <a:pt x="486" y="297"/>
                      </a:lnTo>
                      <a:lnTo>
                        <a:pt x="483" y="296"/>
                      </a:lnTo>
                      <a:lnTo>
                        <a:pt x="478" y="298"/>
                      </a:lnTo>
                      <a:lnTo>
                        <a:pt x="471" y="304"/>
                      </a:lnTo>
                      <a:lnTo>
                        <a:pt x="460" y="312"/>
                      </a:lnTo>
                      <a:lnTo>
                        <a:pt x="450" y="321"/>
                      </a:lnTo>
                      <a:lnTo>
                        <a:pt x="444" y="324"/>
                      </a:lnTo>
                      <a:lnTo>
                        <a:pt x="438" y="328"/>
                      </a:lnTo>
                      <a:lnTo>
                        <a:pt x="432" y="330"/>
                      </a:lnTo>
                      <a:lnTo>
                        <a:pt x="427" y="331"/>
                      </a:lnTo>
                      <a:lnTo>
                        <a:pt x="419" y="332"/>
                      </a:lnTo>
                      <a:lnTo>
                        <a:pt x="412" y="332"/>
                      </a:lnTo>
                      <a:lnTo>
                        <a:pt x="403" y="332"/>
                      </a:lnTo>
                      <a:lnTo>
                        <a:pt x="396" y="331"/>
                      </a:lnTo>
                      <a:lnTo>
                        <a:pt x="390" y="328"/>
                      </a:lnTo>
                      <a:lnTo>
                        <a:pt x="383" y="325"/>
                      </a:lnTo>
                      <a:lnTo>
                        <a:pt x="377" y="321"/>
                      </a:lnTo>
                      <a:lnTo>
                        <a:pt x="372" y="316"/>
                      </a:lnTo>
                      <a:lnTo>
                        <a:pt x="365" y="309"/>
                      </a:lnTo>
                      <a:lnTo>
                        <a:pt x="358" y="303"/>
                      </a:lnTo>
                      <a:lnTo>
                        <a:pt x="350" y="297"/>
                      </a:lnTo>
                      <a:lnTo>
                        <a:pt x="341" y="291"/>
                      </a:lnTo>
                      <a:lnTo>
                        <a:pt x="331" y="286"/>
                      </a:lnTo>
                      <a:lnTo>
                        <a:pt x="321" y="283"/>
                      </a:lnTo>
                      <a:lnTo>
                        <a:pt x="309" y="279"/>
                      </a:lnTo>
                      <a:lnTo>
                        <a:pt x="297" y="277"/>
                      </a:lnTo>
                      <a:lnTo>
                        <a:pt x="282" y="275"/>
                      </a:lnTo>
                      <a:lnTo>
                        <a:pt x="265" y="277"/>
                      </a:lnTo>
                      <a:lnTo>
                        <a:pt x="257" y="277"/>
                      </a:lnTo>
                      <a:lnTo>
                        <a:pt x="250" y="275"/>
                      </a:lnTo>
                      <a:lnTo>
                        <a:pt x="243" y="273"/>
                      </a:lnTo>
                      <a:lnTo>
                        <a:pt x="236" y="269"/>
                      </a:lnTo>
                      <a:lnTo>
                        <a:pt x="234" y="267"/>
                      </a:lnTo>
                      <a:lnTo>
                        <a:pt x="233" y="265"/>
                      </a:lnTo>
                      <a:lnTo>
                        <a:pt x="233" y="261"/>
                      </a:lnTo>
                      <a:lnTo>
                        <a:pt x="233" y="258"/>
                      </a:lnTo>
                      <a:lnTo>
                        <a:pt x="236" y="252"/>
                      </a:lnTo>
                      <a:lnTo>
                        <a:pt x="238" y="243"/>
                      </a:lnTo>
                      <a:lnTo>
                        <a:pt x="243" y="236"/>
                      </a:lnTo>
                      <a:lnTo>
                        <a:pt x="245" y="230"/>
                      </a:lnTo>
                      <a:lnTo>
                        <a:pt x="248" y="224"/>
                      </a:lnTo>
                      <a:lnTo>
                        <a:pt x="246" y="220"/>
                      </a:lnTo>
                      <a:lnTo>
                        <a:pt x="237" y="205"/>
                      </a:lnTo>
                      <a:lnTo>
                        <a:pt x="225" y="191"/>
                      </a:lnTo>
                      <a:lnTo>
                        <a:pt x="213" y="178"/>
                      </a:lnTo>
                      <a:lnTo>
                        <a:pt x="204" y="167"/>
                      </a:lnTo>
                      <a:lnTo>
                        <a:pt x="187" y="147"/>
                      </a:lnTo>
                      <a:lnTo>
                        <a:pt x="166" y="123"/>
                      </a:lnTo>
                      <a:lnTo>
                        <a:pt x="154" y="110"/>
                      </a:lnTo>
                      <a:lnTo>
                        <a:pt x="142" y="99"/>
                      </a:lnTo>
                      <a:lnTo>
                        <a:pt x="130" y="89"/>
                      </a:lnTo>
                      <a:lnTo>
                        <a:pt x="119" y="79"/>
                      </a:lnTo>
                      <a:lnTo>
                        <a:pt x="108" y="70"/>
                      </a:lnTo>
                      <a:lnTo>
                        <a:pt x="101" y="60"/>
                      </a:lnTo>
                      <a:lnTo>
                        <a:pt x="94" y="51"/>
                      </a:lnTo>
                      <a:lnTo>
                        <a:pt x="89" y="40"/>
                      </a:lnTo>
                      <a:lnTo>
                        <a:pt x="82" y="21"/>
                      </a:lnTo>
                      <a:lnTo>
                        <a:pt x="78" y="6"/>
                      </a:lnTo>
                      <a:lnTo>
                        <a:pt x="74" y="2"/>
                      </a:lnTo>
                      <a:lnTo>
                        <a:pt x="72" y="1"/>
                      </a:lnTo>
                      <a:lnTo>
                        <a:pt x="70" y="3"/>
                      </a:lnTo>
                      <a:lnTo>
                        <a:pt x="69" y="8"/>
                      </a:lnTo>
                      <a:lnTo>
                        <a:pt x="68" y="14"/>
                      </a:lnTo>
                      <a:lnTo>
                        <a:pt x="68" y="21"/>
                      </a:lnTo>
                      <a:lnTo>
                        <a:pt x="69" y="29"/>
                      </a:lnTo>
                      <a:lnTo>
                        <a:pt x="70" y="36"/>
                      </a:lnTo>
                      <a:lnTo>
                        <a:pt x="74" y="45"/>
                      </a:lnTo>
                      <a:lnTo>
                        <a:pt x="78" y="53"/>
                      </a:lnTo>
                      <a:lnTo>
                        <a:pt x="83" y="63"/>
                      </a:lnTo>
                      <a:lnTo>
                        <a:pt x="89" y="72"/>
                      </a:lnTo>
                      <a:lnTo>
                        <a:pt x="101" y="88"/>
                      </a:lnTo>
                      <a:lnTo>
                        <a:pt x="111" y="99"/>
                      </a:lnTo>
                      <a:lnTo>
                        <a:pt x="119" y="107"/>
                      </a:lnTo>
                      <a:lnTo>
                        <a:pt x="129" y="116"/>
                      </a:lnTo>
                      <a:lnTo>
                        <a:pt x="132" y="120"/>
                      </a:lnTo>
                      <a:lnTo>
                        <a:pt x="133" y="123"/>
                      </a:lnTo>
                      <a:lnTo>
                        <a:pt x="133" y="126"/>
                      </a:lnTo>
                      <a:lnTo>
                        <a:pt x="133" y="127"/>
                      </a:lnTo>
                      <a:lnTo>
                        <a:pt x="132" y="128"/>
                      </a:lnTo>
                      <a:lnTo>
                        <a:pt x="130" y="129"/>
                      </a:lnTo>
                      <a:lnTo>
                        <a:pt x="119" y="135"/>
                      </a:lnTo>
                      <a:lnTo>
                        <a:pt x="107" y="140"/>
                      </a:lnTo>
                      <a:lnTo>
                        <a:pt x="94" y="146"/>
                      </a:lnTo>
                      <a:lnTo>
                        <a:pt x="83" y="151"/>
                      </a:lnTo>
                      <a:lnTo>
                        <a:pt x="67" y="158"/>
                      </a:lnTo>
                      <a:lnTo>
                        <a:pt x="49" y="165"/>
                      </a:lnTo>
                      <a:lnTo>
                        <a:pt x="39" y="170"/>
                      </a:lnTo>
                      <a:lnTo>
                        <a:pt x="32" y="174"/>
                      </a:lnTo>
                      <a:lnTo>
                        <a:pt x="28" y="179"/>
                      </a:lnTo>
                      <a:lnTo>
                        <a:pt x="24" y="185"/>
                      </a:lnTo>
                      <a:lnTo>
                        <a:pt x="22" y="197"/>
                      </a:lnTo>
                      <a:lnTo>
                        <a:pt x="18" y="209"/>
                      </a:lnTo>
                      <a:lnTo>
                        <a:pt x="13" y="220"/>
                      </a:lnTo>
                      <a:lnTo>
                        <a:pt x="6" y="231"/>
                      </a:lnTo>
                      <a:lnTo>
                        <a:pt x="3" y="237"/>
                      </a:lnTo>
                      <a:lnTo>
                        <a:pt x="0" y="246"/>
                      </a:lnTo>
                      <a:lnTo>
                        <a:pt x="0" y="255"/>
                      </a:lnTo>
                      <a:lnTo>
                        <a:pt x="0" y="263"/>
                      </a:lnTo>
                      <a:lnTo>
                        <a:pt x="1" y="271"/>
                      </a:lnTo>
                      <a:lnTo>
                        <a:pt x="1" y="275"/>
                      </a:lnTo>
                      <a:lnTo>
                        <a:pt x="0" y="279"/>
                      </a:lnTo>
                      <a:lnTo>
                        <a:pt x="0" y="281"/>
                      </a:lnTo>
                      <a:lnTo>
                        <a:pt x="1" y="283"/>
                      </a:lnTo>
                      <a:lnTo>
                        <a:pt x="6" y="281"/>
                      </a:lnTo>
                      <a:lnTo>
                        <a:pt x="12" y="280"/>
                      </a:lnTo>
                      <a:lnTo>
                        <a:pt x="17" y="281"/>
                      </a:lnTo>
                      <a:lnTo>
                        <a:pt x="29" y="290"/>
                      </a:lnTo>
                      <a:lnTo>
                        <a:pt x="43" y="303"/>
                      </a:lnTo>
                      <a:lnTo>
                        <a:pt x="56" y="317"/>
                      </a:lnTo>
                      <a:lnTo>
                        <a:pt x="67" y="328"/>
                      </a:lnTo>
                      <a:lnTo>
                        <a:pt x="70" y="331"/>
                      </a:lnTo>
                      <a:lnTo>
                        <a:pt x="74" y="335"/>
                      </a:lnTo>
                      <a:lnTo>
                        <a:pt x="79" y="338"/>
                      </a:lnTo>
                      <a:lnTo>
                        <a:pt x="83" y="341"/>
                      </a:lnTo>
                      <a:lnTo>
                        <a:pt x="94" y="344"/>
                      </a:lnTo>
                      <a:lnTo>
                        <a:pt x="106" y="346"/>
                      </a:lnTo>
                      <a:lnTo>
                        <a:pt x="119" y="346"/>
                      </a:lnTo>
                      <a:lnTo>
                        <a:pt x="130" y="347"/>
                      </a:lnTo>
                      <a:lnTo>
                        <a:pt x="135" y="348"/>
                      </a:lnTo>
                      <a:lnTo>
                        <a:pt x="139" y="349"/>
                      </a:lnTo>
                      <a:lnTo>
                        <a:pt x="143" y="351"/>
                      </a:lnTo>
                      <a:lnTo>
                        <a:pt x="146" y="356"/>
                      </a:lnTo>
                      <a:lnTo>
                        <a:pt x="152" y="365"/>
                      </a:lnTo>
                      <a:lnTo>
                        <a:pt x="160" y="372"/>
                      </a:lnTo>
                      <a:lnTo>
                        <a:pt x="164" y="374"/>
                      </a:lnTo>
                      <a:lnTo>
                        <a:pt x="170" y="376"/>
                      </a:lnTo>
                      <a:lnTo>
                        <a:pt x="176" y="378"/>
                      </a:lnTo>
                      <a:lnTo>
                        <a:pt x="183" y="378"/>
                      </a:lnTo>
                      <a:lnTo>
                        <a:pt x="199" y="376"/>
                      </a:lnTo>
                      <a:lnTo>
                        <a:pt x="209" y="375"/>
                      </a:lnTo>
                      <a:lnTo>
                        <a:pt x="214" y="376"/>
                      </a:lnTo>
                      <a:lnTo>
                        <a:pt x="218" y="378"/>
                      </a:lnTo>
                      <a:lnTo>
                        <a:pt x="220" y="381"/>
                      </a:lnTo>
                      <a:lnTo>
                        <a:pt x="221" y="385"/>
                      </a:lnTo>
                      <a:lnTo>
                        <a:pt x="221" y="395"/>
                      </a:lnTo>
                      <a:lnTo>
                        <a:pt x="221" y="405"/>
                      </a:lnTo>
                      <a:lnTo>
                        <a:pt x="221" y="410"/>
                      </a:lnTo>
                      <a:lnTo>
                        <a:pt x="221" y="414"/>
                      </a:lnTo>
                      <a:lnTo>
                        <a:pt x="223" y="418"/>
                      </a:lnTo>
                      <a:lnTo>
                        <a:pt x="225" y="423"/>
                      </a:lnTo>
                      <a:lnTo>
                        <a:pt x="231" y="431"/>
                      </a:lnTo>
                      <a:lnTo>
                        <a:pt x="236" y="441"/>
                      </a:lnTo>
                      <a:lnTo>
                        <a:pt x="240" y="449"/>
                      </a:lnTo>
                      <a:lnTo>
                        <a:pt x="243" y="458"/>
                      </a:lnTo>
                      <a:lnTo>
                        <a:pt x="244" y="466"/>
                      </a:lnTo>
                      <a:lnTo>
                        <a:pt x="246" y="474"/>
                      </a:lnTo>
                      <a:lnTo>
                        <a:pt x="249" y="477"/>
                      </a:lnTo>
                      <a:lnTo>
                        <a:pt x="252" y="482"/>
                      </a:lnTo>
                      <a:lnTo>
                        <a:pt x="258" y="487"/>
                      </a:lnTo>
                      <a:lnTo>
                        <a:pt x="267" y="492"/>
                      </a:lnTo>
                      <a:lnTo>
                        <a:pt x="275" y="496"/>
                      </a:lnTo>
                      <a:lnTo>
                        <a:pt x="284" y="501"/>
                      </a:lnTo>
                      <a:lnTo>
                        <a:pt x="294" y="505"/>
                      </a:lnTo>
                      <a:lnTo>
                        <a:pt x="303" y="508"/>
                      </a:lnTo>
                      <a:lnTo>
                        <a:pt x="313" y="511"/>
                      </a:lnTo>
                      <a:lnTo>
                        <a:pt x="322" y="512"/>
                      </a:lnTo>
                      <a:lnTo>
                        <a:pt x="331" y="512"/>
                      </a:lnTo>
                      <a:lnTo>
                        <a:pt x="339" y="511"/>
                      </a:lnTo>
                      <a:lnTo>
                        <a:pt x="352" y="507"/>
                      </a:lnTo>
                      <a:lnTo>
                        <a:pt x="363" y="507"/>
                      </a:lnTo>
                      <a:lnTo>
                        <a:pt x="366" y="508"/>
                      </a:lnTo>
                      <a:lnTo>
                        <a:pt x="369" y="510"/>
                      </a:lnTo>
                      <a:lnTo>
                        <a:pt x="371" y="513"/>
                      </a:lnTo>
                      <a:lnTo>
                        <a:pt x="374" y="518"/>
                      </a:lnTo>
                      <a:lnTo>
                        <a:pt x="376" y="521"/>
                      </a:lnTo>
                      <a:lnTo>
                        <a:pt x="378" y="525"/>
                      </a:lnTo>
                      <a:lnTo>
                        <a:pt x="382" y="527"/>
                      </a:lnTo>
                      <a:lnTo>
                        <a:pt x="385" y="529"/>
                      </a:lnTo>
                      <a:lnTo>
                        <a:pt x="390" y="529"/>
                      </a:lnTo>
                      <a:lnTo>
                        <a:pt x="395" y="527"/>
                      </a:lnTo>
                      <a:lnTo>
                        <a:pt x="401" y="526"/>
                      </a:lnTo>
                      <a:lnTo>
                        <a:pt x="406" y="523"/>
                      </a:lnTo>
                      <a:lnTo>
                        <a:pt x="412" y="520"/>
                      </a:lnTo>
                      <a:lnTo>
                        <a:pt x="415" y="518"/>
                      </a:lnTo>
                      <a:lnTo>
                        <a:pt x="420" y="518"/>
                      </a:lnTo>
                      <a:lnTo>
                        <a:pt x="423" y="518"/>
                      </a:lnTo>
                      <a:lnTo>
                        <a:pt x="426" y="519"/>
                      </a:lnTo>
                      <a:lnTo>
                        <a:pt x="428" y="521"/>
                      </a:lnTo>
                      <a:lnTo>
                        <a:pt x="431" y="525"/>
                      </a:lnTo>
                      <a:lnTo>
                        <a:pt x="432" y="530"/>
                      </a:lnTo>
                      <a:lnTo>
                        <a:pt x="434" y="534"/>
                      </a:lnTo>
                      <a:lnTo>
                        <a:pt x="437" y="538"/>
                      </a:lnTo>
                      <a:lnTo>
                        <a:pt x="439" y="540"/>
                      </a:lnTo>
                      <a:lnTo>
                        <a:pt x="442" y="542"/>
                      </a:lnTo>
                      <a:lnTo>
                        <a:pt x="450" y="542"/>
                      </a:lnTo>
                      <a:lnTo>
                        <a:pt x="458" y="539"/>
                      </a:lnTo>
                      <a:lnTo>
                        <a:pt x="462" y="539"/>
                      </a:lnTo>
                      <a:lnTo>
                        <a:pt x="466" y="538"/>
                      </a:lnTo>
                      <a:lnTo>
                        <a:pt x="470" y="538"/>
                      </a:lnTo>
                      <a:lnTo>
                        <a:pt x="472" y="539"/>
                      </a:lnTo>
                      <a:lnTo>
                        <a:pt x="475" y="542"/>
                      </a:lnTo>
                      <a:lnTo>
                        <a:pt x="477" y="544"/>
                      </a:lnTo>
                      <a:lnTo>
                        <a:pt x="478" y="549"/>
                      </a:lnTo>
                      <a:lnTo>
                        <a:pt x="479" y="552"/>
                      </a:lnTo>
                      <a:lnTo>
                        <a:pt x="479" y="562"/>
                      </a:lnTo>
                      <a:lnTo>
                        <a:pt x="482" y="569"/>
                      </a:lnTo>
                      <a:lnTo>
                        <a:pt x="484" y="574"/>
                      </a:lnTo>
                      <a:lnTo>
                        <a:pt x="489" y="580"/>
                      </a:lnTo>
                      <a:lnTo>
                        <a:pt x="492" y="581"/>
                      </a:lnTo>
                      <a:lnTo>
                        <a:pt x="497" y="582"/>
                      </a:lnTo>
                      <a:lnTo>
                        <a:pt x="501" y="582"/>
                      </a:lnTo>
                      <a:lnTo>
                        <a:pt x="505" y="582"/>
                      </a:lnTo>
                      <a:lnTo>
                        <a:pt x="509" y="582"/>
                      </a:lnTo>
                      <a:lnTo>
                        <a:pt x="511" y="583"/>
                      </a:lnTo>
                      <a:lnTo>
                        <a:pt x="514" y="586"/>
                      </a:lnTo>
                      <a:lnTo>
                        <a:pt x="514" y="589"/>
                      </a:lnTo>
                      <a:lnTo>
                        <a:pt x="513" y="599"/>
                      </a:lnTo>
                      <a:lnTo>
                        <a:pt x="511" y="609"/>
                      </a:lnTo>
                      <a:lnTo>
                        <a:pt x="510" y="619"/>
                      </a:lnTo>
                      <a:lnTo>
                        <a:pt x="509" y="630"/>
                      </a:lnTo>
                      <a:lnTo>
                        <a:pt x="510" y="634"/>
                      </a:lnTo>
                      <a:lnTo>
                        <a:pt x="510" y="637"/>
                      </a:lnTo>
                      <a:lnTo>
                        <a:pt x="513" y="639"/>
                      </a:lnTo>
                      <a:lnTo>
                        <a:pt x="516" y="641"/>
                      </a:lnTo>
                      <a:lnTo>
                        <a:pt x="525" y="643"/>
                      </a:lnTo>
                      <a:lnTo>
                        <a:pt x="540" y="643"/>
                      </a:lnTo>
                      <a:lnTo>
                        <a:pt x="558" y="643"/>
                      </a:lnTo>
                      <a:lnTo>
                        <a:pt x="573" y="643"/>
                      </a:lnTo>
                      <a:lnTo>
                        <a:pt x="588" y="640"/>
                      </a:lnTo>
                      <a:lnTo>
                        <a:pt x="605" y="637"/>
                      </a:lnTo>
                      <a:lnTo>
                        <a:pt x="616" y="636"/>
                      </a:lnTo>
                      <a:lnTo>
                        <a:pt x="627" y="633"/>
                      </a:lnTo>
                      <a:lnTo>
                        <a:pt x="636" y="631"/>
                      </a:lnTo>
                      <a:lnTo>
                        <a:pt x="645" y="630"/>
                      </a:lnTo>
                      <a:lnTo>
                        <a:pt x="652" y="630"/>
                      </a:lnTo>
                      <a:lnTo>
                        <a:pt x="656" y="630"/>
                      </a:lnTo>
                      <a:lnTo>
                        <a:pt x="660" y="632"/>
                      </a:lnTo>
                      <a:lnTo>
                        <a:pt x="664" y="636"/>
                      </a:lnTo>
                      <a:lnTo>
                        <a:pt x="665" y="639"/>
                      </a:lnTo>
                      <a:lnTo>
                        <a:pt x="666" y="643"/>
                      </a:lnTo>
                      <a:lnTo>
                        <a:pt x="667" y="649"/>
                      </a:lnTo>
                      <a:lnTo>
                        <a:pt x="667" y="653"/>
                      </a:lnTo>
                      <a:lnTo>
                        <a:pt x="667" y="662"/>
                      </a:lnTo>
                      <a:lnTo>
                        <a:pt x="665" y="670"/>
                      </a:lnTo>
                      <a:lnTo>
                        <a:pt x="662" y="678"/>
                      </a:lnTo>
                      <a:lnTo>
                        <a:pt x="660" y="685"/>
                      </a:lnTo>
                      <a:lnTo>
                        <a:pt x="658" y="693"/>
                      </a:lnTo>
                      <a:lnTo>
                        <a:pt x="659" y="700"/>
                      </a:lnTo>
                      <a:lnTo>
                        <a:pt x="660" y="706"/>
                      </a:lnTo>
                      <a:lnTo>
                        <a:pt x="661" y="713"/>
                      </a:lnTo>
                      <a:lnTo>
                        <a:pt x="664" y="727"/>
                      </a:lnTo>
                      <a:lnTo>
                        <a:pt x="664" y="738"/>
                      </a:lnTo>
                      <a:lnTo>
                        <a:pt x="660" y="739"/>
                      </a:lnTo>
                      <a:lnTo>
                        <a:pt x="653" y="739"/>
                      </a:lnTo>
                      <a:lnTo>
                        <a:pt x="645" y="738"/>
                      </a:lnTo>
                      <a:lnTo>
                        <a:pt x="639" y="737"/>
                      </a:lnTo>
                      <a:lnTo>
                        <a:pt x="631" y="734"/>
                      </a:lnTo>
                      <a:lnTo>
                        <a:pt x="627" y="734"/>
                      </a:lnTo>
                      <a:lnTo>
                        <a:pt x="626" y="738"/>
                      </a:lnTo>
                      <a:lnTo>
                        <a:pt x="624" y="745"/>
                      </a:lnTo>
                      <a:lnTo>
                        <a:pt x="623" y="756"/>
                      </a:lnTo>
                      <a:lnTo>
                        <a:pt x="624" y="767"/>
                      </a:lnTo>
                      <a:lnTo>
                        <a:pt x="626" y="777"/>
                      </a:lnTo>
                      <a:lnTo>
                        <a:pt x="627" y="785"/>
                      </a:lnTo>
                      <a:lnTo>
                        <a:pt x="626" y="789"/>
                      </a:lnTo>
                      <a:lnTo>
                        <a:pt x="624" y="791"/>
                      </a:lnTo>
                      <a:lnTo>
                        <a:pt x="623" y="795"/>
                      </a:lnTo>
                      <a:lnTo>
                        <a:pt x="620" y="798"/>
                      </a:lnTo>
                      <a:lnTo>
                        <a:pt x="615" y="804"/>
                      </a:lnTo>
                      <a:lnTo>
                        <a:pt x="611" y="809"/>
                      </a:lnTo>
                      <a:lnTo>
                        <a:pt x="609" y="816"/>
                      </a:lnTo>
                      <a:lnTo>
                        <a:pt x="609" y="826"/>
                      </a:lnTo>
                      <a:lnTo>
                        <a:pt x="608" y="835"/>
                      </a:lnTo>
                      <a:lnTo>
                        <a:pt x="607" y="844"/>
                      </a:lnTo>
                      <a:lnTo>
                        <a:pt x="605" y="847"/>
                      </a:lnTo>
                      <a:lnTo>
                        <a:pt x="607" y="852"/>
                      </a:lnTo>
                      <a:lnTo>
                        <a:pt x="608" y="855"/>
                      </a:lnTo>
                      <a:lnTo>
                        <a:pt x="609" y="860"/>
                      </a:lnTo>
                      <a:lnTo>
                        <a:pt x="614" y="866"/>
                      </a:lnTo>
                      <a:lnTo>
                        <a:pt x="617" y="871"/>
                      </a:lnTo>
                      <a:lnTo>
                        <a:pt x="620" y="877"/>
                      </a:lnTo>
                      <a:lnTo>
                        <a:pt x="622" y="883"/>
                      </a:lnTo>
                      <a:lnTo>
                        <a:pt x="623" y="888"/>
                      </a:lnTo>
                      <a:lnTo>
                        <a:pt x="626" y="890"/>
                      </a:lnTo>
                      <a:lnTo>
                        <a:pt x="628" y="891"/>
                      </a:lnTo>
                      <a:lnTo>
                        <a:pt x="634" y="891"/>
                      </a:lnTo>
                      <a:lnTo>
                        <a:pt x="640" y="891"/>
                      </a:lnTo>
                      <a:lnTo>
                        <a:pt x="647" y="891"/>
                      </a:lnTo>
                      <a:lnTo>
                        <a:pt x="654" y="889"/>
                      </a:lnTo>
                      <a:lnTo>
                        <a:pt x="661" y="885"/>
                      </a:lnTo>
                      <a:lnTo>
                        <a:pt x="665" y="882"/>
                      </a:lnTo>
                      <a:lnTo>
                        <a:pt x="668" y="876"/>
                      </a:lnTo>
                      <a:lnTo>
                        <a:pt x="672" y="868"/>
                      </a:lnTo>
                      <a:lnTo>
                        <a:pt x="674" y="861"/>
                      </a:lnTo>
                      <a:lnTo>
                        <a:pt x="678" y="853"/>
                      </a:lnTo>
                      <a:lnTo>
                        <a:pt x="680" y="846"/>
                      </a:lnTo>
                      <a:lnTo>
                        <a:pt x="684" y="841"/>
                      </a:lnTo>
                      <a:lnTo>
                        <a:pt x="687" y="839"/>
                      </a:lnTo>
                      <a:lnTo>
                        <a:pt x="692" y="840"/>
                      </a:lnTo>
                      <a:lnTo>
                        <a:pt x="696" y="841"/>
                      </a:lnTo>
                      <a:lnTo>
                        <a:pt x="698" y="844"/>
                      </a:lnTo>
                      <a:lnTo>
                        <a:pt x="700" y="848"/>
                      </a:lnTo>
                      <a:lnTo>
                        <a:pt x="703" y="853"/>
                      </a:lnTo>
                      <a:lnTo>
                        <a:pt x="704" y="858"/>
                      </a:lnTo>
                      <a:lnTo>
                        <a:pt x="705" y="865"/>
                      </a:lnTo>
                      <a:lnTo>
                        <a:pt x="706" y="871"/>
                      </a:lnTo>
                      <a:lnTo>
                        <a:pt x="708" y="892"/>
                      </a:lnTo>
                      <a:lnTo>
                        <a:pt x="711" y="904"/>
                      </a:lnTo>
                      <a:lnTo>
                        <a:pt x="714" y="916"/>
                      </a:lnTo>
                      <a:lnTo>
                        <a:pt x="718" y="929"/>
                      </a:lnTo>
                      <a:lnTo>
                        <a:pt x="721" y="936"/>
                      </a:lnTo>
                      <a:lnTo>
                        <a:pt x="725" y="943"/>
                      </a:lnTo>
                      <a:lnTo>
                        <a:pt x="730" y="952"/>
                      </a:lnTo>
                      <a:lnTo>
                        <a:pt x="736" y="959"/>
                      </a:lnTo>
                      <a:lnTo>
                        <a:pt x="738" y="961"/>
                      </a:lnTo>
                      <a:lnTo>
                        <a:pt x="738" y="964"/>
                      </a:lnTo>
                      <a:lnTo>
                        <a:pt x="737" y="966"/>
                      </a:lnTo>
                      <a:lnTo>
                        <a:pt x="735" y="968"/>
                      </a:lnTo>
                      <a:lnTo>
                        <a:pt x="731" y="971"/>
                      </a:lnTo>
                      <a:lnTo>
                        <a:pt x="729" y="974"/>
                      </a:lnTo>
                      <a:lnTo>
                        <a:pt x="727" y="977"/>
                      </a:lnTo>
                      <a:lnTo>
                        <a:pt x="725" y="980"/>
                      </a:lnTo>
                      <a:lnTo>
                        <a:pt x="725" y="986"/>
                      </a:lnTo>
                      <a:lnTo>
                        <a:pt x="725" y="993"/>
                      </a:lnTo>
                      <a:lnTo>
                        <a:pt x="728" y="1002"/>
                      </a:lnTo>
                      <a:lnTo>
                        <a:pt x="733" y="1010"/>
                      </a:lnTo>
                      <a:lnTo>
                        <a:pt x="740" y="1022"/>
                      </a:lnTo>
                      <a:lnTo>
                        <a:pt x="750" y="1035"/>
                      </a:lnTo>
                      <a:lnTo>
                        <a:pt x="762" y="1046"/>
                      </a:lnTo>
                      <a:lnTo>
                        <a:pt x="771" y="1054"/>
                      </a:lnTo>
                      <a:lnTo>
                        <a:pt x="777" y="1059"/>
                      </a:lnTo>
                      <a:lnTo>
                        <a:pt x="784" y="1061"/>
                      </a:lnTo>
                      <a:lnTo>
                        <a:pt x="790" y="1061"/>
                      </a:lnTo>
                      <a:lnTo>
                        <a:pt x="797" y="1059"/>
                      </a:lnTo>
                      <a:lnTo>
                        <a:pt x="805" y="1056"/>
                      </a:lnTo>
                      <a:lnTo>
                        <a:pt x="816" y="1055"/>
                      </a:lnTo>
                      <a:lnTo>
                        <a:pt x="829" y="1055"/>
                      </a:lnTo>
                      <a:lnTo>
                        <a:pt x="838" y="1056"/>
                      </a:lnTo>
                      <a:lnTo>
                        <a:pt x="850" y="1057"/>
                      </a:lnTo>
                      <a:lnTo>
                        <a:pt x="866" y="1055"/>
                      </a:lnTo>
                      <a:lnTo>
                        <a:pt x="880" y="1054"/>
                      </a:lnTo>
                      <a:lnTo>
                        <a:pt x="891" y="1054"/>
                      </a:lnTo>
                      <a:lnTo>
                        <a:pt x="899" y="1053"/>
                      </a:lnTo>
                      <a:lnTo>
                        <a:pt x="906" y="1052"/>
                      </a:lnTo>
                      <a:lnTo>
                        <a:pt x="908" y="1049"/>
                      </a:lnTo>
                      <a:lnTo>
                        <a:pt x="911" y="1047"/>
                      </a:lnTo>
                      <a:lnTo>
                        <a:pt x="913" y="1043"/>
                      </a:lnTo>
                      <a:lnTo>
                        <a:pt x="913" y="1040"/>
                      </a:lnTo>
                      <a:lnTo>
                        <a:pt x="912" y="1029"/>
                      </a:lnTo>
                      <a:lnTo>
                        <a:pt x="911" y="1018"/>
                      </a:lnTo>
                      <a:lnTo>
                        <a:pt x="911" y="1013"/>
                      </a:lnTo>
                      <a:lnTo>
                        <a:pt x="912" y="1010"/>
                      </a:lnTo>
                      <a:lnTo>
                        <a:pt x="914" y="1006"/>
                      </a:lnTo>
                      <a:lnTo>
                        <a:pt x="919" y="1004"/>
                      </a:lnTo>
                      <a:lnTo>
                        <a:pt x="924" y="1000"/>
                      </a:lnTo>
                      <a:lnTo>
                        <a:pt x="926" y="997"/>
                      </a:lnTo>
                      <a:lnTo>
                        <a:pt x="929" y="992"/>
                      </a:lnTo>
                      <a:lnTo>
                        <a:pt x="929" y="986"/>
                      </a:lnTo>
                      <a:lnTo>
                        <a:pt x="929" y="980"/>
                      </a:lnTo>
                      <a:lnTo>
                        <a:pt x="930" y="973"/>
                      </a:lnTo>
                      <a:lnTo>
                        <a:pt x="931" y="967"/>
                      </a:lnTo>
                      <a:lnTo>
                        <a:pt x="935" y="961"/>
                      </a:lnTo>
                      <a:lnTo>
                        <a:pt x="939" y="956"/>
                      </a:lnTo>
                      <a:lnTo>
                        <a:pt x="945" y="954"/>
                      </a:lnTo>
                      <a:lnTo>
                        <a:pt x="952" y="952"/>
                      </a:lnTo>
                      <a:lnTo>
                        <a:pt x="960" y="950"/>
                      </a:lnTo>
                      <a:lnTo>
                        <a:pt x="974" y="950"/>
                      </a:lnTo>
                      <a:lnTo>
                        <a:pt x="986" y="950"/>
                      </a:lnTo>
                      <a:lnTo>
                        <a:pt x="989" y="950"/>
                      </a:lnTo>
                      <a:lnTo>
                        <a:pt x="993" y="952"/>
                      </a:lnTo>
                      <a:lnTo>
                        <a:pt x="995" y="953"/>
                      </a:lnTo>
                      <a:lnTo>
                        <a:pt x="998" y="955"/>
                      </a:lnTo>
                      <a:lnTo>
                        <a:pt x="1002" y="962"/>
                      </a:lnTo>
                      <a:lnTo>
                        <a:pt x="1007" y="971"/>
                      </a:lnTo>
                      <a:lnTo>
                        <a:pt x="1010" y="975"/>
                      </a:lnTo>
                      <a:lnTo>
                        <a:pt x="1013" y="979"/>
                      </a:lnTo>
                      <a:lnTo>
                        <a:pt x="1017" y="983"/>
                      </a:lnTo>
                      <a:lnTo>
                        <a:pt x="1021" y="986"/>
                      </a:lnTo>
                      <a:lnTo>
                        <a:pt x="1031" y="992"/>
                      </a:lnTo>
                      <a:lnTo>
                        <a:pt x="1040" y="996"/>
                      </a:lnTo>
                      <a:lnTo>
                        <a:pt x="1051" y="1000"/>
                      </a:lnTo>
                      <a:lnTo>
                        <a:pt x="1063" y="1008"/>
                      </a:lnTo>
                      <a:lnTo>
                        <a:pt x="1068" y="1011"/>
                      </a:lnTo>
                      <a:lnTo>
                        <a:pt x="1073" y="1017"/>
                      </a:lnTo>
                      <a:lnTo>
                        <a:pt x="1076" y="1023"/>
                      </a:lnTo>
                      <a:lnTo>
                        <a:pt x="1077" y="1030"/>
                      </a:lnTo>
                      <a:lnTo>
                        <a:pt x="1081" y="1046"/>
                      </a:lnTo>
                      <a:lnTo>
                        <a:pt x="1083" y="1062"/>
                      </a:lnTo>
                      <a:lnTo>
                        <a:pt x="1084" y="1076"/>
                      </a:lnTo>
                      <a:lnTo>
                        <a:pt x="1086" y="1090"/>
                      </a:lnTo>
                      <a:lnTo>
                        <a:pt x="1084" y="1096"/>
                      </a:lnTo>
                      <a:lnTo>
                        <a:pt x="1083" y="1103"/>
                      </a:lnTo>
                      <a:lnTo>
                        <a:pt x="1081" y="1109"/>
                      </a:lnTo>
                      <a:lnTo>
                        <a:pt x="1077" y="1116"/>
                      </a:lnTo>
                      <a:lnTo>
                        <a:pt x="1071" y="1129"/>
                      </a:lnTo>
                      <a:lnTo>
                        <a:pt x="1067" y="1141"/>
                      </a:lnTo>
                      <a:lnTo>
                        <a:pt x="1063" y="1149"/>
                      </a:lnTo>
                      <a:lnTo>
                        <a:pt x="1061" y="1155"/>
                      </a:lnTo>
                      <a:lnTo>
                        <a:pt x="1057" y="1160"/>
                      </a:lnTo>
                      <a:lnTo>
                        <a:pt x="1055" y="1162"/>
                      </a:lnTo>
                      <a:lnTo>
                        <a:pt x="1054" y="1162"/>
                      </a:lnTo>
                      <a:lnTo>
                        <a:pt x="1051" y="1162"/>
                      </a:lnTo>
                      <a:lnTo>
                        <a:pt x="1049" y="1161"/>
                      </a:lnTo>
                      <a:lnTo>
                        <a:pt x="1045" y="1160"/>
                      </a:lnTo>
                      <a:lnTo>
                        <a:pt x="1039" y="1155"/>
                      </a:lnTo>
                      <a:lnTo>
                        <a:pt x="1033" y="1148"/>
                      </a:lnTo>
                      <a:lnTo>
                        <a:pt x="1024" y="1138"/>
                      </a:lnTo>
                      <a:lnTo>
                        <a:pt x="1012" y="1128"/>
                      </a:lnTo>
                      <a:lnTo>
                        <a:pt x="999" y="1119"/>
                      </a:lnTo>
                      <a:lnTo>
                        <a:pt x="987" y="1112"/>
                      </a:lnTo>
                      <a:lnTo>
                        <a:pt x="980" y="1111"/>
                      </a:lnTo>
                      <a:lnTo>
                        <a:pt x="973" y="1109"/>
                      </a:lnTo>
                      <a:lnTo>
                        <a:pt x="963" y="1107"/>
                      </a:lnTo>
                      <a:lnTo>
                        <a:pt x="954" y="1106"/>
                      </a:lnTo>
                      <a:lnTo>
                        <a:pt x="936" y="1106"/>
                      </a:lnTo>
                      <a:lnTo>
                        <a:pt x="922" y="1107"/>
                      </a:lnTo>
                      <a:lnTo>
                        <a:pt x="912" y="1109"/>
                      </a:lnTo>
                      <a:lnTo>
                        <a:pt x="901" y="1111"/>
                      </a:lnTo>
                      <a:lnTo>
                        <a:pt x="891" y="1113"/>
                      </a:lnTo>
                      <a:lnTo>
                        <a:pt x="880" y="1113"/>
                      </a:lnTo>
                      <a:lnTo>
                        <a:pt x="874" y="1113"/>
                      </a:lnTo>
                      <a:lnTo>
                        <a:pt x="869" y="1113"/>
                      </a:lnTo>
                      <a:lnTo>
                        <a:pt x="866" y="1115"/>
                      </a:lnTo>
                      <a:lnTo>
                        <a:pt x="862" y="1116"/>
                      </a:lnTo>
                      <a:lnTo>
                        <a:pt x="861" y="1118"/>
                      </a:lnTo>
                      <a:lnTo>
                        <a:pt x="860" y="1122"/>
                      </a:lnTo>
                      <a:lnTo>
                        <a:pt x="860" y="1125"/>
                      </a:lnTo>
                      <a:lnTo>
                        <a:pt x="861" y="1130"/>
                      </a:lnTo>
                      <a:lnTo>
                        <a:pt x="867" y="1143"/>
                      </a:lnTo>
                      <a:lnTo>
                        <a:pt x="870" y="1154"/>
                      </a:lnTo>
                      <a:lnTo>
                        <a:pt x="872" y="1157"/>
                      </a:lnTo>
                      <a:lnTo>
                        <a:pt x="873" y="1161"/>
                      </a:lnTo>
                      <a:lnTo>
                        <a:pt x="874" y="1163"/>
                      </a:lnTo>
                      <a:lnTo>
                        <a:pt x="876" y="1164"/>
                      </a:lnTo>
                      <a:lnTo>
                        <a:pt x="881" y="1167"/>
                      </a:lnTo>
                      <a:lnTo>
                        <a:pt x="887" y="1168"/>
                      </a:lnTo>
                      <a:lnTo>
                        <a:pt x="891" y="1169"/>
                      </a:lnTo>
                      <a:lnTo>
                        <a:pt x="894" y="1170"/>
                      </a:lnTo>
                      <a:lnTo>
                        <a:pt x="895" y="1174"/>
                      </a:lnTo>
                      <a:lnTo>
                        <a:pt x="898" y="1178"/>
                      </a:lnTo>
                      <a:lnTo>
                        <a:pt x="899" y="1186"/>
                      </a:lnTo>
                      <a:lnTo>
                        <a:pt x="900" y="1198"/>
                      </a:lnTo>
                      <a:lnTo>
                        <a:pt x="900" y="1211"/>
                      </a:lnTo>
                      <a:lnTo>
                        <a:pt x="900" y="1223"/>
                      </a:lnTo>
                      <a:lnTo>
                        <a:pt x="901" y="1235"/>
                      </a:lnTo>
                      <a:lnTo>
                        <a:pt x="903" y="1244"/>
                      </a:lnTo>
                      <a:lnTo>
                        <a:pt x="904" y="1248"/>
                      </a:lnTo>
                      <a:lnTo>
                        <a:pt x="903" y="1252"/>
                      </a:lnTo>
                      <a:lnTo>
                        <a:pt x="903" y="1257"/>
                      </a:lnTo>
                      <a:lnTo>
                        <a:pt x="901" y="1261"/>
                      </a:lnTo>
                      <a:lnTo>
                        <a:pt x="897" y="1269"/>
                      </a:lnTo>
                      <a:lnTo>
                        <a:pt x="893" y="1277"/>
                      </a:lnTo>
                      <a:lnTo>
                        <a:pt x="891" y="1280"/>
                      </a:lnTo>
                      <a:lnTo>
                        <a:pt x="886" y="1281"/>
                      </a:lnTo>
                      <a:lnTo>
                        <a:pt x="881" y="1280"/>
                      </a:lnTo>
                      <a:lnTo>
                        <a:pt x="875" y="1280"/>
                      </a:lnTo>
                      <a:lnTo>
                        <a:pt x="868" y="1279"/>
                      </a:lnTo>
                      <a:lnTo>
                        <a:pt x="861" y="1279"/>
                      </a:lnTo>
                      <a:lnTo>
                        <a:pt x="854" y="1279"/>
                      </a:lnTo>
                      <a:lnTo>
                        <a:pt x="847" y="1281"/>
                      </a:lnTo>
                      <a:lnTo>
                        <a:pt x="845" y="1287"/>
                      </a:lnTo>
                      <a:lnTo>
                        <a:pt x="848" y="1301"/>
                      </a:lnTo>
                      <a:lnTo>
                        <a:pt x="849" y="1314"/>
                      </a:lnTo>
                      <a:lnTo>
                        <a:pt x="849" y="1321"/>
                      </a:lnTo>
                      <a:lnTo>
                        <a:pt x="837" y="1330"/>
                      </a:lnTo>
                      <a:lnTo>
                        <a:pt x="826" y="1338"/>
                      </a:lnTo>
                      <a:lnTo>
                        <a:pt x="816" y="1345"/>
                      </a:lnTo>
                      <a:lnTo>
                        <a:pt x="810" y="1350"/>
                      </a:lnTo>
                      <a:lnTo>
                        <a:pt x="805" y="1352"/>
                      </a:lnTo>
                      <a:lnTo>
                        <a:pt x="803" y="1355"/>
                      </a:lnTo>
                      <a:lnTo>
                        <a:pt x="801" y="1357"/>
                      </a:lnTo>
                      <a:lnTo>
                        <a:pt x="801" y="1358"/>
                      </a:lnTo>
                      <a:lnTo>
                        <a:pt x="804" y="1362"/>
                      </a:lnTo>
                      <a:lnTo>
                        <a:pt x="806" y="1369"/>
                      </a:lnTo>
                      <a:lnTo>
                        <a:pt x="806" y="1377"/>
                      </a:lnTo>
                      <a:lnTo>
                        <a:pt x="806" y="1387"/>
                      </a:lnTo>
                      <a:lnTo>
                        <a:pt x="804" y="1395"/>
                      </a:lnTo>
                      <a:lnTo>
                        <a:pt x="803" y="1403"/>
                      </a:lnTo>
                      <a:lnTo>
                        <a:pt x="803" y="1407"/>
                      </a:lnTo>
                      <a:lnTo>
                        <a:pt x="804" y="1412"/>
                      </a:lnTo>
                      <a:lnTo>
                        <a:pt x="806" y="1415"/>
                      </a:lnTo>
                      <a:lnTo>
                        <a:pt x="810" y="1420"/>
                      </a:lnTo>
                      <a:lnTo>
                        <a:pt x="816" y="1425"/>
                      </a:lnTo>
                      <a:lnTo>
                        <a:pt x="824" y="1429"/>
                      </a:lnTo>
                      <a:lnTo>
                        <a:pt x="834" y="1433"/>
                      </a:lnTo>
                      <a:lnTo>
                        <a:pt x="842" y="1437"/>
                      </a:lnTo>
                      <a:lnTo>
                        <a:pt x="848" y="1439"/>
                      </a:lnTo>
                      <a:lnTo>
                        <a:pt x="851" y="1443"/>
                      </a:lnTo>
                      <a:lnTo>
                        <a:pt x="854" y="1446"/>
                      </a:lnTo>
                      <a:lnTo>
                        <a:pt x="855" y="1451"/>
                      </a:lnTo>
                      <a:lnTo>
                        <a:pt x="856" y="1458"/>
                      </a:lnTo>
                      <a:lnTo>
                        <a:pt x="857" y="1465"/>
                      </a:lnTo>
                      <a:lnTo>
                        <a:pt x="861" y="1470"/>
                      </a:lnTo>
                      <a:lnTo>
                        <a:pt x="864" y="1473"/>
                      </a:lnTo>
                      <a:lnTo>
                        <a:pt x="869" y="1477"/>
                      </a:lnTo>
                      <a:lnTo>
                        <a:pt x="875" y="1479"/>
                      </a:lnTo>
                      <a:lnTo>
                        <a:pt x="882" y="1481"/>
                      </a:lnTo>
                      <a:lnTo>
                        <a:pt x="891" y="1481"/>
                      </a:lnTo>
                      <a:lnTo>
                        <a:pt x="904" y="1481"/>
                      </a:lnTo>
                      <a:lnTo>
                        <a:pt x="913" y="1483"/>
                      </a:lnTo>
                      <a:lnTo>
                        <a:pt x="917" y="1484"/>
                      </a:lnTo>
                      <a:lnTo>
                        <a:pt x="920" y="1487"/>
                      </a:lnTo>
                      <a:lnTo>
                        <a:pt x="922" y="1490"/>
                      </a:lnTo>
                      <a:lnTo>
                        <a:pt x="922" y="1494"/>
                      </a:lnTo>
                      <a:lnTo>
                        <a:pt x="920" y="1502"/>
                      </a:lnTo>
                      <a:lnTo>
                        <a:pt x="917" y="1510"/>
                      </a:lnTo>
                      <a:lnTo>
                        <a:pt x="916" y="1515"/>
                      </a:lnTo>
                      <a:lnTo>
                        <a:pt x="914" y="1519"/>
                      </a:lnTo>
                      <a:lnTo>
                        <a:pt x="914" y="1522"/>
                      </a:lnTo>
                      <a:lnTo>
                        <a:pt x="916" y="1527"/>
                      </a:lnTo>
                      <a:lnTo>
                        <a:pt x="917" y="1531"/>
                      </a:lnTo>
                      <a:lnTo>
                        <a:pt x="919" y="1533"/>
                      </a:lnTo>
                      <a:lnTo>
                        <a:pt x="923" y="1534"/>
                      </a:lnTo>
                      <a:lnTo>
                        <a:pt x="925" y="1534"/>
                      </a:lnTo>
                      <a:lnTo>
                        <a:pt x="929" y="1533"/>
                      </a:lnTo>
                      <a:lnTo>
                        <a:pt x="933" y="1532"/>
                      </a:lnTo>
                      <a:lnTo>
                        <a:pt x="937" y="1529"/>
                      </a:lnTo>
                      <a:lnTo>
                        <a:pt x="941" y="1525"/>
                      </a:lnTo>
                      <a:lnTo>
                        <a:pt x="948" y="1516"/>
                      </a:lnTo>
                      <a:lnTo>
                        <a:pt x="955" y="1509"/>
                      </a:lnTo>
                      <a:lnTo>
                        <a:pt x="957" y="1507"/>
                      </a:lnTo>
                      <a:lnTo>
                        <a:pt x="960" y="1506"/>
                      </a:lnTo>
                      <a:lnTo>
                        <a:pt x="962" y="1507"/>
                      </a:lnTo>
                      <a:lnTo>
                        <a:pt x="963" y="1509"/>
                      </a:lnTo>
                      <a:lnTo>
                        <a:pt x="964" y="1517"/>
                      </a:lnTo>
                      <a:lnTo>
                        <a:pt x="966" y="1525"/>
                      </a:lnTo>
                      <a:lnTo>
                        <a:pt x="967" y="1528"/>
                      </a:lnTo>
                      <a:lnTo>
                        <a:pt x="968" y="1531"/>
                      </a:lnTo>
                      <a:lnTo>
                        <a:pt x="969" y="1533"/>
                      </a:lnTo>
                      <a:lnTo>
                        <a:pt x="971" y="1534"/>
                      </a:lnTo>
                      <a:lnTo>
                        <a:pt x="974" y="1533"/>
                      </a:lnTo>
                      <a:lnTo>
                        <a:pt x="976" y="1532"/>
                      </a:lnTo>
                      <a:lnTo>
                        <a:pt x="977" y="1528"/>
                      </a:lnTo>
                      <a:lnTo>
                        <a:pt x="980" y="1526"/>
                      </a:lnTo>
                      <a:lnTo>
                        <a:pt x="982" y="1522"/>
                      </a:lnTo>
                      <a:lnTo>
                        <a:pt x="985" y="1520"/>
                      </a:lnTo>
                      <a:lnTo>
                        <a:pt x="988" y="1519"/>
                      </a:lnTo>
                      <a:lnTo>
                        <a:pt x="993" y="1519"/>
                      </a:lnTo>
                      <a:lnTo>
                        <a:pt x="994" y="1520"/>
                      </a:lnTo>
                      <a:lnTo>
                        <a:pt x="996" y="1521"/>
                      </a:lnTo>
                      <a:lnTo>
                        <a:pt x="999" y="1523"/>
                      </a:lnTo>
                      <a:lnTo>
                        <a:pt x="1000" y="1526"/>
                      </a:lnTo>
                      <a:lnTo>
                        <a:pt x="1002" y="1533"/>
                      </a:lnTo>
                      <a:lnTo>
                        <a:pt x="1004" y="1541"/>
                      </a:lnTo>
                      <a:lnTo>
                        <a:pt x="1005" y="1558"/>
                      </a:lnTo>
                      <a:lnTo>
                        <a:pt x="1005" y="1570"/>
                      </a:lnTo>
                      <a:lnTo>
                        <a:pt x="1005" y="1580"/>
                      </a:lnTo>
                      <a:lnTo>
                        <a:pt x="1004" y="1596"/>
                      </a:lnTo>
                      <a:lnTo>
                        <a:pt x="1001" y="1604"/>
                      </a:lnTo>
                      <a:lnTo>
                        <a:pt x="1000" y="1613"/>
                      </a:lnTo>
                      <a:lnTo>
                        <a:pt x="996" y="1620"/>
                      </a:lnTo>
                      <a:lnTo>
                        <a:pt x="993" y="1627"/>
                      </a:lnTo>
                      <a:lnTo>
                        <a:pt x="987" y="1638"/>
                      </a:lnTo>
                      <a:lnTo>
                        <a:pt x="980" y="1643"/>
                      </a:lnTo>
                      <a:lnTo>
                        <a:pt x="973" y="1648"/>
                      </a:lnTo>
                      <a:lnTo>
                        <a:pt x="966" y="1651"/>
                      </a:lnTo>
                      <a:lnTo>
                        <a:pt x="962" y="1652"/>
                      </a:lnTo>
                      <a:lnTo>
                        <a:pt x="958" y="1654"/>
                      </a:lnTo>
                      <a:lnTo>
                        <a:pt x="956" y="1658"/>
                      </a:lnTo>
                      <a:lnTo>
                        <a:pt x="955" y="1660"/>
                      </a:lnTo>
                      <a:lnTo>
                        <a:pt x="954" y="1664"/>
                      </a:lnTo>
                      <a:lnTo>
                        <a:pt x="955" y="1667"/>
                      </a:lnTo>
                      <a:lnTo>
                        <a:pt x="956" y="1670"/>
                      </a:lnTo>
                      <a:lnTo>
                        <a:pt x="958" y="1673"/>
                      </a:lnTo>
                      <a:lnTo>
                        <a:pt x="966" y="1678"/>
                      </a:lnTo>
                      <a:lnTo>
                        <a:pt x="970" y="1683"/>
                      </a:lnTo>
                      <a:lnTo>
                        <a:pt x="975" y="1689"/>
                      </a:lnTo>
                      <a:lnTo>
                        <a:pt x="977" y="1695"/>
                      </a:lnTo>
                      <a:lnTo>
                        <a:pt x="980" y="1697"/>
                      </a:lnTo>
                      <a:lnTo>
                        <a:pt x="983" y="1698"/>
                      </a:lnTo>
                      <a:lnTo>
                        <a:pt x="989" y="1699"/>
                      </a:lnTo>
                      <a:lnTo>
                        <a:pt x="996" y="1699"/>
                      </a:lnTo>
                      <a:lnTo>
                        <a:pt x="1011" y="1698"/>
                      </a:lnTo>
                      <a:lnTo>
                        <a:pt x="1024" y="1697"/>
                      </a:lnTo>
                      <a:lnTo>
                        <a:pt x="1040" y="1695"/>
                      </a:lnTo>
                      <a:lnTo>
                        <a:pt x="1063" y="1693"/>
                      </a:lnTo>
                      <a:lnTo>
                        <a:pt x="1075" y="1691"/>
                      </a:lnTo>
                      <a:lnTo>
                        <a:pt x="1086" y="1690"/>
                      </a:lnTo>
                      <a:lnTo>
                        <a:pt x="1094" y="1686"/>
                      </a:lnTo>
                      <a:lnTo>
                        <a:pt x="1101" y="1683"/>
                      </a:lnTo>
                      <a:lnTo>
                        <a:pt x="1109" y="1676"/>
                      </a:lnTo>
                      <a:lnTo>
                        <a:pt x="1115" y="1668"/>
                      </a:lnTo>
                      <a:lnTo>
                        <a:pt x="1118" y="1666"/>
                      </a:lnTo>
                      <a:lnTo>
                        <a:pt x="1120" y="1665"/>
                      </a:lnTo>
                      <a:lnTo>
                        <a:pt x="1124" y="1665"/>
                      </a:lnTo>
                      <a:lnTo>
                        <a:pt x="1128" y="1667"/>
                      </a:lnTo>
                      <a:lnTo>
                        <a:pt x="1138" y="1672"/>
                      </a:lnTo>
                      <a:lnTo>
                        <a:pt x="1145" y="1676"/>
                      </a:lnTo>
                      <a:lnTo>
                        <a:pt x="1150" y="1676"/>
                      </a:lnTo>
                      <a:lnTo>
                        <a:pt x="1153" y="1677"/>
                      </a:lnTo>
                      <a:lnTo>
                        <a:pt x="1158" y="1676"/>
                      </a:lnTo>
                      <a:lnTo>
                        <a:pt x="1163" y="1674"/>
                      </a:lnTo>
                      <a:lnTo>
                        <a:pt x="1177" y="1665"/>
                      </a:lnTo>
                      <a:lnTo>
                        <a:pt x="1188" y="1660"/>
                      </a:lnTo>
                      <a:lnTo>
                        <a:pt x="1189" y="1660"/>
                      </a:lnTo>
                      <a:lnTo>
                        <a:pt x="1190" y="1661"/>
                      </a:lnTo>
                      <a:lnTo>
                        <a:pt x="1191" y="1662"/>
                      </a:lnTo>
                      <a:lnTo>
                        <a:pt x="1193" y="1665"/>
                      </a:lnTo>
                      <a:lnTo>
                        <a:pt x="1194" y="1672"/>
                      </a:lnTo>
                      <a:lnTo>
                        <a:pt x="1194" y="1683"/>
                      </a:lnTo>
                      <a:lnTo>
                        <a:pt x="1194" y="1693"/>
                      </a:lnTo>
                      <a:lnTo>
                        <a:pt x="1196" y="1703"/>
                      </a:lnTo>
                      <a:lnTo>
                        <a:pt x="1199" y="1708"/>
                      </a:lnTo>
                      <a:lnTo>
                        <a:pt x="1201" y="1710"/>
                      </a:lnTo>
                      <a:lnTo>
                        <a:pt x="1204" y="1712"/>
                      </a:lnTo>
                      <a:lnTo>
                        <a:pt x="1210" y="1714"/>
                      </a:lnTo>
                      <a:lnTo>
                        <a:pt x="1223" y="1712"/>
                      </a:lnTo>
                      <a:lnTo>
                        <a:pt x="1239" y="1710"/>
                      </a:lnTo>
                      <a:lnTo>
                        <a:pt x="1246" y="1709"/>
                      </a:lnTo>
                      <a:lnTo>
                        <a:pt x="1253" y="1708"/>
                      </a:lnTo>
                      <a:lnTo>
                        <a:pt x="1259" y="1709"/>
                      </a:lnTo>
                      <a:lnTo>
                        <a:pt x="1264" y="1711"/>
                      </a:lnTo>
                      <a:lnTo>
                        <a:pt x="1271" y="1716"/>
                      </a:lnTo>
                      <a:lnTo>
                        <a:pt x="1278" y="1720"/>
                      </a:lnTo>
                      <a:lnTo>
                        <a:pt x="1283" y="1722"/>
                      </a:lnTo>
                      <a:lnTo>
                        <a:pt x="1286" y="1722"/>
                      </a:lnTo>
                      <a:lnTo>
                        <a:pt x="1290" y="1721"/>
                      </a:lnTo>
                      <a:lnTo>
                        <a:pt x="1294" y="1720"/>
                      </a:lnTo>
                      <a:lnTo>
                        <a:pt x="1300" y="1716"/>
                      </a:lnTo>
                      <a:lnTo>
                        <a:pt x="1307" y="1710"/>
                      </a:lnTo>
                      <a:lnTo>
                        <a:pt x="1313" y="1705"/>
                      </a:lnTo>
                      <a:lnTo>
                        <a:pt x="1322" y="1700"/>
                      </a:lnTo>
                      <a:lnTo>
                        <a:pt x="1327" y="1699"/>
                      </a:lnTo>
                      <a:lnTo>
                        <a:pt x="1332" y="1697"/>
                      </a:lnTo>
                      <a:lnTo>
                        <a:pt x="1338" y="1697"/>
                      </a:lnTo>
                      <a:lnTo>
                        <a:pt x="1345" y="1696"/>
                      </a:lnTo>
                      <a:lnTo>
                        <a:pt x="1359" y="1696"/>
                      </a:lnTo>
                      <a:lnTo>
                        <a:pt x="1372" y="1696"/>
                      </a:lnTo>
                      <a:lnTo>
                        <a:pt x="1384" y="1695"/>
                      </a:lnTo>
                      <a:lnTo>
                        <a:pt x="1392" y="1695"/>
                      </a:lnTo>
                      <a:lnTo>
                        <a:pt x="1396" y="1696"/>
                      </a:lnTo>
                      <a:lnTo>
                        <a:pt x="1398" y="1697"/>
                      </a:lnTo>
                      <a:lnTo>
                        <a:pt x="1402" y="1699"/>
                      </a:lnTo>
                      <a:lnTo>
                        <a:pt x="1405" y="1703"/>
                      </a:lnTo>
                      <a:lnTo>
                        <a:pt x="1409" y="1708"/>
                      </a:lnTo>
                      <a:lnTo>
                        <a:pt x="1411" y="1714"/>
                      </a:lnTo>
                      <a:lnTo>
                        <a:pt x="1414" y="1720"/>
                      </a:lnTo>
                      <a:lnTo>
                        <a:pt x="1416" y="1725"/>
                      </a:lnTo>
                      <a:lnTo>
                        <a:pt x="1418" y="1733"/>
                      </a:lnTo>
                      <a:lnTo>
                        <a:pt x="1422" y="1740"/>
                      </a:lnTo>
                      <a:lnTo>
                        <a:pt x="1427" y="1748"/>
                      </a:lnTo>
                      <a:lnTo>
                        <a:pt x="1433" y="1755"/>
                      </a:lnTo>
                      <a:lnTo>
                        <a:pt x="1439" y="1762"/>
                      </a:lnTo>
                      <a:lnTo>
                        <a:pt x="1446" y="1769"/>
                      </a:lnTo>
                      <a:lnTo>
                        <a:pt x="1453" y="1774"/>
                      </a:lnTo>
                      <a:lnTo>
                        <a:pt x="1460" y="1778"/>
                      </a:lnTo>
                      <a:lnTo>
                        <a:pt x="1477" y="1783"/>
                      </a:lnTo>
                      <a:lnTo>
                        <a:pt x="1495" y="1786"/>
                      </a:lnTo>
                      <a:lnTo>
                        <a:pt x="1504" y="1787"/>
                      </a:lnTo>
                      <a:lnTo>
                        <a:pt x="1514" y="1787"/>
                      </a:lnTo>
                      <a:lnTo>
                        <a:pt x="1522" y="1786"/>
                      </a:lnTo>
                      <a:lnTo>
                        <a:pt x="1530" y="1785"/>
                      </a:lnTo>
                      <a:lnTo>
                        <a:pt x="1543" y="1784"/>
                      </a:lnTo>
                      <a:lnTo>
                        <a:pt x="1556" y="1783"/>
                      </a:lnTo>
                      <a:lnTo>
                        <a:pt x="1562" y="1783"/>
                      </a:lnTo>
                      <a:lnTo>
                        <a:pt x="1568" y="1783"/>
                      </a:lnTo>
                      <a:lnTo>
                        <a:pt x="1574" y="1785"/>
                      </a:lnTo>
                      <a:lnTo>
                        <a:pt x="1580" y="1786"/>
                      </a:lnTo>
                      <a:lnTo>
                        <a:pt x="1585" y="1791"/>
                      </a:lnTo>
                      <a:lnTo>
                        <a:pt x="1590" y="1796"/>
                      </a:lnTo>
                      <a:lnTo>
                        <a:pt x="1593" y="1802"/>
                      </a:lnTo>
                      <a:lnTo>
                        <a:pt x="1597" y="1809"/>
                      </a:lnTo>
                      <a:lnTo>
                        <a:pt x="1602" y="1823"/>
                      </a:lnTo>
                      <a:lnTo>
                        <a:pt x="1606" y="1836"/>
                      </a:lnTo>
                      <a:lnTo>
                        <a:pt x="1609" y="1840"/>
                      </a:lnTo>
                      <a:lnTo>
                        <a:pt x="1612" y="1842"/>
                      </a:lnTo>
                      <a:lnTo>
                        <a:pt x="1616" y="1843"/>
                      </a:lnTo>
                      <a:lnTo>
                        <a:pt x="1621" y="1843"/>
                      </a:lnTo>
                      <a:lnTo>
                        <a:pt x="1625" y="1842"/>
                      </a:lnTo>
                      <a:lnTo>
                        <a:pt x="1630" y="1840"/>
                      </a:lnTo>
                      <a:lnTo>
                        <a:pt x="1634" y="1835"/>
                      </a:lnTo>
                      <a:lnTo>
                        <a:pt x="1637" y="1830"/>
                      </a:lnTo>
                      <a:lnTo>
                        <a:pt x="1643" y="1821"/>
                      </a:lnTo>
                      <a:lnTo>
                        <a:pt x="1649" y="1813"/>
                      </a:lnTo>
                      <a:lnTo>
                        <a:pt x="1657" y="1809"/>
                      </a:lnTo>
                      <a:lnTo>
                        <a:pt x="1669" y="1803"/>
                      </a:lnTo>
                      <a:lnTo>
                        <a:pt x="1675" y="1799"/>
                      </a:lnTo>
                      <a:lnTo>
                        <a:pt x="1681" y="1794"/>
                      </a:lnTo>
                      <a:lnTo>
                        <a:pt x="1687" y="1791"/>
                      </a:lnTo>
                      <a:lnTo>
                        <a:pt x="1691" y="1786"/>
                      </a:lnTo>
                      <a:lnTo>
                        <a:pt x="1693" y="1781"/>
                      </a:lnTo>
                      <a:lnTo>
                        <a:pt x="1695" y="1777"/>
                      </a:lnTo>
                      <a:lnTo>
                        <a:pt x="1697" y="1772"/>
                      </a:lnTo>
                      <a:lnTo>
                        <a:pt x="1695" y="1768"/>
                      </a:lnTo>
                      <a:lnTo>
                        <a:pt x="1694" y="1765"/>
                      </a:lnTo>
                      <a:lnTo>
                        <a:pt x="1694" y="1760"/>
                      </a:lnTo>
                      <a:lnTo>
                        <a:pt x="1694" y="1755"/>
                      </a:lnTo>
                      <a:lnTo>
                        <a:pt x="1695" y="1752"/>
                      </a:lnTo>
                      <a:lnTo>
                        <a:pt x="1698" y="1747"/>
                      </a:lnTo>
                      <a:lnTo>
                        <a:pt x="1701" y="1743"/>
                      </a:lnTo>
                      <a:lnTo>
                        <a:pt x="1705" y="1739"/>
                      </a:lnTo>
                      <a:lnTo>
                        <a:pt x="1710" y="1736"/>
                      </a:lnTo>
                      <a:lnTo>
                        <a:pt x="1722" y="1730"/>
                      </a:lnTo>
                      <a:lnTo>
                        <a:pt x="1737" y="1725"/>
                      </a:lnTo>
                      <a:lnTo>
                        <a:pt x="1751" y="1722"/>
                      </a:lnTo>
                      <a:lnTo>
                        <a:pt x="1763" y="1720"/>
                      </a:lnTo>
                      <a:lnTo>
                        <a:pt x="1766" y="1718"/>
                      </a:lnTo>
                      <a:lnTo>
                        <a:pt x="1768" y="1718"/>
                      </a:lnTo>
                      <a:lnTo>
                        <a:pt x="1769" y="1716"/>
                      </a:lnTo>
                      <a:lnTo>
                        <a:pt x="1770" y="1709"/>
                      </a:lnTo>
                      <a:lnTo>
                        <a:pt x="1774" y="1699"/>
                      </a:lnTo>
                      <a:lnTo>
                        <a:pt x="1780" y="1689"/>
                      </a:lnTo>
                      <a:lnTo>
                        <a:pt x="1794" y="1670"/>
                      </a:lnTo>
                      <a:lnTo>
                        <a:pt x="1804" y="1655"/>
                      </a:lnTo>
                      <a:lnTo>
                        <a:pt x="1806" y="1647"/>
                      </a:lnTo>
                      <a:lnTo>
                        <a:pt x="1810" y="1634"/>
                      </a:lnTo>
                      <a:lnTo>
                        <a:pt x="1813" y="1620"/>
                      </a:lnTo>
                      <a:lnTo>
                        <a:pt x="1814" y="1610"/>
                      </a:lnTo>
                      <a:lnTo>
                        <a:pt x="1815" y="1601"/>
                      </a:lnTo>
                      <a:lnTo>
                        <a:pt x="1818" y="1588"/>
                      </a:lnTo>
                      <a:lnTo>
                        <a:pt x="1819" y="1575"/>
                      </a:lnTo>
                      <a:lnTo>
                        <a:pt x="1819" y="1564"/>
                      </a:lnTo>
                      <a:lnTo>
                        <a:pt x="1819" y="1555"/>
                      </a:lnTo>
                      <a:lnTo>
                        <a:pt x="1819" y="1547"/>
                      </a:lnTo>
                      <a:lnTo>
                        <a:pt x="1819" y="1540"/>
                      </a:lnTo>
                      <a:lnTo>
                        <a:pt x="1821" y="1534"/>
                      </a:lnTo>
                      <a:lnTo>
                        <a:pt x="1826" y="1529"/>
                      </a:lnTo>
                      <a:lnTo>
                        <a:pt x="1835" y="1522"/>
                      </a:lnTo>
                      <a:lnTo>
                        <a:pt x="1844" y="1516"/>
                      </a:lnTo>
                      <a:lnTo>
                        <a:pt x="1855" y="1509"/>
                      </a:lnTo>
                      <a:lnTo>
                        <a:pt x="1869" y="1501"/>
                      </a:lnTo>
                      <a:lnTo>
                        <a:pt x="1873" y="1497"/>
                      </a:lnTo>
                      <a:lnTo>
                        <a:pt x="1871" y="1496"/>
                      </a:lnTo>
                      <a:lnTo>
                        <a:pt x="1869" y="1492"/>
                      </a:lnTo>
                      <a:lnTo>
                        <a:pt x="1868" y="1489"/>
                      </a:lnTo>
                      <a:lnTo>
                        <a:pt x="1868" y="1488"/>
                      </a:lnTo>
                      <a:close/>
                    </a:path>
                  </a:pathLst>
                </a:custGeom>
                <a:solidFill>
                  <a:srgbClr val="1F4E78"/>
                </a:solidFill>
                <a:ln w="9525">
                  <a:solidFill>
                    <a:srgbClr val="AFABAB"/>
                  </a:solidFill>
                  <a:round/>
                  <a:headEnd/>
                  <a:tailEnd/>
                </a:ln>
              </p:spPr>
              <p:txBody>
                <a:bodyPr/>
                <a:lstStyle/>
                <a:p>
                  <a:endParaRPr lang="zh-CN" altLang="en-US"/>
                </a:p>
              </p:txBody>
            </p:sp>
            <p:sp>
              <p:nvSpPr>
                <p:cNvPr id="46" name="福建">
                  <a:extLst>
                    <a:ext uri="{FF2B5EF4-FFF2-40B4-BE49-F238E27FC236}">
                      <a16:creationId xmlns:a16="http://schemas.microsoft.com/office/drawing/2014/main" id="{581E858B-A158-4344-A062-E00EC5F642BB}"/>
                    </a:ext>
                  </a:extLst>
                </p:cNvPr>
                <p:cNvSpPr>
                  <a:spLocks/>
                </p:cNvSpPr>
                <p:nvPr/>
              </p:nvSpPr>
              <p:spPr bwMode="auto">
                <a:xfrm>
                  <a:off x="3733846" y="2943379"/>
                  <a:ext cx="447680" cy="542954"/>
                </a:xfrm>
                <a:custGeom>
                  <a:avLst/>
                  <a:gdLst>
                    <a:gd name="T0" fmla="*/ 2147483646 w 1689"/>
                    <a:gd name="T1" fmla="*/ 2147483646 h 2064"/>
                    <a:gd name="T2" fmla="*/ 2147483646 w 1689"/>
                    <a:gd name="T3" fmla="*/ 2147483646 h 2064"/>
                    <a:gd name="T4" fmla="*/ 2147483646 w 1689"/>
                    <a:gd name="T5" fmla="*/ 2147483646 h 2064"/>
                    <a:gd name="T6" fmla="*/ 2147483646 w 1689"/>
                    <a:gd name="T7" fmla="*/ 2147483646 h 2064"/>
                    <a:gd name="T8" fmla="*/ 2147483646 w 1689"/>
                    <a:gd name="T9" fmla="*/ 2147483646 h 2064"/>
                    <a:gd name="T10" fmla="*/ 2147483646 w 1689"/>
                    <a:gd name="T11" fmla="*/ 2147483646 h 2064"/>
                    <a:gd name="T12" fmla="*/ 2147483646 w 1689"/>
                    <a:gd name="T13" fmla="*/ 2147483646 h 2064"/>
                    <a:gd name="T14" fmla="*/ 2147483646 w 1689"/>
                    <a:gd name="T15" fmla="*/ 2147483646 h 2064"/>
                    <a:gd name="T16" fmla="*/ 2147483646 w 1689"/>
                    <a:gd name="T17" fmla="*/ 2147483646 h 2064"/>
                    <a:gd name="T18" fmla="*/ 2147483646 w 1689"/>
                    <a:gd name="T19" fmla="*/ 2147483646 h 2064"/>
                    <a:gd name="T20" fmla="*/ 2147483646 w 1689"/>
                    <a:gd name="T21" fmla="*/ 2147483646 h 2064"/>
                    <a:gd name="T22" fmla="*/ 2147483646 w 1689"/>
                    <a:gd name="T23" fmla="*/ 2147483646 h 2064"/>
                    <a:gd name="T24" fmla="*/ 2147483646 w 1689"/>
                    <a:gd name="T25" fmla="*/ 2147483646 h 2064"/>
                    <a:gd name="T26" fmla="*/ 2147483646 w 1689"/>
                    <a:gd name="T27" fmla="*/ 2147483646 h 2064"/>
                    <a:gd name="T28" fmla="*/ 2147483646 w 1689"/>
                    <a:gd name="T29" fmla="*/ 2147483646 h 2064"/>
                    <a:gd name="T30" fmla="*/ 2147483646 w 1689"/>
                    <a:gd name="T31" fmla="*/ 2147483646 h 2064"/>
                    <a:gd name="T32" fmla="*/ 2147483646 w 1689"/>
                    <a:gd name="T33" fmla="*/ 2147483646 h 2064"/>
                    <a:gd name="T34" fmla="*/ 2147483646 w 1689"/>
                    <a:gd name="T35" fmla="*/ 2147483646 h 2064"/>
                    <a:gd name="T36" fmla="*/ 2147483646 w 1689"/>
                    <a:gd name="T37" fmla="*/ 2147483646 h 2064"/>
                    <a:gd name="T38" fmla="*/ 2147483646 w 1689"/>
                    <a:gd name="T39" fmla="*/ 2147483646 h 2064"/>
                    <a:gd name="T40" fmla="*/ 2147483646 w 1689"/>
                    <a:gd name="T41" fmla="*/ 2147483646 h 2064"/>
                    <a:gd name="T42" fmla="*/ 2147483646 w 1689"/>
                    <a:gd name="T43" fmla="*/ 2147483646 h 2064"/>
                    <a:gd name="T44" fmla="*/ 2147483646 w 1689"/>
                    <a:gd name="T45" fmla="*/ 2147483646 h 2064"/>
                    <a:gd name="T46" fmla="*/ 2147483646 w 1689"/>
                    <a:gd name="T47" fmla="*/ 2147483646 h 2064"/>
                    <a:gd name="T48" fmla="*/ 2147483646 w 1689"/>
                    <a:gd name="T49" fmla="*/ 2147483646 h 2064"/>
                    <a:gd name="T50" fmla="*/ 2147483646 w 1689"/>
                    <a:gd name="T51" fmla="*/ 2147483646 h 2064"/>
                    <a:gd name="T52" fmla="*/ 2147483646 w 1689"/>
                    <a:gd name="T53" fmla="*/ 2147483646 h 2064"/>
                    <a:gd name="T54" fmla="*/ 2147483646 w 1689"/>
                    <a:gd name="T55" fmla="*/ 2147483646 h 2064"/>
                    <a:gd name="T56" fmla="*/ 2147483646 w 1689"/>
                    <a:gd name="T57" fmla="*/ 2147483646 h 2064"/>
                    <a:gd name="T58" fmla="*/ 2147483646 w 1689"/>
                    <a:gd name="T59" fmla="*/ 2147483646 h 2064"/>
                    <a:gd name="T60" fmla="*/ 2147483646 w 1689"/>
                    <a:gd name="T61" fmla="*/ 2147483646 h 2064"/>
                    <a:gd name="T62" fmla="*/ 2147483646 w 1689"/>
                    <a:gd name="T63" fmla="*/ 2147483646 h 2064"/>
                    <a:gd name="T64" fmla="*/ 2147483646 w 1689"/>
                    <a:gd name="T65" fmla="*/ 2147483646 h 2064"/>
                    <a:gd name="T66" fmla="*/ 2147483646 w 1689"/>
                    <a:gd name="T67" fmla="*/ 2147483646 h 2064"/>
                    <a:gd name="T68" fmla="*/ 2147483646 w 1689"/>
                    <a:gd name="T69" fmla="*/ 2147483646 h 2064"/>
                    <a:gd name="T70" fmla="*/ 2147483646 w 1689"/>
                    <a:gd name="T71" fmla="*/ 2147483646 h 2064"/>
                    <a:gd name="T72" fmla="*/ 2147483646 w 1689"/>
                    <a:gd name="T73" fmla="*/ 2147483646 h 2064"/>
                    <a:gd name="T74" fmla="*/ 2147483646 w 1689"/>
                    <a:gd name="T75" fmla="*/ 2147483646 h 2064"/>
                    <a:gd name="T76" fmla="*/ 2147483646 w 1689"/>
                    <a:gd name="T77" fmla="*/ 2147483646 h 2064"/>
                    <a:gd name="T78" fmla="*/ 2147483646 w 1689"/>
                    <a:gd name="T79" fmla="*/ 2147483646 h 2064"/>
                    <a:gd name="T80" fmla="*/ 2147483646 w 1689"/>
                    <a:gd name="T81" fmla="*/ 2147483646 h 2064"/>
                    <a:gd name="T82" fmla="*/ 2147483646 w 1689"/>
                    <a:gd name="T83" fmla="*/ 2147483646 h 2064"/>
                    <a:gd name="T84" fmla="*/ 2147483646 w 1689"/>
                    <a:gd name="T85" fmla="*/ 2147483646 h 2064"/>
                    <a:gd name="T86" fmla="*/ 2147483646 w 1689"/>
                    <a:gd name="T87" fmla="*/ 2147483646 h 2064"/>
                    <a:gd name="T88" fmla="*/ 2147483646 w 1689"/>
                    <a:gd name="T89" fmla="*/ 2147483646 h 2064"/>
                    <a:gd name="T90" fmla="*/ 2147483646 w 1689"/>
                    <a:gd name="T91" fmla="*/ 2147483646 h 2064"/>
                    <a:gd name="T92" fmla="*/ 2147483646 w 1689"/>
                    <a:gd name="T93" fmla="*/ 2147483646 h 2064"/>
                    <a:gd name="T94" fmla="*/ 2147483646 w 1689"/>
                    <a:gd name="T95" fmla="*/ 2147483646 h 2064"/>
                    <a:gd name="T96" fmla="*/ 2147483646 w 1689"/>
                    <a:gd name="T97" fmla="*/ 2147483646 h 2064"/>
                    <a:gd name="T98" fmla="*/ 2147483646 w 1689"/>
                    <a:gd name="T99" fmla="*/ 2147483646 h 2064"/>
                    <a:gd name="T100" fmla="*/ 2147483646 w 1689"/>
                    <a:gd name="T101" fmla="*/ 2147483646 h 2064"/>
                    <a:gd name="T102" fmla="*/ 2147483646 w 1689"/>
                    <a:gd name="T103" fmla="*/ 2147483646 h 2064"/>
                    <a:gd name="T104" fmla="*/ 2147483646 w 1689"/>
                    <a:gd name="T105" fmla="*/ 2147483646 h 2064"/>
                    <a:gd name="T106" fmla="*/ 2147483646 w 1689"/>
                    <a:gd name="T107" fmla="*/ 2147483646 h 2064"/>
                    <a:gd name="T108" fmla="*/ 2147483646 w 1689"/>
                    <a:gd name="T109" fmla="*/ 2147483646 h 2064"/>
                    <a:gd name="T110" fmla="*/ 2147483646 w 1689"/>
                    <a:gd name="T111" fmla="*/ 2147483646 h 2064"/>
                    <a:gd name="T112" fmla="*/ 2147483646 w 1689"/>
                    <a:gd name="T113" fmla="*/ 2147483646 h 2064"/>
                    <a:gd name="T114" fmla="*/ 2147483646 w 1689"/>
                    <a:gd name="T115" fmla="*/ 2147483646 h 2064"/>
                    <a:gd name="T116" fmla="*/ 2147483646 w 1689"/>
                    <a:gd name="T117" fmla="*/ 2147483646 h 2064"/>
                    <a:gd name="T118" fmla="*/ 2147483646 w 1689"/>
                    <a:gd name="T119" fmla="*/ 2147483646 h 2064"/>
                    <a:gd name="T120" fmla="*/ 2147483646 w 1689"/>
                    <a:gd name="T121" fmla="*/ 2147483646 h 2064"/>
                    <a:gd name="T122" fmla="*/ 2147483646 w 1689"/>
                    <a:gd name="T123" fmla="*/ 2147483646 h 2064"/>
                    <a:gd name="T124" fmla="*/ 2147483646 w 1689"/>
                    <a:gd name="T125" fmla="*/ 2147483646 h 206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89" h="2064">
                      <a:moveTo>
                        <a:pt x="1689" y="435"/>
                      </a:moveTo>
                      <a:lnTo>
                        <a:pt x="1685" y="429"/>
                      </a:lnTo>
                      <a:lnTo>
                        <a:pt x="1680" y="425"/>
                      </a:lnTo>
                      <a:lnTo>
                        <a:pt x="1676" y="419"/>
                      </a:lnTo>
                      <a:lnTo>
                        <a:pt x="1673" y="414"/>
                      </a:lnTo>
                      <a:lnTo>
                        <a:pt x="1668" y="401"/>
                      </a:lnTo>
                      <a:lnTo>
                        <a:pt x="1663" y="385"/>
                      </a:lnTo>
                      <a:lnTo>
                        <a:pt x="1659" y="371"/>
                      </a:lnTo>
                      <a:lnTo>
                        <a:pt x="1655" y="360"/>
                      </a:lnTo>
                      <a:lnTo>
                        <a:pt x="1651" y="353"/>
                      </a:lnTo>
                      <a:lnTo>
                        <a:pt x="1649" y="346"/>
                      </a:lnTo>
                      <a:lnTo>
                        <a:pt x="1647" y="344"/>
                      </a:lnTo>
                      <a:lnTo>
                        <a:pt x="1644" y="341"/>
                      </a:lnTo>
                      <a:lnTo>
                        <a:pt x="1641" y="339"/>
                      </a:lnTo>
                      <a:lnTo>
                        <a:pt x="1637" y="338"/>
                      </a:lnTo>
                      <a:lnTo>
                        <a:pt x="1629" y="338"/>
                      </a:lnTo>
                      <a:lnTo>
                        <a:pt x="1619" y="335"/>
                      </a:lnTo>
                      <a:lnTo>
                        <a:pt x="1610" y="334"/>
                      </a:lnTo>
                      <a:lnTo>
                        <a:pt x="1599" y="330"/>
                      </a:lnTo>
                      <a:lnTo>
                        <a:pt x="1593" y="328"/>
                      </a:lnTo>
                      <a:lnTo>
                        <a:pt x="1587" y="327"/>
                      </a:lnTo>
                      <a:lnTo>
                        <a:pt x="1581" y="327"/>
                      </a:lnTo>
                      <a:lnTo>
                        <a:pt x="1575" y="328"/>
                      </a:lnTo>
                      <a:lnTo>
                        <a:pt x="1571" y="331"/>
                      </a:lnTo>
                      <a:lnTo>
                        <a:pt x="1565" y="334"/>
                      </a:lnTo>
                      <a:lnTo>
                        <a:pt x="1561" y="338"/>
                      </a:lnTo>
                      <a:lnTo>
                        <a:pt x="1557" y="343"/>
                      </a:lnTo>
                      <a:lnTo>
                        <a:pt x="1550" y="351"/>
                      </a:lnTo>
                      <a:lnTo>
                        <a:pt x="1544" y="357"/>
                      </a:lnTo>
                      <a:lnTo>
                        <a:pt x="1541" y="359"/>
                      </a:lnTo>
                      <a:lnTo>
                        <a:pt x="1538" y="360"/>
                      </a:lnTo>
                      <a:lnTo>
                        <a:pt x="1536" y="360"/>
                      </a:lnTo>
                      <a:lnTo>
                        <a:pt x="1534" y="359"/>
                      </a:lnTo>
                      <a:lnTo>
                        <a:pt x="1530" y="356"/>
                      </a:lnTo>
                      <a:lnTo>
                        <a:pt x="1524" y="352"/>
                      </a:lnTo>
                      <a:lnTo>
                        <a:pt x="1522" y="351"/>
                      </a:lnTo>
                      <a:lnTo>
                        <a:pt x="1518" y="350"/>
                      </a:lnTo>
                      <a:lnTo>
                        <a:pt x="1515" y="351"/>
                      </a:lnTo>
                      <a:lnTo>
                        <a:pt x="1512" y="353"/>
                      </a:lnTo>
                      <a:lnTo>
                        <a:pt x="1506" y="360"/>
                      </a:lnTo>
                      <a:lnTo>
                        <a:pt x="1502" y="368"/>
                      </a:lnTo>
                      <a:lnTo>
                        <a:pt x="1498" y="375"/>
                      </a:lnTo>
                      <a:lnTo>
                        <a:pt x="1496" y="379"/>
                      </a:lnTo>
                      <a:lnTo>
                        <a:pt x="1492" y="382"/>
                      </a:lnTo>
                      <a:lnTo>
                        <a:pt x="1484" y="383"/>
                      </a:lnTo>
                      <a:lnTo>
                        <a:pt x="1474" y="384"/>
                      </a:lnTo>
                      <a:lnTo>
                        <a:pt x="1466" y="384"/>
                      </a:lnTo>
                      <a:lnTo>
                        <a:pt x="1455" y="387"/>
                      </a:lnTo>
                      <a:lnTo>
                        <a:pt x="1447" y="390"/>
                      </a:lnTo>
                      <a:lnTo>
                        <a:pt x="1442" y="393"/>
                      </a:lnTo>
                      <a:lnTo>
                        <a:pt x="1441" y="393"/>
                      </a:lnTo>
                      <a:lnTo>
                        <a:pt x="1441" y="389"/>
                      </a:lnTo>
                      <a:lnTo>
                        <a:pt x="1441" y="383"/>
                      </a:lnTo>
                      <a:lnTo>
                        <a:pt x="1436" y="377"/>
                      </a:lnTo>
                      <a:lnTo>
                        <a:pt x="1430" y="370"/>
                      </a:lnTo>
                      <a:lnTo>
                        <a:pt x="1421" y="363"/>
                      </a:lnTo>
                      <a:lnTo>
                        <a:pt x="1411" y="357"/>
                      </a:lnTo>
                      <a:lnTo>
                        <a:pt x="1410" y="353"/>
                      </a:lnTo>
                      <a:lnTo>
                        <a:pt x="1409" y="350"/>
                      </a:lnTo>
                      <a:lnTo>
                        <a:pt x="1408" y="346"/>
                      </a:lnTo>
                      <a:lnTo>
                        <a:pt x="1408" y="341"/>
                      </a:lnTo>
                      <a:lnTo>
                        <a:pt x="1409" y="330"/>
                      </a:lnTo>
                      <a:lnTo>
                        <a:pt x="1409" y="319"/>
                      </a:lnTo>
                      <a:lnTo>
                        <a:pt x="1409" y="314"/>
                      </a:lnTo>
                      <a:lnTo>
                        <a:pt x="1408" y="311"/>
                      </a:lnTo>
                      <a:lnTo>
                        <a:pt x="1407" y="307"/>
                      </a:lnTo>
                      <a:lnTo>
                        <a:pt x="1404" y="303"/>
                      </a:lnTo>
                      <a:lnTo>
                        <a:pt x="1402" y="301"/>
                      </a:lnTo>
                      <a:lnTo>
                        <a:pt x="1397" y="301"/>
                      </a:lnTo>
                      <a:lnTo>
                        <a:pt x="1393" y="300"/>
                      </a:lnTo>
                      <a:lnTo>
                        <a:pt x="1389" y="300"/>
                      </a:lnTo>
                      <a:lnTo>
                        <a:pt x="1385" y="288"/>
                      </a:lnTo>
                      <a:lnTo>
                        <a:pt x="1380" y="275"/>
                      </a:lnTo>
                      <a:lnTo>
                        <a:pt x="1378" y="272"/>
                      </a:lnTo>
                      <a:lnTo>
                        <a:pt x="1376" y="269"/>
                      </a:lnTo>
                      <a:lnTo>
                        <a:pt x="1374" y="265"/>
                      </a:lnTo>
                      <a:lnTo>
                        <a:pt x="1373" y="262"/>
                      </a:lnTo>
                      <a:lnTo>
                        <a:pt x="1373" y="253"/>
                      </a:lnTo>
                      <a:lnTo>
                        <a:pt x="1373" y="245"/>
                      </a:lnTo>
                      <a:lnTo>
                        <a:pt x="1372" y="243"/>
                      </a:lnTo>
                      <a:lnTo>
                        <a:pt x="1370" y="240"/>
                      </a:lnTo>
                      <a:lnTo>
                        <a:pt x="1367" y="239"/>
                      </a:lnTo>
                      <a:lnTo>
                        <a:pt x="1365" y="238"/>
                      </a:lnTo>
                      <a:lnTo>
                        <a:pt x="1360" y="238"/>
                      </a:lnTo>
                      <a:lnTo>
                        <a:pt x="1354" y="238"/>
                      </a:lnTo>
                      <a:lnTo>
                        <a:pt x="1351" y="239"/>
                      </a:lnTo>
                      <a:lnTo>
                        <a:pt x="1347" y="242"/>
                      </a:lnTo>
                      <a:lnTo>
                        <a:pt x="1342" y="244"/>
                      </a:lnTo>
                      <a:lnTo>
                        <a:pt x="1339" y="246"/>
                      </a:lnTo>
                      <a:lnTo>
                        <a:pt x="1334" y="252"/>
                      </a:lnTo>
                      <a:lnTo>
                        <a:pt x="1329" y="259"/>
                      </a:lnTo>
                      <a:lnTo>
                        <a:pt x="1327" y="267"/>
                      </a:lnTo>
                      <a:lnTo>
                        <a:pt x="1324" y="275"/>
                      </a:lnTo>
                      <a:lnTo>
                        <a:pt x="1321" y="290"/>
                      </a:lnTo>
                      <a:lnTo>
                        <a:pt x="1317" y="302"/>
                      </a:lnTo>
                      <a:lnTo>
                        <a:pt x="1316" y="307"/>
                      </a:lnTo>
                      <a:lnTo>
                        <a:pt x="1314" y="311"/>
                      </a:lnTo>
                      <a:lnTo>
                        <a:pt x="1311" y="312"/>
                      </a:lnTo>
                      <a:lnTo>
                        <a:pt x="1309" y="313"/>
                      </a:lnTo>
                      <a:lnTo>
                        <a:pt x="1307" y="313"/>
                      </a:lnTo>
                      <a:lnTo>
                        <a:pt x="1304" y="312"/>
                      </a:lnTo>
                      <a:lnTo>
                        <a:pt x="1301" y="311"/>
                      </a:lnTo>
                      <a:lnTo>
                        <a:pt x="1298" y="308"/>
                      </a:lnTo>
                      <a:lnTo>
                        <a:pt x="1295" y="307"/>
                      </a:lnTo>
                      <a:lnTo>
                        <a:pt x="1291" y="308"/>
                      </a:lnTo>
                      <a:lnTo>
                        <a:pt x="1286" y="311"/>
                      </a:lnTo>
                      <a:lnTo>
                        <a:pt x="1282" y="314"/>
                      </a:lnTo>
                      <a:lnTo>
                        <a:pt x="1272" y="325"/>
                      </a:lnTo>
                      <a:lnTo>
                        <a:pt x="1265" y="335"/>
                      </a:lnTo>
                      <a:lnTo>
                        <a:pt x="1259" y="346"/>
                      </a:lnTo>
                      <a:lnTo>
                        <a:pt x="1252" y="356"/>
                      </a:lnTo>
                      <a:lnTo>
                        <a:pt x="1247" y="359"/>
                      </a:lnTo>
                      <a:lnTo>
                        <a:pt x="1242" y="363"/>
                      </a:lnTo>
                      <a:lnTo>
                        <a:pt x="1238" y="365"/>
                      </a:lnTo>
                      <a:lnTo>
                        <a:pt x="1232" y="368"/>
                      </a:lnTo>
                      <a:lnTo>
                        <a:pt x="1220" y="369"/>
                      </a:lnTo>
                      <a:lnTo>
                        <a:pt x="1209" y="370"/>
                      </a:lnTo>
                      <a:lnTo>
                        <a:pt x="1204" y="369"/>
                      </a:lnTo>
                      <a:lnTo>
                        <a:pt x="1201" y="368"/>
                      </a:lnTo>
                      <a:lnTo>
                        <a:pt x="1198" y="365"/>
                      </a:lnTo>
                      <a:lnTo>
                        <a:pt x="1196" y="363"/>
                      </a:lnTo>
                      <a:lnTo>
                        <a:pt x="1196" y="357"/>
                      </a:lnTo>
                      <a:lnTo>
                        <a:pt x="1195" y="353"/>
                      </a:lnTo>
                      <a:lnTo>
                        <a:pt x="1193" y="350"/>
                      </a:lnTo>
                      <a:lnTo>
                        <a:pt x="1189" y="346"/>
                      </a:lnTo>
                      <a:lnTo>
                        <a:pt x="1185" y="344"/>
                      </a:lnTo>
                      <a:lnTo>
                        <a:pt x="1181" y="343"/>
                      </a:lnTo>
                      <a:lnTo>
                        <a:pt x="1174" y="341"/>
                      </a:lnTo>
                      <a:lnTo>
                        <a:pt x="1165" y="341"/>
                      </a:lnTo>
                      <a:lnTo>
                        <a:pt x="1149" y="341"/>
                      </a:lnTo>
                      <a:lnTo>
                        <a:pt x="1134" y="344"/>
                      </a:lnTo>
                      <a:lnTo>
                        <a:pt x="1121" y="346"/>
                      </a:lnTo>
                      <a:lnTo>
                        <a:pt x="1111" y="349"/>
                      </a:lnTo>
                      <a:lnTo>
                        <a:pt x="1106" y="349"/>
                      </a:lnTo>
                      <a:lnTo>
                        <a:pt x="1102" y="349"/>
                      </a:lnTo>
                      <a:lnTo>
                        <a:pt x="1097" y="347"/>
                      </a:lnTo>
                      <a:lnTo>
                        <a:pt x="1094" y="344"/>
                      </a:lnTo>
                      <a:lnTo>
                        <a:pt x="1090" y="340"/>
                      </a:lnTo>
                      <a:lnTo>
                        <a:pt x="1088" y="337"/>
                      </a:lnTo>
                      <a:lnTo>
                        <a:pt x="1087" y="333"/>
                      </a:lnTo>
                      <a:lnTo>
                        <a:pt x="1086" y="330"/>
                      </a:lnTo>
                      <a:lnTo>
                        <a:pt x="1087" y="327"/>
                      </a:lnTo>
                      <a:lnTo>
                        <a:pt x="1087" y="324"/>
                      </a:lnTo>
                      <a:lnTo>
                        <a:pt x="1089" y="321"/>
                      </a:lnTo>
                      <a:lnTo>
                        <a:pt x="1091" y="319"/>
                      </a:lnTo>
                      <a:lnTo>
                        <a:pt x="1096" y="315"/>
                      </a:lnTo>
                      <a:lnTo>
                        <a:pt x="1100" y="312"/>
                      </a:lnTo>
                      <a:lnTo>
                        <a:pt x="1100" y="311"/>
                      </a:lnTo>
                      <a:lnTo>
                        <a:pt x="1101" y="308"/>
                      </a:lnTo>
                      <a:lnTo>
                        <a:pt x="1100" y="306"/>
                      </a:lnTo>
                      <a:lnTo>
                        <a:pt x="1099" y="302"/>
                      </a:lnTo>
                      <a:lnTo>
                        <a:pt x="1095" y="294"/>
                      </a:lnTo>
                      <a:lnTo>
                        <a:pt x="1090" y="283"/>
                      </a:lnTo>
                      <a:lnTo>
                        <a:pt x="1086" y="271"/>
                      </a:lnTo>
                      <a:lnTo>
                        <a:pt x="1081" y="257"/>
                      </a:lnTo>
                      <a:lnTo>
                        <a:pt x="1076" y="242"/>
                      </a:lnTo>
                      <a:lnTo>
                        <a:pt x="1071" y="225"/>
                      </a:lnTo>
                      <a:lnTo>
                        <a:pt x="1067" y="208"/>
                      </a:lnTo>
                      <a:lnTo>
                        <a:pt x="1061" y="194"/>
                      </a:lnTo>
                      <a:lnTo>
                        <a:pt x="1053" y="180"/>
                      </a:lnTo>
                      <a:lnTo>
                        <a:pt x="1045" y="169"/>
                      </a:lnTo>
                      <a:lnTo>
                        <a:pt x="1037" y="160"/>
                      </a:lnTo>
                      <a:lnTo>
                        <a:pt x="1028" y="151"/>
                      </a:lnTo>
                      <a:lnTo>
                        <a:pt x="1024" y="148"/>
                      </a:lnTo>
                      <a:lnTo>
                        <a:pt x="1020" y="143"/>
                      </a:lnTo>
                      <a:lnTo>
                        <a:pt x="1017" y="137"/>
                      </a:lnTo>
                      <a:lnTo>
                        <a:pt x="1014" y="132"/>
                      </a:lnTo>
                      <a:lnTo>
                        <a:pt x="1012" y="119"/>
                      </a:lnTo>
                      <a:lnTo>
                        <a:pt x="1011" y="108"/>
                      </a:lnTo>
                      <a:lnTo>
                        <a:pt x="1011" y="104"/>
                      </a:lnTo>
                      <a:lnTo>
                        <a:pt x="1013" y="99"/>
                      </a:lnTo>
                      <a:lnTo>
                        <a:pt x="1015" y="94"/>
                      </a:lnTo>
                      <a:lnTo>
                        <a:pt x="1019" y="91"/>
                      </a:lnTo>
                      <a:lnTo>
                        <a:pt x="1027" y="85"/>
                      </a:lnTo>
                      <a:lnTo>
                        <a:pt x="1033" y="78"/>
                      </a:lnTo>
                      <a:lnTo>
                        <a:pt x="1036" y="74"/>
                      </a:lnTo>
                      <a:lnTo>
                        <a:pt x="1037" y="69"/>
                      </a:lnTo>
                      <a:lnTo>
                        <a:pt x="1036" y="66"/>
                      </a:lnTo>
                      <a:lnTo>
                        <a:pt x="1036" y="62"/>
                      </a:lnTo>
                      <a:lnTo>
                        <a:pt x="1032" y="54"/>
                      </a:lnTo>
                      <a:lnTo>
                        <a:pt x="1028" y="48"/>
                      </a:lnTo>
                      <a:lnTo>
                        <a:pt x="1026" y="41"/>
                      </a:lnTo>
                      <a:lnTo>
                        <a:pt x="1026" y="32"/>
                      </a:lnTo>
                      <a:lnTo>
                        <a:pt x="1026" y="29"/>
                      </a:lnTo>
                      <a:lnTo>
                        <a:pt x="1025" y="24"/>
                      </a:lnTo>
                      <a:lnTo>
                        <a:pt x="1024" y="19"/>
                      </a:lnTo>
                      <a:lnTo>
                        <a:pt x="1020" y="13"/>
                      </a:lnTo>
                      <a:lnTo>
                        <a:pt x="1017" y="9"/>
                      </a:lnTo>
                      <a:lnTo>
                        <a:pt x="1012" y="5"/>
                      </a:lnTo>
                      <a:lnTo>
                        <a:pt x="1008" y="3"/>
                      </a:lnTo>
                      <a:lnTo>
                        <a:pt x="1004" y="0"/>
                      </a:lnTo>
                      <a:lnTo>
                        <a:pt x="999" y="0"/>
                      </a:lnTo>
                      <a:lnTo>
                        <a:pt x="994" y="1"/>
                      </a:lnTo>
                      <a:lnTo>
                        <a:pt x="989" y="4"/>
                      </a:lnTo>
                      <a:lnTo>
                        <a:pt x="986" y="9"/>
                      </a:lnTo>
                      <a:lnTo>
                        <a:pt x="977" y="16"/>
                      </a:lnTo>
                      <a:lnTo>
                        <a:pt x="970" y="21"/>
                      </a:lnTo>
                      <a:lnTo>
                        <a:pt x="968" y="22"/>
                      </a:lnTo>
                      <a:lnTo>
                        <a:pt x="965" y="22"/>
                      </a:lnTo>
                      <a:lnTo>
                        <a:pt x="963" y="22"/>
                      </a:lnTo>
                      <a:lnTo>
                        <a:pt x="961" y="21"/>
                      </a:lnTo>
                      <a:lnTo>
                        <a:pt x="958" y="17"/>
                      </a:lnTo>
                      <a:lnTo>
                        <a:pt x="955" y="13"/>
                      </a:lnTo>
                      <a:lnTo>
                        <a:pt x="952" y="12"/>
                      </a:lnTo>
                      <a:lnTo>
                        <a:pt x="949" y="11"/>
                      </a:lnTo>
                      <a:lnTo>
                        <a:pt x="945" y="11"/>
                      </a:lnTo>
                      <a:lnTo>
                        <a:pt x="941" y="12"/>
                      </a:lnTo>
                      <a:lnTo>
                        <a:pt x="936" y="13"/>
                      </a:lnTo>
                      <a:lnTo>
                        <a:pt x="933" y="16"/>
                      </a:lnTo>
                      <a:lnTo>
                        <a:pt x="931" y="18"/>
                      </a:lnTo>
                      <a:lnTo>
                        <a:pt x="930" y="22"/>
                      </a:lnTo>
                      <a:lnTo>
                        <a:pt x="927" y="24"/>
                      </a:lnTo>
                      <a:lnTo>
                        <a:pt x="925" y="26"/>
                      </a:lnTo>
                      <a:lnTo>
                        <a:pt x="920" y="29"/>
                      </a:lnTo>
                      <a:lnTo>
                        <a:pt x="914" y="30"/>
                      </a:lnTo>
                      <a:lnTo>
                        <a:pt x="906" y="30"/>
                      </a:lnTo>
                      <a:lnTo>
                        <a:pt x="900" y="29"/>
                      </a:lnTo>
                      <a:lnTo>
                        <a:pt x="895" y="26"/>
                      </a:lnTo>
                      <a:lnTo>
                        <a:pt x="892" y="23"/>
                      </a:lnTo>
                      <a:lnTo>
                        <a:pt x="889" y="21"/>
                      </a:lnTo>
                      <a:lnTo>
                        <a:pt x="887" y="19"/>
                      </a:lnTo>
                      <a:lnTo>
                        <a:pt x="885" y="18"/>
                      </a:lnTo>
                      <a:lnTo>
                        <a:pt x="882" y="18"/>
                      </a:lnTo>
                      <a:lnTo>
                        <a:pt x="878" y="21"/>
                      </a:lnTo>
                      <a:lnTo>
                        <a:pt x="872" y="23"/>
                      </a:lnTo>
                      <a:lnTo>
                        <a:pt x="868" y="25"/>
                      </a:lnTo>
                      <a:lnTo>
                        <a:pt x="864" y="28"/>
                      </a:lnTo>
                      <a:lnTo>
                        <a:pt x="862" y="31"/>
                      </a:lnTo>
                      <a:lnTo>
                        <a:pt x="860" y="35"/>
                      </a:lnTo>
                      <a:lnTo>
                        <a:pt x="858" y="40"/>
                      </a:lnTo>
                      <a:lnTo>
                        <a:pt x="858" y="43"/>
                      </a:lnTo>
                      <a:lnTo>
                        <a:pt x="860" y="48"/>
                      </a:lnTo>
                      <a:lnTo>
                        <a:pt x="863" y="54"/>
                      </a:lnTo>
                      <a:lnTo>
                        <a:pt x="867" y="60"/>
                      </a:lnTo>
                      <a:lnTo>
                        <a:pt x="869" y="66"/>
                      </a:lnTo>
                      <a:lnTo>
                        <a:pt x="870" y="73"/>
                      </a:lnTo>
                      <a:lnTo>
                        <a:pt x="872" y="80"/>
                      </a:lnTo>
                      <a:lnTo>
                        <a:pt x="872" y="86"/>
                      </a:lnTo>
                      <a:lnTo>
                        <a:pt x="872" y="92"/>
                      </a:lnTo>
                      <a:lnTo>
                        <a:pt x="869" y="98"/>
                      </a:lnTo>
                      <a:lnTo>
                        <a:pt x="867" y="101"/>
                      </a:lnTo>
                      <a:lnTo>
                        <a:pt x="862" y="105"/>
                      </a:lnTo>
                      <a:lnTo>
                        <a:pt x="857" y="107"/>
                      </a:lnTo>
                      <a:lnTo>
                        <a:pt x="850" y="110"/>
                      </a:lnTo>
                      <a:lnTo>
                        <a:pt x="843" y="112"/>
                      </a:lnTo>
                      <a:lnTo>
                        <a:pt x="826" y="117"/>
                      </a:lnTo>
                      <a:lnTo>
                        <a:pt x="811" y="120"/>
                      </a:lnTo>
                      <a:lnTo>
                        <a:pt x="804" y="123"/>
                      </a:lnTo>
                      <a:lnTo>
                        <a:pt x="797" y="125"/>
                      </a:lnTo>
                      <a:lnTo>
                        <a:pt x="792" y="129"/>
                      </a:lnTo>
                      <a:lnTo>
                        <a:pt x="787" y="132"/>
                      </a:lnTo>
                      <a:lnTo>
                        <a:pt x="784" y="136"/>
                      </a:lnTo>
                      <a:lnTo>
                        <a:pt x="780" y="141"/>
                      </a:lnTo>
                      <a:lnTo>
                        <a:pt x="778" y="147"/>
                      </a:lnTo>
                      <a:lnTo>
                        <a:pt x="776" y="151"/>
                      </a:lnTo>
                      <a:lnTo>
                        <a:pt x="775" y="156"/>
                      </a:lnTo>
                      <a:lnTo>
                        <a:pt x="774" y="158"/>
                      </a:lnTo>
                      <a:lnTo>
                        <a:pt x="772" y="161"/>
                      </a:lnTo>
                      <a:lnTo>
                        <a:pt x="768" y="161"/>
                      </a:lnTo>
                      <a:lnTo>
                        <a:pt x="761" y="161"/>
                      </a:lnTo>
                      <a:lnTo>
                        <a:pt x="753" y="157"/>
                      </a:lnTo>
                      <a:lnTo>
                        <a:pt x="747" y="157"/>
                      </a:lnTo>
                      <a:lnTo>
                        <a:pt x="741" y="157"/>
                      </a:lnTo>
                      <a:lnTo>
                        <a:pt x="734" y="158"/>
                      </a:lnTo>
                      <a:lnTo>
                        <a:pt x="727" y="161"/>
                      </a:lnTo>
                      <a:lnTo>
                        <a:pt x="718" y="163"/>
                      </a:lnTo>
                      <a:lnTo>
                        <a:pt x="710" y="167"/>
                      </a:lnTo>
                      <a:lnTo>
                        <a:pt x="703" y="171"/>
                      </a:lnTo>
                      <a:lnTo>
                        <a:pt x="696" y="176"/>
                      </a:lnTo>
                      <a:lnTo>
                        <a:pt x="689" y="181"/>
                      </a:lnTo>
                      <a:lnTo>
                        <a:pt x="683" y="187"/>
                      </a:lnTo>
                      <a:lnTo>
                        <a:pt x="677" y="193"/>
                      </a:lnTo>
                      <a:lnTo>
                        <a:pt x="672" y="199"/>
                      </a:lnTo>
                      <a:lnTo>
                        <a:pt x="668" y="205"/>
                      </a:lnTo>
                      <a:lnTo>
                        <a:pt x="666" y="211"/>
                      </a:lnTo>
                      <a:lnTo>
                        <a:pt x="664" y="215"/>
                      </a:lnTo>
                      <a:lnTo>
                        <a:pt x="664" y="220"/>
                      </a:lnTo>
                      <a:lnTo>
                        <a:pt x="662" y="224"/>
                      </a:lnTo>
                      <a:lnTo>
                        <a:pt x="660" y="229"/>
                      </a:lnTo>
                      <a:lnTo>
                        <a:pt x="656" y="232"/>
                      </a:lnTo>
                      <a:lnTo>
                        <a:pt x="653" y="236"/>
                      </a:lnTo>
                      <a:lnTo>
                        <a:pt x="648" y="238"/>
                      </a:lnTo>
                      <a:lnTo>
                        <a:pt x="642" y="239"/>
                      </a:lnTo>
                      <a:lnTo>
                        <a:pt x="636" y="240"/>
                      </a:lnTo>
                      <a:lnTo>
                        <a:pt x="630" y="239"/>
                      </a:lnTo>
                      <a:lnTo>
                        <a:pt x="623" y="237"/>
                      </a:lnTo>
                      <a:lnTo>
                        <a:pt x="617" y="232"/>
                      </a:lnTo>
                      <a:lnTo>
                        <a:pt x="611" y="227"/>
                      </a:lnTo>
                      <a:lnTo>
                        <a:pt x="606" y="223"/>
                      </a:lnTo>
                      <a:lnTo>
                        <a:pt x="597" y="209"/>
                      </a:lnTo>
                      <a:lnTo>
                        <a:pt x="590" y="198"/>
                      </a:lnTo>
                      <a:lnTo>
                        <a:pt x="585" y="192"/>
                      </a:lnTo>
                      <a:lnTo>
                        <a:pt x="582" y="187"/>
                      </a:lnTo>
                      <a:lnTo>
                        <a:pt x="577" y="185"/>
                      </a:lnTo>
                      <a:lnTo>
                        <a:pt x="572" y="182"/>
                      </a:lnTo>
                      <a:lnTo>
                        <a:pt x="568" y="181"/>
                      </a:lnTo>
                      <a:lnTo>
                        <a:pt x="564" y="181"/>
                      </a:lnTo>
                      <a:lnTo>
                        <a:pt x="559" y="182"/>
                      </a:lnTo>
                      <a:lnTo>
                        <a:pt x="554" y="183"/>
                      </a:lnTo>
                      <a:lnTo>
                        <a:pt x="545" y="190"/>
                      </a:lnTo>
                      <a:lnTo>
                        <a:pt x="534" y="199"/>
                      </a:lnTo>
                      <a:lnTo>
                        <a:pt x="523" y="208"/>
                      </a:lnTo>
                      <a:lnTo>
                        <a:pt x="515" y="217"/>
                      </a:lnTo>
                      <a:lnTo>
                        <a:pt x="511" y="219"/>
                      </a:lnTo>
                      <a:lnTo>
                        <a:pt x="508" y="221"/>
                      </a:lnTo>
                      <a:lnTo>
                        <a:pt x="504" y="224"/>
                      </a:lnTo>
                      <a:lnTo>
                        <a:pt x="501" y="225"/>
                      </a:lnTo>
                      <a:lnTo>
                        <a:pt x="492" y="226"/>
                      </a:lnTo>
                      <a:lnTo>
                        <a:pt x="485" y="227"/>
                      </a:lnTo>
                      <a:lnTo>
                        <a:pt x="482" y="227"/>
                      </a:lnTo>
                      <a:lnTo>
                        <a:pt x="479" y="231"/>
                      </a:lnTo>
                      <a:lnTo>
                        <a:pt x="477" y="236"/>
                      </a:lnTo>
                      <a:lnTo>
                        <a:pt x="476" y="242"/>
                      </a:lnTo>
                      <a:lnTo>
                        <a:pt x="475" y="256"/>
                      </a:lnTo>
                      <a:lnTo>
                        <a:pt x="473" y="269"/>
                      </a:lnTo>
                      <a:lnTo>
                        <a:pt x="471" y="276"/>
                      </a:lnTo>
                      <a:lnTo>
                        <a:pt x="467" y="282"/>
                      </a:lnTo>
                      <a:lnTo>
                        <a:pt x="461" y="288"/>
                      </a:lnTo>
                      <a:lnTo>
                        <a:pt x="456" y="293"/>
                      </a:lnTo>
                      <a:lnTo>
                        <a:pt x="442" y="301"/>
                      </a:lnTo>
                      <a:lnTo>
                        <a:pt x="433" y="306"/>
                      </a:lnTo>
                      <a:lnTo>
                        <a:pt x="425" y="309"/>
                      </a:lnTo>
                      <a:lnTo>
                        <a:pt x="417" y="312"/>
                      </a:lnTo>
                      <a:lnTo>
                        <a:pt x="415" y="314"/>
                      </a:lnTo>
                      <a:lnTo>
                        <a:pt x="413" y="318"/>
                      </a:lnTo>
                      <a:lnTo>
                        <a:pt x="412" y="320"/>
                      </a:lnTo>
                      <a:lnTo>
                        <a:pt x="410" y="325"/>
                      </a:lnTo>
                      <a:lnTo>
                        <a:pt x="410" y="328"/>
                      </a:lnTo>
                      <a:lnTo>
                        <a:pt x="409" y="331"/>
                      </a:lnTo>
                      <a:lnTo>
                        <a:pt x="408" y="333"/>
                      </a:lnTo>
                      <a:lnTo>
                        <a:pt x="406" y="334"/>
                      </a:lnTo>
                      <a:lnTo>
                        <a:pt x="400" y="334"/>
                      </a:lnTo>
                      <a:lnTo>
                        <a:pt x="394" y="333"/>
                      </a:lnTo>
                      <a:lnTo>
                        <a:pt x="387" y="331"/>
                      </a:lnTo>
                      <a:lnTo>
                        <a:pt x="382" y="330"/>
                      </a:lnTo>
                      <a:lnTo>
                        <a:pt x="379" y="331"/>
                      </a:lnTo>
                      <a:lnTo>
                        <a:pt x="378" y="333"/>
                      </a:lnTo>
                      <a:lnTo>
                        <a:pt x="377" y="337"/>
                      </a:lnTo>
                      <a:lnTo>
                        <a:pt x="376" y="343"/>
                      </a:lnTo>
                      <a:lnTo>
                        <a:pt x="376" y="349"/>
                      </a:lnTo>
                      <a:lnTo>
                        <a:pt x="377" y="355"/>
                      </a:lnTo>
                      <a:lnTo>
                        <a:pt x="378" y="360"/>
                      </a:lnTo>
                      <a:lnTo>
                        <a:pt x="381" y="365"/>
                      </a:lnTo>
                      <a:lnTo>
                        <a:pt x="383" y="370"/>
                      </a:lnTo>
                      <a:lnTo>
                        <a:pt x="387" y="372"/>
                      </a:lnTo>
                      <a:lnTo>
                        <a:pt x="390" y="375"/>
                      </a:lnTo>
                      <a:lnTo>
                        <a:pt x="395" y="375"/>
                      </a:lnTo>
                      <a:lnTo>
                        <a:pt x="400" y="375"/>
                      </a:lnTo>
                      <a:lnTo>
                        <a:pt x="403" y="376"/>
                      </a:lnTo>
                      <a:lnTo>
                        <a:pt x="406" y="378"/>
                      </a:lnTo>
                      <a:lnTo>
                        <a:pt x="408" y="382"/>
                      </a:lnTo>
                      <a:lnTo>
                        <a:pt x="410" y="389"/>
                      </a:lnTo>
                      <a:lnTo>
                        <a:pt x="415" y="397"/>
                      </a:lnTo>
                      <a:lnTo>
                        <a:pt x="419" y="404"/>
                      </a:lnTo>
                      <a:lnTo>
                        <a:pt x="421" y="412"/>
                      </a:lnTo>
                      <a:lnTo>
                        <a:pt x="422" y="421"/>
                      </a:lnTo>
                      <a:lnTo>
                        <a:pt x="421" y="433"/>
                      </a:lnTo>
                      <a:lnTo>
                        <a:pt x="422" y="440"/>
                      </a:lnTo>
                      <a:lnTo>
                        <a:pt x="423" y="447"/>
                      </a:lnTo>
                      <a:lnTo>
                        <a:pt x="426" y="453"/>
                      </a:lnTo>
                      <a:lnTo>
                        <a:pt x="429" y="459"/>
                      </a:lnTo>
                      <a:lnTo>
                        <a:pt x="435" y="470"/>
                      </a:lnTo>
                      <a:lnTo>
                        <a:pt x="440" y="480"/>
                      </a:lnTo>
                      <a:lnTo>
                        <a:pt x="441" y="486"/>
                      </a:lnTo>
                      <a:lnTo>
                        <a:pt x="440" y="491"/>
                      </a:lnTo>
                      <a:lnTo>
                        <a:pt x="438" y="496"/>
                      </a:lnTo>
                      <a:lnTo>
                        <a:pt x="435" y="501"/>
                      </a:lnTo>
                      <a:lnTo>
                        <a:pt x="428" y="511"/>
                      </a:lnTo>
                      <a:lnTo>
                        <a:pt x="420" y="522"/>
                      </a:lnTo>
                      <a:lnTo>
                        <a:pt x="413" y="535"/>
                      </a:lnTo>
                      <a:lnTo>
                        <a:pt x="407" y="551"/>
                      </a:lnTo>
                      <a:lnTo>
                        <a:pt x="401" y="564"/>
                      </a:lnTo>
                      <a:lnTo>
                        <a:pt x="395" y="574"/>
                      </a:lnTo>
                      <a:lnTo>
                        <a:pt x="388" y="583"/>
                      </a:lnTo>
                      <a:lnTo>
                        <a:pt x="378" y="591"/>
                      </a:lnTo>
                      <a:lnTo>
                        <a:pt x="373" y="595"/>
                      </a:lnTo>
                      <a:lnTo>
                        <a:pt x="369" y="598"/>
                      </a:lnTo>
                      <a:lnTo>
                        <a:pt x="365" y="599"/>
                      </a:lnTo>
                      <a:lnTo>
                        <a:pt x="360" y="601"/>
                      </a:lnTo>
                      <a:lnTo>
                        <a:pt x="352" y="601"/>
                      </a:lnTo>
                      <a:lnTo>
                        <a:pt x="345" y="602"/>
                      </a:lnTo>
                      <a:lnTo>
                        <a:pt x="337" y="604"/>
                      </a:lnTo>
                      <a:lnTo>
                        <a:pt x="326" y="608"/>
                      </a:lnTo>
                      <a:lnTo>
                        <a:pt x="314" y="612"/>
                      </a:lnTo>
                      <a:lnTo>
                        <a:pt x="302" y="616"/>
                      </a:lnTo>
                      <a:lnTo>
                        <a:pt x="288" y="621"/>
                      </a:lnTo>
                      <a:lnTo>
                        <a:pt x="272" y="626"/>
                      </a:lnTo>
                      <a:lnTo>
                        <a:pt x="264" y="630"/>
                      </a:lnTo>
                      <a:lnTo>
                        <a:pt x="256" y="636"/>
                      </a:lnTo>
                      <a:lnTo>
                        <a:pt x="247" y="645"/>
                      </a:lnTo>
                      <a:lnTo>
                        <a:pt x="240" y="653"/>
                      </a:lnTo>
                      <a:lnTo>
                        <a:pt x="228" y="671"/>
                      </a:lnTo>
                      <a:lnTo>
                        <a:pt x="221" y="683"/>
                      </a:lnTo>
                      <a:lnTo>
                        <a:pt x="220" y="688"/>
                      </a:lnTo>
                      <a:lnTo>
                        <a:pt x="219" y="694"/>
                      </a:lnTo>
                      <a:lnTo>
                        <a:pt x="218" y="702"/>
                      </a:lnTo>
                      <a:lnTo>
                        <a:pt x="218" y="709"/>
                      </a:lnTo>
                      <a:lnTo>
                        <a:pt x="217" y="723"/>
                      </a:lnTo>
                      <a:lnTo>
                        <a:pt x="214" y="734"/>
                      </a:lnTo>
                      <a:lnTo>
                        <a:pt x="213" y="738"/>
                      </a:lnTo>
                      <a:lnTo>
                        <a:pt x="212" y="743"/>
                      </a:lnTo>
                      <a:lnTo>
                        <a:pt x="211" y="748"/>
                      </a:lnTo>
                      <a:lnTo>
                        <a:pt x="212" y="753"/>
                      </a:lnTo>
                      <a:lnTo>
                        <a:pt x="212" y="759"/>
                      </a:lnTo>
                      <a:lnTo>
                        <a:pt x="214" y="762"/>
                      </a:lnTo>
                      <a:lnTo>
                        <a:pt x="215" y="767"/>
                      </a:lnTo>
                      <a:lnTo>
                        <a:pt x="219" y="769"/>
                      </a:lnTo>
                      <a:lnTo>
                        <a:pt x="224" y="775"/>
                      </a:lnTo>
                      <a:lnTo>
                        <a:pt x="226" y="782"/>
                      </a:lnTo>
                      <a:lnTo>
                        <a:pt x="228" y="792"/>
                      </a:lnTo>
                      <a:lnTo>
                        <a:pt x="230" y="804"/>
                      </a:lnTo>
                      <a:lnTo>
                        <a:pt x="231" y="810"/>
                      </a:lnTo>
                      <a:lnTo>
                        <a:pt x="233" y="816"/>
                      </a:lnTo>
                      <a:lnTo>
                        <a:pt x="237" y="820"/>
                      </a:lnTo>
                      <a:lnTo>
                        <a:pt x="240" y="825"/>
                      </a:lnTo>
                      <a:lnTo>
                        <a:pt x="249" y="835"/>
                      </a:lnTo>
                      <a:lnTo>
                        <a:pt x="256" y="842"/>
                      </a:lnTo>
                      <a:lnTo>
                        <a:pt x="258" y="845"/>
                      </a:lnTo>
                      <a:lnTo>
                        <a:pt x="259" y="850"/>
                      </a:lnTo>
                      <a:lnTo>
                        <a:pt x="261" y="855"/>
                      </a:lnTo>
                      <a:lnTo>
                        <a:pt x="259" y="860"/>
                      </a:lnTo>
                      <a:lnTo>
                        <a:pt x="256" y="869"/>
                      </a:lnTo>
                      <a:lnTo>
                        <a:pt x="252" y="879"/>
                      </a:lnTo>
                      <a:lnTo>
                        <a:pt x="251" y="882"/>
                      </a:lnTo>
                      <a:lnTo>
                        <a:pt x="249" y="886"/>
                      </a:lnTo>
                      <a:lnTo>
                        <a:pt x="247" y="888"/>
                      </a:lnTo>
                      <a:lnTo>
                        <a:pt x="245" y="888"/>
                      </a:lnTo>
                      <a:lnTo>
                        <a:pt x="243" y="888"/>
                      </a:lnTo>
                      <a:lnTo>
                        <a:pt x="240" y="887"/>
                      </a:lnTo>
                      <a:lnTo>
                        <a:pt x="238" y="885"/>
                      </a:lnTo>
                      <a:lnTo>
                        <a:pt x="236" y="881"/>
                      </a:lnTo>
                      <a:lnTo>
                        <a:pt x="232" y="879"/>
                      </a:lnTo>
                      <a:lnTo>
                        <a:pt x="228" y="876"/>
                      </a:lnTo>
                      <a:lnTo>
                        <a:pt x="225" y="876"/>
                      </a:lnTo>
                      <a:lnTo>
                        <a:pt x="221" y="876"/>
                      </a:lnTo>
                      <a:lnTo>
                        <a:pt x="218" y="879"/>
                      </a:lnTo>
                      <a:lnTo>
                        <a:pt x="214" y="882"/>
                      </a:lnTo>
                      <a:lnTo>
                        <a:pt x="211" y="886"/>
                      </a:lnTo>
                      <a:lnTo>
                        <a:pt x="208" y="892"/>
                      </a:lnTo>
                      <a:lnTo>
                        <a:pt x="201" y="906"/>
                      </a:lnTo>
                      <a:lnTo>
                        <a:pt x="193" y="924"/>
                      </a:lnTo>
                      <a:lnTo>
                        <a:pt x="189" y="935"/>
                      </a:lnTo>
                      <a:lnTo>
                        <a:pt x="186" y="944"/>
                      </a:lnTo>
                      <a:lnTo>
                        <a:pt x="183" y="954"/>
                      </a:lnTo>
                      <a:lnTo>
                        <a:pt x="182" y="962"/>
                      </a:lnTo>
                      <a:lnTo>
                        <a:pt x="181" y="969"/>
                      </a:lnTo>
                      <a:lnTo>
                        <a:pt x="182" y="974"/>
                      </a:lnTo>
                      <a:lnTo>
                        <a:pt x="182" y="977"/>
                      </a:lnTo>
                      <a:lnTo>
                        <a:pt x="184" y="980"/>
                      </a:lnTo>
                      <a:lnTo>
                        <a:pt x="186" y="982"/>
                      </a:lnTo>
                      <a:lnTo>
                        <a:pt x="189" y="983"/>
                      </a:lnTo>
                      <a:lnTo>
                        <a:pt x="193" y="983"/>
                      </a:lnTo>
                      <a:lnTo>
                        <a:pt x="196" y="983"/>
                      </a:lnTo>
                      <a:lnTo>
                        <a:pt x="205" y="984"/>
                      </a:lnTo>
                      <a:lnTo>
                        <a:pt x="211" y="987"/>
                      </a:lnTo>
                      <a:lnTo>
                        <a:pt x="213" y="989"/>
                      </a:lnTo>
                      <a:lnTo>
                        <a:pt x="214" y="992"/>
                      </a:lnTo>
                      <a:lnTo>
                        <a:pt x="214" y="995"/>
                      </a:lnTo>
                      <a:lnTo>
                        <a:pt x="213" y="1000"/>
                      </a:lnTo>
                      <a:lnTo>
                        <a:pt x="209" y="1009"/>
                      </a:lnTo>
                      <a:lnTo>
                        <a:pt x="203" y="1017"/>
                      </a:lnTo>
                      <a:lnTo>
                        <a:pt x="198" y="1025"/>
                      </a:lnTo>
                      <a:lnTo>
                        <a:pt x="189" y="1033"/>
                      </a:lnTo>
                      <a:lnTo>
                        <a:pt x="182" y="1045"/>
                      </a:lnTo>
                      <a:lnTo>
                        <a:pt x="175" y="1058"/>
                      </a:lnTo>
                      <a:lnTo>
                        <a:pt x="169" y="1072"/>
                      </a:lnTo>
                      <a:lnTo>
                        <a:pt x="161" y="1083"/>
                      </a:lnTo>
                      <a:lnTo>
                        <a:pt x="154" y="1090"/>
                      </a:lnTo>
                      <a:lnTo>
                        <a:pt x="145" y="1095"/>
                      </a:lnTo>
                      <a:lnTo>
                        <a:pt x="136" y="1099"/>
                      </a:lnTo>
                      <a:lnTo>
                        <a:pt x="121" y="1102"/>
                      </a:lnTo>
                      <a:lnTo>
                        <a:pt x="114" y="1105"/>
                      </a:lnTo>
                      <a:lnTo>
                        <a:pt x="107" y="1108"/>
                      </a:lnTo>
                      <a:lnTo>
                        <a:pt x="101" y="1110"/>
                      </a:lnTo>
                      <a:lnTo>
                        <a:pt x="97" y="1114"/>
                      </a:lnTo>
                      <a:lnTo>
                        <a:pt x="93" y="1118"/>
                      </a:lnTo>
                      <a:lnTo>
                        <a:pt x="91" y="1121"/>
                      </a:lnTo>
                      <a:lnTo>
                        <a:pt x="89" y="1125"/>
                      </a:lnTo>
                      <a:lnTo>
                        <a:pt x="88" y="1128"/>
                      </a:lnTo>
                      <a:lnTo>
                        <a:pt x="99" y="1143"/>
                      </a:lnTo>
                      <a:lnTo>
                        <a:pt x="113" y="1162"/>
                      </a:lnTo>
                      <a:lnTo>
                        <a:pt x="113" y="1164"/>
                      </a:lnTo>
                      <a:lnTo>
                        <a:pt x="113" y="1166"/>
                      </a:lnTo>
                      <a:lnTo>
                        <a:pt x="112" y="1167"/>
                      </a:lnTo>
                      <a:lnTo>
                        <a:pt x="111" y="1170"/>
                      </a:lnTo>
                      <a:lnTo>
                        <a:pt x="106" y="1172"/>
                      </a:lnTo>
                      <a:lnTo>
                        <a:pt x="101" y="1175"/>
                      </a:lnTo>
                      <a:lnTo>
                        <a:pt x="95" y="1177"/>
                      </a:lnTo>
                      <a:lnTo>
                        <a:pt x="89" y="1179"/>
                      </a:lnTo>
                      <a:lnTo>
                        <a:pt x="83" y="1183"/>
                      </a:lnTo>
                      <a:lnTo>
                        <a:pt x="80" y="1189"/>
                      </a:lnTo>
                      <a:lnTo>
                        <a:pt x="74" y="1203"/>
                      </a:lnTo>
                      <a:lnTo>
                        <a:pt x="69" y="1221"/>
                      </a:lnTo>
                      <a:lnTo>
                        <a:pt x="68" y="1229"/>
                      </a:lnTo>
                      <a:lnTo>
                        <a:pt x="67" y="1238"/>
                      </a:lnTo>
                      <a:lnTo>
                        <a:pt x="67" y="1246"/>
                      </a:lnTo>
                      <a:lnTo>
                        <a:pt x="68" y="1252"/>
                      </a:lnTo>
                      <a:lnTo>
                        <a:pt x="69" y="1258"/>
                      </a:lnTo>
                      <a:lnTo>
                        <a:pt x="69" y="1263"/>
                      </a:lnTo>
                      <a:lnTo>
                        <a:pt x="69" y="1267"/>
                      </a:lnTo>
                      <a:lnTo>
                        <a:pt x="68" y="1271"/>
                      </a:lnTo>
                      <a:lnTo>
                        <a:pt x="64" y="1278"/>
                      </a:lnTo>
                      <a:lnTo>
                        <a:pt x="60" y="1285"/>
                      </a:lnTo>
                      <a:lnTo>
                        <a:pt x="57" y="1296"/>
                      </a:lnTo>
                      <a:lnTo>
                        <a:pt x="56" y="1308"/>
                      </a:lnTo>
                      <a:lnTo>
                        <a:pt x="56" y="1320"/>
                      </a:lnTo>
                      <a:lnTo>
                        <a:pt x="53" y="1330"/>
                      </a:lnTo>
                      <a:lnTo>
                        <a:pt x="50" y="1341"/>
                      </a:lnTo>
                      <a:lnTo>
                        <a:pt x="50" y="1353"/>
                      </a:lnTo>
                      <a:lnTo>
                        <a:pt x="50" y="1359"/>
                      </a:lnTo>
                      <a:lnTo>
                        <a:pt x="49" y="1365"/>
                      </a:lnTo>
                      <a:lnTo>
                        <a:pt x="49" y="1371"/>
                      </a:lnTo>
                      <a:lnTo>
                        <a:pt x="47" y="1376"/>
                      </a:lnTo>
                      <a:lnTo>
                        <a:pt x="39" y="1385"/>
                      </a:lnTo>
                      <a:lnTo>
                        <a:pt x="30" y="1395"/>
                      </a:lnTo>
                      <a:lnTo>
                        <a:pt x="19" y="1404"/>
                      </a:lnTo>
                      <a:lnTo>
                        <a:pt x="7" y="1414"/>
                      </a:lnTo>
                      <a:lnTo>
                        <a:pt x="3" y="1419"/>
                      </a:lnTo>
                      <a:lnTo>
                        <a:pt x="0" y="1425"/>
                      </a:lnTo>
                      <a:lnTo>
                        <a:pt x="0" y="1433"/>
                      </a:lnTo>
                      <a:lnTo>
                        <a:pt x="0" y="1440"/>
                      </a:lnTo>
                      <a:lnTo>
                        <a:pt x="3" y="1447"/>
                      </a:lnTo>
                      <a:lnTo>
                        <a:pt x="6" y="1454"/>
                      </a:lnTo>
                      <a:lnTo>
                        <a:pt x="11" y="1460"/>
                      </a:lnTo>
                      <a:lnTo>
                        <a:pt x="17" y="1465"/>
                      </a:lnTo>
                      <a:lnTo>
                        <a:pt x="22" y="1469"/>
                      </a:lnTo>
                      <a:lnTo>
                        <a:pt x="25" y="1473"/>
                      </a:lnTo>
                      <a:lnTo>
                        <a:pt x="28" y="1478"/>
                      </a:lnTo>
                      <a:lnTo>
                        <a:pt x="28" y="1481"/>
                      </a:lnTo>
                      <a:lnTo>
                        <a:pt x="26" y="1485"/>
                      </a:lnTo>
                      <a:lnTo>
                        <a:pt x="23" y="1488"/>
                      </a:lnTo>
                      <a:lnTo>
                        <a:pt x="19" y="1493"/>
                      </a:lnTo>
                      <a:lnTo>
                        <a:pt x="14" y="1498"/>
                      </a:lnTo>
                      <a:lnTo>
                        <a:pt x="12" y="1500"/>
                      </a:lnTo>
                      <a:lnTo>
                        <a:pt x="11" y="1504"/>
                      </a:lnTo>
                      <a:lnTo>
                        <a:pt x="10" y="1507"/>
                      </a:lnTo>
                      <a:lnTo>
                        <a:pt x="10" y="1510"/>
                      </a:lnTo>
                      <a:lnTo>
                        <a:pt x="11" y="1517"/>
                      </a:lnTo>
                      <a:lnTo>
                        <a:pt x="13" y="1524"/>
                      </a:lnTo>
                      <a:lnTo>
                        <a:pt x="18" y="1530"/>
                      </a:lnTo>
                      <a:lnTo>
                        <a:pt x="24" y="1536"/>
                      </a:lnTo>
                      <a:lnTo>
                        <a:pt x="31" y="1540"/>
                      </a:lnTo>
                      <a:lnTo>
                        <a:pt x="38" y="1542"/>
                      </a:lnTo>
                      <a:lnTo>
                        <a:pt x="51" y="1544"/>
                      </a:lnTo>
                      <a:lnTo>
                        <a:pt x="62" y="1549"/>
                      </a:lnTo>
                      <a:lnTo>
                        <a:pt x="72" y="1554"/>
                      </a:lnTo>
                      <a:lnTo>
                        <a:pt x="80" y="1561"/>
                      </a:lnTo>
                      <a:lnTo>
                        <a:pt x="85" y="1564"/>
                      </a:lnTo>
                      <a:lnTo>
                        <a:pt x="91" y="1566"/>
                      </a:lnTo>
                      <a:lnTo>
                        <a:pt x="98" y="1568"/>
                      </a:lnTo>
                      <a:lnTo>
                        <a:pt x="104" y="1568"/>
                      </a:lnTo>
                      <a:lnTo>
                        <a:pt x="119" y="1569"/>
                      </a:lnTo>
                      <a:lnTo>
                        <a:pt x="133" y="1568"/>
                      </a:lnTo>
                      <a:lnTo>
                        <a:pt x="145" y="1569"/>
                      </a:lnTo>
                      <a:lnTo>
                        <a:pt x="154" y="1572"/>
                      </a:lnTo>
                      <a:lnTo>
                        <a:pt x="161" y="1575"/>
                      </a:lnTo>
                      <a:lnTo>
                        <a:pt x="165" y="1581"/>
                      </a:lnTo>
                      <a:lnTo>
                        <a:pt x="171" y="1586"/>
                      </a:lnTo>
                      <a:lnTo>
                        <a:pt x="176" y="1588"/>
                      </a:lnTo>
                      <a:lnTo>
                        <a:pt x="182" y="1589"/>
                      </a:lnTo>
                      <a:lnTo>
                        <a:pt x="188" y="1588"/>
                      </a:lnTo>
                      <a:lnTo>
                        <a:pt x="199" y="1578"/>
                      </a:lnTo>
                      <a:lnTo>
                        <a:pt x="213" y="1562"/>
                      </a:lnTo>
                      <a:lnTo>
                        <a:pt x="223" y="1557"/>
                      </a:lnTo>
                      <a:lnTo>
                        <a:pt x="228" y="1555"/>
                      </a:lnTo>
                      <a:lnTo>
                        <a:pt x="230" y="1556"/>
                      </a:lnTo>
                      <a:lnTo>
                        <a:pt x="231" y="1557"/>
                      </a:lnTo>
                      <a:lnTo>
                        <a:pt x="232" y="1560"/>
                      </a:lnTo>
                      <a:lnTo>
                        <a:pt x="231" y="1562"/>
                      </a:lnTo>
                      <a:lnTo>
                        <a:pt x="224" y="1572"/>
                      </a:lnTo>
                      <a:lnTo>
                        <a:pt x="214" y="1581"/>
                      </a:lnTo>
                      <a:lnTo>
                        <a:pt x="213" y="1584"/>
                      </a:lnTo>
                      <a:lnTo>
                        <a:pt x="214" y="1586"/>
                      </a:lnTo>
                      <a:lnTo>
                        <a:pt x="217" y="1588"/>
                      </a:lnTo>
                      <a:lnTo>
                        <a:pt x="220" y="1592"/>
                      </a:lnTo>
                      <a:lnTo>
                        <a:pt x="231" y="1598"/>
                      </a:lnTo>
                      <a:lnTo>
                        <a:pt x="242" y="1605"/>
                      </a:lnTo>
                      <a:lnTo>
                        <a:pt x="251" y="1612"/>
                      </a:lnTo>
                      <a:lnTo>
                        <a:pt x="258" y="1620"/>
                      </a:lnTo>
                      <a:lnTo>
                        <a:pt x="263" y="1629"/>
                      </a:lnTo>
                      <a:lnTo>
                        <a:pt x="265" y="1638"/>
                      </a:lnTo>
                      <a:lnTo>
                        <a:pt x="269" y="1648"/>
                      </a:lnTo>
                      <a:lnTo>
                        <a:pt x="271" y="1655"/>
                      </a:lnTo>
                      <a:lnTo>
                        <a:pt x="274" y="1658"/>
                      </a:lnTo>
                      <a:lnTo>
                        <a:pt x="276" y="1661"/>
                      </a:lnTo>
                      <a:lnTo>
                        <a:pt x="278" y="1662"/>
                      </a:lnTo>
                      <a:lnTo>
                        <a:pt x="283" y="1662"/>
                      </a:lnTo>
                      <a:lnTo>
                        <a:pt x="289" y="1661"/>
                      </a:lnTo>
                      <a:lnTo>
                        <a:pt x="294" y="1660"/>
                      </a:lnTo>
                      <a:lnTo>
                        <a:pt x="300" y="1656"/>
                      </a:lnTo>
                      <a:lnTo>
                        <a:pt x="307" y="1651"/>
                      </a:lnTo>
                      <a:lnTo>
                        <a:pt x="318" y="1645"/>
                      </a:lnTo>
                      <a:lnTo>
                        <a:pt x="330" y="1641"/>
                      </a:lnTo>
                      <a:lnTo>
                        <a:pt x="341" y="1637"/>
                      </a:lnTo>
                      <a:lnTo>
                        <a:pt x="353" y="1633"/>
                      </a:lnTo>
                      <a:lnTo>
                        <a:pt x="365" y="1631"/>
                      </a:lnTo>
                      <a:lnTo>
                        <a:pt x="375" y="1629"/>
                      </a:lnTo>
                      <a:lnTo>
                        <a:pt x="379" y="1627"/>
                      </a:lnTo>
                      <a:lnTo>
                        <a:pt x="383" y="1627"/>
                      </a:lnTo>
                      <a:lnTo>
                        <a:pt x="385" y="1629"/>
                      </a:lnTo>
                      <a:lnTo>
                        <a:pt x="387" y="1630"/>
                      </a:lnTo>
                      <a:lnTo>
                        <a:pt x="388" y="1636"/>
                      </a:lnTo>
                      <a:lnTo>
                        <a:pt x="387" y="1643"/>
                      </a:lnTo>
                      <a:lnTo>
                        <a:pt x="383" y="1652"/>
                      </a:lnTo>
                      <a:lnTo>
                        <a:pt x="379" y="1664"/>
                      </a:lnTo>
                      <a:lnTo>
                        <a:pt x="378" y="1670"/>
                      </a:lnTo>
                      <a:lnTo>
                        <a:pt x="377" y="1676"/>
                      </a:lnTo>
                      <a:lnTo>
                        <a:pt x="377" y="1682"/>
                      </a:lnTo>
                      <a:lnTo>
                        <a:pt x="378" y="1687"/>
                      </a:lnTo>
                      <a:lnTo>
                        <a:pt x="381" y="1692"/>
                      </a:lnTo>
                      <a:lnTo>
                        <a:pt x="382" y="1695"/>
                      </a:lnTo>
                      <a:lnTo>
                        <a:pt x="385" y="1698"/>
                      </a:lnTo>
                      <a:lnTo>
                        <a:pt x="389" y="1699"/>
                      </a:lnTo>
                      <a:lnTo>
                        <a:pt x="396" y="1701"/>
                      </a:lnTo>
                      <a:lnTo>
                        <a:pt x="401" y="1704"/>
                      </a:lnTo>
                      <a:lnTo>
                        <a:pt x="404" y="1708"/>
                      </a:lnTo>
                      <a:lnTo>
                        <a:pt x="407" y="1715"/>
                      </a:lnTo>
                      <a:lnTo>
                        <a:pt x="409" y="1725"/>
                      </a:lnTo>
                      <a:lnTo>
                        <a:pt x="410" y="1733"/>
                      </a:lnTo>
                      <a:lnTo>
                        <a:pt x="412" y="1738"/>
                      </a:lnTo>
                      <a:lnTo>
                        <a:pt x="414" y="1742"/>
                      </a:lnTo>
                      <a:lnTo>
                        <a:pt x="415" y="1744"/>
                      </a:lnTo>
                      <a:lnTo>
                        <a:pt x="419" y="1746"/>
                      </a:lnTo>
                      <a:lnTo>
                        <a:pt x="423" y="1750"/>
                      </a:lnTo>
                      <a:lnTo>
                        <a:pt x="428" y="1753"/>
                      </a:lnTo>
                      <a:lnTo>
                        <a:pt x="432" y="1761"/>
                      </a:lnTo>
                      <a:lnTo>
                        <a:pt x="434" y="1774"/>
                      </a:lnTo>
                      <a:lnTo>
                        <a:pt x="436" y="1782"/>
                      </a:lnTo>
                      <a:lnTo>
                        <a:pt x="438" y="1788"/>
                      </a:lnTo>
                      <a:lnTo>
                        <a:pt x="440" y="1794"/>
                      </a:lnTo>
                      <a:lnTo>
                        <a:pt x="444" y="1800"/>
                      </a:lnTo>
                      <a:lnTo>
                        <a:pt x="450" y="1808"/>
                      </a:lnTo>
                      <a:lnTo>
                        <a:pt x="458" y="1816"/>
                      </a:lnTo>
                      <a:lnTo>
                        <a:pt x="463" y="1821"/>
                      </a:lnTo>
                      <a:lnTo>
                        <a:pt x="466" y="1825"/>
                      </a:lnTo>
                      <a:lnTo>
                        <a:pt x="469" y="1830"/>
                      </a:lnTo>
                      <a:lnTo>
                        <a:pt x="470" y="1833"/>
                      </a:lnTo>
                      <a:lnTo>
                        <a:pt x="470" y="1838"/>
                      </a:lnTo>
                      <a:lnTo>
                        <a:pt x="469" y="1843"/>
                      </a:lnTo>
                      <a:lnTo>
                        <a:pt x="466" y="1846"/>
                      </a:lnTo>
                      <a:lnTo>
                        <a:pt x="461" y="1851"/>
                      </a:lnTo>
                      <a:lnTo>
                        <a:pt x="457" y="1856"/>
                      </a:lnTo>
                      <a:lnTo>
                        <a:pt x="453" y="1862"/>
                      </a:lnTo>
                      <a:lnTo>
                        <a:pt x="452" y="1868"/>
                      </a:lnTo>
                      <a:lnTo>
                        <a:pt x="451" y="1874"/>
                      </a:lnTo>
                      <a:lnTo>
                        <a:pt x="451" y="1879"/>
                      </a:lnTo>
                      <a:lnTo>
                        <a:pt x="452" y="1884"/>
                      </a:lnTo>
                      <a:lnTo>
                        <a:pt x="453" y="1890"/>
                      </a:lnTo>
                      <a:lnTo>
                        <a:pt x="456" y="1895"/>
                      </a:lnTo>
                      <a:lnTo>
                        <a:pt x="461" y="1903"/>
                      </a:lnTo>
                      <a:lnTo>
                        <a:pt x="465" y="1912"/>
                      </a:lnTo>
                      <a:lnTo>
                        <a:pt x="467" y="1922"/>
                      </a:lnTo>
                      <a:lnTo>
                        <a:pt x="469" y="1933"/>
                      </a:lnTo>
                      <a:lnTo>
                        <a:pt x="469" y="1939"/>
                      </a:lnTo>
                      <a:lnTo>
                        <a:pt x="470" y="1945"/>
                      </a:lnTo>
                      <a:lnTo>
                        <a:pt x="472" y="1951"/>
                      </a:lnTo>
                      <a:lnTo>
                        <a:pt x="475" y="1958"/>
                      </a:lnTo>
                      <a:lnTo>
                        <a:pt x="482" y="1971"/>
                      </a:lnTo>
                      <a:lnTo>
                        <a:pt x="492" y="1985"/>
                      </a:lnTo>
                      <a:lnTo>
                        <a:pt x="498" y="1992"/>
                      </a:lnTo>
                      <a:lnTo>
                        <a:pt x="502" y="2001"/>
                      </a:lnTo>
                      <a:lnTo>
                        <a:pt x="505" y="2009"/>
                      </a:lnTo>
                      <a:lnTo>
                        <a:pt x="508" y="2017"/>
                      </a:lnTo>
                      <a:lnTo>
                        <a:pt x="510" y="2024"/>
                      </a:lnTo>
                      <a:lnTo>
                        <a:pt x="513" y="2032"/>
                      </a:lnTo>
                      <a:lnTo>
                        <a:pt x="515" y="2039"/>
                      </a:lnTo>
                      <a:lnTo>
                        <a:pt x="519" y="2045"/>
                      </a:lnTo>
                      <a:lnTo>
                        <a:pt x="526" y="2051"/>
                      </a:lnTo>
                      <a:lnTo>
                        <a:pt x="534" y="2057"/>
                      </a:lnTo>
                      <a:lnTo>
                        <a:pt x="543" y="2060"/>
                      </a:lnTo>
                      <a:lnTo>
                        <a:pt x="555" y="2064"/>
                      </a:lnTo>
                      <a:lnTo>
                        <a:pt x="558" y="2063"/>
                      </a:lnTo>
                      <a:lnTo>
                        <a:pt x="560" y="2061"/>
                      </a:lnTo>
                      <a:lnTo>
                        <a:pt x="561" y="2060"/>
                      </a:lnTo>
                      <a:lnTo>
                        <a:pt x="562" y="2059"/>
                      </a:lnTo>
                      <a:lnTo>
                        <a:pt x="564" y="2057"/>
                      </a:lnTo>
                      <a:lnTo>
                        <a:pt x="564" y="2053"/>
                      </a:lnTo>
                      <a:lnTo>
                        <a:pt x="564" y="2047"/>
                      </a:lnTo>
                      <a:lnTo>
                        <a:pt x="561" y="2042"/>
                      </a:lnTo>
                      <a:lnTo>
                        <a:pt x="559" y="2040"/>
                      </a:lnTo>
                      <a:lnTo>
                        <a:pt x="555" y="2038"/>
                      </a:lnTo>
                      <a:lnTo>
                        <a:pt x="553" y="2034"/>
                      </a:lnTo>
                      <a:lnTo>
                        <a:pt x="551" y="2030"/>
                      </a:lnTo>
                      <a:lnTo>
                        <a:pt x="549" y="2026"/>
                      </a:lnTo>
                      <a:lnTo>
                        <a:pt x="552" y="2021"/>
                      </a:lnTo>
                      <a:lnTo>
                        <a:pt x="553" y="2020"/>
                      </a:lnTo>
                      <a:lnTo>
                        <a:pt x="555" y="2019"/>
                      </a:lnTo>
                      <a:lnTo>
                        <a:pt x="559" y="2017"/>
                      </a:lnTo>
                      <a:lnTo>
                        <a:pt x="561" y="2017"/>
                      </a:lnTo>
                      <a:lnTo>
                        <a:pt x="565" y="2019"/>
                      </a:lnTo>
                      <a:lnTo>
                        <a:pt x="568" y="2020"/>
                      </a:lnTo>
                      <a:lnTo>
                        <a:pt x="572" y="2021"/>
                      </a:lnTo>
                      <a:lnTo>
                        <a:pt x="574" y="2023"/>
                      </a:lnTo>
                      <a:lnTo>
                        <a:pt x="578" y="2027"/>
                      </a:lnTo>
                      <a:lnTo>
                        <a:pt x="584" y="2030"/>
                      </a:lnTo>
                      <a:lnTo>
                        <a:pt x="587" y="2033"/>
                      </a:lnTo>
                      <a:lnTo>
                        <a:pt x="592" y="2034"/>
                      </a:lnTo>
                      <a:lnTo>
                        <a:pt x="597" y="2034"/>
                      </a:lnTo>
                      <a:lnTo>
                        <a:pt x="602" y="2033"/>
                      </a:lnTo>
                      <a:lnTo>
                        <a:pt x="604" y="2032"/>
                      </a:lnTo>
                      <a:lnTo>
                        <a:pt x="606" y="2030"/>
                      </a:lnTo>
                      <a:lnTo>
                        <a:pt x="608" y="2028"/>
                      </a:lnTo>
                      <a:lnTo>
                        <a:pt x="608" y="2026"/>
                      </a:lnTo>
                      <a:lnTo>
                        <a:pt x="608" y="2021"/>
                      </a:lnTo>
                      <a:lnTo>
                        <a:pt x="608" y="2015"/>
                      </a:lnTo>
                      <a:lnTo>
                        <a:pt x="603" y="2004"/>
                      </a:lnTo>
                      <a:lnTo>
                        <a:pt x="599" y="1996"/>
                      </a:lnTo>
                      <a:lnTo>
                        <a:pt x="598" y="1994"/>
                      </a:lnTo>
                      <a:lnTo>
                        <a:pt x="598" y="1991"/>
                      </a:lnTo>
                      <a:lnTo>
                        <a:pt x="598" y="1988"/>
                      </a:lnTo>
                      <a:lnTo>
                        <a:pt x="601" y="1985"/>
                      </a:lnTo>
                      <a:lnTo>
                        <a:pt x="602" y="1983"/>
                      </a:lnTo>
                      <a:lnTo>
                        <a:pt x="605" y="1982"/>
                      </a:lnTo>
                      <a:lnTo>
                        <a:pt x="610" y="1982"/>
                      </a:lnTo>
                      <a:lnTo>
                        <a:pt x="616" y="1983"/>
                      </a:lnTo>
                      <a:lnTo>
                        <a:pt x="621" y="1985"/>
                      </a:lnTo>
                      <a:lnTo>
                        <a:pt x="626" y="1985"/>
                      </a:lnTo>
                      <a:lnTo>
                        <a:pt x="628" y="1984"/>
                      </a:lnTo>
                      <a:lnTo>
                        <a:pt x="630" y="1983"/>
                      </a:lnTo>
                      <a:lnTo>
                        <a:pt x="633" y="1980"/>
                      </a:lnTo>
                      <a:lnTo>
                        <a:pt x="635" y="1979"/>
                      </a:lnTo>
                      <a:lnTo>
                        <a:pt x="639" y="1978"/>
                      </a:lnTo>
                      <a:lnTo>
                        <a:pt x="643" y="1977"/>
                      </a:lnTo>
                      <a:lnTo>
                        <a:pt x="654" y="1977"/>
                      </a:lnTo>
                      <a:lnTo>
                        <a:pt x="665" y="1976"/>
                      </a:lnTo>
                      <a:lnTo>
                        <a:pt x="669" y="1975"/>
                      </a:lnTo>
                      <a:lnTo>
                        <a:pt x="674" y="1972"/>
                      </a:lnTo>
                      <a:lnTo>
                        <a:pt x="678" y="1970"/>
                      </a:lnTo>
                      <a:lnTo>
                        <a:pt x="681" y="1965"/>
                      </a:lnTo>
                      <a:lnTo>
                        <a:pt x="685" y="1957"/>
                      </a:lnTo>
                      <a:lnTo>
                        <a:pt x="689" y="1951"/>
                      </a:lnTo>
                      <a:lnTo>
                        <a:pt x="689" y="1947"/>
                      </a:lnTo>
                      <a:lnTo>
                        <a:pt x="689" y="1945"/>
                      </a:lnTo>
                      <a:lnTo>
                        <a:pt x="687" y="1942"/>
                      </a:lnTo>
                      <a:lnTo>
                        <a:pt x="686" y="1941"/>
                      </a:lnTo>
                      <a:lnTo>
                        <a:pt x="671" y="1933"/>
                      </a:lnTo>
                      <a:lnTo>
                        <a:pt x="653" y="1922"/>
                      </a:lnTo>
                      <a:lnTo>
                        <a:pt x="652" y="1920"/>
                      </a:lnTo>
                      <a:lnTo>
                        <a:pt x="650" y="1919"/>
                      </a:lnTo>
                      <a:lnTo>
                        <a:pt x="652" y="1916"/>
                      </a:lnTo>
                      <a:lnTo>
                        <a:pt x="653" y="1915"/>
                      </a:lnTo>
                      <a:lnTo>
                        <a:pt x="658" y="1914"/>
                      </a:lnTo>
                      <a:lnTo>
                        <a:pt x="667" y="1914"/>
                      </a:lnTo>
                      <a:lnTo>
                        <a:pt x="680" y="1916"/>
                      </a:lnTo>
                      <a:lnTo>
                        <a:pt x="697" y="1919"/>
                      </a:lnTo>
                      <a:lnTo>
                        <a:pt x="712" y="1922"/>
                      </a:lnTo>
                      <a:lnTo>
                        <a:pt x="723" y="1926"/>
                      </a:lnTo>
                      <a:lnTo>
                        <a:pt x="730" y="1931"/>
                      </a:lnTo>
                      <a:lnTo>
                        <a:pt x="736" y="1938"/>
                      </a:lnTo>
                      <a:lnTo>
                        <a:pt x="740" y="1946"/>
                      </a:lnTo>
                      <a:lnTo>
                        <a:pt x="742" y="1956"/>
                      </a:lnTo>
                      <a:lnTo>
                        <a:pt x="741" y="1964"/>
                      </a:lnTo>
                      <a:lnTo>
                        <a:pt x="737" y="1975"/>
                      </a:lnTo>
                      <a:lnTo>
                        <a:pt x="732" y="1985"/>
                      </a:lnTo>
                      <a:lnTo>
                        <a:pt x="728" y="1995"/>
                      </a:lnTo>
                      <a:lnTo>
                        <a:pt x="727" y="2000"/>
                      </a:lnTo>
                      <a:lnTo>
                        <a:pt x="728" y="2004"/>
                      </a:lnTo>
                      <a:lnTo>
                        <a:pt x="729" y="2008"/>
                      </a:lnTo>
                      <a:lnTo>
                        <a:pt x="730" y="2009"/>
                      </a:lnTo>
                      <a:lnTo>
                        <a:pt x="732" y="2010"/>
                      </a:lnTo>
                      <a:lnTo>
                        <a:pt x="736" y="2009"/>
                      </a:lnTo>
                      <a:lnTo>
                        <a:pt x="741" y="2007"/>
                      </a:lnTo>
                      <a:lnTo>
                        <a:pt x="746" y="2003"/>
                      </a:lnTo>
                      <a:lnTo>
                        <a:pt x="750" y="1998"/>
                      </a:lnTo>
                      <a:lnTo>
                        <a:pt x="755" y="1994"/>
                      </a:lnTo>
                      <a:lnTo>
                        <a:pt x="757" y="1988"/>
                      </a:lnTo>
                      <a:lnTo>
                        <a:pt x="760" y="1980"/>
                      </a:lnTo>
                      <a:lnTo>
                        <a:pt x="760" y="1973"/>
                      </a:lnTo>
                      <a:lnTo>
                        <a:pt x="760" y="1965"/>
                      </a:lnTo>
                      <a:lnTo>
                        <a:pt x="759" y="1957"/>
                      </a:lnTo>
                      <a:lnTo>
                        <a:pt x="756" y="1948"/>
                      </a:lnTo>
                      <a:lnTo>
                        <a:pt x="755" y="1940"/>
                      </a:lnTo>
                      <a:lnTo>
                        <a:pt x="753" y="1932"/>
                      </a:lnTo>
                      <a:lnTo>
                        <a:pt x="753" y="1925"/>
                      </a:lnTo>
                      <a:lnTo>
                        <a:pt x="753" y="1919"/>
                      </a:lnTo>
                      <a:lnTo>
                        <a:pt x="755" y="1908"/>
                      </a:lnTo>
                      <a:lnTo>
                        <a:pt x="756" y="1896"/>
                      </a:lnTo>
                      <a:lnTo>
                        <a:pt x="757" y="1884"/>
                      </a:lnTo>
                      <a:lnTo>
                        <a:pt x="760" y="1877"/>
                      </a:lnTo>
                      <a:lnTo>
                        <a:pt x="765" y="1875"/>
                      </a:lnTo>
                      <a:lnTo>
                        <a:pt x="775" y="1872"/>
                      </a:lnTo>
                      <a:lnTo>
                        <a:pt x="780" y="1871"/>
                      </a:lnTo>
                      <a:lnTo>
                        <a:pt x="785" y="1871"/>
                      </a:lnTo>
                      <a:lnTo>
                        <a:pt x="790" y="1872"/>
                      </a:lnTo>
                      <a:lnTo>
                        <a:pt x="791" y="1874"/>
                      </a:lnTo>
                      <a:lnTo>
                        <a:pt x="792" y="1876"/>
                      </a:lnTo>
                      <a:lnTo>
                        <a:pt x="792" y="1879"/>
                      </a:lnTo>
                      <a:lnTo>
                        <a:pt x="791" y="1884"/>
                      </a:lnTo>
                      <a:lnTo>
                        <a:pt x="788" y="1889"/>
                      </a:lnTo>
                      <a:lnTo>
                        <a:pt x="785" y="1896"/>
                      </a:lnTo>
                      <a:lnTo>
                        <a:pt x="780" y="1903"/>
                      </a:lnTo>
                      <a:lnTo>
                        <a:pt x="776" y="1912"/>
                      </a:lnTo>
                      <a:lnTo>
                        <a:pt x="775" y="1921"/>
                      </a:lnTo>
                      <a:lnTo>
                        <a:pt x="775" y="1923"/>
                      </a:lnTo>
                      <a:lnTo>
                        <a:pt x="778" y="1926"/>
                      </a:lnTo>
                      <a:lnTo>
                        <a:pt x="780" y="1928"/>
                      </a:lnTo>
                      <a:lnTo>
                        <a:pt x="782" y="1928"/>
                      </a:lnTo>
                      <a:lnTo>
                        <a:pt x="786" y="1928"/>
                      </a:lnTo>
                      <a:lnTo>
                        <a:pt x="790" y="1927"/>
                      </a:lnTo>
                      <a:lnTo>
                        <a:pt x="792" y="1923"/>
                      </a:lnTo>
                      <a:lnTo>
                        <a:pt x="794" y="1919"/>
                      </a:lnTo>
                      <a:lnTo>
                        <a:pt x="799" y="1908"/>
                      </a:lnTo>
                      <a:lnTo>
                        <a:pt x="806" y="1898"/>
                      </a:lnTo>
                      <a:lnTo>
                        <a:pt x="815" y="1890"/>
                      </a:lnTo>
                      <a:lnTo>
                        <a:pt x="823" y="1883"/>
                      </a:lnTo>
                      <a:lnTo>
                        <a:pt x="830" y="1877"/>
                      </a:lnTo>
                      <a:lnTo>
                        <a:pt x="836" y="1872"/>
                      </a:lnTo>
                      <a:lnTo>
                        <a:pt x="841" y="1868"/>
                      </a:lnTo>
                      <a:lnTo>
                        <a:pt x="842" y="1865"/>
                      </a:lnTo>
                      <a:lnTo>
                        <a:pt x="841" y="1849"/>
                      </a:lnTo>
                      <a:lnTo>
                        <a:pt x="841" y="1834"/>
                      </a:lnTo>
                      <a:lnTo>
                        <a:pt x="843" y="1822"/>
                      </a:lnTo>
                      <a:lnTo>
                        <a:pt x="845" y="1812"/>
                      </a:lnTo>
                      <a:lnTo>
                        <a:pt x="849" y="1805"/>
                      </a:lnTo>
                      <a:lnTo>
                        <a:pt x="854" y="1799"/>
                      </a:lnTo>
                      <a:lnTo>
                        <a:pt x="860" y="1794"/>
                      </a:lnTo>
                      <a:lnTo>
                        <a:pt x="867" y="1790"/>
                      </a:lnTo>
                      <a:lnTo>
                        <a:pt x="879" y="1789"/>
                      </a:lnTo>
                      <a:lnTo>
                        <a:pt x="892" y="1788"/>
                      </a:lnTo>
                      <a:lnTo>
                        <a:pt x="899" y="1787"/>
                      </a:lnTo>
                      <a:lnTo>
                        <a:pt x="907" y="1784"/>
                      </a:lnTo>
                      <a:lnTo>
                        <a:pt x="914" y="1781"/>
                      </a:lnTo>
                      <a:lnTo>
                        <a:pt x="921" y="1775"/>
                      </a:lnTo>
                      <a:lnTo>
                        <a:pt x="925" y="1771"/>
                      </a:lnTo>
                      <a:lnTo>
                        <a:pt x="927" y="1768"/>
                      </a:lnTo>
                      <a:lnTo>
                        <a:pt x="927" y="1763"/>
                      </a:lnTo>
                      <a:lnTo>
                        <a:pt x="927" y="1758"/>
                      </a:lnTo>
                      <a:lnTo>
                        <a:pt x="925" y="1748"/>
                      </a:lnTo>
                      <a:lnTo>
                        <a:pt x="920" y="1737"/>
                      </a:lnTo>
                      <a:lnTo>
                        <a:pt x="917" y="1734"/>
                      </a:lnTo>
                      <a:lnTo>
                        <a:pt x="910" y="1730"/>
                      </a:lnTo>
                      <a:lnTo>
                        <a:pt x="899" y="1725"/>
                      </a:lnTo>
                      <a:lnTo>
                        <a:pt x="886" y="1721"/>
                      </a:lnTo>
                      <a:lnTo>
                        <a:pt x="872" y="1718"/>
                      </a:lnTo>
                      <a:lnTo>
                        <a:pt x="856" y="1715"/>
                      </a:lnTo>
                      <a:lnTo>
                        <a:pt x="842" y="1714"/>
                      </a:lnTo>
                      <a:lnTo>
                        <a:pt x="829" y="1715"/>
                      </a:lnTo>
                      <a:lnTo>
                        <a:pt x="822" y="1717"/>
                      </a:lnTo>
                      <a:lnTo>
                        <a:pt x="816" y="1717"/>
                      </a:lnTo>
                      <a:lnTo>
                        <a:pt x="811" y="1715"/>
                      </a:lnTo>
                      <a:lnTo>
                        <a:pt x="807" y="1714"/>
                      </a:lnTo>
                      <a:lnTo>
                        <a:pt x="805" y="1712"/>
                      </a:lnTo>
                      <a:lnTo>
                        <a:pt x="804" y="1709"/>
                      </a:lnTo>
                      <a:lnTo>
                        <a:pt x="805" y="1706"/>
                      </a:lnTo>
                      <a:lnTo>
                        <a:pt x="806" y="1702"/>
                      </a:lnTo>
                      <a:lnTo>
                        <a:pt x="807" y="1698"/>
                      </a:lnTo>
                      <a:lnTo>
                        <a:pt x="810" y="1693"/>
                      </a:lnTo>
                      <a:lnTo>
                        <a:pt x="812" y="1689"/>
                      </a:lnTo>
                      <a:lnTo>
                        <a:pt x="816" y="1686"/>
                      </a:lnTo>
                      <a:lnTo>
                        <a:pt x="820" y="1683"/>
                      </a:lnTo>
                      <a:lnTo>
                        <a:pt x="828" y="1681"/>
                      </a:lnTo>
                      <a:lnTo>
                        <a:pt x="836" y="1680"/>
                      </a:lnTo>
                      <a:lnTo>
                        <a:pt x="847" y="1679"/>
                      </a:lnTo>
                      <a:lnTo>
                        <a:pt x="854" y="1679"/>
                      </a:lnTo>
                      <a:lnTo>
                        <a:pt x="858" y="1679"/>
                      </a:lnTo>
                      <a:lnTo>
                        <a:pt x="861" y="1680"/>
                      </a:lnTo>
                      <a:lnTo>
                        <a:pt x="864" y="1682"/>
                      </a:lnTo>
                      <a:lnTo>
                        <a:pt x="866" y="1682"/>
                      </a:lnTo>
                      <a:lnTo>
                        <a:pt x="868" y="1682"/>
                      </a:lnTo>
                      <a:lnTo>
                        <a:pt x="869" y="1681"/>
                      </a:lnTo>
                      <a:lnTo>
                        <a:pt x="872" y="1679"/>
                      </a:lnTo>
                      <a:lnTo>
                        <a:pt x="875" y="1674"/>
                      </a:lnTo>
                      <a:lnTo>
                        <a:pt x="878" y="1668"/>
                      </a:lnTo>
                      <a:lnTo>
                        <a:pt x="878" y="1661"/>
                      </a:lnTo>
                      <a:lnTo>
                        <a:pt x="876" y="1655"/>
                      </a:lnTo>
                      <a:lnTo>
                        <a:pt x="875" y="1652"/>
                      </a:lnTo>
                      <a:lnTo>
                        <a:pt x="872" y="1650"/>
                      </a:lnTo>
                      <a:lnTo>
                        <a:pt x="868" y="1649"/>
                      </a:lnTo>
                      <a:lnTo>
                        <a:pt x="864" y="1649"/>
                      </a:lnTo>
                      <a:lnTo>
                        <a:pt x="855" y="1648"/>
                      </a:lnTo>
                      <a:lnTo>
                        <a:pt x="845" y="1647"/>
                      </a:lnTo>
                      <a:lnTo>
                        <a:pt x="842" y="1647"/>
                      </a:lnTo>
                      <a:lnTo>
                        <a:pt x="837" y="1644"/>
                      </a:lnTo>
                      <a:lnTo>
                        <a:pt x="835" y="1643"/>
                      </a:lnTo>
                      <a:lnTo>
                        <a:pt x="832" y="1641"/>
                      </a:lnTo>
                      <a:lnTo>
                        <a:pt x="832" y="1637"/>
                      </a:lnTo>
                      <a:lnTo>
                        <a:pt x="835" y="1633"/>
                      </a:lnTo>
                      <a:lnTo>
                        <a:pt x="839" y="1630"/>
                      </a:lnTo>
                      <a:lnTo>
                        <a:pt x="845" y="1626"/>
                      </a:lnTo>
                      <a:lnTo>
                        <a:pt x="860" y="1620"/>
                      </a:lnTo>
                      <a:lnTo>
                        <a:pt x="873" y="1618"/>
                      </a:lnTo>
                      <a:lnTo>
                        <a:pt x="878" y="1618"/>
                      </a:lnTo>
                      <a:lnTo>
                        <a:pt x="882" y="1619"/>
                      </a:lnTo>
                      <a:lnTo>
                        <a:pt x="887" y="1620"/>
                      </a:lnTo>
                      <a:lnTo>
                        <a:pt x="891" y="1623"/>
                      </a:lnTo>
                      <a:lnTo>
                        <a:pt x="895" y="1625"/>
                      </a:lnTo>
                      <a:lnTo>
                        <a:pt x="898" y="1627"/>
                      </a:lnTo>
                      <a:lnTo>
                        <a:pt x="901" y="1631"/>
                      </a:lnTo>
                      <a:lnTo>
                        <a:pt x="904" y="1635"/>
                      </a:lnTo>
                      <a:lnTo>
                        <a:pt x="905" y="1638"/>
                      </a:lnTo>
                      <a:lnTo>
                        <a:pt x="905" y="1642"/>
                      </a:lnTo>
                      <a:lnTo>
                        <a:pt x="905" y="1647"/>
                      </a:lnTo>
                      <a:lnTo>
                        <a:pt x="905" y="1650"/>
                      </a:lnTo>
                      <a:lnTo>
                        <a:pt x="902" y="1657"/>
                      </a:lnTo>
                      <a:lnTo>
                        <a:pt x="899" y="1666"/>
                      </a:lnTo>
                      <a:lnTo>
                        <a:pt x="898" y="1669"/>
                      </a:lnTo>
                      <a:lnTo>
                        <a:pt x="898" y="1673"/>
                      </a:lnTo>
                      <a:lnTo>
                        <a:pt x="898" y="1676"/>
                      </a:lnTo>
                      <a:lnTo>
                        <a:pt x="898" y="1681"/>
                      </a:lnTo>
                      <a:lnTo>
                        <a:pt x="899" y="1685"/>
                      </a:lnTo>
                      <a:lnTo>
                        <a:pt x="901" y="1688"/>
                      </a:lnTo>
                      <a:lnTo>
                        <a:pt x="904" y="1692"/>
                      </a:lnTo>
                      <a:lnTo>
                        <a:pt x="907" y="1694"/>
                      </a:lnTo>
                      <a:lnTo>
                        <a:pt x="912" y="1695"/>
                      </a:lnTo>
                      <a:lnTo>
                        <a:pt x="917" y="1694"/>
                      </a:lnTo>
                      <a:lnTo>
                        <a:pt x="923" y="1692"/>
                      </a:lnTo>
                      <a:lnTo>
                        <a:pt x="929" y="1688"/>
                      </a:lnTo>
                      <a:lnTo>
                        <a:pt x="933" y="1683"/>
                      </a:lnTo>
                      <a:lnTo>
                        <a:pt x="938" y="1679"/>
                      </a:lnTo>
                      <a:lnTo>
                        <a:pt x="942" y="1675"/>
                      </a:lnTo>
                      <a:lnTo>
                        <a:pt x="944" y="1670"/>
                      </a:lnTo>
                      <a:lnTo>
                        <a:pt x="944" y="1664"/>
                      </a:lnTo>
                      <a:lnTo>
                        <a:pt x="943" y="1658"/>
                      </a:lnTo>
                      <a:lnTo>
                        <a:pt x="939" y="1654"/>
                      </a:lnTo>
                      <a:lnTo>
                        <a:pt x="933" y="1649"/>
                      </a:lnTo>
                      <a:lnTo>
                        <a:pt x="930" y="1647"/>
                      </a:lnTo>
                      <a:lnTo>
                        <a:pt x="926" y="1642"/>
                      </a:lnTo>
                      <a:lnTo>
                        <a:pt x="924" y="1637"/>
                      </a:lnTo>
                      <a:lnTo>
                        <a:pt x="921" y="1631"/>
                      </a:lnTo>
                      <a:lnTo>
                        <a:pt x="919" y="1625"/>
                      </a:lnTo>
                      <a:lnTo>
                        <a:pt x="918" y="1617"/>
                      </a:lnTo>
                      <a:lnTo>
                        <a:pt x="918" y="1608"/>
                      </a:lnTo>
                      <a:lnTo>
                        <a:pt x="919" y="1599"/>
                      </a:lnTo>
                      <a:lnTo>
                        <a:pt x="921" y="1591"/>
                      </a:lnTo>
                      <a:lnTo>
                        <a:pt x="924" y="1584"/>
                      </a:lnTo>
                      <a:lnTo>
                        <a:pt x="926" y="1580"/>
                      </a:lnTo>
                      <a:lnTo>
                        <a:pt x="929" y="1578"/>
                      </a:lnTo>
                      <a:lnTo>
                        <a:pt x="931" y="1578"/>
                      </a:lnTo>
                      <a:lnTo>
                        <a:pt x="932" y="1579"/>
                      </a:lnTo>
                      <a:lnTo>
                        <a:pt x="935" y="1581"/>
                      </a:lnTo>
                      <a:lnTo>
                        <a:pt x="936" y="1584"/>
                      </a:lnTo>
                      <a:lnTo>
                        <a:pt x="937" y="1594"/>
                      </a:lnTo>
                      <a:lnTo>
                        <a:pt x="937" y="1608"/>
                      </a:lnTo>
                      <a:lnTo>
                        <a:pt x="937" y="1623"/>
                      </a:lnTo>
                      <a:lnTo>
                        <a:pt x="938" y="1631"/>
                      </a:lnTo>
                      <a:lnTo>
                        <a:pt x="941" y="1635"/>
                      </a:lnTo>
                      <a:lnTo>
                        <a:pt x="943" y="1637"/>
                      </a:lnTo>
                      <a:lnTo>
                        <a:pt x="946" y="1638"/>
                      </a:lnTo>
                      <a:lnTo>
                        <a:pt x="949" y="1638"/>
                      </a:lnTo>
                      <a:lnTo>
                        <a:pt x="954" y="1639"/>
                      </a:lnTo>
                      <a:lnTo>
                        <a:pt x="961" y="1638"/>
                      </a:lnTo>
                      <a:lnTo>
                        <a:pt x="963" y="1638"/>
                      </a:lnTo>
                      <a:lnTo>
                        <a:pt x="967" y="1636"/>
                      </a:lnTo>
                      <a:lnTo>
                        <a:pt x="969" y="1633"/>
                      </a:lnTo>
                      <a:lnTo>
                        <a:pt x="971" y="1631"/>
                      </a:lnTo>
                      <a:lnTo>
                        <a:pt x="974" y="1626"/>
                      </a:lnTo>
                      <a:lnTo>
                        <a:pt x="977" y="1623"/>
                      </a:lnTo>
                      <a:lnTo>
                        <a:pt x="981" y="1619"/>
                      </a:lnTo>
                      <a:lnTo>
                        <a:pt x="986" y="1616"/>
                      </a:lnTo>
                      <a:lnTo>
                        <a:pt x="992" y="1612"/>
                      </a:lnTo>
                      <a:lnTo>
                        <a:pt x="996" y="1610"/>
                      </a:lnTo>
                      <a:lnTo>
                        <a:pt x="1004" y="1610"/>
                      </a:lnTo>
                      <a:lnTo>
                        <a:pt x="1009" y="1610"/>
                      </a:lnTo>
                      <a:lnTo>
                        <a:pt x="1015" y="1610"/>
                      </a:lnTo>
                      <a:lnTo>
                        <a:pt x="1020" y="1610"/>
                      </a:lnTo>
                      <a:lnTo>
                        <a:pt x="1024" y="1608"/>
                      </a:lnTo>
                      <a:lnTo>
                        <a:pt x="1026" y="1607"/>
                      </a:lnTo>
                      <a:lnTo>
                        <a:pt x="1027" y="1606"/>
                      </a:lnTo>
                      <a:lnTo>
                        <a:pt x="1028" y="1603"/>
                      </a:lnTo>
                      <a:lnTo>
                        <a:pt x="1028" y="1599"/>
                      </a:lnTo>
                      <a:lnTo>
                        <a:pt x="1027" y="1595"/>
                      </a:lnTo>
                      <a:lnTo>
                        <a:pt x="1027" y="1586"/>
                      </a:lnTo>
                      <a:lnTo>
                        <a:pt x="1027" y="1578"/>
                      </a:lnTo>
                      <a:lnTo>
                        <a:pt x="1028" y="1573"/>
                      </a:lnTo>
                      <a:lnTo>
                        <a:pt x="1028" y="1569"/>
                      </a:lnTo>
                      <a:lnTo>
                        <a:pt x="1030" y="1567"/>
                      </a:lnTo>
                      <a:lnTo>
                        <a:pt x="1032" y="1566"/>
                      </a:lnTo>
                      <a:lnTo>
                        <a:pt x="1033" y="1566"/>
                      </a:lnTo>
                      <a:lnTo>
                        <a:pt x="1034" y="1566"/>
                      </a:lnTo>
                      <a:lnTo>
                        <a:pt x="1036" y="1568"/>
                      </a:lnTo>
                      <a:lnTo>
                        <a:pt x="1037" y="1570"/>
                      </a:lnTo>
                      <a:lnTo>
                        <a:pt x="1038" y="1576"/>
                      </a:lnTo>
                      <a:lnTo>
                        <a:pt x="1039" y="1585"/>
                      </a:lnTo>
                      <a:lnTo>
                        <a:pt x="1039" y="1588"/>
                      </a:lnTo>
                      <a:lnTo>
                        <a:pt x="1040" y="1592"/>
                      </a:lnTo>
                      <a:lnTo>
                        <a:pt x="1042" y="1594"/>
                      </a:lnTo>
                      <a:lnTo>
                        <a:pt x="1044" y="1598"/>
                      </a:lnTo>
                      <a:lnTo>
                        <a:pt x="1048" y="1600"/>
                      </a:lnTo>
                      <a:lnTo>
                        <a:pt x="1051" y="1603"/>
                      </a:lnTo>
                      <a:lnTo>
                        <a:pt x="1056" y="1604"/>
                      </a:lnTo>
                      <a:lnTo>
                        <a:pt x="1062" y="1604"/>
                      </a:lnTo>
                      <a:lnTo>
                        <a:pt x="1074" y="1603"/>
                      </a:lnTo>
                      <a:lnTo>
                        <a:pt x="1083" y="1603"/>
                      </a:lnTo>
                      <a:lnTo>
                        <a:pt x="1087" y="1604"/>
                      </a:lnTo>
                      <a:lnTo>
                        <a:pt x="1089" y="1606"/>
                      </a:lnTo>
                      <a:lnTo>
                        <a:pt x="1090" y="1610"/>
                      </a:lnTo>
                      <a:lnTo>
                        <a:pt x="1090" y="1616"/>
                      </a:lnTo>
                      <a:lnTo>
                        <a:pt x="1089" y="1626"/>
                      </a:lnTo>
                      <a:lnTo>
                        <a:pt x="1090" y="1635"/>
                      </a:lnTo>
                      <a:lnTo>
                        <a:pt x="1091" y="1638"/>
                      </a:lnTo>
                      <a:lnTo>
                        <a:pt x="1093" y="1641"/>
                      </a:lnTo>
                      <a:lnTo>
                        <a:pt x="1095" y="1642"/>
                      </a:lnTo>
                      <a:lnTo>
                        <a:pt x="1097" y="1643"/>
                      </a:lnTo>
                      <a:lnTo>
                        <a:pt x="1101" y="1644"/>
                      </a:lnTo>
                      <a:lnTo>
                        <a:pt x="1103" y="1642"/>
                      </a:lnTo>
                      <a:lnTo>
                        <a:pt x="1106" y="1638"/>
                      </a:lnTo>
                      <a:lnTo>
                        <a:pt x="1108" y="1635"/>
                      </a:lnTo>
                      <a:lnTo>
                        <a:pt x="1113" y="1625"/>
                      </a:lnTo>
                      <a:lnTo>
                        <a:pt x="1118" y="1617"/>
                      </a:lnTo>
                      <a:lnTo>
                        <a:pt x="1122" y="1608"/>
                      </a:lnTo>
                      <a:lnTo>
                        <a:pt x="1126" y="1601"/>
                      </a:lnTo>
                      <a:lnTo>
                        <a:pt x="1127" y="1597"/>
                      </a:lnTo>
                      <a:lnTo>
                        <a:pt x="1127" y="1594"/>
                      </a:lnTo>
                      <a:lnTo>
                        <a:pt x="1126" y="1591"/>
                      </a:lnTo>
                      <a:lnTo>
                        <a:pt x="1124" y="1588"/>
                      </a:lnTo>
                      <a:lnTo>
                        <a:pt x="1119" y="1584"/>
                      </a:lnTo>
                      <a:lnTo>
                        <a:pt x="1114" y="1578"/>
                      </a:lnTo>
                      <a:lnTo>
                        <a:pt x="1112" y="1575"/>
                      </a:lnTo>
                      <a:lnTo>
                        <a:pt x="1111" y="1573"/>
                      </a:lnTo>
                      <a:lnTo>
                        <a:pt x="1111" y="1569"/>
                      </a:lnTo>
                      <a:lnTo>
                        <a:pt x="1112" y="1568"/>
                      </a:lnTo>
                      <a:lnTo>
                        <a:pt x="1124" y="1566"/>
                      </a:lnTo>
                      <a:lnTo>
                        <a:pt x="1137" y="1563"/>
                      </a:lnTo>
                      <a:lnTo>
                        <a:pt x="1146" y="1553"/>
                      </a:lnTo>
                      <a:lnTo>
                        <a:pt x="1157" y="1538"/>
                      </a:lnTo>
                      <a:lnTo>
                        <a:pt x="1159" y="1536"/>
                      </a:lnTo>
                      <a:lnTo>
                        <a:pt x="1160" y="1532"/>
                      </a:lnTo>
                      <a:lnTo>
                        <a:pt x="1162" y="1529"/>
                      </a:lnTo>
                      <a:lnTo>
                        <a:pt x="1162" y="1526"/>
                      </a:lnTo>
                      <a:lnTo>
                        <a:pt x="1160" y="1524"/>
                      </a:lnTo>
                      <a:lnTo>
                        <a:pt x="1159" y="1522"/>
                      </a:lnTo>
                      <a:lnTo>
                        <a:pt x="1156" y="1521"/>
                      </a:lnTo>
                      <a:lnTo>
                        <a:pt x="1152" y="1521"/>
                      </a:lnTo>
                      <a:lnTo>
                        <a:pt x="1143" y="1519"/>
                      </a:lnTo>
                      <a:lnTo>
                        <a:pt x="1130" y="1518"/>
                      </a:lnTo>
                      <a:lnTo>
                        <a:pt x="1119" y="1516"/>
                      </a:lnTo>
                      <a:lnTo>
                        <a:pt x="1112" y="1512"/>
                      </a:lnTo>
                      <a:lnTo>
                        <a:pt x="1108" y="1507"/>
                      </a:lnTo>
                      <a:lnTo>
                        <a:pt x="1106" y="1501"/>
                      </a:lnTo>
                      <a:lnTo>
                        <a:pt x="1106" y="1499"/>
                      </a:lnTo>
                      <a:lnTo>
                        <a:pt x="1107" y="1496"/>
                      </a:lnTo>
                      <a:lnTo>
                        <a:pt x="1108" y="1493"/>
                      </a:lnTo>
                      <a:lnTo>
                        <a:pt x="1111" y="1491"/>
                      </a:lnTo>
                      <a:lnTo>
                        <a:pt x="1115" y="1488"/>
                      </a:lnTo>
                      <a:lnTo>
                        <a:pt x="1120" y="1486"/>
                      </a:lnTo>
                      <a:lnTo>
                        <a:pt x="1125" y="1486"/>
                      </a:lnTo>
                      <a:lnTo>
                        <a:pt x="1130" y="1488"/>
                      </a:lnTo>
                      <a:lnTo>
                        <a:pt x="1137" y="1490"/>
                      </a:lnTo>
                      <a:lnTo>
                        <a:pt x="1149" y="1490"/>
                      </a:lnTo>
                      <a:lnTo>
                        <a:pt x="1162" y="1488"/>
                      </a:lnTo>
                      <a:lnTo>
                        <a:pt x="1174" y="1486"/>
                      </a:lnTo>
                      <a:lnTo>
                        <a:pt x="1183" y="1482"/>
                      </a:lnTo>
                      <a:lnTo>
                        <a:pt x="1191" y="1480"/>
                      </a:lnTo>
                      <a:lnTo>
                        <a:pt x="1200" y="1478"/>
                      </a:lnTo>
                      <a:lnTo>
                        <a:pt x="1213" y="1477"/>
                      </a:lnTo>
                      <a:lnTo>
                        <a:pt x="1225" y="1475"/>
                      </a:lnTo>
                      <a:lnTo>
                        <a:pt x="1232" y="1474"/>
                      </a:lnTo>
                      <a:lnTo>
                        <a:pt x="1233" y="1472"/>
                      </a:lnTo>
                      <a:lnTo>
                        <a:pt x="1232" y="1471"/>
                      </a:lnTo>
                      <a:lnTo>
                        <a:pt x="1231" y="1468"/>
                      </a:lnTo>
                      <a:lnTo>
                        <a:pt x="1227" y="1467"/>
                      </a:lnTo>
                      <a:lnTo>
                        <a:pt x="1219" y="1465"/>
                      </a:lnTo>
                      <a:lnTo>
                        <a:pt x="1209" y="1462"/>
                      </a:lnTo>
                      <a:lnTo>
                        <a:pt x="1206" y="1461"/>
                      </a:lnTo>
                      <a:lnTo>
                        <a:pt x="1201" y="1459"/>
                      </a:lnTo>
                      <a:lnTo>
                        <a:pt x="1197" y="1456"/>
                      </a:lnTo>
                      <a:lnTo>
                        <a:pt x="1194" y="1453"/>
                      </a:lnTo>
                      <a:lnTo>
                        <a:pt x="1193" y="1449"/>
                      </a:lnTo>
                      <a:lnTo>
                        <a:pt x="1193" y="1447"/>
                      </a:lnTo>
                      <a:lnTo>
                        <a:pt x="1195" y="1444"/>
                      </a:lnTo>
                      <a:lnTo>
                        <a:pt x="1198" y="1443"/>
                      </a:lnTo>
                      <a:lnTo>
                        <a:pt x="1209" y="1443"/>
                      </a:lnTo>
                      <a:lnTo>
                        <a:pt x="1219" y="1444"/>
                      </a:lnTo>
                      <a:lnTo>
                        <a:pt x="1228" y="1447"/>
                      </a:lnTo>
                      <a:lnTo>
                        <a:pt x="1235" y="1447"/>
                      </a:lnTo>
                      <a:lnTo>
                        <a:pt x="1239" y="1446"/>
                      </a:lnTo>
                      <a:lnTo>
                        <a:pt x="1240" y="1444"/>
                      </a:lnTo>
                      <a:lnTo>
                        <a:pt x="1241" y="1443"/>
                      </a:lnTo>
                      <a:lnTo>
                        <a:pt x="1242" y="1441"/>
                      </a:lnTo>
                      <a:lnTo>
                        <a:pt x="1239" y="1430"/>
                      </a:lnTo>
                      <a:lnTo>
                        <a:pt x="1237" y="1414"/>
                      </a:lnTo>
                      <a:lnTo>
                        <a:pt x="1235" y="1406"/>
                      </a:lnTo>
                      <a:lnTo>
                        <a:pt x="1234" y="1403"/>
                      </a:lnTo>
                      <a:lnTo>
                        <a:pt x="1232" y="1402"/>
                      </a:lnTo>
                      <a:lnTo>
                        <a:pt x="1231" y="1403"/>
                      </a:lnTo>
                      <a:lnTo>
                        <a:pt x="1228" y="1405"/>
                      </a:lnTo>
                      <a:lnTo>
                        <a:pt x="1226" y="1408"/>
                      </a:lnTo>
                      <a:lnTo>
                        <a:pt x="1222" y="1411"/>
                      </a:lnTo>
                      <a:lnTo>
                        <a:pt x="1219" y="1414"/>
                      </a:lnTo>
                      <a:lnTo>
                        <a:pt x="1215" y="1416"/>
                      </a:lnTo>
                      <a:lnTo>
                        <a:pt x="1212" y="1417"/>
                      </a:lnTo>
                      <a:lnTo>
                        <a:pt x="1208" y="1417"/>
                      </a:lnTo>
                      <a:lnTo>
                        <a:pt x="1204" y="1417"/>
                      </a:lnTo>
                      <a:lnTo>
                        <a:pt x="1201" y="1416"/>
                      </a:lnTo>
                      <a:lnTo>
                        <a:pt x="1200" y="1414"/>
                      </a:lnTo>
                      <a:lnTo>
                        <a:pt x="1195" y="1408"/>
                      </a:lnTo>
                      <a:lnTo>
                        <a:pt x="1190" y="1402"/>
                      </a:lnTo>
                      <a:lnTo>
                        <a:pt x="1185" y="1396"/>
                      </a:lnTo>
                      <a:lnTo>
                        <a:pt x="1181" y="1392"/>
                      </a:lnTo>
                      <a:lnTo>
                        <a:pt x="1179" y="1390"/>
                      </a:lnTo>
                      <a:lnTo>
                        <a:pt x="1178" y="1389"/>
                      </a:lnTo>
                      <a:lnTo>
                        <a:pt x="1177" y="1387"/>
                      </a:lnTo>
                      <a:lnTo>
                        <a:pt x="1177" y="1385"/>
                      </a:lnTo>
                      <a:lnTo>
                        <a:pt x="1178" y="1384"/>
                      </a:lnTo>
                      <a:lnTo>
                        <a:pt x="1181" y="1384"/>
                      </a:lnTo>
                      <a:lnTo>
                        <a:pt x="1184" y="1383"/>
                      </a:lnTo>
                      <a:lnTo>
                        <a:pt x="1188" y="1384"/>
                      </a:lnTo>
                      <a:lnTo>
                        <a:pt x="1198" y="1386"/>
                      </a:lnTo>
                      <a:lnTo>
                        <a:pt x="1207" y="1386"/>
                      </a:lnTo>
                      <a:lnTo>
                        <a:pt x="1210" y="1386"/>
                      </a:lnTo>
                      <a:lnTo>
                        <a:pt x="1214" y="1385"/>
                      </a:lnTo>
                      <a:lnTo>
                        <a:pt x="1215" y="1383"/>
                      </a:lnTo>
                      <a:lnTo>
                        <a:pt x="1216" y="1379"/>
                      </a:lnTo>
                      <a:lnTo>
                        <a:pt x="1215" y="1374"/>
                      </a:lnTo>
                      <a:lnTo>
                        <a:pt x="1214" y="1368"/>
                      </a:lnTo>
                      <a:lnTo>
                        <a:pt x="1213" y="1364"/>
                      </a:lnTo>
                      <a:lnTo>
                        <a:pt x="1210" y="1359"/>
                      </a:lnTo>
                      <a:lnTo>
                        <a:pt x="1206" y="1352"/>
                      </a:lnTo>
                      <a:lnTo>
                        <a:pt x="1200" y="1343"/>
                      </a:lnTo>
                      <a:lnTo>
                        <a:pt x="1194" y="1337"/>
                      </a:lnTo>
                      <a:lnTo>
                        <a:pt x="1189" y="1333"/>
                      </a:lnTo>
                      <a:lnTo>
                        <a:pt x="1185" y="1328"/>
                      </a:lnTo>
                      <a:lnTo>
                        <a:pt x="1184" y="1323"/>
                      </a:lnTo>
                      <a:lnTo>
                        <a:pt x="1187" y="1318"/>
                      </a:lnTo>
                      <a:lnTo>
                        <a:pt x="1189" y="1313"/>
                      </a:lnTo>
                      <a:lnTo>
                        <a:pt x="1193" y="1309"/>
                      </a:lnTo>
                      <a:lnTo>
                        <a:pt x="1197" y="1305"/>
                      </a:lnTo>
                      <a:lnTo>
                        <a:pt x="1202" y="1303"/>
                      </a:lnTo>
                      <a:lnTo>
                        <a:pt x="1207" y="1302"/>
                      </a:lnTo>
                      <a:lnTo>
                        <a:pt x="1212" y="1302"/>
                      </a:lnTo>
                      <a:lnTo>
                        <a:pt x="1215" y="1304"/>
                      </a:lnTo>
                      <a:lnTo>
                        <a:pt x="1219" y="1308"/>
                      </a:lnTo>
                      <a:lnTo>
                        <a:pt x="1221" y="1314"/>
                      </a:lnTo>
                      <a:lnTo>
                        <a:pt x="1225" y="1320"/>
                      </a:lnTo>
                      <a:lnTo>
                        <a:pt x="1227" y="1327"/>
                      </a:lnTo>
                      <a:lnTo>
                        <a:pt x="1232" y="1341"/>
                      </a:lnTo>
                      <a:lnTo>
                        <a:pt x="1237" y="1354"/>
                      </a:lnTo>
                      <a:lnTo>
                        <a:pt x="1241" y="1362"/>
                      </a:lnTo>
                      <a:lnTo>
                        <a:pt x="1245" y="1368"/>
                      </a:lnTo>
                      <a:lnTo>
                        <a:pt x="1250" y="1371"/>
                      </a:lnTo>
                      <a:lnTo>
                        <a:pt x="1252" y="1372"/>
                      </a:lnTo>
                      <a:lnTo>
                        <a:pt x="1259" y="1371"/>
                      </a:lnTo>
                      <a:lnTo>
                        <a:pt x="1265" y="1370"/>
                      </a:lnTo>
                      <a:lnTo>
                        <a:pt x="1270" y="1367"/>
                      </a:lnTo>
                      <a:lnTo>
                        <a:pt x="1273" y="1365"/>
                      </a:lnTo>
                      <a:lnTo>
                        <a:pt x="1281" y="1359"/>
                      </a:lnTo>
                      <a:lnTo>
                        <a:pt x="1286" y="1352"/>
                      </a:lnTo>
                      <a:lnTo>
                        <a:pt x="1290" y="1347"/>
                      </a:lnTo>
                      <a:lnTo>
                        <a:pt x="1295" y="1342"/>
                      </a:lnTo>
                      <a:lnTo>
                        <a:pt x="1301" y="1339"/>
                      </a:lnTo>
                      <a:lnTo>
                        <a:pt x="1310" y="1334"/>
                      </a:lnTo>
                      <a:lnTo>
                        <a:pt x="1323" y="1329"/>
                      </a:lnTo>
                      <a:lnTo>
                        <a:pt x="1335" y="1327"/>
                      </a:lnTo>
                      <a:lnTo>
                        <a:pt x="1346" y="1326"/>
                      </a:lnTo>
                      <a:lnTo>
                        <a:pt x="1357" y="1324"/>
                      </a:lnTo>
                      <a:lnTo>
                        <a:pt x="1367" y="1326"/>
                      </a:lnTo>
                      <a:lnTo>
                        <a:pt x="1376" y="1327"/>
                      </a:lnTo>
                      <a:lnTo>
                        <a:pt x="1385" y="1328"/>
                      </a:lnTo>
                      <a:lnTo>
                        <a:pt x="1393" y="1330"/>
                      </a:lnTo>
                      <a:lnTo>
                        <a:pt x="1411" y="1335"/>
                      </a:lnTo>
                      <a:lnTo>
                        <a:pt x="1427" y="1336"/>
                      </a:lnTo>
                      <a:lnTo>
                        <a:pt x="1433" y="1336"/>
                      </a:lnTo>
                      <a:lnTo>
                        <a:pt x="1437" y="1335"/>
                      </a:lnTo>
                      <a:lnTo>
                        <a:pt x="1441" y="1333"/>
                      </a:lnTo>
                      <a:lnTo>
                        <a:pt x="1445" y="1330"/>
                      </a:lnTo>
                      <a:lnTo>
                        <a:pt x="1446" y="1327"/>
                      </a:lnTo>
                      <a:lnTo>
                        <a:pt x="1446" y="1322"/>
                      </a:lnTo>
                      <a:lnTo>
                        <a:pt x="1443" y="1318"/>
                      </a:lnTo>
                      <a:lnTo>
                        <a:pt x="1440" y="1315"/>
                      </a:lnTo>
                      <a:lnTo>
                        <a:pt x="1435" y="1310"/>
                      </a:lnTo>
                      <a:lnTo>
                        <a:pt x="1428" y="1307"/>
                      </a:lnTo>
                      <a:lnTo>
                        <a:pt x="1421" y="1303"/>
                      </a:lnTo>
                      <a:lnTo>
                        <a:pt x="1411" y="1299"/>
                      </a:lnTo>
                      <a:lnTo>
                        <a:pt x="1370" y="1285"/>
                      </a:lnTo>
                      <a:lnTo>
                        <a:pt x="1326" y="1272"/>
                      </a:lnTo>
                      <a:lnTo>
                        <a:pt x="1305" y="1265"/>
                      </a:lnTo>
                      <a:lnTo>
                        <a:pt x="1291" y="1259"/>
                      </a:lnTo>
                      <a:lnTo>
                        <a:pt x="1281" y="1253"/>
                      </a:lnTo>
                      <a:lnTo>
                        <a:pt x="1272" y="1248"/>
                      </a:lnTo>
                      <a:lnTo>
                        <a:pt x="1270" y="1242"/>
                      </a:lnTo>
                      <a:lnTo>
                        <a:pt x="1270" y="1236"/>
                      </a:lnTo>
                      <a:lnTo>
                        <a:pt x="1270" y="1232"/>
                      </a:lnTo>
                      <a:lnTo>
                        <a:pt x="1272" y="1228"/>
                      </a:lnTo>
                      <a:lnTo>
                        <a:pt x="1275" y="1225"/>
                      </a:lnTo>
                      <a:lnTo>
                        <a:pt x="1278" y="1222"/>
                      </a:lnTo>
                      <a:lnTo>
                        <a:pt x="1288" y="1219"/>
                      </a:lnTo>
                      <a:lnTo>
                        <a:pt x="1296" y="1216"/>
                      </a:lnTo>
                      <a:lnTo>
                        <a:pt x="1303" y="1215"/>
                      </a:lnTo>
                      <a:lnTo>
                        <a:pt x="1310" y="1210"/>
                      </a:lnTo>
                      <a:lnTo>
                        <a:pt x="1314" y="1207"/>
                      </a:lnTo>
                      <a:lnTo>
                        <a:pt x="1317" y="1203"/>
                      </a:lnTo>
                      <a:lnTo>
                        <a:pt x="1320" y="1198"/>
                      </a:lnTo>
                      <a:lnTo>
                        <a:pt x="1322" y="1192"/>
                      </a:lnTo>
                      <a:lnTo>
                        <a:pt x="1322" y="1182"/>
                      </a:lnTo>
                      <a:lnTo>
                        <a:pt x="1321" y="1170"/>
                      </a:lnTo>
                      <a:lnTo>
                        <a:pt x="1321" y="1164"/>
                      </a:lnTo>
                      <a:lnTo>
                        <a:pt x="1322" y="1159"/>
                      </a:lnTo>
                      <a:lnTo>
                        <a:pt x="1326" y="1154"/>
                      </a:lnTo>
                      <a:lnTo>
                        <a:pt x="1329" y="1151"/>
                      </a:lnTo>
                      <a:lnTo>
                        <a:pt x="1334" y="1148"/>
                      </a:lnTo>
                      <a:lnTo>
                        <a:pt x="1339" y="1148"/>
                      </a:lnTo>
                      <a:lnTo>
                        <a:pt x="1342" y="1148"/>
                      </a:lnTo>
                      <a:lnTo>
                        <a:pt x="1347" y="1151"/>
                      </a:lnTo>
                      <a:lnTo>
                        <a:pt x="1354" y="1156"/>
                      </a:lnTo>
                      <a:lnTo>
                        <a:pt x="1361" y="1164"/>
                      </a:lnTo>
                      <a:lnTo>
                        <a:pt x="1366" y="1173"/>
                      </a:lnTo>
                      <a:lnTo>
                        <a:pt x="1371" y="1183"/>
                      </a:lnTo>
                      <a:lnTo>
                        <a:pt x="1373" y="1192"/>
                      </a:lnTo>
                      <a:lnTo>
                        <a:pt x="1373" y="1200"/>
                      </a:lnTo>
                      <a:lnTo>
                        <a:pt x="1373" y="1203"/>
                      </a:lnTo>
                      <a:lnTo>
                        <a:pt x="1376" y="1206"/>
                      </a:lnTo>
                      <a:lnTo>
                        <a:pt x="1378" y="1206"/>
                      </a:lnTo>
                      <a:lnTo>
                        <a:pt x="1382" y="1206"/>
                      </a:lnTo>
                      <a:lnTo>
                        <a:pt x="1391" y="1204"/>
                      </a:lnTo>
                      <a:lnTo>
                        <a:pt x="1403" y="1203"/>
                      </a:lnTo>
                      <a:lnTo>
                        <a:pt x="1407" y="1203"/>
                      </a:lnTo>
                      <a:lnTo>
                        <a:pt x="1409" y="1204"/>
                      </a:lnTo>
                      <a:lnTo>
                        <a:pt x="1410" y="1206"/>
                      </a:lnTo>
                      <a:lnTo>
                        <a:pt x="1412" y="1208"/>
                      </a:lnTo>
                      <a:lnTo>
                        <a:pt x="1415" y="1214"/>
                      </a:lnTo>
                      <a:lnTo>
                        <a:pt x="1416" y="1221"/>
                      </a:lnTo>
                      <a:lnTo>
                        <a:pt x="1417" y="1229"/>
                      </a:lnTo>
                      <a:lnTo>
                        <a:pt x="1418" y="1236"/>
                      </a:lnTo>
                      <a:lnTo>
                        <a:pt x="1421" y="1241"/>
                      </a:lnTo>
                      <a:lnTo>
                        <a:pt x="1423" y="1246"/>
                      </a:lnTo>
                      <a:lnTo>
                        <a:pt x="1426" y="1246"/>
                      </a:lnTo>
                      <a:lnTo>
                        <a:pt x="1428" y="1247"/>
                      </a:lnTo>
                      <a:lnTo>
                        <a:pt x="1433" y="1246"/>
                      </a:lnTo>
                      <a:lnTo>
                        <a:pt x="1436" y="1245"/>
                      </a:lnTo>
                      <a:lnTo>
                        <a:pt x="1447" y="1242"/>
                      </a:lnTo>
                      <a:lnTo>
                        <a:pt x="1456" y="1236"/>
                      </a:lnTo>
                      <a:lnTo>
                        <a:pt x="1466" y="1230"/>
                      </a:lnTo>
                      <a:lnTo>
                        <a:pt x="1472" y="1222"/>
                      </a:lnTo>
                      <a:lnTo>
                        <a:pt x="1474" y="1219"/>
                      </a:lnTo>
                      <a:lnTo>
                        <a:pt x="1474" y="1215"/>
                      </a:lnTo>
                      <a:lnTo>
                        <a:pt x="1474" y="1211"/>
                      </a:lnTo>
                      <a:lnTo>
                        <a:pt x="1472" y="1208"/>
                      </a:lnTo>
                      <a:lnTo>
                        <a:pt x="1466" y="1201"/>
                      </a:lnTo>
                      <a:lnTo>
                        <a:pt x="1459" y="1191"/>
                      </a:lnTo>
                      <a:lnTo>
                        <a:pt x="1454" y="1188"/>
                      </a:lnTo>
                      <a:lnTo>
                        <a:pt x="1449" y="1185"/>
                      </a:lnTo>
                      <a:lnTo>
                        <a:pt x="1446" y="1183"/>
                      </a:lnTo>
                      <a:lnTo>
                        <a:pt x="1441" y="1182"/>
                      </a:lnTo>
                      <a:lnTo>
                        <a:pt x="1437" y="1182"/>
                      </a:lnTo>
                      <a:lnTo>
                        <a:pt x="1435" y="1181"/>
                      </a:lnTo>
                      <a:lnTo>
                        <a:pt x="1434" y="1177"/>
                      </a:lnTo>
                      <a:lnTo>
                        <a:pt x="1433" y="1173"/>
                      </a:lnTo>
                      <a:lnTo>
                        <a:pt x="1433" y="1163"/>
                      </a:lnTo>
                      <a:lnTo>
                        <a:pt x="1433" y="1152"/>
                      </a:lnTo>
                      <a:lnTo>
                        <a:pt x="1433" y="1150"/>
                      </a:lnTo>
                      <a:lnTo>
                        <a:pt x="1431" y="1147"/>
                      </a:lnTo>
                      <a:lnTo>
                        <a:pt x="1430" y="1145"/>
                      </a:lnTo>
                      <a:lnTo>
                        <a:pt x="1428" y="1144"/>
                      </a:lnTo>
                      <a:lnTo>
                        <a:pt x="1423" y="1141"/>
                      </a:lnTo>
                      <a:lnTo>
                        <a:pt x="1417" y="1140"/>
                      </a:lnTo>
                      <a:lnTo>
                        <a:pt x="1403" y="1138"/>
                      </a:lnTo>
                      <a:lnTo>
                        <a:pt x="1393" y="1135"/>
                      </a:lnTo>
                      <a:lnTo>
                        <a:pt x="1391" y="1134"/>
                      </a:lnTo>
                      <a:lnTo>
                        <a:pt x="1389" y="1131"/>
                      </a:lnTo>
                      <a:lnTo>
                        <a:pt x="1387" y="1128"/>
                      </a:lnTo>
                      <a:lnTo>
                        <a:pt x="1386" y="1125"/>
                      </a:lnTo>
                      <a:lnTo>
                        <a:pt x="1387" y="1121"/>
                      </a:lnTo>
                      <a:lnTo>
                        <a:pt x="1389" y="1118"/>
                      </a:lnTo>
                      <a:lnTo>
                        <a:pt x="1391" y="1114"/>
                      </a:lnTo>
                      <a:lnTo>
                        <a:pt x="1393" y="1110"/>
                      </a:lnTo>
                      <a:lnTo>
                        <a:pt x="1398" y="1108"/>
                      </a:lnTo>
                      <a:lnTo>
                        <a:pt x="1403" y="1106"/>
                      </a:lnTo>
                      <a:lnTo>
                        <a:pt x="1408" y="1103"/>
                      </a:lnTo>
                      <a:lnTo>
                        <a:pt x="1414" y="1103"/>
                      </a:lnTo>
                      <a:lnTo>
                        <a:pt x="1424" y="1102"/>
                      </a:lnTo>
                      <a:lnTo>
                        <a:pt x="1436" y="1102"/>
                      </a:lnTo>
                      <a:lnTo>
                        <a:pt x="1441" y="1102"/>
                      </a:lnTo>
                      <a:lnTo>
                        <a:pt x="1445" y="1100"/>
                      </a:lnTo>
                      <a:lnTo>
                        <a:pt x="1447" y="1095"/>
                      </a:lnTo>
                      <a:lnTo>
                        <a:pt x="1448" y="1090"/>
                      </a:lnTo>
                      <a:lnTo>
                        <a:pt x="1450" y="1078"/>
                      </a:lnTo>
                      <a:lnTo>
                        <a:pt x="1450" y="1063"/>
                      </a:lnTo>
                      <a:lnTo>
                        <a:pt x="1448" y="1033"/>
                      </a:lnTo>
                      <a:lnTo>
                        <a:pt x="1448" y="1012"/>
                      </a:lnTo>
                      <a:lnTo>
                        <a:pt x="1450" y="1006"/>
                      </a:lnTo>
                      <a:lnTo>
                        <a:pt x="1454" y="1000"/>
                      </a:lnTo>
                      <a:lnTo>
                        <a:pt x="1459" y="996"/>
                      </a:lnTo>
                      <a:lnTo>
                        <a:pt x="1465" y="993"/>
                      </a:lnTo>
                      <a:lnTo>
                        <a:pt x="1470" y="990"/>
                      </a:lnTo>
                      <a:lnTo>
                        <a:pt x="1474" y="987"/>
                      </a:lnTo>
                      <a:lnTo>
                        <a:pt x="1478" y="983"/>
                      </a:lnTo>
                      <a:lnTo>
                        <a:pt x="1479" y="980"/>
                      </a:lnTo>
                      <a:lnTo>
                        <a:pt x="1480" y="974"/>
                      </a:lnTo>
                      <a:lnTo>
                        <a:pt x="1479" y="969"/>
                      </a:lnTo>
                      <a:lnTo>
                        <a:pt x="1478" y="963"/>
                      </a:lnTo>
                      <a:lnTo>
                        <a:pt x="1477" y="958"/>
                      </a:lnTo>
                      <a:lnTo>
                        <a:pt x="1473" y="950"/>
                      </a:lnTo>
                      <a:lnTo>
                        <a:pt x="1470" y="945"/>
                      </a:lnTo>
                      <a:lnTo>
                        <a:pt x="1460" y="944"/>
                      </a:lnTo>
                      <a:lnTo>
                        <a:pt x="1441" y="944"/>
                      </a:lnTo>
                      <a:lnTo>
                        <a:pt x="1421" y="945"/>
                      </a:lnTo>
                      <a:lnTo>
                        <a:pt x="1408" y="946"/>
                      </a:lnTo>
                      <a:lnTo>
                        <a:pt x="1402" y="946"/>
                      </a:lnTo>
                      <a:lnTo>
                        <a:pt x="1398" y="944"/>
                      </a:lnTo>
                      <a:lnTo>
                        <a:pt x="1397" y="942"/>
                      </a:lnTo>
                      <a:lnTo>
                        <a:pt x="1397" y="937"/>
                      </a:lnTo>
                      <a:lnTo>
                        <a:pt x="1398" y="932"/>
                      </a:lnTo>
                      <a:lnTo>
                        <a:pt x="1401" y="927"/>
                      </a:lnTo>
                      <a:lnTo>
                        <a:pt x="1404" y="921"/>
                      </a:lnTo>
                      <a:lnTo>
                        <a:pt x="1408" y="917"/>
                      </a:lnTo>
                      <a:lnTo>
                        <a:pt x="1418" y="906"/>
                      </a:lnTo>
                      <a:lnTo>
                        <a:pt x="1430" y="891"/>
                      </a:lnTo>
                      <a:lnTo>
                        <a:pt x="1441" y="876"/>
                      </a:lnTo>
                      <a:lnTo>
                        <a:pt x="1447" y="866"/>
                      </a:lnTo>
                      <a:lnTo>
                        <a:pt x="1448" y="862"/>
                      </a:lnTo>
                      <a:lnTo>
                        <a:pt x="1450" y="860"/>
                      </a:lnTo>
                      <a:lnTo>
                        <a:pt x="1454" y="857"/>
                      </a:lnTo>
                      <a:lnTo>
                        <a:pt x="1459" y="855"/>
                      </a:lnTo>
                      <a:lnTo>
                        <a:pt x="1467" y="851"/>
                      </a:lnTo>
                      <a:lnTo>
                        <a:pt x="1477" y="847"/>
                      </a:lnTo>
                      <a:lnTo>
                        <a:pt x="1489" y="838"/>
                      </a:lnTo>
                      <a:lnTo>
                        <a:pt x="1496" y="834"/>
                      </a:lnTo>
                      <a:lnTo>
                        <a:pt x="1502" y="829"/>
                      </a:lnTo>
                      <a:lnTo>
                        <a:pt x="1509" y="823"/>
                      </a:lnTo>
                      <a:lnTo>
                        <a:pt x="1517" y="816"/>
                      </a:lnTo>
                      <a:lnTo>
                        <a:pt x="1525" y="811"/>
                      </a:lnTo>
                      <a:lnTo>
                        <a:pt x="1535" y="806"/>
                      </a:lnTo>
                      <a:lnTo>
                        <a:pt x="1543" y="803"/>
                      </a:lnTo>
                      <a:lnTo>
                        <a:pt x="1547" y="801"/>
                      </a:lnTo>
                      <a:lnTo>
                        <a:pt x="1549" y="799"/>
                      </a:lnTo>
                      <a:lnTo>
                        <a:pt x="1550" y="797"/>
                      </a:lnTo>
                      <a:lnTo>
                        <a:pt x="1552" y="794"/>
                      </a:lnTo>
                      <a:lnTo>
                        <a:pt x="1552" y="793"/>
                      </a:lnTo>
                      <a:lnTo>
                        <a:pt x="1550" y="792"/>
                      </a:lnTo>
                      <a:lnTo>
                        <a:pt x="1548" y="792"/>
                      </a:lnTo>
                      <a:lnTo>
                        <a:pt x="1546" y="792"/>
                      </a:lnTo>
                      <a:lnTo>
                        <a:pt x="1538" y="794"/>
                      </a:lnTo>
                      <a:lnTo>
                        <a:pt x="1531" y="795"/>
                      </a:lnTo>
                      <a:lnTo>
                        <a:pt x="1528" y="794"/>
                      </a:lnTo>
                      <a:lnTo>
                        <a:pt x="1524" y="793"/>
                      </a:lnTo>
                      <a:lnTo>
                        <a:pt x="1521" y="792"/>
                      </a:lnTo>
                      <a:lnTo>
                        <a:pt x="1518" y="788"/>
                      </a:lnTo>
                      <a:lnTo>
                        <a:pt x="1513" y="781"/>
                      </a:lnTo>
                      <a:lnTo>
                        <a:pt x="1512" y="775"/>
                      </a:lnTo>
                      <a:lnTo>
                        <a:pt x="1511" y="774"/>
                      </a:lnTo>
                      <a:lnTo>
                        <a:pt x="1510" y="772"/>
                      </a:lnTo>
                      <a:lnTo>
                        <a:pt x="1508" y="771"/>
                      </a:lnTo>
                      <a:lnTo>
                        <a:pt x="1505" y="771"/>
                      </a:lnTo>
                      <a:lnTo>
                        <a:pt x="1502" y="772"/>
                      </a:lnTo>
                      <a:lnTo>
                        <a:pt x="1498" y="773"/>
                      </a:lnTo>
                      <a:lnTo>
                        <a:pt x="1493" y="776"/>
                      </a:lnTo>
                      <a:lnTo>
                        <a:pt x="1490" y="779"/>
                      </a:lnTo>
                      <a:lnTo>
                        <a:pt x="1481" y="787"/>
                      </a:lnTo>
                      <a:lnTo>
                        <a:pt x="1475" y="795"/>
                      </a:lnTo>
                      <a:lnTo>
                        <a:pt x="1471" y="804"/>
                      </a:lnTo>
                      <a:lnTo>
                        <a:pt x="1467" y="811"/>
                      </a:lnTo>
                      <a:lnTo>
                        <a:pt x="1465" y="814"/>
                      </a:lnTo>
                      <a:lnTo>
                        <a:pt x="1460" y="817"/>
                      </a:lnTo>
                      <a:lnTo>
                        <a:pt x="1459" y="817"/>
                      </a:lnTo>
                      <a:lnTo>
                        <a:pt x="1456" y="816"/>
                      </a:lnTo>
                      <a:lnTo>
                        <a:pt x="1455" y="814"/>
                      </a:lnTo>
                      <a:lnTo>
                        <a:pt x="1453" y="812"/>
                      </a:lnTo>
                      <a:lnTo>
                        <a:pt x="1450" y="806"/>
                      </a:lnTo>
                      <a:lnTo>
                        <a:pt x="1448" y="803"/>
                      </a:lnTo>
                      <a:lnTo>
                        <a:pt x="1443" y="800"/>
                      </a:lnTo>
                      <a:lnTo>
                        <a:pt x="1441" y="799"/>
                      </a:lnTo>
                      <a:lnTo>
                        <a:pt x="1439" y="798"/>
                      </a:lnTo>
                      <a:lnTo>
                        <a:pt x="1437" y="795"/>
                      </a:lnTo>
                      <a:lnTo>
                        <a:pt x="1436" y="793"/>
                      </a:lnTo>
                      <a:lnTo>
                        <a:pt x="1436" y="790"/>
                      </a:lnTo>
                      <a:lnTo>
                        <a:pt x="1431" y="778"/>
                      </a:lnTo>
                      <a:lnTo>
                        <a:pt x="1424" y="767"/>
                      </a:lnTo>
                      <a:lnTo>
                        <a:pt x="1423" y="760"/>
                      </a:lnTo>
                      <a:lnTo>
                        <a:pt x="1424" y="756"/>
                      </a:lnTo>
                      <a:lnTo>
                        <a:pt x="1427" y="754"/>
                      </a:lnTo>
                      <a:lnTo>
                        <a:pt x="1428" y="751"/>
                      </a:lnTo>
                      <a:lnTo>
                        <a:pt x="1429" y="750"/>
                      </a:lnTo>
                      <a:lnTo>
                        <a:pt x="1431" y="749"/>
                      </a:lnTo>
                      <a:lnTo>
                        <a:pt x="1433" y="749"/>
                      </a:lnTo>
                      <a:lnTo>
                        <a:pt x="1435" y="750"/>
                      </a:lnTo>
                      <a:lnTo>
                        <a:pt x="1441" y="753"/>
                      </a:lnTo>
                      <a:lnTo>
                        <a:pt x="1450" y="755"/>
                      </a:lnTo>
                      <a:lnTo>
                        <a:pt x="1462" y="759"/>
                      </a:lnTo>
                      <a:lnTo>
                        <a:pt x="1472" y="760"/>
                      </a:lnTo>
                      <a:lnTo>
                        <a:pt x="1479" y="759"/>
                      </a:lnTo>
                      <a:lnTo>
                        <a:pt x="1485" y="756"/>
                      </a:lnTo>
                      <a:lnTo>
                        <a:pt x="1490" y="751"/>
                      </a:lnTo>
                      <a:lnTo>
                        <a:pt x="1492" y="748"/>
                      </a:lnTo>
                      <a:lnTo>
                        <a:pt x="1493" y="746"/>
                      </a:lnTo>
                      <a:lnTo>
                        <a:pt x="1492" y="743"/>
                      </a:lnTo>
                      <a:lnTo>
                        <a:pt x="1491" y="742"/>
                      </a:lnTo>
                      <a:lnTo>
                        <a:pt x="1487" y="738"/>
                      </a:lnTo>
                      <a:lnTo>
                        <a:pt x="1484" y="735"/>
                      </a:lnTo>
                      <a:lnTo>
                        <a:pt x="1481" y="730"/>
                      </a:lnTo>
                      <a:lnTo>
                        <a:pt x="1479" y="725"/>
                      </a:lnTo>
                      <a:lnTo>
                        <a:pt x="1478" y="719"/>
                      </a:lnTo>
                      <a:lnTo>
                        <a:pt x="1475" y="712"/>
                      </a:lnTo>
                      <a:lnTo>
                        <a:pt x="1471" y="705"/>
                      </a:lnTo>
                      <a:lnTo>
                        <a:pt x="1468" y="702"/>
                      </a:lnTo>
                      <a:lnTo>
                        <a:pt x="1465" y="698"/>
                      </a:lnTo>
                      <a:lnTo>
                        <a:pt x="1461" y="694"/>
                      </a:lnTo>
                      <a:lnTo>
                        <a:pt x="1458" y="693"/>
                      </a:lnTo>
                      <a:lnTo>
                        <a:pt x="1448" y="691"/>
                      </a:lnTo>
                      <a:lnTo>
                        <a:pt x="1436" y="688"/>
                      </a:lnTo>
                      <a:lnTo>
                        <a:pt x="1431" y="688"/>
                      </a:lnTo>
                      <a:lnTo>
                        <a:pt x="1426" y="690"/>
                      </a:lnTo>
                      <a:lnTo>
                        <a:pt x="1421" y="692"/>
                      </a:lnTo>
                      <a:lnTo>
                        <a:pt x="1417" y="696"/>
                      </a:lnTo>
                      <a:lnTo>
                        <a:pt x="1414" y="699"/>
                      </a:lnTo>
                      <a:lnTo>
                        <a:pt x="1410" y="702"/>
                      </a:lnTo>
                      <a:lnTo>
                        <a:pt x="1408" y="704"/>
                      </a:lnTo>
                      <a:lnTo>
                        <a:pt x="1404" y="705"/>
                      </a:lnTo>
                      <a:lnTo>
                        <a:pt x="1402" y="705"/>
                      </a:lnTo>
                      <a:lnTo>
                        <a:pt x="1399" y="704"/>
                      </a:lnTo>
                      <a:lnTo>
                        <a:pt x="1397" y="703"/>
                      </a:lnTo>
                      <a:lnTo>
                        <a:pt x="1396" y="700"/>
                      </a:lnTo>
                      <a:lnTo>
                        <a:pt x="1392" y="688"/>
                      </a:lnTo>
                      <a:lnTo>
                        <a:pt x="1387" y="671"/>
                      </a:lnTo>
                      <a:lnTo>
                        <a:pt x="1386" y="661"/>
                      </a:lnTo>
                      <a:lnTo>
                        <a:pt x="1385" y="652"/>
                      </a:lnTo>
                      <a:lnTo>
                        <a:pt x="1384" y="645"/>
                      </a:lnTo>
                      <a:lnTo>
                        <a:pt x="1385" y="637"/>
                      </a:lnTo>
                      <a:lnTo>
                        <a:pt x="1387" y="629"/>
                      </a:lnTo>
                      <a:lnTo>
                        <a:pt x="1391" y="623"/>
                      </a:lnTo>
                      <a:lnTo>
                        <a:pt x="1393" y="622"/>
                      </a:lnTo>
                      <a:lnTo>
                        <a:pt x="1396" y="622"/>
                      </a:lnTo>
                      <a:lnTo>
                        <a:pt x="1399" y="623"/>
                      </a:lnTo>
                      <a:lnTo>
                        <a:pt x="1403" y="626"/>
                      </a:lnTo>
                      <a:lnTo>
                        <a:pt x="1412" y="633"/>
                      </a:lnTo>
                      <a:lnTo>
                        <a:pt x="1423" y="640"/>
                      </a:lnTo>
                      <a:lnTo>
                        <a:pt x="1433" y="646"/>
                      </a:lnTo>
                      <a:lnTo>
                        <a:pt x="1440" y="649"/>
                      </a:lnTo>
                      <a:lnTo>
                        <a:pt x="1441" y="648"/>
                      </a:lnTo>
                      <a:lnTo>
                        <a:pt x="1443" y="647"/>
                      </a:lnTo>
                      <a:lnTo>
                        <a:pt x="1445" y="645"/>
                      </a:lnTo>
                      <a:lnTo>
                        <a:pt x="1445" y="642"/>
                      </a:lnTo>
                      <a:lnTo>
                        <a:pt x="1445" y="640"/>
                      </a:lnTo>
                      <a:lnTo>
                        <a:pt x="1443" y="636"/>
                      </a:lnTo>
                      <a:lnTo>
                        <a:pt x="1442" y="634"/>
                      </a:lnTo>
                      <a:lnTo>
                        <a:pt x="1440" y="633"/>
                      </a:lnTo>
                      <a:lnTo>
                        <a:pt x="1433" y="628"/>
                      </a:lnTo>
                      <a:lnTo>
                        <a:pt x="1427" y="623"/>
                      </a:lnTo>
                      <a:lnTo>
                        <a:pt x="1424" y="620"/>
                      </a:lnTo>
                      <a:lnTo>
                        <a:pt x="1423" y="617"/>
                      </a:lnTo>
                      <a:lnTo>
                        <a:pt x="1423" y="612"/>
                      </a:lnTo>
                      <a:lnTo>
                        <a:pt x="1423" y="609"/>
                      </a:lnTo>
                      <a:lnTo>
                        <a:pt x="1424" y="605"/>
                      </a:lnTo>
                      <a:lnTo>
                        <a:pt x="1424" y="602"/>
                      </a:lnTo>
                      <a:lnTo>
                        <a:pt x="1423" y="598"/>
                      </a:lnTo>
                      <a:lnTo>
                        <a:pt x="1422" y="595"/>
                      </a:lnTo>
                      <a:lnTo>
                        <a:pt x="1420" y="587"/>
                      </a:lnTo>
                      <a:lnTo>
                        <a:pt x="1417" y="583"/>
                      </a:lnTo>
                      <a:lnTo>
                        <a:pt x="1416" y="580"/>
                      </a:lnTo>
                      <a:lnTo>
                        <a:pt x="1416" y="578"/>
                      </a:lnTo>
                      <a:lnTo>
                        <a:pt x="1417" y="577"/>
                      </a:lnTo>
                      <a:lnTo>
                        <a:pt x="1420" y="576"/>
                      </a:lnTo>
                      <a:lnTo>
                        <a:pt x="1422" y="574"/>
                      </a:lnTo>
                      <a:lnTo>
                        <a:pt x="1424" y="576"/>
                      </a:lnTo>
                      <a:lnTo>
                        <a:pt x="1427" y="577"/>
                      </a:lnTo>
                      <a:lnTo>
                        <a:pt x="1428" y="580"/>
                      </a:lnTo>
                      <a:lnTo>
                        <a:pt x="1434" y="590"/>
                      </a:lnTo>
                      <a:lnTo>
                        <a:pt x="1439" y="601"/>
                      </a:lnTo>
                      <a:lnTo>
                        <a:pt x="1443" y="610"/>
                      </a:lnTo>
                      <a:lnTo>
                        <a:pt x="1447" y="618"/>
                      </a:lnTo>
                      <a:lnTo>
                        <a:pt x="1448" y="623"/>
                      </a:lnTo>
                      <a:lnTo>
                        <a:pt x="1450" y="627"/>
                      </a:lnTo>
                      <a:lnTo>
                        <a:pt x="1454" y="628"/>
                      </a:lnTo>
                      <a:lnTo>
                        <a:pt x="1458" y="628"/>
                      </a:lnTo>
                      <a:lnTo>
                        <a:pt x="1459" y="627"/>
                      </a:lnTo>
                      <a:lnTo>
                        <a:pt x="1460" y="626"/>
                      </a:lnTo>
                      <a:lnTo>
                        <a:pt x="1461" y="622"/>
                      </a:lnTo>
                      <a:lnTo>
                        <a:pt x="1461" y="618"/>
                      </a:lnTo>
                      <a:lnTo>
                        <a:pt x="1461" y="610"/>
                      </a:lnTo>
                      <a:lnTo>
                        <a:pt x="1461" y="602"/>
                      </a:lnTo>
                      <a:lnTo>
                        <a:pt x="1462" y="597"/>
                      </a:lnTo>
                      <a:lnTo>
                        <a:pt x="1464" y="595"/>
                      </a:lnTo>
                      <a:lnTo>
                        <a:pt x="1465" y="591"/>
                      </a:lnTo>
                      <a:lnTo>
                        <a:pt x="1467" y="589"/>
                      </a:lnTo>
                      <a:lnTo>
                        <a:pt x="1472" y="585"/>
                      </a:lnTo>
                      <a:lnTo>
                        <a:pt x="1478" y="583"/>
                      </a:lnTo>
                      <a:lnTo>
                        <a:pt x="1480" y="582"/>
                      </a:lnTo>
                      <a:lnTo>
                        <a:pt x="1483" y="583"/>
                      </a:lnTo>
                      <a:lnTo>
                        <a:pt x="1484" y="584"/>
                      </a:lnTo>
                      <a:lnTo>
                        <a:pt x="1484" y="585"/>
                      </a:lnTo>
                      <a:lnTo>
                        <a:pt x="1483" y="591"/>
                      </a:lnTo>
                      <a:lnTo>
                        <a:pt x="1479" y="596"/>
                      </a:lnTo>
                      <a:lnTo>
                        <a:pt x="1475" y="602"/>
                      </a:lnTo>
                      <a:lnTo>
                        <a:pt x="1474" y="606"/>
                      </a:lnTo>
                      <a:lnTo>
                        <a:pt x="1474" y="611"/>
                      </a:lnTo>
                      <a:lnTo>
                        <a:pt x="1474" y="618"/>
                      </a:lnTo>
                      <a:lnTo>
                        <a:pt x="1475" y="633"/>
                      </a:lnTo>
                      <a:lnTo>
                        <a:pt x="1475" y="646"/>
                      </a:lnTo>
                      <a:lnTo>
                        <a:pt x="1477" y="649"/>
                      </a:lnTo>
                      <a:lnTo>
                        <a:pt x="1479" y="652"/>
                      </a:lnTo>
                      <a:lnTo>
                        <a:pt x="1481" y="653"/>
                      </a:lnTo>
                      <a:lnTo>
                        <a:pt x="1486" y="653"/>
                      </a:lnTo>
                      <a:lnTo>
                        <a:pt x="1490" y="652"/>
                      </a:lnTo>
                      <a:lnTo>
                        <a:pt x="1493" y="652"/>
                      </a:lnTo>
                      <a:lnTo>
                        <a:pt x="1497" y="653"/>
                      </a:lnTo>
                      <a:lnTo>
                        <a:pt x="1500" y="655"/>
                      </a:lnTo>
                      <a:lnTo>
                        <a:pt x="1503" y="656"/>
                      </a:lnTo>
                      <a:lnTo>
                        <a:pt x="1505" y="656"/>
                      </a:lnTo>
                      <a:lnTo>
                        <a:pt x="1506" y="656"/>
                      </a:lnTo>
                      <a:lnTo>
                        <a:pt x="1509" y="656"/>
                      </a:lnTo>
                      <a:lnTo>
                        <a:pt x="1512" y="653"/>
                      </a:lnTo>
                      <a:lnTo>
                        <a:pt x="1516" y="647"/>
                      </a:lnTo>
                      <a:lnTo>
                        <a:pt x="1518" y="641"/>
                      </a:lnTo>
                      <a:lnTo>
                        <a:pt x="1521" y="634"/>
                      </a:lnTo>
                      <a:lnTo>
                        <a:pt x="1522" y="627"/>
                      </a:lnTo>
                      <a:lnTo>
                        <a:pt x="1523" y="618"/>
                      </a:lnTo>
                      <a:lnTo>
                        <a:pt x="1523" y="614"/>
                      </a:lnTo>
                      <a:lnTo>
                        <a:pt x="1523" y="610"/>
                      </a:lnTo>
                      <a:lnTo>
                        <a:pt x="1524" y="606"/>
                      </a:lnTo>
                      <a:lnTo>
                        <a:pt x="1527" y="604"/>
                      </a:lnTo>
                      <a:lnTo>
                        <a:pt x="1528" y="603"/>
                      </a:lnTo>
                      <a:lnTo>
                        <a:pt x="1531" y="602"/>
                      </a:lnTo>
                      <a:lnTo>
                        <a:pt x="1534" y="601"/>
                      </a:lnTo>
                      <a:lnTo>
                        <a:pt x="1537" y="602"/>
                      </a:lnTo>
                      <a:lnTo>
                        <a:pt x="1550" y="603"/>
                      </a:lnTo>
                      <a:lnTo>
                        <a:pt x="1562" y="603"/>
                      </a:lnTo>
                      <a:lnTo>
                        <a:pt x="1566" y="604"/>
                      </a:lnTo>
                      <a:lnTo>
                        <a:pt x="1568" y="604"/>
                      </a:lnTo>
                      <a:lnTo>
                        <a:pt x="1569" y="606"/>
                      </a:lnTo>
                      <a:lnTo>
                        <a:pt x="1571" y="608"/>
                      </a:lnTo>
                      <a:lnTo>
                        <a:pt x="1571" y="610"/>
                      </a:lnTo>
                      <a:lnTo>
                        <a:pt x="1569" y="612"/>
                      </a:lnTo>
                      <a:lnTo>
                        <a:pt x="1568" y="615"/>
                      </a:lnTo>
                      <a:lnTo>
                        <a:pt x="1566" y="618"/>
                      </a:lnTo>
                      <a:lnTo>
                        <a:pt x="1560" y="623"/>
                      </a:lnTo>
                      <a:lnTo>
                        <a:pt x="1554" y="630"/>
                      </a:lnTo>
                      <a:lnTo>
                        <a:pt x="1549" y="639"/>
                      </a:lnTo>
                      <a:lnTo>
                        <a:pt x="1546" y="647"/>
                      </a:lnTo>
                      <a:lnTo>
                        <a:pt x="1543" y="656"/>
                      </a:lnTo>
                      <a:lnTo>
                        <a:pt x="1538" y="665"/>
                      </a:lnTo>
                      <a:lnTo>
                        <a:pt x="1533" y="672"/>
                      </a:lnTo>
                      <a:lnTo>
                        <a:pt x="1525" y="678"/>
                      </a:lnTo>
                      <a:lnTo>
                        <a:pt x="1517" y="684"/>
                      </a:lnTo>
                      <a:lnTo>
                        <a:pt x="1509" y="691"/>
                      </a:lnTo>
                      <a:lnTo>
                        <a:pt x="1502" y="698"/>
                      </a:lnTo>
                      <a:lnTo>
                        <a:pt x="1497" y="705"/>
                      </a:lnTo>
                      <a:lnTo>
                        <a:pt x="1494" y="712"/>
                      </a:lnTo>
                      <a:lnTo>
                        <a:pt x="1493" y="718"/>
                      </a:lnTo>
                      <a:lnTo>
                        <a:pt x="1493" y="721"/>
                      </a:lnTo>
                      <a:lnTo>
                        <a:pt x="1494" y="723"/>
                      </a:lnTo>
                      <a:lnTo>
                        <a:pt x="1497" y="724"/>
                      </a:lnTo>
                      <a:lnTo>
                        <a:pt x="1500" y="725"/>
                      </a:lnTo>
                      <a:lnTo>
                        <a:pt x="1504" y="725"/>
                      </a:lnTo>
                      <a:lnTo>
                        <a:pt x="1508" y="724"/>
                      </a:lnTo>
                      <a:lnTo>
                        <a:pt x="1511" y="723"/>
                      </a:lnTo>
                      <a:lnTo>
                        <a:pt x="1516" y="722"/>
                      </a:lnTo>
                      <a:lnTo>
                        <a:pt x="1523" y="716"/>
                      </a:lnTo>
                      <a:lnTo>
                        <a:pt x="1530" y="709"/>
                      </a:lnTo>
                      <a:lnTo>
                        <a:pt x="1535" y="699"/>
                      </a:lnTo>
                      <a:lnTo>
                        <a:pt x="1537" y="692"/>
                      </a:lnTo>
                      <a:lnTo>
                        <a:pt x="1538" y="688"/>
                      </a:lnTo>
                      <a:lnTo>
                        <a:pt x="1541" y="686"/>
                      </a:lnTo>
                      <a:lnTo>
                        <a:pt x="1543" y="685"/>
                      </a:lnTo>
                      <a:lnTo>
                        <a:pt x="1547" y="684"/>
                      </a:lnTo>
                      <a:lnTo>
                        <a:pt x="1557" y="683"/>
                      </a:lnTo>
                      <a:lnTo>
                        <a:pt x="1574" y="678"/>
                      </a:lnTo>
                      <a:lnTo>
                        <a:pt x="1588" y="673"/>
                      </a:lnTo>
                      <a:lnTo>
                        <a:pt x="1596" y="669"/>
                      </a:lnTo>
                      <a:lnTo>
                        <a:pt x="1597" y="660"/>
                      </a:lnTo>
                      <a:lnTo>
                        <a:pt x="1598" y="650"/>
                      </a:lnTo>
                      <a:lnTo>
                        <a:pt x="1598" y="640"/>
                      </a:lnTo>
                      <a:lnTo>
                        <a:pt x="1599" y="630"/>
                      </a:lnTo>
                      <a:lnTo>
                        <a:pt x="1598" y="620"/>
                      </a:lnTo>
                      <a:lnTo>
                        <a:pt x="1594" y="605"/>
                      </a:lnTo>
                      <a:lnTo>
                        <a:pt x="1592" y="599"/>
                      </a:lnTo>
                      <a:lnTo>
                        <a:pt x="1590" y="595"/>
                      </a:lnTo>
                      <a:lnTo>
                        <a:pt x="1587" y="591"/>
                      </a:lnTo>
                      <a:lnTo>
                        <a:pt x="1585" y="590"/>
                      </a:lnTo>
                      <a:lnTo>
                        <a:pt x="1580" y="591"/>
                      </a:lnTo>
                      <a:lnTo>
                        <a:pt x="1574" y="590"/>
                      </a:lnTo>
                      <a:lnTo>
                        <a:pt x="1572" y="589"/>
                      </a:lnTo>
                      <a:lnTo>
                        <a:pt x="1568" y="586"/>
                      </a:lnTo>
                      <a:lnTo>
                        <a:pt x="1566" y="584"/>
                      </a:lnTo>
                      <a:lnTo>
                        <a:pt x="1563" y="580"/>
                      </a:lnTo>
                      <a:lnTo>
                        <a:pt x="1561" y="577"/>
                      </a:lnTo>
                      <a:lnTo>
                        <a:pt x="1562" y="572"/>
                      </a:lnTo>
                      <a:lnTo>
                        <a:pt x="1563" y="566"/>
                      </a:lnTo>
                      <a:lnTo>
                        <a:pt x="1566" y="561"/>
                      </a:lnTo>
                      <a:lnTo>
                        <a:pt x="1571" y="555"/>
                      </a:lnTo>
                      <a:lnTo>
                        <a:pt x="1574" y="551"/>
                      </a:lnTo>
                      <a:lnTo>
                        <a:pt x="1579" y="547"/>
                      </a:lnTo>
                      <a:lnTo>
                        <a:pt x="1584" y="545"/>
                      </a:lnTo>
                      <a:lnTo>
                        <a:pt x="1598" y="540"/>
                      </a:lnTo>
                      <a:lnTo>
                        <a:pt x="1611" y="534"/>
                      </a:lnTo>
                      <a:lnTo>
                        <a:pt x="1617" y="530"/>
                      </a:lnTo>
                      <a:lnTo>
                        <a:pt x="1622" y="526"/>
                      </a:lnTo>
                      <a:lnTo>
                        <a:pt x="1625" y="521"/>
                      </a:lnTo>
                      <a:lnTo>
                        <a:pt x="1629" y="515"/>
                      </a:lnTo>
                      <a:lnTo>
                        <a:pt x="1630" y="508"/>
                      </a:lnTo>
                      <a:lnTo>
                        <a:pt x="1629" y="501"/>
                      </a:lnTo>
                      <a:lnTo>
                        <a:pt x="1628" y="494"/>
                      </a:lnTo>
                      <a:lnTo>
                        <a:pt x="1624" y="488"/>
                      </a:lnTo>
                      <a:lnTo>
                        <a:pt x="1622" y="480"/>
                      </a:lnTo>
                      <a:lnTo>
                        <a:pt x="1620" y="475"/>
                      </a:lnTo>
                      <a:lnTo>
                        <a:pt x="1619" y="470"/>
                      </a:lnTo>
                      <a:lnTo>
                        <a:pt x="1620" y="465"/>
                      </a:lnTo>
                      <a:lnTo>
                        <a:pt x="1623" y="463"/>
                      </a:lnTo>
                      <a:lnTo>
                        <a:pt x="1626" y="461"/>
                      </a:lnTo>
                      <a:lnTo>
                        <a:pt x="1632" y="463"/>
                      </a:lnTo>
                      <a:lnTo>
                        <a:pt x="1638" y="463"/>
                      </a:lnTo>
                      <a:lnTo>
                        <a:pt x="1650" y="466"/>
                      </a:lnTo>
                      <a:lnTo>
                        <a:pt x="1660" y="467"/>
                      </a:lnTo>
                      <a:lnTo>
                        <a:pt x="1666" y="466"/>
                      </a:lnTo>
                      <a:lnTo>
                        <a:pt x="1672" y="465"/>
                      </a:lnTo>
                      <a:lnTo>
                        <a:pt x="1675" y="461"/>
                      </a:lnTo>
                      <a:lnTo>
                        <a:pt x="1680" y="457"/>
                      </a:lnTo>
                      <a:lnTo>
                        <a:pt x="1682" y="452"/>
                      </a:lnTo>
                      <a:lnTo>
                        <a:pt x="1686" y="447"/>
                      </a:lnTo>
                      <a:lnTo>
                        <a:pt x="1687" y="441"/>
                      </a:lnTo>
                      <a:lnTo>
                        <a:pt x="1689" y="435"/>
                      </a:lnTo>
                      <a:close/>
                    </a:path>
                  </a:pathLst>
                </a:custGeom>
                <a:solidFill>
                  <a:srgbClr val="9BC2E6"/>
                </a:solidFill>
                <a:ln w="9525">
                  <a:solidFill>
                    <a:srgbClr val="AFABAB"/>
                  </a:solidFill>
                  <a:round/>
                  <a:headEnd/>
                  <a:tailEnd/>
                </a:ln>
              </p:spPr>
              <p:txBody>
                <a:bodyPr/>
                <a:lstStyle/>
                <a:p>
                  <a:endParaRPr lang="zh-CN" altLang="en-US"/>
                </a:p>
              </p:txBody>
            </p:sp>
            <p:sp>
              <p:nvSpPr>
                <p:cNvPr id="47" name="河南">
                  <a:extLst>
                    <a:ext uri="{FF2B5EF4-FFF2-40B4-BE49-F238E27FC236}">
                      <a16:creationId xmlns:a16="http://schemas.microsoft.com/office/drawing/2014/main" id="{C851A56A-133B-49B6-A9C1-30DD7E4446C5}"/>
                    </a:ext>
                  </a:extLst>
                </p:cNvPr>
                <p:cNvSpPr>
                  <a:spLocks/>
                </p:cNvSpPr>
                <p:nvPr/>
              </p:nvSpPr>
              <p:spPr bwMode="auto">
                <a:xfrm>
                  <a:off x="3162339" y="2038457"/>
                  <a:ext cx="581032" cy="571530"/>
                </a:xfrm>
                <a:custGeom>
                  <a:avLst/>
                  <a:gdLst>
                    <a:gd name="T0" fmla="*/ 2147483646 w 2215"/>
                    <a:gd name="T1" fmla="*/ 2147483646 h 2153"/>
                    <a:gd name="T2" fmla="*/ 2147483646 w 2215"/>
                    <a:gd name="T3" fmla="*/ 2147483646 h 2153"/>
                    <a:gd name="T4" fmla="*/ 2147483646 w 2215"/>
                    <a:gd name="T5" fmla="*/ 2147483646 h 2153"/>
                    <a:gd name="T6" fmla="*/ 2147483646 w 2215"/>
                    <a:gd name="T7" fmla="*/ 2147483646 h 2153"/>
                    <a:gd name="T8" fmla="*/ 2147483646 w 2215"/>
                    <a:gd name="T9" fmla="*/ 2147483646 h 2153"/>
                    <a:gd name="T10" fmla="*/ 2147483646 w 2215"/>
                    <a:gd name="T11" fmla="*/ 2147483646 h 2153"/>
                    <a:gd name="T12" fmla="*/ 2147483646 w 2215"/>
                    <a:gd name="T13" fmla="*/ 2147483646 h 2153"/>
                    <a:gd name="T14" fmla="*/ 2147483646 w 2215"/>
                    <a:gd name="T15" fmla="*/ 2147483646 h 2153"/>
                    <a:gd name="T16" fmla="*/ 2147483646 w 2215"/>
                    <a:gd name="T17" fmla="*/ 2147483646 h 2153"/>
                    <a:gd name="T18" fmla="*/ 2147483646 w 2215"/>
                    <a:gd name="T19" fmla="*/ 2147483646 h 2153"/>
                    <a:gd name="T20" fmla="*/ 2147483646 w 2215"/>
                    <a:gd name="T21" fmla="*/ 2147483646 h 2153"/>
                    <a:gd name="T22" fmla="*/ 2147483646 w 2215"/>
                    <a:gd name="T23" fmla="*/ 2147483646 h 2153"/>
                    <a:gd name="T24" fmla="*/ 2147483646 w 2215"/>
                    <a:gd name="T25" fmla="*/ 2147483646 h 2153"/>
                    <a:gd name="T26" fmla="*/ 2147483646 w 2215"/>
                    <a:gd name="T27" fmla="*/ 2147483646 h 2153"/>
                    <a:gd name="T28" fmla="*/ 2147483646 w 2215"/>
                    <a:gd name="T29" fmla="*/ 2147483646 h 2153"/>
                    <a:gd name="T30" fmla="*/ 2147483646 w 2215"/>
                    <a:gd name="T31" fmla="*/ 2147483646 h 2153"/>
                    <a:gd name="T32" fmla="*/ 2147483646 w 2215"/>
                    <a:gd name="T33" fmla="*/ 2147483646 h 2153"/>
                    <a:gd name="T34" fmla="*/ 2147483646 w 2215"/>
                    <a:gd name="T35" fmla="*/ 2147483646 h 2153"/>
                    <a:gd name="T36" fmla="*/ 2147483646 w 2215"/>
                    <a:gd name="T37" fmla="*/ 2147483646 h 2153"/>
                    <a:gd name="T38" fmla="*/ 2147483646 w 2215"/>
                    <a:gd name="T39" fmla="*/ 2147483646 h 2153"/>
                    <a:gd name="T40" fmla="*/ 2147483646 w 2215"/>
                    <a:gd name="T41" fmla="*/ 2147483646 h 2153"/>
                    <a:gd name="T42" fmla="*/ 2147483646 w 2215"/>
                    <a:gd name="T43" fmla="*/ 2147483646 h 2153"/>
                    <a:gd name="T44" fmla="*/ 2147483646 w 2215"/>
                    <a:gd name="T45" fmla="*/ 2147483646 h 2153"/>
                    <a:gd name="T46" fmla="*/ 2147483646 w 2215"/>
                    <a:gd name="T47" fmla="*/ 2147483646 h 2153"/>
                    <a:gd name="T48" fmla="*/ 2147483646 w 2215"/>
                    <a:gd name="T49" fmla="*/ 2147483646 h 2153"/>
                    <a:gd name="T50" fmla="*/ 2147483646 w 2215"/>
                    <a:gd name="T51" fmla="*/ 2147483646 h 2153"/>
                    <a:gd name="T52" fmla="*/ 2147483646 w 2215"/>
                    <a:gd name="T53" fmla="*/ 2147483646 h 2153"/>
                    <a:gd name="T54" fmla="*/ 2147483646 w 2215"/>
                    <a:gd name="T55" fmla="*/ 2147483646 h 2153"/>
                    <a:gd name="T56" fmla="*/ 2147483646 w 2215"/>
                    <a:gd name="T57" fmla="*/ 2147483646 h 2153"/>
                    <a:gd name="T58" fmla="*/ 2147483646 w 2215"/>
                    <a:gd name="T59" fmla="*/ 2147483646 h 2153"/>
                    <a:gd name="T60" fmla="*/ 2147483646 w 2215"/>
                    <a:gd name="T61" fmla="*/ 2147483646 h 2153"/>
                    <a:gd name="T62" fmla="*/ 2147483646 w 2215"/>
                    <a:gd name="T63" fmla="*/ 2147483646 h 2153"/>
                    <a:gd name="T64" fmla="*/ 2147483646 w 2215"/>
                    <a:gd name="T65" fmla="*/ 2147483646 h 2153"/>
                    <a:gd name="T66" fmla="*/ 2147483646 w 2215"/>
                    <a:gd name="T67" fmla="*/ 2147483646 h 2153"/>
                    <a:gd name="T68" fmla="*/ 2147483646 w 2215"/>
                    <a:gd name="T69" fmla="*/ 2147483646 h 2153"/>
                    <a:gd name="T70" fmla="*/ 2147483646 w 2215"/>
                    <a:gd name="T71" fmla="*/ 2147483646 h 2153"/>
                    <a:gd name="T72" fmla="*/ 2147483646 w 2215"/>
                    <a:gd name="T73" fmla="*/ 2147483646 h 2153"/>
                    <a:gd name="T74" fmla="*/ 2147483646 w 2215"/>
                    <a:gd name="T75" fmla="*/ 2147483646 h 2153"/>
                    <a:gd name="T76" fmla="*/ 2147483646 w 2215"/>
                    <a:gd name="T77" fmla="*/ 2147483646 h 2153"/>
                    <a:gd name="T78" fmla="*/ 2147483646 w 2215"/>
                    <a:gd name="T79" fmla="*/ 2147483646 h 2153"/>
                    <a:gd name="T80" fmla="*/ 2147483646 w 2215"/>
                    <a:gd name="T81" fmla="*/ 2147483646 h 2153"/>
                    <a:gd name="T82" fmla="*/ 2147483646 w 2215"/>
                    <a:gd name="T83" fmla="*/ 2147483646 h 2153"/>
                    <a:gd name="T84" fmla="*/ 2147483646 w 2215"/>
                    <a:gd name="T85" fmla="*/ 2147483646 h 2153"/>
                    <a:gd name="T86" fmla="*/ 2147483646 w 2215"/>
                    <a:gd name="T87" fmla="*/ 2147483646 h 2153"/>
                    <a:gd name="T88" fmla="*/ 2147483646 w 2215"/>
                    <a:gd name="T89" fmla="*/ 2147483646 h 2153"/>
                    <a:gd name="T90" fmla="*/ 2147483646 w 2215"/>
                    <a:gd name="T91" fmla="*/ 2147483646 h 2153"/>
                    <a:gd name="T92" fmla="*/ 2147483646 w 2215"/>
                    <a:gd name="T93" fmla="*/ 2147483646 h 2153"/>
                    <a:gd name="T94" fmla="*/ 2147483646 w 2215"/>
                    <a:gd name="T95" fmla="*/ 2147483646 h 2153"/>
                    <a:gd name="T96" fmla="*/ 2147483646 w 2215"/>
                    <a:gd name="T97" fmla="*/ 2147483646 h 2153"/>
                    <a:gd name="T98" fmla="*/ 2147483646 w 2215"/>
                    <a:gd name="T99" fmla="*/ 2147483646 h 2153"/>
                    <a:gd name="T100" fmla="*/ 2147483646 w 2215"/>
                    <a:gd name="T101" fmla="*/ 2147483646 h 2153"/>
                    <a:gd name="T102" fmla="*/ 2147483646 w 2215"/>
                    <a:gd name="T103" fmla="*/ 2147483646 h 2153"/>
                    <a:gd name="T104" fmla="*/ 2147483646 w 2215"/>
                    <a:gd name="T105" fmla="*/ 2147483646 h 2153"/>
                    <a:gd name="T106" fmla="*/ 2147483646 w 2215"/>
                    <a:gd name="T107" fmla="*/ 2147483646 h 2153"/>
                    <a:gd name="T108" fmla="*/ 2147483646 w 2215"/>
                    <a:gd name="T109" fmla="*/ 2147483646 h 2153"/>
                    <a:gd name="T110" fmla="*/ 2147483646 w 2215"/>
                    <a:gd name="T111" fmla="*/ 2147483646 h 2153"/>
                    <a:gd name="T112" fmla="*/ 2147483646 w 2215"/>
                    <a:gd name="T113" fmla="*/ 2147483646 h 2153"/>
                    <a:gd name="T114" fmla="*/ 2147483646 w 2215"/>
                    <a:gd name="T115" fmla="*/ 2147483646 h 2153"/>
                    <a:gd name="T116" fmla="*/ 2147483646 w 2215"/>
                    <a:gd name="T117" fmla="*/ 2147483646 h 2153"/>
                    <a:gd name="T118" fmla="*/ 2147483646 w 2215"/>
                    <a:gd name="T119" fmla="*/ 2147483646 h 2153"/>
                    <a:gd name="T120" fmla="*/ 2147483646 w 2215"/>
                    <a:gd name="T121" fmla="*/ 2147483646 h 2153"/>
                    <a:gd name="T122" fmla="*/ 2147483646 w 2215"/>
                    <a:gd name="T123" fmla="*/ 2147483646 h 215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215" h="2153">
                      <a:moveTo>
                        <a:pt x="572" y="591"/>
                      </a:moveTo>
                      <a:lnTo>
                        <a:pt x="575" y="593"/>
                      </a:lnTo>
                      <a:lnTo>
                        <a:pt x="576" y="593"/>
                      </a:lnTo>
                      <a:lnTo>
                        <a:pt x="576" y="592"/>
                      </a:lnTo>
                      <a:lnTo>
                        <a:pt x="578" y="589"/>
                      </a:lnTo>
                      <a:lnTo>
                        <a:pt x="579" y="583"/>
                      </a:lnTo>
                      <a:lnTo>
                        <a:pt x="579" y="582"/>
                      </a:lnTo>
                      <a:lnTo>
                        <a:pt x="580" y="578"/>
                      </a:lnTo>
                      <a:lnTo>
                        <a:pt x="581" y="571"/>
                      </a:lnTo>
                      <a:lnTo>
                        <a:pt x="582" y="563"/>
                      </a:lnTo>
                      <a:lnTo>
                        <a:pt x="584" y="555"/>
                      </a:lnTo>
                      <a:lnTo>
                        <a:pt x="582" y="549"/>
                      </a:lnTo>
                      <a:lnTo>
                        <a:pt x="580" y="539"/>
                      </a:lnTo>
                      <a:lnTo>
                        <a:pt x="578" y="530"/>
                      </a:lnTo>
                      <a:lnTo>
                        <a:pt x="578" y="526"/>
                      </a:lnTo>
                      <a:lnTo>
                        <a:pt x="578" y="521"/>
                      </a:lnTo>
                      <a:lnTo>
                        <a:pt x="578" y="516"/>
                      </a:lnTo>
                      <a:lnTo>
                        <a:pt x="579" y="513"/>
                      </a:lnTo>
                      <a:lnTo>
                        <a:pt x="582" y="504"/>
                      </a:lnTo>
                      <a:lnTo>
                        <a:pt x="587" y="496"/>
                      </a:lnTo>
                      <a:lnTo>
                        <a:pt x="591" y="492"/>
                      </a:lnTo>
                      <a:lnTo>
                        <a:pt x="594" y="490"/>
                      </a:lnTo>
                      <a:lnTo>
                        <a:pt x="600" y="489"/>
                      </a:lnTo>
                      <a:lnTo>
                        <a:pt x="606" y="489"/>
                      </a:lnTo>
                      <a:lnTo>
                        <a:pt x="624" y="498"/>
                      </a:lnTo>
                      <a:lnTo>
                        <a:pt x="638" y="505"/>
                      </a:lnTo>
                      <a:lnTo>
                        <a:pt x="648" y="507"/>
                      </a:lnTo>
                      <a:lnTo>
                        <a:pt x="655" y="508"/>
                      </a:lnTo>
                      <a:lnTo>
                        <a:pt x="662" y="509"/>
                      </a:lnTo>
                      <a:lnTo>
                        <a:pt x="667" y="513"/>
                      </a:lnTo>
                      <a:lnTo>
                        <a:pt x="670" y="514"/>
                      </a:lnTo>
                      <a:lnTo>
                        <a:pt x="675" y="515"/>
                      </a:lnTo>
                      <a:lnTo>
                        <a:pt x="682" y="515"/>
                      </a:lnTo>
                      <a:lnTo>
                        <a:pt x="691" y="515"/>
                      </a:lnTo>
                      <a:lnTo>
                        <a:pt x="707" y="515"/>
                      </a:lnTo>
                      <a:lnTo>
                        <a:pt x="723" y="514"/>
                      </a:lnTo>
                      <a:lnTo>
                        <a:pt x="738" y="514"/>
                      </a:lnTo>
                      <a:lnTo>
                        <a:pt x="756" y="514"/>
                      </a:lnTo>
                      <a:lnTo>
                        <a:pt x="763" y="514"/>
                      </a:lnTo>
                      <a:lnTo>
                        <a:pt x="770" y="514"/>
                      </a:lnTo>
                      <a:lnTo>
                        <a:pt x="776" y="513"/>
                      </a:lnTo>
                      <a:lnTo>
                        <a:pt x="779" y="510"/>
                      </a:lnTo>
                      <a:lnTo>
                        <a:pt x="783" y="505"/>
                      </a:lnTo>
                      <a:lnTo>
                        <a:pt x="789" y="500"/>
                      </a:lnTo>
                      <a:lnTo>
                        <a:pt x="793" y="497"/>
                      </a:lnTo>
                      <a:lnTo>
                        <a:pt x="796" y="497"/>
                      </a:lnTo>
                      <a:lnTo>
                        <a:pt x="800" y="497"/>
                      </a:lnTo>
                      <a:lnTo>
                        <a:pt x="803" y="501"/>
                      </a:lnTo>
                      <a:lnTo>
                        <a:pt x="808" y="504"/>
                      </a:lnTo>
                      <a:lnTo>
                        <a:pt x="813" y="507"/>
                      </a:lnTo>
                      <a:lnTo>
                        <a:pt x="818" y="509"/>
                      </a:lnTo>
                      <a:lnTo>
                        <a:pt x="822" y="511"/>
                      </a:lnTo>
                      <a:lnTo>
                        <a:pt x="827" y="513"/>
                      </a:lnTo>
                      <a:lnTo>
                        <a:pt x="832" y="513"/>
                      </a:lnTo>
                      <a:lnTo>
                        <a:pt x="836" y="511"/>
                      </a:lnTo>
                      <a:lnTo>
                        <a:pt x="839" y="509"/>
                      </a:lnTo>
                      <a:lnTo>
                        <a:pt x="845" y="504"/>
                      </a:lnTo>
                      <a:lnTo>
                        <a:pt x="851" y="500"/>
                      </a:lnTo>
                      <a:lnTo>
                        <a:pt x="855" y="498"/>
                      </a:lnTo>
                      <a:lnTo>
                        <a:pt x="858" y="497"/>
                      </a:lnTo>
                      <a:lnTo>
                        <a:pt x="864" y="497"/>
                      </a:lnTo>
                      <a:lnTo>
                        <a:pt x="871" y="497"/>
                      </a:lnTo>
                      <a:lnTo>
                        <a:pt x="878" y="497"/>
                      </a:lnTo>
                      <a:lnTo>
                        <a:pt x="887" y="497"/>
                      </a:lnTo>
                      <a:lnTo>
                        <a:pt x="894" y="496"/>
                      </a:lnTo>
                      <a:lnTo>
                        <a:pt x="900" y="494"/>
                      </a:lnTo>
                      <a:lnTo>
                        <a:pt x="906" y="491"/>
                      </a:lnTo>
                      <a:lnTo>
                        <a:pt x="910" y="488"/>
                      </a:lnTo>
                      <a:lnTo>
                        <a:pt x="913" y="485"/>
                      </a:lnTo>
                      <a:lnTo>
                        <a:pt x="914" y="480"/>
                      </a:lnTo>
                      <a:lnTo>
                        <a:pt x="914" y="473"/>
                      </a:lnTo>
                      <a:lnTo>
                        <a:pt x="913" y="466"/>
                      </a:lnTo>
                      <a:lnTo>
                        <a:pt x="914" y="463"/>
                      </a:lnTo>
                      <a:lnTo>
                        <a:pt x="915" y="460"/>
                      </a:lnTo>
                      <a:lnTo>
                        <a:pt x="918" y="459"/>
                      </a:lnTo>
                      <a:lnTo>
                        <a:pt x="922" y="458"/>
                      </a:lnTo>
                      <a:lnTo>
                        <a:pt x="931" y="459"/>
                      </a:lnTo>
                      <a:lnTo>
                        <a:pt x="937" y="461"/>
                      </a:lnTo>
                      <a:lnTo>
                        <a:pt x="941" y="465"/>
                      </a:lnTo>
                      <a:lnTo>
                        <a:pt x="946" y="467"/>
                      </a:lnTo>
                      <a:lnTo>
                        <a:pt x="949" y="467"/>
                      </a:lnTo>
                      <a:lnTo>
                        <a:pt x="951" y="465"/>
                      </a:lnTo>
                      <a:lnTo>
                        <a:pt x="953" y="463"/>
                      </a:lnTo>
                      <a:lnTo>
                        <a:pt x="957" y="458"/>
                      </a:lnTo>
                      <a:lnTo>
                        <a:pt x="963" y="448"/>
                      </a:lnTo>
                      <a:lnTo>
                        <a:pt x="968" y="439"/>
                      </a:lnTo>
                      <a:lnTo>
                        <a:pt x="973" y="429"/>
                      </a:lnTo>
                      <a:lnTo>
                        <a:pt x="981" y="421"/>
                      </a:lnTo>
                      <a:lnTo>
                        <a:pt x="983" y="419"/>
                      </a:lnTo>
                      <a:lnTo>
                        <a:pt x="987" y="416"/>
                      </a:lnTo>
                      <a:lnTo>
                        <a:pt x="990" y="415"/>
                      </a:lnTo>
                      <a:lnTo>
                        <a:pt x="994" y="415"/>
                      </a:lnTo>
                      <a:lnTo>
                        <a:pt x="1002" y="417"/>
                      </a:lnTo>
                      <a:lnTo>
                        <a:pt x="1010" y="420"/>
                      </a:lnTo>
                      <a:lnTo>
                        <a:pt x="1013" y="419"/>
                      </a:lnTo>
                      <a:lnTo>
                        <a:pt x="1015" y="417"/>
                      </a:lnTo>
                      <a:lnTo>
                        <a:pt x="1016" y="415"/>
                      </a:lnTo>
                      <a:lnTo>
                        <a:pt x="1015" y="412"/>
                      </a:lnTo>
                      <a:lnTo>
                        <a:pt x="1014" y="407"/>
                      </a:lnTo>
                      <a:lnTo>
                        <a:pt x="1014" y="403"/>
                      </a:lnTo>
                      <a:lnTo>
                        <a:pt x="1014" y="400"/>
                      </a:lnTo>
                      <a:lnTo>
                        <a:pt x="1016" y="397"/>
                      </a:lnTo>
                      <a:lnTo>
                        <a:pt x="1019" y="396"/>
                      </a:lnTo>
                      <a:lnTo>
                        <a:pt x="1021" y="395"/>
                      </a:lnTo>
                      <a:lnTo>
                        <a:pt x="1025" y="395"/>
                      </a:lnTo>
                      <a:lnTo>
                        <a:pt x="1029" y="395"/>
                      </a:lnTo>
                      <a:lnTo>
                        <a:pt x="1034" y="395"/>
                      </a:lnTo>
                      <a:lnTo>
                        <a:pt x="1041" y="394"/>
                      </a:lnTo>
                      <a:lnTo>
                        <a:pt x="1048" y="391"/>
                      </a:lnTo>
                      <a:lnTo>
                        <a:pt x="1055" y="388"/>
                      </a:lnTo>
                      <a:lnTo>
                        <a:pt x="1064" y="383"/>
                      </a:lnTo>
                      <a:lnTo>
                        <a:pt x="1072" y="377"/>
                      </a:lnTo>
                      <a:lnTo>
                        <a:pt x="1079" y="369"/>
                      </a:lnTo>
                      <a:lnTo>
                        <a:pt x="1085" y="360"/>
                      </a:lnTo>
                      <a:lnTo>
                        <a:pt x="1094" y="344"/>
                      </a:lnTo>
                      <a:lnTo>
                        <a:pt x="1098" y="332"/>
                      </a:lnTo>
                      <a:lnTo>
                        <a:pt x="1101" y="327"/>
                      </a:lnTo>
                      <a:lnTo>
                        <a:pt x="1103" y="325"/>
                      </a:lnTo>
                      <a:lnTo>
                        <a:pt x="1105" y="322"/>
                      </a:lnTo>
                      <a:lnTo>
                        <a:pt x="1109" y="321"/>
                      </a:lnTo>
                      <a:lnTo>
                        <a:pt x="1115" y="321"/>
                      </a:lnTo>
                      <a:lnTo>
                        <a:pt x="1118" y="319"/>
                      </a:lnTo>
                      <a:lnTo>
                        <a:pt x="1121" y="313"/>
                      </a:lnTo>
                      <a:lnTo>
                        <a:pt x="1121" y="305"/>
                      </a:lnTo>
                      <a:lnTo>
                        <a:pt x="1118" y="292"/>
                      </a:lnTo>
                      <a:lnTo>
                        <a:pt x="1115" y="278"/>
                      </a:lnTo>
                      <a:lnTo>
                        <a:pt x="1111" y="267"/>
                      </a:lnTo>
                      <a:lnTo>
                        <a:pt x="1108" y="257"/>
                      </a:lnTo>
                      <a:lnTo>
                        <a:pt x="1107" y="251"/>
                      </a:lnTo>
                      <a:lnTo>
                        <a:pt x="1107" y="246"/>
                      </a:lnTo>
                      <a:lnTo>
                        <a:pt x="1108" y="244"/>
                      </a:lnTo>
                      <a:lnTo>
                        <a:pt x="1109" y="242"/>
                      </a:lnTo>
                      <a:lnTo>
                        <a:pt x="1113" y="240"/>
                      </a:lnTo>
                      <a:lnTo>
                        <a:pt x="1116" y="239"/>
                      </a:lnTo>
                      <a:lnTo>
                        <a:pt x="1124" y="236"/>
                      </a:lnTo>
                      <a:lnTo>
                        <a:pt x="1129" y="232"/>
                      </a:lnTo>
                      <a:lnTo>
                        <a:pt x="1130" y="230"/>
                      </a:lnTo>
                      <a:lnTo>
                        <a:pt x="1132" y="226"/>
                      </a:lnTo>
                      <a:lnTo>
                        <a:pt x="1130" y="224"/>
                      </a:lnTo>
                      <a:lnTo>
                        <a:pt x="1129" y="219"/>
                      </a:lnTo>
                      <a:lnTo>
                        <a:pt x="1127" y="211"/>
                      </a:lnTo>
                      <a:lnTo>
                        <a:pt x="1123" y="200"/>
                      </a:lnTo>
                      <a:lnTo>
                        <a:pt x="1121" y="190"/>
                      </a:lnTo>
                      <a:lnTo>
                        <a:pt x="1120" y="182"/>
                      </a:lnTo>
                      <a:lnTo>
                        <a:pt x="1121" y="176"/>
                      </a:lnTo>
                      <a:lnTo>
                        <a:pt x="1123" y="171"/>
                      </a:lnTo>
                      <a:lnTo>
                        <a:pt x="1124" y="169"/>
                      </a:lnTo>
                      <a:lnTo>
                        <a:pt x="1127" y="168"/>
                      </a:lnTo>
                      <a:lnTo>
                        <a:pt x="1130" y="168"/>
                      </a:lnTo>
                      <a:lnTo>
                        <a:pt x="1133" y="167"/>
                      </a:lnTo>
                      <a:lnTo>
                        <a:pt x="1136" y="167"/>
                      </a:lnTo>
                      <a:lnTo>
                        <a:pt x="1139" y="166"/>
                      </a:lnTo>
                      <a:lnTo>
                        <a:pt x="1140" y="163"/>
                      </a:lnTo>
                      <a:lnTo>
                        <a:pt x="1141" y="161"/>
                      </a:lnTo>
                      <a:lnTo>
                        <a:pt x="1140" y="155"/>
                      </a:lnTo>
                      <a:lnTo>
                        <a:pt x="1136" y="148"/>
                      </a:lnTo>
                      <a:lnTo>
                        <a:pt x="1135" y="145"/>
                      </a:lnTo>
                      <a:lnTo>
                        <a:pt x="1134" y="141"/>
                      </a:lnTo>
                      <a:lnTo>
                        <a:pt x="1133" y="136"/>
                      </a:lnTo>
                      <a:lnTo>
                        <a:pt x="1133" y="130"/>
                      </a:lnTo>
                      <a:lnTo>
                        <a:pt x="1133" y="116"/>
                      </a:lnTo>
                      <a:lnTo>
                        <a:pt x="1135" y="100"/>
                      </a:lnTo>
                      <a:lnTo>
                        <a:pt x="1136" y="84"/>
                      </a:lnTo>
                      <a:lnTo>
                        <a:pt x="1139" y="64"/>
                      </a:lnTo>
                      <a:lnTo>
                        <a:pt x="1141" y="48"/>
                      </a:lnTo>
                      <a:lnTo>
                        <a:pt x="1143" y="32"/>
                      </a:lnTo>
                      <a:lnTo>
                        <a:pt x="1146" y="21"/>
                      </a:lnTo>
                      <a:lnTo>
                        <a:pt x="1147" y="12"/>
                      </a:lnTo>
                      <a:lnTo>
                        <a:pt x="1149" y="10"/>
                      </a:lnTo>
                      <a:lnTo>
                        <a:pt x="1152" y="9"/>
                      </a:lnTo>
                      <a:lnTo>
                        <a:pt x="1157" y="7"/>
                      </a:lnTo>
                      <a:lnTo>
                        <a:pt x="1164" y="6"/>
                      </a:lnTo>
                      <a:lnTo>
                        <a:pt x="1174" y="4"/>
                      </a:lnTo>
                      <a:lnTo>
                        <a:pt x="1185" y="1"/>
                      </a:lnTo>
                      <a:lnTo>
                        <a:pt x="1195" y="0"/>
                      </a:lnTo>
                      <a:lnTo>
                        <a:pt x="1204" y="0"/>
                      </a:lnTo>
                      <a:lnTo>
                        <a:pt x="1214" y="1"/>
                      </a:lnTo>
                      <a:lnTo>
                        <a:pt x="1221" y="4"/>
                      </a:lnTo>
                      <a:lnTo>
                        <a:pt x="1229" y="6"/>
                      </a:lnTo>
                      <a:lnTo>
                        <a:pt x="1240" y="7"/>
                      </a:lnTo>
                      <a:lnTo>
                        <a:pt x="1253" y="7"/>
                      </a:lnTo>
                      <a:lnTo>
                        <a:pt x="1266" y="7"/>
                      </a:lnTo>
                      <a:lnTo>
                        <a:pt x="1273" y="7"/>
                      </a:lnTo>
                      <a:lnTo>
                        <a:pt x="1279" y="9"/>
                      </a:lnTo>
                      <a:lnTo>
                        <a:pt x="1286" y="11"/>
                      </a:lnTo>
                      <a:lnTo>
                        <a:pt x="1292" y="13"/>
                      </a:lnTo>
                      <a:lnTo>
                        <a:pt x="1304" y="21"/>
                      </a:lnTo>
                      <a:lnTo>
                        <a:pt x="1313" y="28"/>
                      </a:lnTo>
                      <a:lnTo>
                        <a:pt x="1318" y="31"/>
                      </a:lnTo>
                      <a:lnTo>
                        <a:pt x="1324" y="32"/>
                      </a:lnTo>
                      <a:lnTo>
                        <a:pt x="1330" y="31"/>
                      </a:lnTo>
                      <a:lnTo>
                        <a:pt x="1336" y="31"/>
                      </a:lnTo>
                      <a:lnTo>
                        <a:pt x="1342" y="30"/>
                      </a:lnTo>
                      <a:lnTo>
                        <a:pt x="1348" y="29"/>
                      </a:lnTo>
                      <a:lnTo>
                        <a:pt x="1354" y="30"/>
                      </a:lnTo>
                      <a:lnTo>
                        <a:pt x="1357" y="31"/>
                      </a:lnTo>
                      <a:lnTo>
                        <a:pt x="1367" y="38"/>
                      </a:lnTo>
                      <a:lnTo>
                        <a:pt x="1379" y="47"/>
                      </a:lnTo>
                      <a:lnTo>
                        <a:pt x="1393" y="56"/>
                      </a:lnTo>
                      <a:lnTo>
                        <a:pt x="1407" y="64"/>
                      </a:lnTo>
                      <a:lnTo>
                        <a:pt x="1417" y="70"/>
                      </a:lnTo>
                      <a:lnTo>
                        <a:pt x="1425" y="74"/>
                      </a:lnTo>
                      <a:lnTo>
                        <a:pt x="1434" y="78"/>
                      </a:lnTo>
                      <a:lnTo>
                        <a:pt x="1441" y="79"/>
                      </a:lnTo>
                      <a:lnTo>
                        <a:pt x="1457" y="81"/>
                      </a:lnTo>
                      <a:lnTo>
                        <a:pt x="1479" y="81"/>
                      </a:lnTo>
                      <a:lnTo>
                        <a:pt x="1504" y="81"/>
                      </a:lnTo>
                      <a:lnTo>
                        <a:pt x="1529" y="82"/>
                      </a:lnTo>
                      <a:lnTo>
                        <a:pt x="1539" y="84"/>
                      </a:lnTo>
                      <a:lnTo>
                        <a:pt x="1549" y="85"/>
                      </a:lnTo>
                      <a:lnTo>
                        <a:pt x="1556" y="86"/>
                      </a:lnTo>
                      <a:lnTo>
                        <a:pt x="1563" y="88"/>
                      </a:lnTo>
                      <a:lnTo>
                        <a:pt x="1569" y="91"/>
                      </a:lnTo>
                      <a:lnTo>
                        <a:pt x="1574" y="92"/>
                      </a:lnTo>
                      <a:lnTo>
                        <a:pt x="1580" y="93"/>
                      </a:lnTo>
                      <a:lnTo>
                        <a:pt x="1584" y="93"/>
                      </a:lnTo>
                      <a:lnTo>
                        <a:pt x="1589" y="92"/>
                      </a:lnTo>
                      <a:lnTo>
                        <a:pt x="1594" y="89"/>
                      </a:lnTo>
                      <a:lnTo>
                        <a:pt x="1598" y="87"/>
                      </a:lnTo>
                      <a:lnTo>
                        <a:pt x="1600" y="82"/>
                      </a:lnTo>
                      <a:lnTo>
                        <a:pt x="1606" y="72"/>
                      </a:lnTo>
                      <a:lnTo>
                        <a:pt x="1613" y="61"/>
                      </a:lnTo>
                      <a:lnTo>
                        <a:pt x="1619" y="55"/>
                      </a:lnTo>
                      <a:lnTo>
                        <a:pt x="1625" y="50"/>
                      </a:lnTo>
                      <a:lnTo>
                        <a:pt x="1631" y="47"/>
                      </a:lnTo>
                      <a:lnTo>
                        <a:pt x="1639" y="45"/>
                      </a:lnTo>
                      <a:lnTo>
                        <a:pt x="1647" y="47"/>
                      </a:lnTo>
                      <a:lnTo>
                        <a:pt x="1655" y="49"/>
                      </a:lnTo>
                      <a:lnTo>
                        <a:pt x="1661" y="53"/>
                      </a:lnTo>
                      <a:lnTo>
                        <a:pt x="1667" y="57"/>
                      </a:lnTo>
                      <a:lnTo>
                        <a:pt x="1675" y="68"/>
                      </a:lnTo>
                      <a:lnTo>
                        <a:pt x="1682" y="78"/>
                      </a:lnTo>
                      <a:lnTo>
                        <a:pt x="1686" y="82"/>
                      </a:lnTo>
                      <a:lnTo>
                        <a:pt x="1689" y="85"/>
                      </a:lnTo>
                      <a:lnTo>
                        <a:pt x="1694" y="87"/>
                      </a:lnTo>
                      <a:lnTo>
                        <a:pt x="1699" y="89"/>
                      </a:lnTo>
                      <a:lnTo>
                        <a:pt x="1703" y="89"/>
                      </a:lnTo>
                      <a:lnTo>
                        <a:pt x="1708" y="88"/>
                      </a:lnTo>
                      <a:lnTo>
                        <a:pt x="1712" y="87"/>
                      </a:lnTo>
                      <a:lnTo>
                        <a:pt x="1716" y="85"/>
                      </a:lnTo>
                      <a:lnTo>
                        <a:pt x="1724" y="78"/>
                      </a:lnTo>
                      <a:lnTo>
                        <a:pt x="1733" y="69"/>
                      </a:lnTo>
                      <a:lnTo>
                        <a:pt x="1738" y="66"/>
                      </a:lnTo>
                      <a:lnTo>
                        <a:pt x="1743" y="63"/>
                      </a:lnTo>
                      <a:lnTo>
                        <a:pt x="1747" y="62"/>
                      </a:lnTo>
                      <a:lnTo>
                        <a:pt x="1751" y="63"/>
                      </a:lnTo>
                      <a:lnTo>
                        <a:pt x="1751" y="69"/>
                      </a:lnTo>
                      <a:lnTo>
                        <a:pt x="1750" y="81"/>
                      </a:lnTo>
                      <a:lnTo>
                        <a:pt x="1747" y="93"/>
                      </a:lnTo>
                      <a:lnTo>
                        <a:pt x="1746" y="99"/>
                      </a:lnTo>
                      <a:lnTo>
                        <a:pt x="1744" y="107"/>
                      </a:lnTo>
                      <a:lnTo>
                        <a:pt x="1741" y="117"/>
                      </a:lnTo>
                      <a:lnTo>
                        <a:pt x="1738" y="122"/>
                      </a:lnTo>
                      <a:lnTo>
                        <a:pt x="1734" y="126"/>
                      </a:lnTo>
                      <a:lnTo>
                        <a:pt x="1731" y="130"/>
                      </a:lnTo>
                      <a:lnTo>
                        <a:pt x="1728" y="133"/>
                      </a:lnTo>
                      <a:lnTo>
                        <a:pt x="1719" y="141"/>
                      </a:lnTo>
                      <a:lnTo>
                        <a:pt x="1710" y="148"/>
                      </a:lnTo>
                      <a:lnTo>
                        <a:pt x="1708" y="152"/>
                      </a:lnTo>
                      <a:lnTo>
                        <a:pt x="1706" y="158"/>
                      </a:lnTo>
                      <a:lnTo>
                        <a:pt x="1705" y="166"/>
                      </a:lnTo>
                      <a:lnTo>
                        <a:pt x="1703" y="173"/>
                      </a:lnTo>
                      <a:lnTo>
                        <a:pt x="1703" y="189"/>
                      </a:lnTo>
                      <a:lnTo>
                        <a:pt x="1702" y="204"/>
                      </a:lnTo>
                      <a:lnTo>
                        <a:pt x="1702" y="206"/>
                      </a:lnTo>
                      <a:lnTo>
                        <a:pt x="1703" y="208"/>
                      </a:lnTo>
                      <a:lnTo>
                        <a:pt x="1705" y="211"/>
                      </a:lnTo>
                      <a:lnTo>
                        <a:pt x="1706" y="212"/>
                      </a:lnTo>
                      <a:lnTo>
                        <a:pt x="1710" y="214"/>
                      </a:lnTo>
                      <a:lnTo>
                        <a:pt x="1715" y="214"/>
                      </a:lnTo>
                      <a:lnTo>
                        <a:pt x="1721" y="213"/>
                      </a:lnTo>
                      <a:lnTo>
                        <a:pt x="1726" y="209"/>
                      </a:lnTo>
                      <a:lnTo>
                        <a:pt x="1730" y="205"/>
                      </a:lnTo>
                      <a:lnTo>
                        <a:pt x="1733" y="198"/>
                      </a:lnTo>
                      <a:lnTo>
                        <a:pt x="1734" y="188"/>
                      </a:lnTo>
                      <a:lnTo>
                        <a:pt x="1733" y="179"/>
                      </a:lnTo>
                      <a:lnTo>
                        <a:pt x="1732" y="169"/>
                      </a:lnTo>
                      <a:lnTo>
                        <a:pt x="1732" y="161"/>
                      </a:lnTo>
                      <a:lnTo>
                        <a:pt x="1733" y="156"/>
                      </a:lnTo>
                      <a:lnTo>
                        <a:pt x="1737" y="151"/>
                      </a:lnTo>
                      <a:lnTo>
                        <a:pt x="1739" y="150"/>
                      </a:lnTo>
                      <a:lnTo>
                        <a:pt x="1741" y="149"/>
                      </a:lnTo>
                      <a:lnTo>
                        <a:pt x="1744" y="149"/>
                      </a:lnTo>
                      <a:lnTo>
                        <a:pt x="1746" y="150"/>
                      </a:lnTo>
                      <a:lnTo>
                        <a:pt x="1758" y="156"/>
                      </a:lnTo>
                      <a:lnTo>
                        <a:pt x="1772" y="163"/>
                      </a:lnTo>
                      <a:lnTo>
                        <a:pt x="1778" y="166"/>
                      </a:lnTo>
                      <a:lnTo>
                        <a:pt x="1784" y="168"/>
                      </a:lnTo>
                      <a:lnTo>
                        <a:pt x="1789" y="168"/>
                      </a:lnTo>
                      <a:lnTo>
                        <a:pt x="1794" y="166"/>
                      </a:lnTo>
                      <a:lnTo>
                        <a:pt x="1802" y="158"/>
                      </a:lnTo>
                      <a:lnTo>
                        <a:pt x="1815" y="149"/>
                      </a:lnTo>
                      <a:lnTo>
                        <a:pt x="1832" y="138"/>
                      </a:lnTo>
                      <a:lnTo>
                        <a:pt x="1853" y="127"/>
                      </a:lnTo>
                      <a:lnTo>
                        <a:pt x="1873" y="119"/>
                      </a:lnTo>
                      <a:lnTo>
                        <a:pt x="1889" y="112"/>
                      </a:lnTo>
                      <a:lnTo>
                        <a:pt x="1903" y="105"/>
                      </a:lnTo>
                      <a:lnTo>
                        <a:pt x="1917" y="98"/>
                      </a:lnTo>
                      <a:lnTo>
                        <a:pt x="1932" y="89"/>
                      </a:lnTo>
                      <a:lnTo>
                        <a:pt x="1942" y="85"/>
                      </a:lnTo>
                      <a:lnTo>
                        <a:pt x="1951" y="82"/>
                      </a:lnTo>
                      <a:lnTo>
                        <a:pt x="1955" y="82"/>
                      </a:lnTo>
                      <a:lnTo>
                        <a:pt x="1958" y="84"/>
                      </a:lnTo>
                      <a:lnTo>
                        <a:pt x="1959" y="84"/>
                      </a:lnTo>
                      <a:lnTo>
                        <a:pt x="1959" y="86"/>
                      </a:lnTo>
                      <a:lnTo>
                        <a:pt x="1959" y="87"/>
                      </a:lnTo>
                      <a:lnTo>
                        <a:pt x="1958" y="97"/>
                      </a:lnTo>
                      <a:lnTo>
                        <a:pt x="1953" y="110"/>
                      </a:lnTo>
                      <a:lnTo>
                        <a:pt x="1951" y="117"/>
                      </a:lnTo>
                      <a:lnTo>
                        <a:pt x="1946" y="122"/>
                      </a:lnTo>
                      <a:lnTo>
                        <a:pt x="1941" y="125"/>
                      </a:lnTo>
                      <a:lnTo>
                        <a:pt x="1935" y="129"/>
                      </a:lnTo>
                      <a:lnTo>
                        <a:pt x="1922" y="132"/>
                      </a:lnTo>
                      <a:lnTo>
                        <a:pt x="1910" y="133"/>
                      </a:lnTo>
                      <a:lnTo>
                        <a:pt x="1905" y="136"/>
                      </a:lnTo>
                      <a:lnTo>
                        <a:pt x="1902" y="138"/>
                      </a:lnTo>
                      <a:lnTo>
                        <a:pt x="1898" y="141"/>
                      </a:lnTo>
                      <a:lnTo>
                        <a:pt x="1895" y="145"/>
                      </a:lnTo>
                      <a:lnTo>
                        <a:pt x="1891" y="150"/>
                      </a:lnTo>
                      <a:lnTo>
                        <a:pt x="1890" y="156"/>
                      </a:lnTo>
                      <a:lnTo>
                        <a:pt x="1888" y="162"/>
                      </a:lnTo>
                      <a:lnTo>
                        <a:pt x="1886" y="169"/>
                      </a:lnTo>
                      <a:lnTo>
                        <a:pt x="1885" y="175"/>
                      </a:lnTo>
                      <a:lnTo>
                        <a:pt x="1882" y="179"/>
                      </a:lnTo>
                      <a:lnTo>
                        <a:pt x="1879" y="182"/>
                      </a:lnTo>
                      <a:lnTo>
                        <a:pt x="1875" y="185"/>
                      </a:lnTo>
                      <a:lnTo>
                        <a:pt x="1865" y="187"/>
                      </a:lnTo>
                      <a:lnTo>
                        <a:pt x="1856" y="187"/>
                      </a:lnTo>
                      <a:lnTo>
                        <a:pt x="1851" y="188"/>
                      </a:lnTo>
                      <a:lnTo>
                        <a:pt x="1846" y="192"/>
                      </a:lnTo>
                      <a:lnTo>
                        <a:pt x="1842" y="196"/>
                      </a:lnTo>
                      <a:lnTo>
                        <a:pt x="1839" y="202"/>
                      </a:lnTo>
                      <a:lnTo>
                        <a:pt x="1832" y="215"/>
                      </a:lnTo>
                      <a:lnTo>
                        <a:pt x="1827" y="227"/>
                      </a:lnTo>
                      <a:lnTo>
                        <a:pt x="1825" y="232"/>
                      </a:lnTo>
                      <a:lnTo>
                        <a:pt x="1822" y="236"/>
                      </a:lnTo>
                      <a:lnTo>
                        <a:pt x="1820" y="239"/>
                      </a:lnTo>
                      <a:lnTo>
                        <a:pt x="1816" y="240"/>
                      </a:lnTo>
                      <a:lnTo>
                        <a:pt x="1808" y="243"/>
                      </a:lnTo>
                      <a:lnTo>
                        <a:pt x="1798" y="242"/>
                      </a:lnTo>
                      <a:lnTo>
                        <a:pt x="1794" y="242"/>
                      </a:lnTo>
                      <a:lnTo>
                        <a:pt x="1788" y="243"/>
                      </a:lnTo>
                      <a:lnTo>
                        <a:pt x="1783" y="244"/>
                      </a:lnTo>
                      <a:lnTo>
                        <a:pt x="1778" y="246"/>
                      </a:lnTo>
                      <a:lnTo>
                        <a:pt x="1769" y="252"/>
                      </a:lnTo>
                      <a:lnTo>
                        <a:pt x="1762" y="259"/>
                      </a:lnTo>
                      <a:lnTo>
                        <a:pt x="1746" y="271"/>
                      </a:lnTo>
                      <a:lnTo>
                        <a:pt x="1733" y="286"/>
                      </a:lnTo>
                      <a:lnTo>
                        <a:pt x="1727" y="294"/>
                      </a:lnTo>
                      <a:lnTo>
                        <a:pt x="1722" y="300"/>
                      </a:lnTo>
                      <a:lnTo>
                        <a:pt x="1718" y="307"/>
                      </a:lnTo>
                      <a:lnTo>
                        <a:pt x="1713" y="318"/>
                      </a:lnTo>
                      <a:lnTo>
                        <a:pt x="1709" y="328"/>
                      </a:lnTo>
                      <a:lnTo>
                        <a:pt x="1708" y="335"/>
                      </a:lnTo>
                      <a:lnTo>
                        <a:pt x="1709" y="341"/>
                      </a:lnTo>
                      <a:lnTo>
                        <a:pt x="1710" y="349"/>
                      </a:lnTo>
                      <a:lnTo>
                        <a:pt x="1710" y="353"/>
                      </a:lnTo>
                      <a:lnTo>
                        <a:pt x="1709" y="357"/>
                      </a:lnTo>
                      <a:lnTo>
                        <a:pt x="1706" y="362"/>
                      </a:lnTo>
                      <a:lnTo>
                        <a:pt x="1701" y="366"/>
                      </a:lnTo>
                      <a:lnTo>
                        <a:pt x="1690" y="376"/>
                      </a:lnTo>
                      <a:lnTo>
                        <a:pt x="1682" y="383"/>
                      </a:lnTo>
                      <a:lnTo>
                        <a:pt x="1675" y="388"/>
                      </a:lnTo>
                      <a:lnTo>
                        <a:pt x="1670" y="390"/>
                      </a:lnTo>
                      <a:lnTo>
                        <a:pt x="1665" y="391"/>
                      </a:lnTo>
                      <a:lnTo>
                        <a:pt x="1659" y="391"/>
                      </a:lnTo>
                      <a:lnTo>
                        <a:pt x="1655" y="393"/>
                      </a:lnTo>
                      <a:lnTo>
                        <a:pt x="1646" y="396"/>
                      </a:lnTo>
                      <a:lnTo>
                        <a:pt x="1638" y="402"/>
                      </a:lnTo>
                      <a:lnTo>
                        <a:pt x="1626" y="412"/>
                      </a:lnTo>
                      <a:lnTo>
                        <a:pt x="1621" y="417"/>
                      </a:lnTo>
                      <a:lnTo>
                        <a:pt x="1618" y="423"/>
                      </a:lnTo>
                      <a:lnTo>
                        <a:pt x="1615" y="428"/>
                      </a:lnTo>
                      <a:lnTo>
                        <a:pt x="1614" y="433"/>
                      </a:lnTo>
                      <a:lnTo>
                        <a:pt x="1612" y="442"/>
                      </a:lnTo>
                      <a:lnTo>
                        <a:pt x="1608" y="451"/>
                      </a:lnTo>
                      <a:lnTo>
                        <a:pt x="1600" y="463"/>
                      </a:lnTo>
                      <a:lnTo>
                        <a:pt x="1587" y="477"/>
                      </a:lnTo>
                      <a:lnTo>
                        <a:pt x="1573" y="491"/>
                      </a:lnTo>
                      <a:lnTo>
                        <a:pt x="1563" y="502"/>
                      </a:lnTo>
                      <a:lnTo>
                        <a:pt x="1560" y="505"/>
                      </a:lnTo>
                      <a:lnTo>
                        <a:pt x="1557" y="510"/>
                      </a:lnTo>
                      <a:lnTo>
                        <a:pt x="1556" y="516"/>
                      </a:lnTo>
                      <a:lnTo>
                        <a:pt x="1556" y="521"/>
                      </a:lnTo>
                      <a:lnTo>
                        <a:pt x="1556" y="532"/>
                      </a:lnTo>
                      <a:lnTo>
                        <a:pt x="1556" y="541"/>
                      </a:lnTo>
                      <a:lnTo>
                        <a:pt x="1555" y="547"/>
                      </a:lnTo>
                      <a:lnTo>
                        <a:pt x="1554" y="553"/>
                      </a:lnTo>
                      <a:lnTo>
                        <a:pt x="1551" y="559"/>
                      </a:lnTo>
                      <a:lnTo>
                        <a:pt x="1549" y="566"/>
                      </a:lnTo>
                      <a:lnTo>
                        <a:pt x="1548" y="568"/>
                      </a:lnTo>
                      <a:lnTo>
                        <a:pt x="1546" y="571"/>
                      </a:lnTo>
                      <a:lnTo>
                        <a:pt x="1546" y="576"/>
                      </a:lnTo>
                      <a:lnTo>
                        <a:pt x="1550" y="577"/>
                      </a:lnTo>
                      <a:lnTo>
                        <a:pt x="1557" y="579"/>
                      </a:lnTo>
                      <a:lnTo>
                        <a:pt x="1568" y="583"/>
                      </a:lnTo>
                      <a:lnTo>
                        <a:pt x="1580" y="586"/>
                      </a:lnTo>
                      <a:lnTo>
                        <a:pt x="1590" y="590"/>
                      </a:lnTo>
                      <a:lnTo>
                        <a:pt x="1600" y="592"/>
                      </a:lnTo>
                      <a:lnTo>
                        <a:pt x="1606" y="592"/>
                      </a:lnTo>
                      <a:lnTo>
                        <a:pt x="1611" y="592"/>
                      </a:lnTo>
                      <a:lnTo>
                        <a:pt x="1614" y="591"/>
                      </a:lnTo>
                      <a:lnTo>
                        <a:pt x="1619" y="589"/>
                      </a:lnTo>
                      <a:lnTo>
                        <a:pt x="1626" y="585"/>
                      </a:lnTo>
                      <a:lnTo>
                        <a:pt x="1633" y="582"/>
                      </a:lnTo>
                      <a:lnTo>
                        <a:pt x="1638" y="580"/>
                      </a:lnTo>
                      <a:lnTo>
                        <a:pt x="1643" y="580"/>
                      </a:lnTo>
                      <a:lnTo>
                        <a:pt x="1646" y="582"/>
                      </a:lnTo>
                      <a:lnTo>
                        <a:pt x="1651" y="583"/>
                      </a:lnTo>
                      <a:lnTo>
                        <a:pt x="1656" y="584"/>
                      </a:lnTo>
                      <a:lnTo>
                        <a:pt x="1659" y="587"/>
                      </a:lnTo>
                      <a:lnTo>
                        <a:pt x="1663" y="591"/>
                      </a:lnTo>
                      <a:lnTo>
                        <a:pt x="1668" y="597"/>
                      </a:lnTo>
                      <a:lnTo>
                        <a:pt x="1675" y="610"/>
                      </a:lnTo>
                      <a:lnTo>
                        <a:pt x="1683" y="624"/>
                      </a:lnTo>
                      <a:lnTo>
                        <a:pt x="1688" y="631"/>
                      </a:lnTo>
                      <a:lnTo>
                        <a:pt x="1693" y="637"/>
                      </a:lnTo>
                      <a:lnTo>
                        <a:pt x="1699" y="642"/>
                      </a:lnTo>
                      <a:lnTo>
                        <a:pt x="1705" y="645"/>
                      </a:lnTo>
                      <a:lnTo>
                        <a:pt x="1719" y="647"/>
                      </a:lnTo>
                      <a:lnTo>
                        <a:pt x="1734" y="652"/>
                      </a:lnTo>
                      <a:lnTo>
                        <a:pt x="1741" y="655"/>
                      </a:lnTo>
                      <a:lnTo>
                        <a:pt x="1747" y="659"/>
                      </a:lnTo>
                      <a:lnTo>
                        <a:pt x="1752" y="665"/>
                      </a:lnTo>
                      <a:lnTo>
                        <a:pt x="1756" y="671"/>
                      </a:lnTo>
                      <a:lnTo>
                        <a:pt x="1759" y="684"/>
                      </a:lnTo>
                      <a:lnTo>
                        <a:pt x="1763" y="696"/>
                      </a:lnTo>
                      <a:lnTo>
                        <a:pt x="1768" y="709"/>
                      </a:lnTo>
                      <a:lnTo>
                        <a:pt x="1772" y="723"/>
                      </a:lnTo>
                      <a:lnTo>
                        <a:pt x="1777" y="729"/>
                      </a:lnTo>
                      <a:lnTo>
                        <a:pt x="1781" y="735"/>
                      </a:lnTo>
                      <a:lnTo>
                        <a:pt x="1785" y="740"/>
                      </a:lnTo>
                      <a:lnTo>
                        <a:pt x="1791" y="743"/>
                      </a:lnTo>
                      <a:lnTo>
                        <a:pt x="1797" y="747"/>
                      </a:lnTo>
                      <a:lnTo>
                        <a:pt x="1803" y="749"/>
                      </a:lnTo>
                      <a:lnTo>
                        <a:pt x="1809" y="750"/>
                      </a:lnTo>
                      <a:lnTo>
                        <a:pt x="1815" y="750"/>
                      </a:lnTo>
                      <a:lnTo>
                        <a:pt x="1832" y="750"/>
                      </a:lnTo>
                      <a:lnTo>
                        <a:pt x="1853" y="749"/>
                      </a:lnTo>
                      <a:lnTo>
                        <a:pt x="1875" y="748"/>
                      </a:lnTo>
                      <a:lnTo>
                        <a:pt x="1891" y="749"/>
                      </a:lnTo>
                      <a:lnTo>
                        <a:pt x="1903" y="750"/>
                      </a:lnTo>
                      <a:lnTo>
                        <a:pt x="1913" y="750"/>
                      </a:lnTo>
                      <a:lnTo>
                        <a:pt x="1921" y="748"/>
                      </a:lnTo>
                      <a:lnTo>
                        <a:pt x="1930" y="743"/>
                      </a:lnTo>
                      <a:lnTo>
                        <a:pt x="1942" y="737"/>
                      </a:lnTo>
                      <a:lnTo>
                        <a:pt x="1958" y="732"/>
                      </a:lnTo>
                      <a:lnTo>
                        <a:pt x="1965" y="731"/>
                      </a:lnTo>
                      <a:lnTo>
                        <a:pt x="1973" y="731"/>
                      </a:lnTo>
                      <a:lnTo>
                        <a:pt x="1980" y="731"/>
                      </a:lnTo>
                      <a:lnTo>
                        <a:pt x="1986" y="732"/>
                      </a:lnTo>
                      <a:lnTo>
                        <a:pt x="1998" y="736"/>
                      </a:lnTo>
                      <a:lnTo>
                        <a:pt x="2011" y="742"/>
                      </a:lnTo>
                      <a:lnTo>
                        <a:pt x="2023" y="747"/>
                      </a:lnTo>
                      <a:lnTo>
                        <a:pt x="2033" y="750"/>
                      </a:lnTo>
                      <a:lnTo>
                        <a:pt x="2036" y="750"/>
                      </a:lnTo>
                      <a:lnTo>
                        <a:pt x="2039" y="751"/>
                      </a:lnTo>
                      <a:lnTo>
                        <a:pt x="2041" y="753"/>
                      </a:lnTo>
                      <a:lnTo>
                        <a:pt x="2041" y="755"/>
                      </a:lnTo>
                      <a:lnTo>
                        <a:pt x="2040" y="760"/>
                      </a:lnTo>
                      <a:lnTo>
                        <a:pt x="2036" y="769"/>
                      </a:lnTo>
                      <a:lnTo>
                        <a:pt x="2033" y="780"/>
                      </a:lnTo>
                      <a:lnTo>
                        <a:pt x="2031" y="788"/>
                      </a:lnTo>
                      <a:lnTo>
                        <a:pt x="2033" y="794"/>
                      </a:lnTo>
                      <a:lnTo>
                        <a:pt x="2035" y="801"/>
                      </a:lnTo>
                      <a:lnTo>
                        <a:pt x="2037" y="809"/>
                      </a:lnTo>
                      <a:lnTo>
                        <a:pt x="2042" y="816"/>
                      </a:lnTo>
                      <a:lnTo>
                        <a:pt x="2047" y="822"/>
                      </a:lnTo>
                      <a:lnTo>
                        <a:pt x="2052" y="828"/>
                      </a:lnTo>
                      <a:lnTo>
                        <a:pt x="2056" y="831"/>
                      </a:lnTo>
                      <a:lnTo>
                        <a:pt x="2061" y="834"/>
                      </a:lnTo>
                      <a:lnTo>
                        <a:pt x="2066" y="835"/>
                      </a:lnTo>
                      <a:lnTo>
                        <a:pt x="2072" y="837"/>
                      </a:lnTo>
                      <a:lnTo>
                        <a:pt x="2077" y="841"/>
                      </a:lnTo>
                      <a:lnTo>
                        <a:pt x="2081" y="844"/>
                      </a:lnTo>
                      <a:lnTo>
                        <a:pt x="2091" y="853"/>
                      </a:lnTo>
                      <a:lnTo>
                        <a:pt x="2099" y="864"/>
                      </a:lnTo>
                      <a:lnTo>
                        <a:pt x="2104" y="869"/>
                      </a:lnTo>
                      <a:lnTo>
                        <a:pt x="2110" y="872"/>
                      </a:lnTo>
                      <a:lnTo>
                        <a:pt x="2116" y="873"/>
                      </a:lnTo>
                      <a:lnTo>
                        <a:pt x="2123" y="873"/>
                      </a:lnTo>
                      <a:lnTo>
                        <a:pt x="2137" y="869"/>
                      </a:lnTo>
                      <a:lnTo>
                        <a:pt x="2150" y="864"/>
                      </a:lnTo>
                      <a:lnTo>
                        <a:pt x="2155" y="862"/>
                      </a:lnTo>
                      <a:lnTo>
                        <a:pt x="2159" y="860"/>
                      </a:lnTo>
                      <a:lnTo>
                        <a:pt x="2162" y="860"/>
                      </a:lnTo>
                      <a:lnTo>
                        <a:pt x="2165" y="860"/>
                      </a:lnTo>
                      <a:lnTo>
                        <a:pt x="2167" y="863"/>
                      </a:lnTo>
                      <a:lnTo>
                        <a:pt x="2168" y="867"/>
                      </a:lnTo>
                      <a:lnTo>
                        <a:pt x="2168" y="874"/>
                      </a:lnTo>
                      <a:lnTo>
                        <a:pt x="2167" y="885"/>
                      </a:lnTo>
                      <a:lnTo>
                        <a:pt x="2167" y="896"/>
                      </a:lnTo>
                      <a:lnTo>
                        <a:pt x="2167" y="907"/>
                      </a:lnTo>
                      <a:lnTo>
                        <a:pt x="2169" y="917"/>
                      </a:lnTo>
                      <a:lnTo>
                        <a:pt x="2172" y="926"/>
                      </a:lnTo>
                      <a:lnTo>
                        <a:pt x="2174" y="936"/>
                      </a:lnTo>
                      <a:lnTo>
                        <a:pt x="2179" y="944"/>
                      </a:lnTo>
                      <a:lnTo>
                        <a:pt x="2185" y="950"/>
                      </a:lnTo>
                      <a:lnTo>
                        <a:pt x="2191" y="956"/>
                      </a:lnTo>
                      <a:lnTo>
                        <a:pt x="2198" y="962"/>
                      </a:lnTo>
                      <a:lnTo>
                        <a:pt x="2203" y="968"/>
                      </a:lnTo>
                      <a:lnTo>
                        <a:pt x="2206" y="974"/>
                      </a:lnTo>
                      <a:lnTo>
                        <a:pt x="2209" y="981"/>
                      </a:lnTo>
                      <a:lnTo>
                        <a:pt x="2212" y="994"/>
                      </a:lnTo>
                      <a:lnTo>
                        <a:pt x="2213" y="1009"/>
                      </a:lnTo>
                      <a:lnTo>
                        <a:pt x="2215" y="1017"/>
                      </a:lnTo>
                      <a:lnTo>
                        <a:pt x="2213" y="1021"/>
                      </a:lnTo>
                      <a:lnTo>
                        <a:pt x="2211" y="1024"/>
                      </a:lnTo>
                      <a:lnTo>
                        <a:pt x="2209" y="1026"/>
                      </a:lnTo>
                      <a:lnTo>
                        <a:pt x="2200" y="1027"/>
                      </a:lnTo>
                      <a:lnTo>
                        <a:pt x="2190" y="1028"/>
                      </a:lnTo>
                      <a:lnTo>
                        <a:pt x="2182" y="1031"/>
                      </a:lnTo>
                      <a:lnTo>
                        <a:pt x="2175" y="1034"/>
                      </a:lnTo>
                      <a:lnTo>
                        <a:pt x="2167" y="1038"/>
                      </a:lnTo>
                      <a:lnTo>
                        <a:pt x="2159" y="1044"/>
                      </a:lnTo>
                      <a:lnTo>
                        <a:pt x="2152" y="1050"/>
                      </a:lnTo>
                      <a:lnTo>
                        <a:pt x="2144" y="1055"/>
                      </a:lnTo>
                      <a:lnTo>
                        <a:pt x="2140" y="1061"/>
                      </a:lnTo>
                      <a:lnTo>
                        <a:pt x="2136" y="1066"/>
                      </a:lnTo>
                      <a:lnTo>
                        <a:pt x="2132" y="1075"/>
                      </a:lnTo>
                      <a:lnTo>
                        <a:pt x="2128" y="1081"/>
                      </a:lnTo>
                      <a:lnTo>
                        <a:pt x="2125" y="1083"/>
                      </a:lnTo>
                      <a:lnTo>
                        <a:pt x="2122" y="1085"/>
                      </a:lnTo>
                      <a:lnTo>
                        <a:pt x="2117" y="1087"/>
                      </a:lnTo>
                      <a:lnTo>
                        <a:pt x="2111" y="1089"/>
                      </a:lnTo>
                      <a:lnTo>
                        <a:pt x="2099" y="1093"/>
                      </a:lnTo>
                      <a:lnTo>
                        <a:pt x="2089" y="1099"/>
                      </a:lnTo>
                      <a:lnTo>
                        <a:pt x="2077" y="1105"/>
                      </a:lnTo>
                      <a:lnTo>
                        <a:pt x="2064" y="1112"/>
                      </a:lnTo>
                      <a:lnTo>
                        <a:pt x="2056" y="1114"/>
                      </a:lnTo>
                      <a:lnTo>
                        <a:pt x="2049" y="1115"/>
                      </a:lnTo>
                      <a:lnTo>
                        <a:pt x="2043" y="1114"/>
                      </a:lnTo>
                      <a:lnTo>
                        <a:pt x="2037" y="1110"/>
                      </a:lnTo>
                      <a:lnTo>
                        <a:pt x="2033" y="1107"/>
                      </a:lnTo>
                      <a:lnTo>
                        <a:pt x="2027" y="1102"/>
                      </a:lnTo>
                      <a:lnTo>
                        <a:pt x="2023" y="1096"/>
                      </a:lnTo>
                      <a:lnTo>
                        <a:pt x="2018" y="1091"/>
                      </a:lnTo>
                      <a:lnTo>
                        <a:pt x="2016" y="1085"/>
                      </a:lnTo>
                      <a:lnTo>
                        <a:pt x="2014" y="1080"/>
                      </a:lnTo>
                      <a:lnTo>
                        <a:pt x="2012" y="1075"/>
                      </a:lnTo>
                      <a:lnTo>
                        <a:pt x="2011" y="1069"/>
                      </a:lnTo>
                      <a:lnTo>
                        <a:pt x="2009" y="1063"/>
                      </a:lnTo>
                      <a:lnTo>
                        <a:pt x="2008" y="1058"/>
                      </a:lnTo>
                      <a:lnTo>
                        <a:pt x="2004" y="1053"/>
                      </a:lnTo>
                      <a:lnTo>
                        <a:pt x="1999" y="1050"/>
                      </a:lnTo>
                      <a:lnTo>
                        <a:pt x="1991" y="1044"/>
                      </a:lnTo>
                      <a:lnTo>
                        <a:pt x="1985" y="1038"/>
                      </a:lnTo>
                      <a:lnTo>
                        <a:pt x="1980" y="1030"/>
                      </a:lnTo>
                      <a:lnTo>
                        <a:pt x="1977" y="1018"/>
                      </a:lnTo>
                      <a:lnTo>
                        <a:pt x="1974" y="1012"/>
                      </a:lnTo>
                      <a:lnTo>
                        <a:pt x="1972" y="1007"/>
                      </a:lnTo>
                      <a:lnTo>
                        <a:pt x="1968" y="1002"/>
                      </a:lnTo>
                      <a:lnTo>
                        <a:pt x="1964" y="1000"/>
                      </a:lnTo>
                      <a:lnTo>
                        <a:pt x="1955" y="998"/>
                      </a:lnTo>
                      <a:lnTo>
                        <a:pt x="1948" y="996"/>
                      </a:lnTo>
                      <a:lnTo>
                        <a:pt x="1941" y="996"/>
                      </a:lnTo>
                      <a:lnTo>
                        <a:pt x="1934" y="995"/>
                      </a:lnTo>
                      <a:lnTo>
                        <a:pt x="1927" y="994"/>
                      </a:lnTo>
                      <a:lnTo>
                        <a:pt x="1921" y="990"/>
                      </a:lnTo>
                      <a:lnTo>
                        <a:pt x="1916" y="984"/>
                      </a:lnTo>
                      <a:lnTo>
                        <a:pt x="1910" y="979"/>
                      </a:lnTo>
                      <a:lnTo>
                        <a:pt x="1905" y="976"/>
                      </a:lnTo>
                      <a:lnTo>
                        <a:pt x="1901" y="974"/>
                      </a:lnTo>
                      <a:lnTo>
                        <a:pt x="1895" y="973"/>
                      </a:lnTo>
                      <a:lnTo>
                        <a:pt x="1886" y="973"/>
                      </a:lnTo>
                      <a:lnTo>
                        <a:pt x="1877" y="974"/>
                      </a:lnTo>
                      <a:lnTo>
                        <a:pt x="1869" y="976"/>
                      </a:lnTo>
                      <a:lnTo>
                        <a:pt x="1860" y="980"/>
                      </a:lnTo>
                      <a:lnTo>
                        <a:pt x="1853" y="986"/>
                      </a:lnTo>
                      <a:lnTo>
                        <a:pt x="1847" y="992"/>
                      </a:lnTo>
                      <a:lnTo>
                        <a:pt x="1841" y="998"/>
                      </a:lnTo>
                      <a:lnTo>
                        <a:pt x="1837" y="1006"/>
                      </a:lnTo>
                      <a:lnTo>
                        <a:pt x="1834" y="1014"/>
                      </a:lnTo>
                      <a:lnTo>
                        <a:pt x="1832" y="1021"/>
                      </a:lnTo>
                      <a:lnTo>
                        <a:pt x="1831" y="1030"/>
                      </a:lnTo>
                      <a:lnTo>
                        <a:pt x="1831" y="1037"/>
                      </a:lnTo>
                      <a:lnTo>
                        <a:pt x="1832" y="1043"/>
                      </a:lnTo>
                      <a:lnTo>
                        <a:pt x="1834" y="1047"/>
                      </a:lnTo>
                      <a:lnTo>
                        <a:pt x="1837" y="1052"/>
                      </a:lnTo>
                      <a:lnTo>
                        <a:pt x="1840" y="1056"/>
                      </a:lnTo>
                      <a:lnTo>
                        <a:pt x="1844" y="1058"/>
                      </a:lnTo>
                      <a:lnTo>
                        <a:pt x="1846" y="1061"/>
                      </a:lnTo>
                      <a:lnTo>
                        <a:pt x="1850" y="1064"/>
                      </a:lnTo>
                      <a:lnTo>
                        <a:pt x="1851" y="1068"/>
                      </a:lnTo>
                      <a:lnTo>
                        <a:pt x="1851" y="1071"/>
                      </a:lnTo>
                      <a:lnTo>
                        <a:pt x="1851" y="1076"/>
                      </a:lnTo>
                      <a:lnTo>
                        <a:pt x="1850" y="1080"/>
                      </a:lnTo>
                      <a:lnTo>
                        <a:pt x="1848" y="1084"/>
                      </a:lnTo>
                      <a:lnTo>
                        <a:pt x="1847" y="1088"/>
                      </a:lnTo>
                      <a:lnTo>
                        <a:pt x="1842" y="1096"/>
                      </a:lnTo>
                      <a:lnTo>
                        <a:pt x="1840" y="1103"/>
                      </a:lnTo>
                      <a:lnTo>
                        <a:pt x="1839" y="1112"/>
                      </a:lnTo>
                      <a:lnTo>
                        <a:pt x="1840" y="1120"/>
                      </a:lnTo>
                      <a:lnTo>
                        <a:pt x="1841" y="1132"/>
                      </a:lnTo>
                      <a:lnTo>
                        <a:pt x="1839" y="1144"/>
                      </a:lnTo>
                      <a:lnTo>
                        <a:pt x="1839" y="1150"/>
                      </a:lnTo>
                      <a:lnTo>
                        <a:pt x="1840" y="1154"/>
                      </a:lnTo>
                      <a:lnTo>
                        <a:pt x="1844" y="1160"/>
                      </a:lnTo>
                      <a:lnTo>
                        <a:pt x="1847" y="1166"/>
                      </a:lnTo>
                      <a:lnTo>
                        <a:pt x="1853" y="1175"/>
                      </a:lnTo>
                      <a:lnTo>
                        <a:pt x="1858" y="1183"/>
                      </a:lnTo>
                      <a:lnTo>
                        <a:pt x="1860" y="1187"/>
                      </a:lnTo>
                      <a:lnTo>
                        <a:pt x="1860" y="1189"/>
                      </a:lnTo>
                      <a:lnTo>
                        <a:pt x="1860" y="1191"/>
                      </a:lnTo>
                      <a:lnTo>
                        <a:pt x="1860" y="1192"/>
                      </a:lnTo>
                      <a:lnTo>
                        <a:pt x="1856" y="1192"/>
                      </a:lnTo>
                      <a:lnTo>
                        <a:pt x="1850" y="1192"/>
                      </a:lnTo>
                      <a:lnTo>
                        <a:pt x="1839" y="1192"/>
                      </a:lnTo>
                      <a:lnTo>
                        <a:pt x="1828" y="1194"/>
                      </a:lnTo>
                      <a:lnTo>
                        <a:pt x="1817" y="1196"/>
                      </a:lnTo>
                      <a:lnTo>
                        <a:pt x="1807" y="1198"/>
                      </a:lnTo>
                      <a:lnTo>
                        <a:pt x="1802" y="1201"/>
                      </a:lnTo>
                      <a:lnTo>
                        <a:pt x="1797" y="1203"/>
                      </a:lnTo>
                      <a:lnTo>
                        <a:pt x="1793" y="1207"/>
                      </a:lnTo>
                      <a:lnTo>
                        <a:pt x="1788" y="1211"/>
                      </a:lnTo>
                      <a:lnTo>
                        <a:pt x="1772" y="1222"/>
                      </a:lnTo>
                      <a:lnTo>
                        <a:pt x="1763" y="1228"/>
                      </a:lnTo>
                      <a:lnTo>
                        <a:pt x="1760" y="1232"/>
                      </a:lnTo>
                      <a:lnTo>
                        <a:pt x="1759" y="1238"/>
                      </a:lnTo>
                      <a:lnTo>
                        <a:pt x="1759" y="1246"/>
                      </a:lnTo>
                      <a:lnTo>
                        <a:pt x="1759" y="1254"/>
                      </a:lnTo>
                      <a:lnTo>
                        <a:pt x="1762" y="1272"/>
                      </a:lnTo>
                      <a:lnTo>
                        <a:pt x="1765" y="1286"/>
                      </a:lnTo>
                      <a:lnTo>
                        <a:pt x="1769" y="1298"/>
                      </a:lnTo>
                      <a:lnTo>
                        <a:pt x="1770" y="1309"/>
                      </a:lnTo>
                      <a:lnTo>
                        <a:pt x="1769" y="1314"/>
                      </a:lnTo>
                      <a:lnTo>
                        <a:pt x="1769" y="1317"/>
                      </a:lnTo>
                      <a:lnTo>
                        <a:pt x="1768" y="1321"/>
                      </a:lnTo>
                      <a:lnTo>
                        <a:pt x="1765" y="1324"/>
                      </a:lnTo>
                      <a:lnTo>
                        <a:pt x="1762" y="1329"/>
                      </a:lnTo>
                      <a:lnTo>
                        <a:pt x="1759" y="1335"/>
                      </a:lnTo>
                      <a:lnTo>
                        <a:pt x="1758" y="1343"/>
                      </a:lnTo>
                      <a:lnTo>
                        <a:pt x="1758" y="1352"/>
                      </a:lnTo>
                      <a:lnTo>
                        <a:pt x="1758" y="1360"/>
                      </a:lnTo>
                      <a:lnTo>
                        <a:pt x="1758" y="1370"/>
                      </a:lnTo>
                      <a:lnTo>
                        <a:pt x="1757" y="1374"/>
                      </a:lnTo>
                      <a:lnTo>
                        <a:pt x="1754" y="1379"/>
                      </a:lnTo>
                      <a:lnTo>
                        <a:pt x="1751" y="1384"/>
                      </a:lnTo>
                      <a:lnTo>
                        <a:pt x="1746" y="1387"/>
                      </a:lnTo>
                      <a:lnTo>
                        <a:pt x="1734" y="1396"/>
                      </a:lnTo>
                      <a:lnTo>
                        <a:pt x="1721" y="1403"/>
                      </a:lnTo>
                      <a:lnTo>
                        <a:pt x="1707" y="1409"/>
                      </a:lnTo>
                      <a:lnTo>
                        <a:pt x="1691" y="1412"/>
                      </a:lnTo>
                      <a:lnTo>
                        <a:pt x="1683" y="1414"/>
                      </a:lnTo>
                      <a:lnTo>
                        <a:pt x="1676" y="1414"/>
                      </a:lnTo>
                      <a:lnTo>
                        <a:pt x="1669" y="1412"/>
                      </a:lnTo>
                      <a:lnTo>
                        <a:pt x="1662" y="1410"/>
                      </a:lnTo>
                      <a:lnTo>
                        <a:pt x="1649" y="1405"/>
                      </a:lnTo>
                      <a:lnTo>
                        <a:pt x="1638" y="1399"/>
                      </a:lnTo>
                      <a:lnTo>
                        <a:pt x="1633" y="1398"/>
                      </a:lnTo>
                      <a:lnTo>
                        <a:pt x="1630" y="1398"/>
                      </a:lnTo>
                      <a:lnTo>
                        <a:pt x="1626" y="1400"/>
                      </a:lnTo>
                      <a:lnTo>
                        <a:pt x="1625" y="1404"/>
                      </a:lnTo>
                      <a:lnTo>
                        <a:pt x="1624" y="1409"/>
                      </a:lnTo>
                      <a:lnTo>
                        <a:pt x="1624" y="1414"/>
                      </a:lnTo>
                      <a:lnTo>
                        <a:pt x="1624" y="1419"/>
                      </a:lnTo>
                      <a:lnTo>
                        <a:pt x="1625" y="1425"/>
                      </a:lnTo>
                      <a:lnTo>
                        <a:pt x="1626" y="1437"/>
                      </a:lnTo>
                      <a:lnTo>
                        <a:pt x="1626" y="1448"/>
                      </a:lnTo>
                      <a:lnTo>
                        <a:pt x="1625" y="1460"/>
                      </a:lnTo>
                      <a:lnTo>
                        <a:pt x="1623" y="1469"/>
                      </a:lnTo>
                      <a:lnTo>
                        <a:pt x="1621" y="1474"/>
                      </a:lnTo>
                      <a:lnTo>
                        <a:pt x="1621" y="1479"/>
                      </a:lnTo>
                      <a:lnTo>
                        <a:pt x="1623" y="1485"/>
                      </a:lnTo>
                      <a:lnTo>
                        <a:pt x="1624" y="1490"/>
                      </a:lnTo>
                      <a:lnTo>
                        <a:pt x="1626" y="1494"/>
                      </a:lnTo>
                      <a:lnTo>
                        <a:pt x="1631" y="1498"/>
                      </a:lnTo>
                      <a:lnTo>
                        <a:pt x="1636" y="1500"/>
                      </a:lnTo>
                      <a:lnTo>
                        <a:pt x="1642" y="1503"/>
                      </a:lnTo>
                      <a:lnTo>
                        <a:pt x="1649" y="1503"/>
                      </a:lnTo>
                      <a:lnTo>
                        <a:pt x="1653" y="1501"/>
                      </a:lnTo>
                      <a:lnTo>
                        <a:pt x="1658" y="1500"/>
                      </a:lnTo>
                      <a:lnTo>
                        <a:pt x="1663" y="1498"/>
                      </a:lnTo>
                      <a:lnTo>
                        <a:pt x="1670" y="1494"/>
                      </a:lnTo>
                      <a:lnTo>
                        <a:pt x="1678" y="1491"/>
                      </a:lnTo>
                      <a:lnTo>
                        <a:pt x="1683" y="1491"/>
                      </a:lnTo>
                      <a:lnTo>
                        <a:pt x="1688" y="1492"/>
                      </a:lnTo>
                      <a:lnTo>
                        <a:pt x="1693" y="1494"/>
                      </a:lnTo>
                      <a:lnTo>
                        <a:pt x="1697" y="1497"/>
                      </a:lnTo>
                      <a:lnTo>
                        <a:pt x="1707" y="1503"/>
                      </a:lnTo>
                      <a:lnTo>
                        <a:pt x="1714" y="1510"/>
                      </a:lnTo>
                      <a:lnTo>
                        <a:pt x="1718" y="1516"/>
                      </a:lnTo>
                      <a:lnTo>
                        <a:pt x="1721" y="1524"/>
                      </a:lnTo>
                      <a:lnTo>
                        <a:pt x="1722" y="1535"/>
                      </a:lnTo>
                      <a:lnTo>
                        <a:pt x="1721" y="1547"/>
                      </a:lnTo>
                      <a:lnTo>
                        <a:pt x="1719" y="1563"/>
                      </a:lnTo>
                      <a:lnTo>
                        <a:pt x="1715" y="1581"/>
                      </a:lnTo>
                      <a:lnTo>
                        <a:pt x="1712" y="1592"/>
                      </a:lnTo>
                      <a:lnTo>
                        <a:pt x="1712" y="1597"/>
                      </a:lnTo>
                      <a:lnTo>
                        <a:pt x="1715" y="1598"/>
                      </a:lnTo>
                      <a:lnTo>
                        <a:pt x="1721" y="1599"/>
                      </a:lnTo>
                      <a:lnTo>
                        <a:pt x="1724" y="1601"/>
                      </a:lnTo>
                      <a:lnTo>
                        <a:pt x="1726" y="1604"/>
                      </a:lnTo>
                      <a:lnTo>
                        <a:pt x="1727" y="1606"/>
                      </a:lnTo>
                      <a:lnTo>
                        <a:pt x="1727" y="1611"/>
                      </a:lnTo>
                      <a:lnTo>
                        <a:pt x="1727" y="1618"/>
                      </a:lnTo>
                      <a:lnTo>
                        <a:pt x="1730" y="1624"/>
                      </a:lnTo>
                      <a:lnTo>
                        <a:pt x="1731" y="1626"/>
                      </a:lnTo>
                      <a:lnTo>
                        <a:pt x="1733" y="1629"/>
                      </a:lnTo>
                      <a:lnTo>
                        <a:pt x="1737" y="1629"/>
                      </a:lnTo>
                      <a:lnTo>
                        <a:pt x="1740" y="1630"/>
                      </a:lnTo>
                      <a:lnTo>
                        <a:pt x="1749" y="1630"/>
                      </a:lnTo>
                      <a:lnTo>
                        <a:pt x="1753" y="1631"/>
                      </a:lnTo>
                      <a:lnTo>
                        <a:pt x="1756" y="1632"/>
                      </a:lnTo>
                      <a:lnTo>
                        <a:pt x="1758" y="1636"/>
                      </a:lnTo>
                      <a:lnTo>
                        <a:pt x="1760" y="1639"/>
                      </a:lnTo>
                      <a:lnTo>
                        <a:pt x="1764" y="1643"/>
                      </a:lnTo>
                      <a:lnTo>
                        <a:pt x="1766" y="1644"/>
                      </a:lnTo>
                      <a:lnTo>
                        <a:pt x="1770" y="1645"/>
                      </a:lnTo>
                      <a:lnTo>
                        <a:pt x="1773" y="1645"/>
                      </a:lnTo>
                      <a:lnTo>
                        <a:pt x="1778" y="1644"/>
                      </a:lnTo>
                      <a:lnTo>
                        <a:pt x="1788" y="1642"/>
                      </a:lnTo>
                      <a:lnTo>
                        <a:pt x="1798" y="1641"/>
                      </a:lnTo>
                      <a:lnTo>
                        <a:pt x="1803" y="1642"/>
                      </a:lnTo>
                      <a:lnTo>
                        <a:pt x="1809" y="1643"/>
                      </a:lnTo>
                      <a:lnTo>
                        <a:pt x="1814" y="1645"/>
                      </a:lnTo>
                      <a:lnTo>
                        <a:pt x="1820" y="1649"/>
                      </a:lnTo>
                      <a:lnTo>
                        <a:pt x="1829" y="1661"/>
                      </a:lnTo>
                      <a:lnTo>
                        <a:pt x="1839" y="1673"/>
                      </a:lnTo>
                      <a:lnTo>
                        <a:pt x="1848" y="1683"/>
                      </a:lnTo>
                      <a:lnTo>
                        <a:pt x="1854" y="1692"/>
                      </a:lnTo>
                      <a:lnTo>
                        <a:pt x="1859" y="1695"/>
                      </a:lnTo>
                      <a:lnTo>
                        <a:pt x="1864" y="1696"/>
                      </a:lnTo>
                      <a:lnTo>
                        <a:pt x="1871" y="1699"/>
                      </a:lnTo>
                      <a:lnTo>
                        <a:pt x="1877" y="1700"/>
                      </a:lnTo>
                      <a:lnTo>
                        <a:pt x="1884" y="1699"/>
                      </a:lnTo>
                      <a:lnTo>
                        <a:pt x="1891" y="1698"/>
                      </a:lnTo>
                      <a:lnTo>
                        <a:pt x="1896" y="1695"/>
                      </a:lnTo>
                      <a:lnTo>
                        <a:pt x="1901" y="1692"/>
                      </a:lnTo>
                      <a:lnTo>
                        <a:pt x="1905" y="1683"/>
                      </a:lnTo>
                      <a:lnTo>
                        <a:pt x="1909" y="1675"/>
                      </a:lnTo>
                      <a:lnTo>
                        <a:pt x="1910" y="1671"/>
                      </a:lnTo>
                      <a:lnTo>
                        <a:pt x="1913" y="1669"/>
                      </a:lnTo>
                      <a:lnTo>
                        <a:pt x="1916" y="1667"/>
                      </a:lnTo>
                      <a:lnTo>
                        <a:pt x="1920" y="1664"/>
                      </a:lnTo>
                      <a:lnTo>
                        <a:pt x="1924" y="1663"/>
                      </a:lnTo>
                      <a:lnTo>
                        <a:pt x="1928" y="1662"/>
                      </a:lnTo>
                      <a:lnTo>
                        <a:pt x="1932" y="1663"/>
                      </a:lnTo>
                      <a:lnTo>
                        <a:pt x="1934" y="1664"/>
                      </a:lnTo>
                      <a:lnTo>
                        <a:pt x="1940" y="1667"/>
                      </a:lnTo>
                      <a:lnTo>
                        <a:pt x="1947" y="1668"/>
                      </a:lnTo>
                      <a:lnTo>
                        <a:pt x="1951" y="1667"/>
                      </a:lnTo>
                      <a:lnTo>
                        <a:pt x="1954" y="1666"/>
                      </a:lnTo>
                      <a:lnTo>
                        <a:pt x="1957" y="1664"/>
                      </a:lnTo>
                      <a:lnTo>
                        <a:pt x="1958" y="1662"/>
                      </a:lnTo>
                      <a:lnTo>
                        <a:pt x="1961" y="1656"/>
                      </a:lnTo>
                      <a:lnTo>
                        <a:pt x="1966" y="1649"/>
                      </a:lnTo>
                      <a:lnTo>
                        <a:pt x="1970" y="1641"/>
                      </a:lnTo>
                      <a:lnTo>
                        <a:pt x="1976" y="1632"/>
                      </a:lnTo>
                      <a:lnTo>
                        <a:pt x="1982" y="1624"/>
                      </a:lnTo>
                      <a:lnTo>
                        <a:pt x="1989" y="1617"/>
                      </a:lnTo>
                      <a:lnTo>
                        <a:pt x="1993" y="1612"/>
                      </a:lnTo>
                      <a:lnTo>
                        <a:pt x="1999" y="1611"/>
                      </a:lnTo>
                      <a:lnTo>
                        <a:pt x="2001" y="1611"/>
                      </a:lnTo>
                      <a:lnTo>
                        <a:pt x="2001" y="1612"/>
                      </a:lnTo>
                      <a:lnTo>
                        <a:pt x="1999" y="1613"/>
                      </a:lnTo>
                      <a:lnTo>
                        <a:pt x="1999" y="1617"/>
                      </a:lnTo>
                      <a:lnTo>
                        <a:pt x="1996" y="1623"/>
                      </a:lnTo>
                      <a:lnTo>
                        <a:pt x="1993" y="1630"/>
                      </a:lnTo>
                      <a:lnTo>
                        <a:pt x="1987" y="1648"/>
                      </a:lnTo>
                      <a:lnTo>
                        <a:pt x="1983" y="1662"/>
                      </a:lnTo>
                      <a:lnTo>
                        <a:pt x="1982" y="1667"/>
                      </a:lnTo>
                      <a:lnTo>
                        <a:pt x="1982" y="1670"/>
                      </a:lnTo>
                      <a:lnTo>
                        <a:pt x="1983" y="1675"/>
                      </a:lnTo>
                      <a:lnTo>
                        <a:pt x="1984" y="1680"/>
                      </a:lnTo>
                      <a:lnTo>
                        <a:pt x="1986" y="1690"/>
                      </a:lnTo>
                      <a:lnTo>
                        <a:pt x="1989" y="1702"/>
                      </a:lnTo>
                      <a:lnTo>
                        <a:pt x="1991" y="1714"/>
                      </a:lnTo>
                      <a:lnTo>
                        <a:pt x="1993" y="1727"/>
                      </a:lnTo>
                      <a:lnTo>
                        <a:pt x="1996" y="1745"/>
                      </a:lnTo>
                      <a:lnTo>
                        <a:pt x="1997" y="1761"/>
                      </a:lnTo>
                      <a:lnTo>
                        <a:pt x="1999" y="1774"/>
                      </a:lnTo>
                      <a:lnTo>
                        <a:pt x="2002" y="1788"/>
                      </a:lnTo>
                      <a:lnTo>
                        <a:pt x="2004" y="1806"/>
                      </a:lnTo>
                      <a:lnTo>
                        <a:pt x="2006" y="1830"/>
                      </a:lnTo>
                      <a:lnTo>
                        <a:pt x="2010" y="1853"/>
                      </a:lnTo>
                      <a:lnTo>
                        <a:pt x="2012" y="1871"/>
                      </a:lnTo>
                      <a:lnTo>
                        <a:pt x="2014" y="1883"/>
                      </a:lnTo>
                      <a:lnTo>
                        <a:pt x="2012" y="1894"/>
                      </a:lnTo>
                      <a:lnTo>
                        <a:pt x="2009" y="1903"/>
                      </a:lnTo>
                      <a:lnTo>
                        <a:pt x="2005" y="1912"/>
                      </a:lnTo>
                      <a:lnTo>
                        <a:pt x="2004" y="1915"/>
                      </a:lnTo>
                      <a:lnTo>
                        <a:pt x="2004" y="1920"/>
                      </a:lnTo>
                      <a:lnTo>
                        <a:pt x="2004" y="1925"/>
                      </a:lnTo>
                      <a:lnTo>
                        <a:pt x="2005" y="1931"/>
                      </a:lnTo>
                      <a:lnTo>
                        <a:pt x="2006" y="1942"/>
                      </a:lnTo>
                      <a:lnTo>
                        <a:pt x="2008" y="1952"/>
                      </a:lnTo>
                      <a:lnTo>
                        <a:pt x="2006" y="1956"/>
                      </a:lnTo>
                      <a:lnTo>
                        <a:pt x="2003" y="1959"/>
                      </a:lnTo>
                      <a:lnTo>
                        <a:pt x="1999" y="1961"/>
                      </a:lnTo>
                      <a:lnTo>
                        <a:pt x="1993" y="1963"/>
                      </a:lnTo>
                      <a:lnTo>
                        <a:pt x="1979" y="1966"/>
                      </a:lnTo>
                      <a:lnTo>
                        <a:pt x="1963" y="1970"/>
                      </a:lnTo>
                      <a:lnTo>
                        <a:pt x="1945" y="1976"/>
                      </a:lnTo>
                      <a:lnTo>
                        <a:pt x="1928" y="1982"/>
                      </a:lnTo>
                      <a:lnTo>
                        <a:pt x="1913" y="1989"/>
                      </a:lnTo>
                      <a:lnTo>
                        <a:pt x="1897" y="1995"/>
                      </a:lnTo>
                      <a:lnTo>
                        <a:pt x="1890" y="1998"/>
                      </a:lnTo>
                      <a:lnTo>
                        <a:pt x="1883" y="2002"/>
                      </a:lnTo>
                      <a:lnTo>
                        <a:pt x="1877" y="2008"/>
                      </a:lnTo>
                      <a:lnTo>
                        <a:pt x="1870" y="2014"/>
                      </a:lnTo>
                      <a:lnTo>
                        <a:pt x="1864" y="2020"/>
                      </a:lnTo>
                      <a:lnTo>
                        <a:pt x="1858" y="2027"/>
                      </a:lnTo>
                      <a:lnTo>
                        <a:pt x="1853" y="2033"/>
                      </a:lnTo>
                      <a:lnTo>
                        <a:pt x="1850" y="2040"/>
                      </a:lnTo>
                      <a:lnTo>
                        <a:pt x="1842" y="2055"/>
                      </a:lnTo>
                      <a:lnTo>
                        <a:pt x="1838" y="2076"/>
                      </a:lnTo>
                      <a:lnTo>
                        <a:pt x="1833" y="2095"/>
                      </a:lnTo>
                      <a:lnTo>
                        <a:pt x="1832" y="2110"/>
                      </a:lnTo>
                      <a:lnTo>
                        <a:pt x="1829" y="2128"/>
                      </a:lnTo>
                      <a:lnTo>
                        <a:pt x="1827" y="2145"/>
                      </a:lnTo>
                      <a:lnTo>
                        <a:pt x="1825" y="2145"/>
                      </a:lnTo>
                      <a:lnTo>
                        <a:pt x="1820" y="2145"/>
                      </a:lnTo>
                      <a:lnTo>
                        <a:pt x="1814" y="2147"/>
                      </a:lnTo>
                      <a:lnTo>
                        <a:pt x="1807" y="2149"/>
                      </a:lnTo>
                      <a:lnTo>
                        <a:pt x="1797" y="2152"/>
                      </a:lnTo>
                      <a:lnTo>
                        <a:pt x="1789" y="2153"/>
                      </a:lnTo>
                      <a:lnTo>
                        <a:pt x="1785" y="2153"/>
                      </a:lnTo>
                      <a:lnTo>
                        <a:pt x="1783" y="2152"/>
                      </a:lnTo>
                      <a:lnTo>
                        <a:pt x="1782" y="2150"/>
                      </a:lnTo>
                      <a:lnTo>
                        <a:pt x="1781" y="2148"/>
                      </a:lnTo>
                      <a:lnTo>
                        <a:pt x="1781" y="2143"/>
                      </a:lnTo>
                      <a:lnTo>
                        <a:pt x="1779" y="2141"/>
                      </a:lnTo>
                      <a:lnTo>
                        <a:pt x="1777" y="2140"/>
                      </a:lnTo>
                      <a:lnTo>
                        <a:pt x="1773" y="2140"/>
                      </a:lnTo>
                      <a:lnTo>
                        <a:pt x="1769" y="2140"/>
                      </a:lnTo>
                      <a:lnTo>
                        <a:pt x="1765" y="2139"/>
                      </a:lnTo>
                      <a:lnTo>
                        <a:pt x="1762" y="2135"/>
                      </a:lnTo>
                      <a:lnTo>
                        <a:pt x="1759" y="2128"/>
                      </a:lnTo>
                      <a:lnTo>
                        <a:pt x="1759" y="2123"/>
                      </a:lnTo>
                      <a:lnTo>
                        <a:pt x="1759" y="2118"/>
                      </a:lnTo>
                      <a:lnTo>
                        <a:pt x="1760" y="2112"/>
                      </a:lnTo>
                      <a:lnTo>
                        <a:pt x="1762" y="2108"/>
                      </a:lnTo>
                      <a:lnTo>
                        <a:pt x="1764" y="2097"/>
                      </a:lnTo>
                      <a:lnTo>
                        <a:pt x="1765" y="2086"/>
                      </a:lnTo>
                      <a:lnTo>
                        <a:pt x="1764" y="2082"/>
                      </a:lnTo>
                      <a:lnTo>
                        <a:pt x="1763" y="2077"/>
                      </a:lnTo>
                      <a:lnTo>
                        <a:pt x="1759" y="2073"/>
                      </a:lnTo>
                      <a:lnTo>
                        <a:pt x="1754" y="2070"/>
                      </a:lnTo>
                      <a:lnTo>
                        <a:pt x="1750" y="2067"/>
                      </a:lnTo>
                      <a:lnTo>
                        <a:pt x="1745" y="2065"/>
                      </a:lnTo>
                      <a:lnTo>
                        <a:pt x="1739" y="2065"/>
                      </a:lnTo>
                      <a:lnTo>
                        <a:pt x="1734" y="2065"/>
                      </a:lnTo>
                      <a:lnTo>
                        <a:pt x="1730" y="2068"/>
                      </a:lnTo>
                      <a:lnTo>
                        <a:pt x="1726" y="2073"/>
                      </a:lnTo>
                      <a:lnTo>
                        <a:pt x="1724" y="2079"/>
                      </a:lnTo>
                      <a:lnTo>
                        <a:pt x="1722" y="2086"/>
                      </a:lnTo>
                      <a:lnTo>
                        <a:pt x="1719" y="2102"/>
                      </a:lnTo>
                      <a:lnTo>
                        <a:pt x="1716" y="2116"/>
                      </a:lnTo>
                      <a:lnTo>
                        <a:pt x="1714" y="2121"/>
                      </a:lnTo>
                      <a:lnTo>
                        <a:pt x="1710" y="2124"/>
                      </a:lnTo>
                      <a:lnTo>
                        <a:pt x="1707" y="2127"/>
                      </a:lnTo>
                      <a:lnTo>
                        <a:pt x="1702" y="2128"/>
                      </a:lnTo>
                      <a:lnTo>
                        <a:pt x="1691" y="2130"/>
                      </a:lnTo>
                      <a:lnTo>
                        <a:pt x="1681" y="2131"/>
                      </a:lnTo>
                      <a:lnTo>
                        <a:pt x="1667" y="2134"/>
                      </a:lnTo>
                      <a:lnTo>
                        <a:pt x="1652" y="2137"/>
                      </a:lnTo>
                      <a:lnTo>
                        <a:pt x="1645" y="2139"/>
                      </a:lnTo>
                      <a:lnTo>
                        <a:pt x="1638" y="2139"/>
                      </a:lnTo>
                      <a:lnTo>
                        <a:pt x="1632" y="2139"/>
                      </a:lnTo>
                      <a:lnTo>
                        <a:pt x="1625" y="2136"/>
                      </a:lnTo>
                      <a:lnTo>
                        <a:pt x="1619" y="2134"/>
                      </a:lnTo>
                      <a:lnTo>
                        <a:pt x="1611" y="2129"/>
                      </a:lnTo>
                      <a:lnTo>
                        <a:pt x="1602" y="2124"/>
                      </a:lnTo>
                      <a:lnTo>
                        <a:pt x="1594" y="2117"/>
                      </a:lnTo>
                      <a:lnTo>
                        <a:pt x="1579" y="2105"/>
                      </a:lnTo>
                      <a:lnTo>
                        <a:pt x="1568" y="2095"/>
                      </a:lnTo>
                      <a:lnTo>
                        <a:pt x="1564" y="2090"/>
                      </a:lnTo>
                      <a:lnTo>
                        <a:pt x="1561" y="2087"/>
                      </a:lnTo>
                      <a:lnTo>
                        <a:pt x="1558" y="2085"/>
                      </a:lnTo>
                      <a:lnTo>
                        <a:pt x="1556" y="2085"/>
                      </a:lnTo>
                      <a:lnTo>
                        <a:pt x="1550" y="2086"/>
                      </a:lnTo>
                      <a:lnTo>
                        <a:pt x="1543" y="2091"/>
                      </a:lnTo>
                      <a:lnTo>
                        <a:pt x="1538" y="2093"/>
                      </a:lnTo>
                      <a:lnTo>
                        <a:pt x="1535" y="2093"/>
                      </a:lnTo>
                      <a:lnTo>
                        <a:pt x="1532" y="2092"/>
                      </a:lnTo>
                      <a:lnTo>
                        <a:pt x="1529" y="2090"/>
                      </a:lnTo>
                      <a:lnTo>
                        <a:pt x="1527" y="2086"/>
                      </a:lnTo>
                      <a:lnTo>
                        <a:pt x="1526" y="2082"/>
                      </a:lnTo>
                      <a:lnTo>
                        <a:pt x="1526" y="2077"/>
                      </a:lnTo>
                      <a:lnTo>
                        <a:pt x="1526" y="2073"/>
                      </a:lnTo>
                      <a:lnTo>
                        <a:pt x="1532" y="2058"/>
                      </a:lnTo>
                      <a:lnTo>
                        <a:pt x="1539" y="2042"/>
                      </a:lnTo>
                      <a:lnTo>
                        <a:pt x="1539" y="2032"/>
                      </a:lnTo>
                      <a:lnTo>
                        <a:pt x="1539" y="2020"/>
                      </a:lnTo>
                      <a:lnTo>
                        <a:pt x="1538" y="2015"/>
                      </a:lnTo>
                      <a:lnTo>
                        <a:pt x="1536" y="2010"/>
                      </a:lnTo>
                      <a:lnTo>
                        <a:pt x="1532" y="2008"/>
                      </a:lnTo>
                      <a:lnTo>
                        <a:pt x="1529" y="2007"/>
                      </a:lnTo>
                      <a:lnTo>
                        <a:pt x="1513" y="2015"/>
                      </a:lnTo>
                      <a:lnTo>
                        <a:pt x="1497" y="2022"/>
                      </a:lnTo>
                      <a:lnTo>
                        <a:pt x="1483" y="2023"/>
                      </a:lnTo>
                      <a:lnTo>
                        <a:pt x="1468" y="2022"/>
                      </a:lnTo>
                      <a:lnTo>
                        <a:pt x="1454" y="2021"/>
                      </a:lnTo>
                      <a:lnTo>
                        <a:pt x="1444" y="2019"/>
                      </a:lnTo>
                      <a:lnTo>
                        <a:pt x="1436" y="2013"/>
                      </a:lnTo>
                      <a:lnTo>
                        <a:pt x="1424" y="2002"/>
                      </a:lnTo>
                      <a:lnTo>
                        <a:pt x="1413" y="1991"/>
                      </a:lnTo>
                      <a:lnTo>
                        <a:pt x="1405" y="1982"/>
                      </a:lnTo>
                      <a:lnTo>
                        <a:pt x="1401" y="1978"/>
                      </a:lnTo>
                      <a:lnTo>
                        <a:pt x="1398" y="1975"/>
                      </a:lnTo>
                      <a:lnTo>
                        <a:pt x="1394" y="1972"/>
                      </a:lnTo>
                      <a:lnTo>
                        <a:pt x="1391" y="1971"/>
                      </a:lnTo>
                      <a:lnTo>
                        <a:pt x="1387" y="1971"/>
                      </a:lnTo>
                      <a:lnTo>
                        <a:pt x="1384" y="1972"/>
                      </a:lnTo>
                      <a:lnTo>
                        <a:pt x="1380" y="1976"/>
                      </a:lnTo>
                      <a:lnTo>
                        <a:pt x="1375" y="1980"/>
                      </a:lnTo>
                      <a:lnTo>
                        <a:pt x="1367" y="1995"/>
                      </a:lnTo>
                      <a:lnTo>
                        <a:pt x="1359" y="2008"/>
                      </a:lnTo>
                      <a:lnTo>
                        <a:pt x="1354" y="2014"/>
                      </a:lnTo>
                      <a:lnTo>
                        <a:pt x="1349" y="2020"/>
                      </a:lnTo>
                      <a:lnTo>
                        <a:pt x="1343" y="2024"/>
                      </a:lnTo>
                      <a:lnTo>
                        <a:pt x="1338" y="2028"/>
                      </a:lnTo>
                      <a:lnTo>
                        <a:pt x="1328" y="2034"/>
                      </a:lnTo>
                      <a:lnTo>
                        <a:pt x="1318" y="2036"/>
                      </a:lnTo>
                      <a:lnTo>
                        <a:pt x="1315" y="2036"/>
                      </a:lnTo>
                      <a:lnTo>
                        <a:pt x="1312" y="2035"/>
                      </a:lnTo>
                      <a:lnTo>
                        <a:pt x="1310" y="2034"/>
                      </a:lnTo>
                      <a:lnTo>
                        <a:pt x="1309" y="2032"/>
                      </a:lnTo>
                      <a:lnTo>
                        <a:pt x="1308" y="2023"/>
                      </a:lnTo>
                      <a:lnTo>
                        <a:pt x="1308" y="2014"/>
                      </a:lnTo>
                      <a:lnTo>
                        <a:pt x="1309" y="2003"/>
                      </a:lnTo>
                      <a:lnTo>
                        <a:pt x="1310" y="1990"/>
                      </a:lnTo>
                      <a:lnTo>
                        <a:pt x="1309" y="1985"/>
                      </a:lnTo>
                      <a:lnTo>
                        <a:pt x="1308" y="1982"/>
                      </a:lnTo>
                      <a:lnTo>
                        <a:pt x="1305" y="1978"/>
                      </a:lnTo>
                      <a:lnTo>
                        <a:pt x="1303" y="1977"/>
                      </a:lnTo>
                      <a:lnTo>
                        <a:pt x="1299" y="1977"/>
                      </a:lnTo>
                      <a:lnTo>
                        <a:pt x="1297" y="1978"/>
                      </a:lnTo>
                      <a:lnTo>
                        <a:pt x="1293" y="1979"/>
                      </a:lnTo>
                      <a:lnTo>
                        <a:pt x="1291" y="1982"/>
                      </a:lnTo>
                      <a:lnTo>
                        <a:pt x="1287" y="1986"/>
                      </a:lnTo>
                      <a:lnTo>
                        <a:pt x="1283" y="1990"/>
                      </a:lnTo>
                      <a:lnTo>
                        <a:pt x="1280" y="1991"/>
                      </a:lnTo>
                      <a:lnTo>
                        <a:pt x="1278" y="1991"/>
                      </a:lnTo>
                      <a:lnTo>
                        <a:pt x="1275" y="1990"/>
                      </a:lnTo>
                      <a:lnTo>
                        <a:pt x="1273" y="1989"/>
                      </a:lnTo>
                      <a:lnTo>
                        <a:pt x="1269" y="1983"/>
                      </a:lnTo>
                      <a:lnTo>
                        <a:pt x="1267" y="1976"/>
                      </a:lnTo>
                      <a:lnTo>
                        <a:pt x="1265" y="1966"/>
                      </a:lnTo>
                      <a:lnTo>
                        <a:pt x="1262" y="1957"/>
                      </a:lnTo>
                      <a:lnTo>
                        <a:pt x="1259" y="1946"/>
                      </a:lnTo>
                      <a:lnTo>
                        <a:pt x="1255" y="1939"/>
                      </a:lnTo>
                      <a:lnTo>
                        <a:pt x="1252" y="1934"/>
                      </a:lnTo>
                      <a:lnTo>
                        <a:pt x="1248" y="1932"/>
                      </a:lnTo>
                      <a:lnTo>
                        <a:pt x="1243" y="1929"/>
                      </a:lnTo>
                      <a:lnTo>
                        <a:pt x="1240" y="1928"/>
                      </a:lnTo>
                      <a:lnTo>
                        <a:pt x="1237" y="1926"/>
                      </a:lnTo>
                      <a:lnTo>
                        <a:pt x="1236" y="1921"/>
                      </a:lnTo>
                      <a:lnTo>
                        <a:pt x="1236" y="1915"/>
                      </a:lnTo>
                      <a:lnTo>
                        <a:pt x="1236" y="1909"/>
                      </a:lnTo>
                      <a:lnTo>
                        <a:pt x="1235" y="1903"/>
                      </a:lnTo>
                      <a:lnTo>
                        <a:pt x="1231" y="1896"/>
                      </a:lnTo>
                      <a:lnTo>
                        <a:pt x="1229" y="1893"/>
                      </a:lnTo>
                      <a:lnTo>
                        <a:pt x="1228" y="1889"/>
                      </a:lnTo>
                      <a:lnTo>
                        <a:pt x="1227" y="1885"/>
                      </a:lnTo>
                      <a:lnTo>
                        <a:pt x="1228" y="1881"/>
                      </a:lnTo>
                      <a:lnTo>
                        <a:pt x="1229" y="1871"/>
                      </a:lnTo>
                      <a:lnTo>
                        <a:pt x="1234" y="1860"/>
                      </a:lnTo>
                      <a:lnTo>
                        <a:pt x="1236" y="1856"/>
                      </a:lnTo>
                      <a:lnTo>
                        <a:pt x="1237" y="1851"/>
                      </a:lnTo>
                      <a:lnTo>
                        <a:pt x="1237" y="1846"/>
                      </a:lnTo>
                      <a:lnTo>
                        <a:pt x="1237" y="1843"/>
                      </a:lnTo>
                      <a:lnTo>
                        <a:pt x="1235" y="1838"/>
                      </a:lnTo>
                      <a:lnTo>
                        <a:pt x="1230" y="1832"/>
                      </a:lnTo>
                      <a:lnTo>
                        <a:pt x="1225" y="1826"/>
                      </a:lnTo>
                      <a:lnTo>
                        <a:pt x="1223" y="1819"/>
                      </a:lnTo>
                      <a:lnTo>
                        <a:pt x="1222" y="1814"/>
                      </a:lnTo>
                      <a:lnTo>
                        <a:pt x="1222" y="1811"/>
                      </a:lnTo>
                      <a:lnTo>
                        <a:pt x="1223" y="1808"/>
                      </a:lnTo>
                      <a:lnTo>
                        <a:pt x="1224" y="1806"/>
                      </a:lnTo>
                      <a:lnTo>
                        <a:pt x="1229" y="1800"/>
                      </a:lnTo>
                      <a:lnTo>
                        <a:pt x="1233" y="1793"/>
                      </a:lnTo>
                      <a:lnTo>
                        <a:pt x="1235" y="1789"/>
                      </a:lnTo>
                      <a:lnTo>
                        <a:pt x="1235" y="1784"/>
                      </a:lnTo>
                      <a:lnTo>
                        <a:pt x="1236" y="1780"/>
                      </a:lnTo>
                      <a:lnTo>
                        <a:pt x="1235" y="1776"/>
                      </a:lnTo>
                      <a:lnTo>
                        <a:pt x="1231" y="1764"/>
                      </a:lnTo>
                      <a:lnTo>
                        <a:pt x="1228" y="1750"/>
                      </a:lnTo>
                      <a:lnTo>
                        <a:pt x="1225" y="1744"/>
                      </a:lnTo>
                      <a:lnTo>
                        <a:pt x="1224" y="1739"/>
                      </a:lnTo>
                      <a:lnTo>
                        <a:pt x="1222" y="1738"/>
                      </a:lnTo>
                      <a:lnTo>
                        <a:pt x="1221" y="1737"/>
                      </a:lnTo>
                      <a:lnTo>
                        <a:pt x="1217" y="1737"/>
                      </a:lnTo>
                      <a:lnTo>
                        <a:pt x="1214" y="1738"/>
                      </a:lnTo>
                      <a:lnTo>
                        <a:pt x="1204" y="1740"/>
                      </a:lnTo>
                      <a:lnTo>
                        <a:pt x="1196" y="1745"/>
                      </a:lnTo>
                      <a:lnTo>
                        <a:pt x="1180" y="1759"/>
                      </a:lnTo>
                      <a:lnTo>
                        <a:pt x="1162" y="1776"/>
                      </a:lnTo>
                      <a:lnTo>
                        <a:pt x="1159" y="1778"/>
                      </a:lnTo>
                      <a:lnTo>
                        <a:pt x="1154" y="1781"/>
                      </a:lnTo>
                      <a:lnTo>
                        <a:pt x="1149" y="1783"/>
                      </a:lnTo>
                      <a:lnTo>
                        <a:pt x="1146" y="1783"/>
                      </a:lnTo>
                      <a:lnTo>
                        <a:pt x="1138" y="1784"/>
                      </a:lnTo>
                      <a:lnTo>
                        <a:pt x="1130" y="1784"/>
                      </a:lnTo>
                      <a:lnTo>
                        <a:pt x="1126" y="1784"/>
                      </a:lnTo>
                      <a:lnTo>
                        <a:pt x="1123" y="1786"/>
                      </a:lnTo>
                      <a:lnTo>
                        <a:pt x="1120" y="1789"/>
                      </a:lnTo>
                      <a:lnTo>
                        <a:pt x="1114" y="1794"/>
                      </a:lnTo>
                      <a:lnTo>
                        <a:pt x="1111" y="1796"/>
                      </a:lnTo>
                      <a:lnTo>
                        <a:pt x="1108" y="1799"/>
                      </a:lnTo>
                      <a:lnTo>
                        <a:pt x="1103" y="1800"/>
                      </a:lnTo>
                      <a:lnTo>
                        <a:pt x="1099" y="1801"/>
                      </a:lnTo>
                      <a:lnTo>
                        <a:pt x="1096" y="1802"/>
                      </a:lnTo>
                      <a:lnTo>
                        <a:pt x="1091" y="1801"/>
                      </a:lnTo>
                      <a:lnTo>
                        <a:pt x="1088" y="1800"/>
                      </a:lnTo>
                      <a:lnTo>
                        <a:pt x="1083" y="1799"/>
                      </a:lnTo>
                      <a:lnTo>
                        <a:pt x="1078" y="1796"/>
                      </a:lnTo>
                      <a:lnTo>
                        <a:pt x="1073" y="1793"/>
                      </a:lnTo>
                      <a:lnTo>
                        <a:pt x="1069" y="1789"/>
                      </a:lnTo>
                      <a:lnTo>
                        <a:pt x="1065" y="1786"/>
                      </a:lnTo>
                      <a:lnTo>
                        <a:pt x="1059" y="1776"/>
                      </a:lnTo>
                      <a:lnTo>
                        <a:pt x="1054" y="1768"/>
                      </a:lnTo>
                      <a:lnTo>
                        <a:pt x="1050" y="1759"/>
                      </a:lnTo>
                      <a:lnTo>
                        <a:pt x="1045" y="1755"/>
                      </a:lnTo>
                      <a:lnTo>
                        <a:pt x="1038" y="1751"/>
                      </a:lnTo>
                      <a:lnTo>
                        <a:pt x="1029" y="1750"/>
                      </a:lnTo>
                      <a:lnTo>
                        <a:pt x="1023" y="1750"/>
                      </a:lnTo>
                      <a:lnTo>
                        <a:pt x="1020" y="1751"/>
                      </a:lnTo>
                      <a:lnTo>
                        <a:pt x="1016" y="1752"/>
                      </a:lnTo>
                      <a:lnTo>
                        <a:pt x="1014" y="1753"/>
                      </a:lnTo>
                      <a:lnTo>
                        <a:pt x="1009" y="1758"/>
                      </a:lnTo>
                      <a:lnTo>
                        <a:pt x="1006" y="1763"/>
                      </a:lnTo>
                      <a:lnTo>
                        <a:pt x="1003" y="1767"/>
                      </a:lnTo>
                      <a:lnTo>
                        <a:pt x="1001" y="1768"/>
                      </a:lnTo>
                      <a:lnTo>
                        <a:pt x="998" y="1769"/>
                      </a:lnTo>
                      <a:lnTo>
                        <a:pt x="996" y="1770"/>
                      </a:lnTo>
                      <a:lnTo>
                        <a:pt x="990" y="1769"/>
                      </a:lnTo>
                      <a:lnTo>
                        <a:pt x="985" y="1765"/>
                      </a:lnTo>
                      <a:lnTo>
                        <a:pt x="982" y="1762"/>
                      </a:lnTo>
                      <a:lnTo>
                        <a:pt x="979" y="1759"/>
                      </a:lnTo>
                      <a:lnTo>
                        <a:pt x="973" y="1756"/>
                      </a:lnTo>
                      <a:lnTo>
                        <a:pt x="964" y="1753"/>
                      </a:lnTo>
                      <a:lnTo>
                        <a:pt x="958" y="1752"/>
                      </a:lnTo>
                      <a:lnTo>
                        <a:pt x="952" y="1753"/>
                      </a:lnTo>
                      <a:lnTo>
                        <a:pt x="946" y="1755"/>
                      </a:lnTo>
                      <a:lnTo>
                        <a:pt x="940" y="1757"/>
                      </a:lnTo>
                      <a:lnTo>
                        <a:pt x="927" y="1763"/>
                      </a:lnTo>
                      <a:lnTo>
                        <a:pt x="913" y="1767"/>
                      </a:lnTo>
                      <a:lnTo>
                        <a:pt x="899" y="1771"/>
                      </a:lnTo>
                      <a:lnTo>
                        <a:pt x="884" y="1777"/>
                      </a:lnTo>
                      <a:lnTo>
                        <a:pt x="878" y="1780"/>
                      </a:lnTo>
                      <a:lnTo>
                        <a:pt x="871" y="1782"/>
                      </a:lnTo>
                      <a:lnTo>
                        <a:pt x="865" y="1783"/>
                      </a:lnTo>
                      <a:lnTo>
                        <a:pt x="861" y="1784"/>
                      </a:lnTo>
                      <a:lnTo>
                        <a:pt x="849" y="1783"/>
                      </a:lnTo>
                      <a:lnTo>
                        <a:pt x="837" y="1781"/>
                      </a:lnTo>
                      <a:lnTo>
                        <a:pt x="821" y="1780"/>
                      </a:lnTo>
                      <a:lnTo>
                        <a:pt x="802" y="1778"/>
                      </a:lnTo>
                      <a:lnTo>
                        <a:pt x="781" y="1780"/>
                      </a:lnTo>
                      <a:lnTo>
                        <a:pt x="761" y="1782"/>
                      </a:lnTo>
                      <a:lnTo>
                        <a:pt x="744" y="1786"/>
                      </a:lnTo>
                      <a:lnTo>
                        <a:pt x="731" y="1789"/>
                      </a:lnTo>
                      <a:lnTo>
                        <a:pt x="721" y="1790"/>
                      </a:lnTo>
                      <a:lnTo>
                        <a:pt x="710" y="1792"/>
                      </a:lnTo>
                      <a:lnTo>
                        <a:pt x="704" y="1790"/>
                      </a:lnTo>
                      <a:lnTo>
                        <a:pt x="699" y="1789"/>
                      </a:lnTo>
                      <a:lnTo>
                        <a:pt x="693" y="1788"/>
                      </a:lnTo>
                      <a:lnTo>
                        <a:pt x="688" y="1786"/>
                      </a:lnTo>
                      <a:lnTo>
                        <a:pt x="676" y="1778"/>
                      </a:lnTo>
                      <a:lnTo>
                        <a:pt x="662" y="1771"/>
                      </a:lnTo>
                      <a:lnTo>
                        <a:pt x="649" y="1765"/>
                      </a:lnTo>
                      <a:lnTo>
                        <a:pt x="641" y="1759"/>
                      </a:lnTo>
                      <a:lnTo>
                        <a:pt x="635" y="1755"/>
                      </a:lnTo>
                      <a:lnTo>
                        <a:pt x="629" y="1750"/>
                      </a:lnTo>
                      <a:lnTo>
                        <a:pt x="619" y="1748"/>
                      </a:lnTo>
                      <a:lnTo>
                        <a:pt x="606" y="1746"/>
                      </a:lnTo>
                      <a:lnTo>
                        <a:pt x="599" y="1746"/>
                      </a:lnTo>
                      <a:lnTo>
                        <a:pt x="594" y="1745"/>
                      </a:lnTo>
                      <a:lnTo>
                        <a:pt x="590" y="1744"/>
                      </a:lnTo>
                      <a:lnTo>
                        <a:pt x="586" y="1742"/>
                      </a:lnTo>
                      <a:lnTo>
                        <a:pt x="580" y="1736"/>
                      </a:lnTo>
                      <a:lnTo>
                        <a:pt x="573" y="1730"/>
                      </a:lnTo>
                      <a:lnTo>
                        <a:pt x="563" y="1724"/>
                      </a:lnTo>
                      <a:lnTo>
                        <a:pt x="553" y="1720"/>
                      </a:lnTo>
                      <a:lnTo>
                        <a:pt x="541" y="1718"/>
                      </a:lnTo>
                      <a:lnTo>
                        <a:pt x="530" y="1717"/>
                      </a:lnTo>
                      <a:lnTo>
                        <a:pt x="525" y="1715"/>
                      </a:lnTo>
                      <a:lnTo>
                        <a:pt x="521" y="1714"/>
                      </a:lnTo>
                      <a:lnTo>
                        <a:pt x="516" y="1712"/>
                      </a:lnTo>
                      <a:lnTo>
                        <a:pt x="512" y="1709"/>
                      </a:lnTo>
                      <a:lnTo>
                        <a:pt x="506" y="1701"/>
                      </a:lnTo>
                      <a:lnTo>
                        <a:pt x="500" y="1692"/>
                      </a:lnTo>
                      <a:lnTo>
                        <a:pt x="498" y="1688"/>
                      </a:lnTo>
                      <a:lnTo>
                        <a:pt x="494" y="1686"/>
                      </a:lnTo>
                      <a:lnTo>
                        <a:pt x="491" y="1685"/>
                      </a:lnTo>
                      <a:lnTo>
                        <a:pt x="485" y="1685"/>
                      </a:lnTo>
                      <a:lnTo>
                        <a:pt x="473" y="1686"/>
                      </a:lnTo>
                      <a:lnTo>
                        <a:pt x="459" y="1689"/>
                      </a:lnTo>
                      <a:lnTo>
                        <a:pt x="452" y="1689"/>
                      </a:lnTo>
                      <a:lnTo>
                        <a:pt x="446" y="1689"/>
                      </a:lnTo>
                      <a:lnTo>
                        <a:pt x="442" y="1688"/>
                      </a:lnTo>
                      <a:lnTo>
                        <a:pt x="439" y="1686"/>
                      </a:lnTo>
                      <a:lnTo>
                        <a:pt x="431" y="1679"/>
                      </a:lnTo>
                      <a:lnTo>
                        <a:pt x="423" y="1671"/>
                      </a:lnTo>
                      <a:lnTo>
                        <a:pt x="414" y="1662"/>
                      </a:lnTo>
                      <a:lnTo>
                        <a:pt x="404" y="1651"/>
                      </a:lnTo>
                      <a:lnTo>
                        <a:pt x="397" y="1641"/>
                      </a:lnTo>
                      <a:lnTo>
                        <a:pt x="391" y="1632"/>
                      </a:lnTo>
                      <a:lnTo>
                        <a:pt x="386" y="1624"/>
                      </a:lnTo>
                      <a:lnTo>
                        <a:pt x="380" y="1613"/>
                      </a:lnTo>
                      <a:lnTo>
                        <a:pt x="378" y="1607"/>
                      </a:lnTo>
                      <a:lnTo>
                        <a:pt x="377" y="1603"/>
                      </a:lnTo>
                      <a:lnTo>
                        <a:pt x="377" y="1598"/>
                      </a:lnTo>
                      <a:lnTo>
                        <a:pt x="378" y="1594"/>
                      </a:lnTo>
                      <a:lnTo>
                        <a:pt x="380" y="1587"/>
                      </a:lnTo>
                      <a:lnTo>
                        <a:pt x="379" y="1581"/>
                      </a:lnTo>
                      <a:lnTo>
                        <a:pt x="378" y="1578"/>
                      </a:lnTo>
                      <a:lnTo>
                        <a:pt x="377" y="1575"/>
                      </a:lnTo>
                      <a:lnTo>
                        <a:pt x="373" y="1574"/>
                      </a:lnTo>
                      <a:lnTo>
                        <a:pt x="368" y="1573"/>
                      </a:lnTo>
                      <a:lnTo>
                        <a:pt x="357" y="1569"/>
                      </a:lnTo>
                      <a:lnTo>
                        <a:pt x="343" y="1563"/>
                      </a:lnTo>
                      <a:lnTo>
                        <a:pt x="330" y="1556"/>
                      </a:lnTo>
                      <a:lnTo>
                        <a:pt x="321" y="1549"/>
                      </a:lnTo>
                      <a:lnTo>
                        <a:pt x="317" y="1545"/>
                      </a:lnTo>
                      <a:lnTo>
                        <a:pt x="315" y="1541"/>
                      </a:lnTo>
                      <a:lnTo>
                        <a:pt x="314" y="1535"/>
                      </a:lnTo>
                      <a:lnTo>
                        <a:pt x="313" y="1528"/>
                      </a:lnTo>
                      <a:lnTo>
                        <a:pt x="311" y="1516"/>
                      </a:lnTo>
                      <a:lnTo>
                        <a:pt x="313" y="1504"/>
                      </a:lnTo>
                      <a:lnTo>
                        <a:pt x="313" y="1499"/>
                      </a:lnTo>
                      <a:lnTo>
                        <a:pt x="311" y="1496"/>
                      </a:lnTo>
                      <a:lnTo>
                        <a:pt x="310" y="1492"/>
                      </a:lnTo>
                      <a:lnTo>
                        <a:pt x="309" y="1488"/>
                      </a:lnTo>
                      <a:lnTo>
                        <a:pt x="307" y="1486"/>
                      </a:lnTo>
                      <a:lnTo>
                        <a:pt x="304" y="1482"/>
                      </a:lnTo>
                      <a:lnTo>
                        <a:pt x="301" y="1481"/>
                      </a:lnTo>
                      <a:lnTo>
                        <a:pt x="297" y="1479"/>
                      </a:lnTo>
                      <a:lnTo>
                        <a:pt x="289" y="1475"/>
                      </a:lnTo>
                      <a:lnTo>
                        <a:pt x="283" y="1471"/>
                      </a:lnTo>
                      <a:lnTo>
                        <a:pt x="278" y="1466"/>
                      </a:lnTo>
                      <a:lnTo>
                        <a:pt x="276" y="1460"/>
                      </a:lnTo>
                      <a:lnTo>
                        <a:pt x="273" y="1453"/>
                      </a:lnTo>
                      <a:lnTo>
                        <a:pt x="271" y="1447"/>
                      </a:lnTo>
                      <a:lnTo>
                        <a:pt x="267" y="1441"/>
                      </a:lnTo>
                      <a:lnTo>
                        <a:pt x="261" y="1435"/>
                      </a:lnTo>
                      <a:lnTo>
                        <a:pt x="245" y="1423"/>
                      </a:lnTo>
                      <a:lnTo>
                        <a:pt x="227" y="1408"/>
                      </a:lnTo>
                      <a:lnTo>
                        <a:pt x="222" y="1404"/>
                      </a:lnTo>
                      <a:lnTo>
                        <a:pt x="219" y="1400"/>
                      </a:lnTo>
                      <a:lnTo>
                        <a:pt x="216" y="1398"/>
                      </a:lnTo>
                      <a:lnTo>
                        <a:pt x="216" y="1397"/>
                      </a:lnTo>
                      <a:lnTo>
                        <a:pt x="217" y="1392"/>
                      </a:lnTo>
                      <a:lnTo>
                        <a:pt x="222" y="1386"/>
                      </a:lnTo>
                      <a:lnTo>
                        <a:pt x="227" y="1377"/>
                      </a:lnTo>
                      <a:lnTo>
                        <a:pt x="230" y="1370"/>
                      </a:lnTo>
                      <a:lnTo>
                        <a:pt x="233" y="1358"/>
                      </a:lnTo>
                      <a:lnTo>
                        <a:pt x="235" y="1343"/>
                      </a:lnTo>
                      <a:lnTo>
                        <a:pt x="235" y="1327"/>
                      </a:lnTo>
                      <a:lnTo>
                        <a:pt x="236" y="1310"/>
                      </a:lnTo>
                      <a:lnTo>
                        <a:pt x="236" y="1296"/>
                      </a:lnTo>
                      <a:lnTo>
                        <a:pt x="234" y="1283"/>
                      </a:lnTo>
                      <a:lnTo>
                        <a:pt x="232" y="1276"/>
                      </a:lnTo>
                      <a:lnTo>
                        <a:pt x="229" y="1270"/>
                      </a:lnTo>
                      <a:lnTo>
                        <a:pt x="226" y="1264"/>
                      </a:lnTo>
                      <a:lnTo>
                        <a:pt x="220" y="1258"/>
                      </a:lnTo>
                      <a:lnTo>
                        <a:pt x="208" y="1246"/>
                      </a:lnTo>
                      <a:lnTo>
                        <a:pt x="194" y="1234"/>
                      </a:lnTo>
                      <a:lnTo>
                        <a:pt x="179" y="1223"/>
                      </a:lnTo>
                      <a:lnTo>
                        <a:pt x="165" y="1210"/>
                      </a:lnTo>
                      <a:lnTo>
                        <a:pt x="160" y="1204"/>
                      </a:lnTo>
                      <a:lnTo>
                        <a:pt x="157" y="1198"/>
                      </a:lnTo>
                      <a:lnTo>
                        <a:pt x="154" y="1191"/>
                      </a:lnTo>
                      <a:lnTo>
                        <a:pt x="152" y="1184"/>
                      </a:lnTo>
                      <a:lnTo>
                        <a:pt x="150" y="1171"/>
                      </a:lnTo>
                      <a:lnTo>
                        <a:pt x="145" y="1157"/>
                      </a:lnTo>
                      <a:lnTo>
                        <a:pt x="140" y="1150"/>
                      </a:lnTo>
                      <a:lnTo>
                        <a:pt x="135" y="1145"/>
                      </a:lnTo>
                      <a:lnTo>
                        <a:pt x="129" y="1141"/>
                      </a:lnTo>
                      <a:lnTo>
                        <a:pt x="122" y="1139"/>
                      </a:lnTo>
                      <a:lnTo>
                        <a:pt x="109" y="1134"/>
                      </a:lnTo>
                      <a:lnTo>
                        <a:pt x="95" y="1132"/>
                      </a:lnTo>
                      <a:lnTo>
                        <a:pt x="90" y="1129"/>
                      </a:lnTo>
                      <a:lnTo>
                        <a:pt x="87" y="1127"/>
                      </a:lnTo>
                      <a:lnTo>
                        <a:pt x="84" y="1124"/>
                      </a:lnTo>
                      <a:lnTo>
                        <a:pt x="84" y="1120"/>
                      </a:lnTo>
                      <a:lnTo>
                        <a:pt x="84" y="1116"/>
                      </a:lnTo>
                      <a:lnTo>
                        <a:pt x="85" y="1112"/>
                      </a:lnTo>
                      <a:lnTo>
                        <a:pt x="88" y="1108"/>
                      </a:lnTo>
                      <a:lnTo>
                        <a:pt x="90" y="1105"/>
                      </a:lnTo>
                      <a:lnTo>
                        <a:pt x="95" y="1097"/>
                      </a:lnTo>
                      <a:lnTo>
                        <a:pt x="99" y="1091"/>
                      </a:lnTo>
                      <a:lnTo>
                        <a:pt x="100" y="1088"/>
                      </a:lnTo>
                      <a:lnTo>
                        <a:pt x="100" y="1085"/>
                      </a:lnTo>
                      <a:lnTo>
                        <a:pt x="100" y="1082"/>
                      </a:lnTo>
                      <a:lnTo>
                        <a:pt x="99" y="1080"/>
                      </a:lnTo>
                      <a:lnTo>
                        <a:pt x="94" y="1074"/>
                      </a:lnTo>
                      <a:lnTo>
                        <a:pt x="88" y="1066"/>
                      </a:lnTo>
                      <a:lnTo>
                        <a:pt x="84" y="1062"/>
                      </a:lnTo>
                      <a:lnTo>
                        <a:pt x="82" y="1057"/>
                      </a:lnTo>
                      <a:lnTo>
                        <a:pt x="80" y="1051"/>
                      </a:lnTo>
                      <a:lnTo>
                        <a:pt x="78" y="1045"/>
                      </a:lnTo>
                      <a:lnTo>
                        <a:pt x="78" y="1039"/>
                      </a:lnTo>
                      <a:lnTo>
                        <a:pt x="80" y="1033"/>
                      </a:lnTo>
                      <a:lnTo>
                        <a:pt x="81" y="1028"/>
                      </a:lnTo>
                      <a:lnTo>
                        <a:pt x="83" y="1025"/>
                      </a:lnTo>
                      <a:lnTo>
                        <a:pt x="89" y="1018"/>
                      </a:lnTo>
                      <a:lnTo>
                        <a:pt x="94" y="1012"/>
                      </a:lnTo>
                      <a:lnTo>
                        <a:pt x="96" y="1007"/>
                      </a:lnTo>
                      <a:lnTo>
                        <a:pt x="97" y="1001"/>
                      </a:lnTo>
                      <a:lnTo>
                        <a:pt x="96" y="999"/>
                      </a:lnTo>
                      <a:lnTo>
                        <a:pt x="95" y="995"/>
                      </a:lnTo>
                      <a:lnTo>
                        <a:pt x="91" y="993"/>
                      </a:lnTo>
                      <a:lnTo>
                        <a:pt x="88" y="989"/>
                      </a:lnTo>
                      <a:lnTo>
                        <a:pt x="75" y="982"/>
                      </a:lnTo>
                      <a:lnTo>
                        <a:pt x="57" y="975"/>
                      </a:lnTo>
                      <a:lnTo>
                        <a:pt x="40" y="967"/>
                      </a:lnTo>
                      <a:lnTo>
                        <a:pt x="26" y="959"/>
                      </a:lnTo>
                      <a:lnTo>
                        <a:pt x="21" y="956"/>
                      </a:lnTo>
                      <a:lnTo>
                        <a:pt x="20" y="951"/>
                      </a:lnTo>
                      <a:lnTo>
                        <a:pt x="19" y="948"/>
                      </a:lnTo>
                      <a:lnTo>
                        <a:pt x="20" y="943"/>
                      </a:lnTo>
                      <a:lnTo>
                        <a:pt x="25" y="933"/>
                      </a:lnTo>
                      <a:lnTo>
                        <a:pt x="32" y="925"/>
                      </a:lnTo>
                      <a:lnTo>
                        <a:pt x="34" y="921"/>
                      </a:lnTo>
                      <a:lnTo>
                        <a:pt x="37" y="918"/>
                      </a:lnTo>
                      <a:lnTo>
                        <a:pt x="38" y="914"/>
                      </a:lnTo>
                      <a:lnTo>
                        <a:pt x="39" y="911"/>
                      </a:lnTo>
                      <a:lnTo>
                        <a:pt x="38" y="907"/>
                      </a:lnTo>
                      <a:lnTo>
                        <a:pt x="37" y="904"/>
                      </a:lnTo>
                      <a:lnTo>
                        <a:pt x="34" y="899"/>
                      </a:lnTo>
                      <a:lnTo>
                        <a:pt x="32" y="895"/>
                      </a:lnTo>
                      <a:lnTo>
                        <a:pt x="24" y="888"/>
                      </a:lnTo>
                      <a:lnTo>
                        <a:pt x="14" y="880"/>
                      </a:lnTo>
                      <a:lnTo>
                        <a:pt x="9" y="875"/>
                      </a:lnTo>
                      <a:lnTo>
                        <a:pt x="6" y="869"/>
                      </a:lnTo>
                      <a:lnTo>
                        <a:pt x="2" y="862"/>
                      </a:lnTo>
                      <a:lnTo>
                        <a:pt x="1" y="853"/>
                      </a:lnTo>
                      <a:lnTo>
                        <a:pt x="0" y="843"/>
                      </a:lnTo>
                      <a:lnTo>
                        <a:pt x="1" y="834"/>
                      </a:lnTo>
                      <a:lnTo>
                        <a:pt x="3" y="825"/>
                      </a:lnTo>
                      <a:lnTo>
                        <a:pt x="6" y="818"/>
                      </a:lnTo>
                      <a:lnTo>
                        <a:pt x="7" y="814"/>
                      </a:lnTo>
                      <a:lnTo>
                        <a:pt x="8" y="812"/>
                      </a:lnTo>
                      <a:lnTo>
                        <a:pt x="11" y="809"/>
                      </a:lnTo>
                      <a:lnTo>
                        <a:pt x="12" y="807"/>
                      </a:lnTo>
                      <a:lnTo>
                        <a:pt x="14" y="806"/>
                      </a:lnTo>
                      <a:lnTo>
                        <a:pt x="20" y="806"/>
                      </a:lnTo>
                      <a:lnTo>
                        <a:pt x="37" y="805"/>
                      </a:lnTo>
                      <a:lnTo>
                        <a:pt x="55" y="805"/>
                      </a:lnTo>
                      <a:lnTo>
                        <a:pt x="74" y="804"/>
                      </a:lnTo>
                      <a:lnTo>
                        <a:pt x="94" y="803"/>
                      </a:lnTo>
                      <a:lnTo>
                        <a:pt x="102" y="801"/>
                      </a:lnTo>
                      <a:lnTo>
                        <a:pt x="110" y="799"/>
                      </a:lnTo>
                      <a:lnTo>
                        <a:pt x="116" y="797"/>
                      </a:lnTo>
                      <a:lnTo>
                        <a:pt x="121" y="793"/>
                      </a:lnTo>
                      <a:lnTo>
                        <a:pt x="129" y="787"/>
                      </a:lnTo>
                      <a:lnTo>
                        <a:pt x="138" y="782"/>
                      </a:lnTo>
                      <a:lnTo>
                        <a:pt x="147" y="778"/>
                      </a:lnTo>
                      <a:lnTo>
                        <a:pt x="159" y="775"/>
                      </a:lnTo>
                      <a:lnTo>
                        <a:pt x="170" y="772"/>
                      </a:lnTo>
                      <a:lnTo>
                        <a:pt x="179" y="767"/>
                      </a:lnTo>
                      <a:lnTo>
                        <a:pt x="185" y="762"/>
                      </a:lnTo>
                      <a:lnTo>
                        <a:pt x="190" y="757"/>
                      </a:lnTo>
                      <a:lnTo>
                        <a:pt x="196" y="754"/>
                      </a:lnTo>
                      <a:lnTo>
                        <a:pt x="203" y="750"/>
                      </a:lnTo>
                      <a:lnTo>
                        <a:pt x="211" y="748"/>
                      </a:lnTo>
                      <a:lnTo>
                        <a:pt x="220" y="747"/>
                      </a:lnTo>
                      <a:lnTo>
                        <a:pt x="229" y="744"/>
                      </a:lnTo>
                      <a:lnTo>
                        <a:pt x="240" y="741"/>
                      </a:lnTo>
                      <a:lnTo>
                        <a:pt x="251" y="735"/>
                      </a:lnTo>
                      <a:lnTo>
                        <a:pt x="259" y="729"/>
                      </a:lnTo>
                      <a:lnTo>
                        <a:pt x="265" y="722"/>
                      </a:lnTo>
                      <a:lnTo>
                        <a:pt x="272" y="717"/>
                      </a:lnTo>
                      <a:lnTo>
                        <a:pt x="276" y="715"/>
                      </a:lnTo>
                      <a:lnTo>
                        <a:pt x="280" y="712"/>
                      </a:lnTo>
                      <a:lnTo>
                        <a:pt x="285" y="711"/>
                      </a:lnTo>
                      <a:lnTo>
                        <a:pt x="291" y="710"/>
                      </a:lnTo>
                      <a:lnTo>
                        <a:pt x="303" y="708"/>
                      </a:lnTo>
                      <a:lnTo>
                        <a:pt x="317" y="705"/>
                      </a:lnTo>
                      <a:lnTo>
                        <a:pt x="333" y="703"/>
                      </a:lnTo>
                      <a:lnTo>
                        <a:pt x="349" y="700"/>
                      </a:lnTo>
                      <a:lnTo>
                        <a:pt x="370" y="698"/>
                      </a:lnTo>
                      <a:lnTo>
                        <a:pt x="391" y="693"/>
                      </a:lnTo>
                      <a:lnTo>
                        <a:pt x="400" y="691"/>
                      </a:lnTo>
                      <a:lnTo>
                        <a:pt x="409" y="688"/>
                      </a:lnTo>
                      <a:lnTo>
                        <a:pt x="416" y="685"/>
                      </a:lnTo>
                      <a:lnTo>
                        <a:pt x="421" y="681"/>
                      </a:lnTo>
                      <a:lnTo>
                        <a:pt x="435" y="665"/>
                      </a:lnTo>
                      <a:lnTo>
                        <a:pt x="446" y="649"/>
                      </a:lnTo>
                      <a:lnTo>
                        <a:pt x="450" y="645"/>
                      </a:lnTo>
                      <a:lnTo>
                        <a:pt x="454" y="641"/>
                      </a:lnTo>
                      <a:lnTo>
                        <a:pt x="456" y="637"/>
                      </a:lnTo>
                      <a:lnTo>
                        <a:pt x="458" y="633"/>
                      </a:lnTo>
                      <a:lnTo>
                        <a:pt x="459" y="628"/>
                      </a:lnTo>
                      <a:lnTo>
                        <a:pt x="461" y="623"/>
                      </a:lnTo>
                      <a:lnTo>
                        <a:pt x="465" y="620"/>
                      </a:lnTo>
                      <a:lnTo>
                        <a:pt x="468" y="617"/>
                      </a:lnTo>
                      <a:lnTo>
                        <a:pt x="475" y="615"/>
                      </a:lnTo>
                      <a:lnTo>
                        <a:pt x="483" y="611"/>
                      </a:lnTo>
                      <a:lnTo>
                        <a:pt x="491" y="606"/>
                      </a:lnTo>
                      <a:lnTo>
                        <a:pt x="498" y="599"/>
                      </a:lnTo>
                      <a:lnTo>
                        <a:pt x="504" y="593"/>
                      </a:lnTo>
                      <a:lnTo>
                        <a:pt x="510" y="587"/>
                      </a:lnTo>
                      <a:lnTo>
                        <a:pt x="513" y="586"/>
                      </a:lnTo>
                      <a:lnTo>
                        <a:pt x="519" y="584"/>
                      </a:lnTo>
                      <a:lnTo>
                        <a:pt x="525" y="583"/>
                      </a:lnTo>
                      <a:lnTo>
                        <a:pt x="532" y="582"/>
                      </a:lnTo>
                      <a:lnTo>
                        <a:pt x="541" y="582"/>
                      </a:lnTo>
                      <a:lnTo>
                        <a:pt x="549" y="582"/>
                      </a:lnTo>
                      <a:lnTo>
                        <a:pt x="556" y="583"/>
                      </a:lnTo>
                      <a:lnTo>
                        <a:pt x="562" y="584"/>
                      </a:lnTo>
                      <a:lnTo>
                        <a:pt x="568" y="586"/>
                      </a:lnTo>
                      <a:lnTo>
                        <a:pt x="572" y="591"/>
                      </a:lnTo>
                      <a:close/>
                    </a:path>
                  </a:pathLst>
                </a:custGeom>
                <a:solidFill>
                  <a:srgbClr val="9BC2E6"/>
                </a:solidFill>
                <a:ln w="9525">
                  <a:solidFill>
                    <a:srgbClr val="AFABAB"/>
                  </a:solidFill>
                  <a:round/>
                  <a:headEnd/>
                  <a:tailEnd/>
                </a:ln>
              </p:spPr>
              <p:txBody>
                <a:bodyPr/>
                <a:lstStyle/>
                <a:p>
                  <a:endParaRPr lang="zh-CN" altLang="en-US"/>
                </a:p>
              </p:txBody>
            </p:sp>
            <p:sp>
              <p:nvSpPr>
                <p:cNvPr id="48" name="辽宁">
                  <a:extLst>
                    <a:ext uri="{FF2B5EF4-FFF2-40B4-BE49-F238E27FC236}">
                      <a16:creationId xmlns:a16="http://schemas.microsoft.com/office/drawing/2014/main" id="{09B8AF31-AAAA-489D-B8CF-BA9614EA209C}"/>
                    </a:ext>
                  </a:extLst>
                </p:cNvPr>
                <p:cNvSpPr>
                  <a:spLocks noEditPoints="1"/>
                </p:cNvSpPr>
                <p:nvPr/>
              </p:nvSpPr>
              <p:spPr bwMode="auto">
                <a:xfrm>
                  <a:off x="3876723" y="1133534"/>
                  <a:ext cx="590558" cy="581055"/>
                </a:xfrm>
                <a:custGeom>
                  <a:avLst/>
                  <a:gdLst>
                    <a:gd name="T0" fmla="*/ 2147483646 w 2212"/>
                    <a:gd name="T1" fmla="*/ 2147483646 h 2187"/>
                    <a:gd name="T2" fmla="*/ 2147483646 w 2212"/>
                    <a:gd name="T3" fmla="*/ 2147483646 h 2187"/>
                    <a:gd name="T4" fmla="*/ 2147483646 w 2212"/>
                    <a:gd name="T5" fmla="*/ 2147483646 h 2187"/>
                    <a:gd name="T6" fmla="*/ 2147483646 w 2212"/>
                    <a:gd name="T7" fmla="*/ 2147483646 h 2187"/>
                    <a:gd name="T8" fmla="*/ 2147483646 w 2212"/>
                    <a:gd name="T9" fmla="*/ 2147483646 h 2187"/>
                    <a:gd name="T10" fmla="*/ 2147483646 w 2212"/>
                    <a:gd name="T11" fmla="*/ 2147483646 h 2187"/>
                    <a:gd name="T12" fmla="*/ 2147483646 w 2212"/>
                    <a:gd name="T13" fmla="*/ 2147483646 h 2187"/>
                    <a:gd name="T14" fmla="*/ 2147483646 w 2212"/>
                    <a:gd name="T15" fmla="*/ 2147483646 h 2187"/>
                    <a:gd name="T16" fmla="*/ 2147483646 w 2212"/>
                    <a:gd name="T17" fmla="*/ 2147483646 h 2187"/>
                    <a:gd name="T18" fmla="*/ 2147483646 w 2212"/>
                    <a:gd name="T19" fmla="*/ 2147483646 h 2187"/>
                    <a:gd name="T20" fmla="*/ 2147483646 w 2212"/>
                    <a:gd name="T21" fmla="*/ 2147483646 h 2187"/>
                    <a:gd name="T22" fmla="*/ 2147483646 w 2212"/>
                    <a:gd name="T23" fmla="*/ 2147483646 h 2187"/>
                    <a:gd name="T24" fmla="*/ 2147483646 w 2212"/>
                    <a:gd name="T25" fmla="*/ 2147483646 h 2187"/>
                    <a:gd name="T26" fmla="*/ 2147483646 w 2212"/>
                    <a:gd name="T27" fmla="*/ 2147483646 h 2187"/>
                    <a:gd name="T28" fmla="*/ 2147483646 w 2212"/>
                    <a:gd name="T29" fmla="*/ 2147483646 h 2187"/>
                    <a:gd name="T30" fmla="*/ 2147483646 w 2212"/>
                    <a:gd name="T31" fmla="*/ 2147483646 h 2187"/>
                    <a:gd name="T32" fmla="*/ 2147483646 w 2212"/>
                    <a:gd name="T33" fmla="*/ 2147483646 h 2187"/>
                    <a:gd name="T34" fmla="*/ 2147483646 w 2212"/>
                    <a:gd name="T35" fmla="*/ 2147483646 h 2187"/>
                    <a:gd name="T36" fmla="*/ 2147483646 w 2212"/>
                    <a:gd name="T37" fmla="*/ 0 h 2187"/>
                    <a:gd name="T38" fmla="*/ 2147483646 w 2212"/>
                    <a:gd name="T39" fmla="*/ 2147483646 h 2187"/>
                    <a:gd name="T40" fmla="*/ 2147483646 w 2212"/>
                    <a:gd name="T41" fmla="*/ 2147483646 h 2187"/>
                    <a:gd name="T42" fmla="*/ 2147483646 w 2212"/>
                    <a:gd name="T43" fmla="*/ 2147483646 h 2187"/>
                    <a:gd name="T44" fmla="*/ 2147483646 w 2212"/>
                    <a:gd name="T45" fmla="*/ 2147483646 h 2187"/>
                    <a:gd name="T46" fmla="*/ 2147483646 w 2212"/>
                    <a:gd name="T47" fmla="*/ 2147483646 h 2187"/>
                    <a:gd name="T48" fmla="*/ 2147483646 w 2212"/>
                    <a:gd name="T49" fmla="*/ 2147483646 h 2187"/>
                    <a:gd name="T50" fmla="*/ 2147483646 w 2212"/>
                    <a:gd name="T51" fmla="*/ 2147483646 h 2187"/>
                    <a:gd name="T52" fmla="*/ 2147483646 w 2212"/>
                    <a:gd name="T53" fmla="*/ 2147483646 h 2187"/>
                    <a:gd name="T54" fmla="*/ 2147483646 w 2212"/>
                    <a:gd name="T55" fmla="*/ 2147483646 h 2187"/>
                    <a:gd name="T56" fmla="*/ 2147483646 w 2212"/>
                    <a:gd name="T57" fmla="*/ 2147483646 h 2187"/>
                    <a:gd name="T58" fmla="*/ 2147483646 w 2212"/>
                    <a:gd name="T59" fmla="*/ 2147483646 h 2187"/>
                    <a:gd name="T60" fmla="*/ 2147483646 w 2212"/>
                    <a:gd name="T61" fmla="*/ 2147483646 h 2187"/>
                    <a:gd name="T62" fmla="*/ 2147483646 w 2212"/>
                    <a:gd name="T63" fmla="*/ 2147483646 h 2187"/>
                    <a:gd name="T64" fmla="*/ 2147483646 w 2212"/>
                    <a:gd name="T65" fmla="*/ 2147483646 h 2187"/>
                    <a:gd name="T66" fmla="*/ 2147483646 w 2212"/>
                    <a:gd name="T67" fmla="*/ 2147483646 h 2187"/>
                    <a:gd name="T68" fmla="*/ 2147483646 w 2212"/>
                    <a:gd name="T69" fmla="*/ 2147483646 h 2187"/>
                    <a:gd name="T70" fmla="*/ 2147483646 w 2212"/>
                    <a:gd name="T71" fmla="*/ 2147483646 h 2187"/>
                    <a:gd name="T72" fmla="*/ 2147483646 w 2212"/>
                    <a:gd name="T73" fmla="*/ 2147483646 h 2187"/>
                    <a:gd name="T74" fmla="*/ 2147483646 w 2212"/>
                    <a:gd name="T75" fmla="*/ 2147483646 h 2187"/>
                    <a:gd name="T76" fmla="*/ 2147483646 w 2212"/>
                    <a:gd name="T77" fmla="*/ 2147483646 h 2187"/>
                    <a:gd name="T78" fmla="*/ 2147483646 w 2212"/>
                    <a:gd name="T79" fmla="*/ 2147483646 h 2187"/>
                    <a:gd name="T80" fmla="*/ 2147483646 w 2212"/>
                    <a:gd name="T81" fmla="*/ 2147483646 h 2187"/>
                    <a:gd name="T82" fmla="*/ 2147483646 w 2212"/>
                    <a:gd name="T83" fmla="*/ 2147483646 h 2187"/>
                    <a:gd name="T84" fmla="*/ 2147483646 w 2212"/>
                    <a:gd name="T85" fmla="*/ 2147483646 h 2187"/>
                    <a:gd name="T86" fmla="*/ 2147483646 w 2212"/>
                    <a:gd name="T87" fmla="*/ 2147483646 h 2187"/>
                    <a:gd name="T88" fmla="*/ 2147483646 w 2212"/>
                    <a:gd name="T89" fmla="*/ 2147483646 h 2187"/>
                    <a:gd name="T90" fmla="*/ 2147483646 w 2212"/>
                    <a:gd name="T91" fmla="*/ 2147483646 h 2187"/>
                    <a:gd name="T92" fmla="*/ 2147483646 w 2212"/>
                    <a:gd name="T93" fmla="*/ 2147483646 h 2187"/>
                    <a:gd name="T94" fmla="*/ 2147483646 w 2212"/>
                    <a:gd name="T95" fmla="*/ 2147483646 h 2187"/>
                    <a:gd name="T96" fmla="*/ 2147483646 w 2212"/>
                    <a:gd name="T97" fmla="*/ 2147483646 h 2187"/>
                    <a:gd name="T98" fmla="*/ 2147483646 w 2212"/>
                    <a:gd name="T99" fmla="*/ 2147483646 h 2187"/>
                    <a:gd name="T100" fmla="*/ 2147483646 w 2212"/>
                    <a:gd name="T101" fmla="*/ 2147483646 h 2187"/>
                    <a:gd name="T102" fmla="*/ 2147483646 w 2212"/>
                    <a:gd name="T103" fmla="*/ 2147483646 h 2187"/>
                    <a:gd name="T104" fmla="*/ 2147483646 w 2212"/>
                    <a:gd name="T105" fmla="*/ 2147483646 h 2187"/>
                    <a:gd name="T106" fmla="*/ 2147483646 w 2212"/>
                    <a:gd name="T107" fmla="*/ 2147483646 h 2187"/>
                    <a:gd name="T108" fmla="*/ 2147483646 w 2212"/>
                    <a:gd name="T109" fmla="*/ 2147483646 h 2187"/>
                    <a:gd name="T110" fmla="*/ 2147483646 w 2212"/>
                    <a:gd name="T111" fmla="*/ 2147483646 h 2187"/>
                    <a:gd name="T112" fmla="*/ 2147483646 w 2212"/>
                    <a:gd name="T113" fmla="*/ 2147483646 h 2187"/>
                    <a:gd name="T114" fmla="*/ 2147483646 w 2212"/>
                    <a:gd name="T115" fmla="*/ 2147483646 h 2187"/>
                    <a:gd name="T116" fmla="*/ 2147483646 w 2212"/>
                    <a:gd name="T117" fmla="*/ 2147483646 h 2187"/>
                    <a:gd name="T118" fmla="*/ 2147483646 w 2212"/>
                    <a:gd name="T119" fmla="*/ 2147483646 h 2187"/>
                    <a:gd name="T120" fmla="*/ 2147483646 w 2212"/>
                    <a:gd name="T121" fmla="*/ 2147483646 h 2187"/>
                    <a:gd name="T122" fmla="*/ 2147483646 w 2212"/>
                    <a:gd name="T123" fmla="*/ 2147483646 h 2187"/>
                    <a:gd name="T124" fmla="*/ 2147483646 w 2212"/>
                    <a:gd name="T125" fmla="*/ 2147483646 h 21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12" h="2187">
                      <a:moveTo>
                        <a:pt x="372" y="1668"/>
                      </a:moveTo>
                      <a:lnTo>
                        <a:pt x="368" y="1659"/>
                      </a:lnTo>
                      <a:lnTo>
                        <a:pt x="365" y="1648"/>
                      </a:lnTo>
                      <a:lnTo>
                        <a:pt x="364" y="1642"/>
                      </a:lnTo>
                      <a:lnTo>
                        <a:pt x="362" y="1638"/>
                      </a:lnTo>
                      <a:lnTo>
                        <a:pt x="360" y="1635"/>
                      </a:lnTo>
                      <a:lnTo>
                        <a:pt x="358" y="1635"/>
                      </a:lnTo>
                      <a:lnTo>
                        <a:pt x="348" y="1635"/>
                      </a:lnTo>
                      <a:lnTo>
                        <a:pt x="340" y="1635"/>
                      </a:lnTo>
                      <a:lnTo>
                        <a:pt x="336" y="1634"/>
                      </a:lnTo>
                      <a:lnTo>
                        <a:pt x="334" y="1632"/>
                      </a:lnTo>
                      <a:lnTo>
                        <a:pt x="332" y="1629"/>
                      </a:lnTo>
                      <a:lnTo>
                        <a:pt x="330" y="1624"/>
                      </a:lnTo>
                      <a:lnTo>
                        <a:pt x="327" y="1612"/>
                      </a:lnTo>
                      <a:lnTo>
                        <a:pt x="322" y="1602"/>
                      </a:lnTo>
                      <a:lnTo>
                        <a:pt x="319" y="1597"/>
                      </a:lnTo>
                      <a:lnTo>
                        <a:pt x="315" y="1592"/>
                      </a:lnTo>
                      <a:lnTo>
                        <a:pt x="311" y="1587"/>
                      </a:lnTo>
                      <a:lnTo>
                        <a:pt x="307" y="1584"/>
                      </a:lnTo>
                      <a:lnTo>
                        <a:pt x="289" y="1572"/>
                      </a:lnTo>
                      <a:lnTo>
                        <a:pt x="275" y="1560"/>
                      </a:lnTo>
                      <a:lnTo>
                        <a:pt x="269" y="1554"/>
                      </a:lnTo>
                      <a:lnTo>
                        <a:pt x="264" y="1546"/>
                      </a:lnTo>
                      <a:lnTo>
                        <a:pt x="259" y="1537"/>
                      </a:lnTo>
                      <a:lnTo>
                        <a:pt x="258" y="1528"/>
                      </a:lnTo>
                      <a:lnTo>
                        <a:pt x="258" y="1514"/>
                      </a:lnTo>
                      <a:lnTo>
                        <a:pt x="260" y="1497"/>
                      </a:lnTo>
                      <a:lnTo>
                        <a:pt x="260" y="1490"/>
                      </a:lnTo>
                      <a:lnTo>
                        <a:pt x="259" y="1481"/>
                      </a:lnTo>
                      <a:lnTo>
                        <a:pt x="257" y="1473"/>
                      </a:lnTo>
                      <a:lnTo>
                        <a:pt x="253" y="1464"/>
                      </a:lnTo>
                      <a:lnTo>
                        <a:pt x="251" y="1460"/>
                      </a:lnTo>
                      <a:lnTo>
                        <a:pt x="247" y="1457"/>
                      </a:lnTo>
                      <a:lnTo>
                        <a:pt x="244" y="1454"/>
                      </a:lnTo>
                      <a:lnTo>
                        <a:pt x="240" y="1452"/>
                      </a:lnTo>
                      <a:lnTo>
                        <a:pt x="232" y="1448"/>
                      </a:lnTo>
                      <a:lnTo>
                        <a:pt x="222" y="1447"/>
                      </a:lnTo>
                      <a:lnTo>
                        <a:pt x="213" y="1447"/>
                      </a:lnTo>
                      <a:lnTo>
                        <a:pt x="204" y="1448"/>
                      </a:lnTo>
                      <a:lnTo>
                        <a:pt x="196" y="1451"/>
                      </a:lnTo>
                      <a:lnTo>
                        <a:pt x="189" y="1453"/>
                      </a:lnTo>
                      <a:lnTo>
                        <a:pt x="177" y="1459"/>
                      </a:lnTo>
                      <a:lnTo>
                        <a:pt x="166" y="1461"/>
                      </a:lnTo>
                      <a:lnTo>
                        <a:pt x="162" y="1461"/>
                      </a:lnTo>
                      <a:lnTo>
                        <a:pt x="156" y="1461"/>
                      </a:lnTo>
                      <a:lnTo>
                        <a:pt x="150" y="1459"/>
                      </a:lnTo>
                      <a:lnTo>
                        <a:pt x="144" y="1457"/>
                      </a:lnTo>
                      <a:lnTo>
                        <a:pt x="137" y="1452"/>
                      </a:lnTo>
                      <a:lnTo>
                        <a:pt x="131" y="1448"/>
                      </a:lnTo>
                      <a:lnTo>
                        <a:pt x="124" y="1442"/>
                      </a:lnTo>
                      <a:lnTo>
                        <a:pt x="118" y="1437"/>
                      </a:lnTo>
                      <a:lnTo>
                        <a:pt x="113" y="1432"/>
                      </a:lnTo>
                      <a:lnTo>
                        <a:pt x="109" y="1426"/>
                      </a:lnTo>
                      <a:lnTo>
                        <a:pt x="107" y="1420"/>
                      </a:lnTo>
                      <a:lnTo>
                        <a:pt x="106" y="1414"/>
                      </a:lnTo>
                      <a:lnTo>
                        <a:pt x="106" y="1405"/>
                      </a:lnTo>
                      <a:lnTo>
                        <a:pt x="105" y="1401"/>
                      </a:lnTo>
                      <a:lnTo>
                        <a:pt x="103" y="1399"/>
                      </a:lnTo>
                      <a:lnTo>
                        <a:pt x="101" y="1399"/>
                      </a:lnTo>
                      <a:lnTo>
                        <a:pt x="97" y="1401"/>
                      </a:lnTo>
                      <a:lnTo>
                        <a:pt x="94" y="1402"/>
                      </a:lnTo>
                      <a:lnTo>
                        <a:pt x="86" y="1407"/>
                      </a:lnTo>
                      <a:lnTo>
                        <a:pt x="78" y="1408"/>
                      </a:lnTo>
                      <a:lnTo>
                        <a:pt x="74" y="1408"/>
                      </a:lnTo>
                      <a:lnTo>
                        <a:pt x="69" y="1407"/>
                      </a:lnTo>
                      <a:lnTo>
                        <a:pt x="63" y="1404"/>
                      </a:lnTo>
                      <a:lnTo>
                        <a:pt x="56" y="1399"/>
                      </a:lnTo>
                      <a:lnTo>
                        <a:pt x="42" y="1389"/>
                      </a:lnTo>
                      <a:lnTo>
                        <a:pt x="26" y="1374"/>
                      </a:lnTo>
                      <a:lnTo>
                        <a:pt x="19" y="1367"/>
                      </a:lnTo>
                      <a:lnTo>
                        <a:pt x="13" y="1360"/>
                      </a:lnTo>
                      <a:lnTo>
                        <a:pt x="8" y="1353"/>
                      </a:lnTo>
                      <a:lnTo>
                        <a:pt x="6" y="1347"/>
                      </a:lnTo>
                      <a:lnTo>
                        <a:pt x="2" y="1335"/>
                      </a:lnTo>
                      <a:lnTo>
                        <a:pt x="0" y="1323"/>
                      </a:lnTo>
                      <a:lnTo>
                        <a:pt x="0" y="1317"/>
                      </a:lnTo>
                      <a:lnTo>
                        <a:pt x="2" y="1311"/>
                      </a:lnTo>
                      <a:lnTo>
                        <a:pt x="6" y="1306"/>
                      </a:lnTo>
                      <a:lnTo>
                        <a:pt x="11" y="1300"/>
                      </a:lnTo>
                      <a:lnTo>
                        <a:pt x="15" y="1296"/>
                      </a:lnTo>
                      <a:lnTo>
                        <a:pt x="23" y="1292"/>
                      </a:lnTo>
                      <a:lnTo>
                        <a:pt x="30" y="1291"/>
                      </a:lnTo>
                      <a:lnTo>
                        <a:pt x="38" y="1290"/>
                      </a:lnTo>
                      <a:lnTo>
                        <a:pt x="44" y="1288"/>
                      </a:lnTo>
                      <a:lnTo>
                        <a:pt x="50" y="1287"/>
                      </a:lnTo>
                      <a:lnTo>
                        <a:pt x="52" y="1285"/>
                      </a:lnTo>
                      <a:lnTo>
                        <a:pt x="53" y="1284"/>
                      </a:lnTo>
                      <a:lnTo>
                        <a:pt x="55" y="1282"/>
                      </a:lnTo>
                      <a:lnTo>
                        <a:pt x="56" y="1281"/>
                      </a:lnTo>
                      <a:lnTo>
                        <a:pt x="55" y="1276"/>
                      </a:lnTo>
                      <a:lnTo>
                        <a:pt x="53" y="1272"/>
                      </a:lnTo>
                      <a:lnTo>
                        <a:pt x="51" y="1269"/>
                      </a:lnTo>
                      <a:lnTo>
                        <a:pt x="49" y="1265"/>
                      </a:lnTo>
                      <a:lnTo>
                        <a:pt x="42" y="1259"/>
                      </a:lnTo>
                      <a:lnTo>
                        <a:pt x="34" y="1254"/>
                      </a:lnTo>
                      <a:lnTo>
                        <a:pt x="26" y="1249"/>
                      </a:lnTo>
                      <a:lnTo>
                        <a:pt x="19" y="1243"/>
                      </a:lnTo>
                      <a:lnTo>
                        <a:pt x="17" y="1239"/>
                      </a:lnTo>
                      <a:lnTo>
                        <a:pt x="14" y="1237"/>
                      </a:lnTo>
                      <a:lnTo>
                        <a:pt x="13" y="1233"/>
                      </a:lnTo>
                      <a:lnTo>
                        <a:pt x="13" y="1229"/>
                      </a:lnTo>
                      <a:lnTo>
                        <a:pt x="13" y="1226"/>
                      </a:lnTo>
                      <a:lnTo>
                        <a:pt x="15" y="1225"/>
                      </a:lnTo>
                      <a:lnTo>
                        <a:pt x="18" y="1222"/>
                      </a:lnTo>
                      <a:lnTo>
                        <a:pt x="20" y="1221"/>
                      </a:lnTo>
                      <a:lnTo>
                        <a:pt x="27" y="1220"/>
                      </a:lnTo>
                      <a:lnTo>
                        <a:pt x="37" y="1219"/>
                      </a:lnTo>
                      <a:lnTo>
                        <a:pt x="46" y="1219"/>
                      </a:lnTo>
                      <a:lnTo>
                        <a:pt x="55" y="1219"/>
                      </a:lnTo>
                      <a:lnTo>
                        <a:pt x="63" y="1218"/>
                      </a:lnTo>
                      <a:lnTo>
                        <a:pt x="68" y="1215"/>
                      </a:lnTo>
                      <a:lnTo>
                        <a:pt x="72" y="1212"/>
                      </a:lnTo>
                      <a:lnTo>
                        <a:pt x="76" y="1206"/>
                      </a:lnTo>
                      <a:lnTo>
                        <a:pt x="80" y="1197"/>
                      </a:lnTo>
                      <a:lnTo>
                        <a:pt x="83" y="1189"/>
                      </a:lnTo>
                      <a:lnTo>
                        <a:pt x="90" y="1171"/>
                      </a:lnTo>
                      <a:lnTo>
                        <a:pt x="95" y="1157"/>
                      </a:lnTo>
                      <a:lnTo>
                        <a:pt x="99" y="1146"/>
                      </a:lnTo>
                      <a:lnTo>
                        <a:pt x="101" y="1138"/>
                      </a:lnTo>
                      <a:lnTo>
                        <a:pt x="103" y="1131"/>
                      </a:lnTo>
                      <a:lnTo>
                        <a:pt x="105" y="1125"/>
                      </a:lnTo>
                      <a:lnTo>
                        <a:pt x="107" y="1123"/>
                      </a:lnTo>
                      <a:lnTo>
                        <a:pt x="109" y="1120"/>
                      </a:lnTo>
                      <a:lnTo>
                        <a:pt x="115" y="1117"/>
                      </a:lnTo>
                      <a:lnTo>
                        <a:pt x="127" y="1111"/>
                      </a:lnTo>
                      <a:lnTo>
                        <a:pt x="132" y="1107"/>
                      </a:lnTo>
                      <a:lnTo>
                        <a:pt x="135" y="1103"/>
                      </a:lnTo>
                      <a:lnTo>
                        <a:pt x="138" y="1100"/>
                      </a:lnTo>
                      <a:lnTo>
                        <a:pt x="139" y="1096"/>
                      </a:lnTo>
                      <a:lnTo>
                        <a:pt x="140" y="1093"/>
                      </a:lnTo>
                      <a:lnTo>
                        <a:pt x="139" y="1089"/>
                      </a:lnTo>
                      <a:lnTo>
                        <a:pt x="138" y="1086"/>
                      </a:lnTo>
                      <a:lnTo>
                        <a:pt x="135" y="1082"/>
                      </a:lnTo>
                      <a:lnTo>
                        <a:pt x="134" y="1079"/>
                      </a:lnTo>
                      <a:lnTo>
                        <a:pt x="133" y="1076"/>
                      </a:lnTo>
                      <a:lnTo>
                        <a:pt x="133" y="1073"/>
                      </a:lnTo>
                      <a:lnTo>
                        <a:pt x="134" y="1070"/>
                      </a:lnTo>
                      <a:lnTo>
                        <a:pt x="139" y="1065"/>
                      </a:lnTo>
                      <a:lnTo>
                        <a:pt x="145" y="1060"/>
                      </a:lnTo>
                      <a:lnTo>
                        <a:pt x="149" y="1056"/>
                      </a:lnTo>
                      <a:lnTo>
                        <a:pt x="152" y="1051"/>
                      </a:lnTo>
                      <a:lnTo>
                        <a:pt x="154" y="1046"/>
                      </a:lnTo>
                      <a:lnTo>
                        <a:pt x="154" y="1042"/>
                      </a:lnTo>
                      <a:lnTo>
                        <a:pt x="154" y="1037"/>
                      </a:lnTo>
                      <a:lnTo>
                        <a:pt x="152" y="1032"/>
                      </a:lnTo>
                      <a:lnTo>
                        <a:pt x="147" y="1027"/>
                      </a:lnTo>
                      <a:lnTo>
                        <a:pt x="141" y="1023"/>
                      </a:lnTo>
                      <a:lnTo>
                        <a:pt x="134" y="1019"/>
                      </a:lnTo>
                      <a:lnTo>
                        <a:pt x="132" y="1016"/>
                      </a:lnTo>
                      <a:lnTo>
                        <a:pt x="131" y="1011"/>
                      </a:lnTo>
                      <a:lnTo>
                        <a:pt x="132" y="1007"/>
                      </a:lnTo>
                      <a:lnTo>
                        <a:pt x="139" y="1000"/>
                      </a:lnTo>
                      <a:lnTo>
                        <a:pt x="149" y="993"/>
                      </a:lnTo>
                      <a:lnTo>
                        <a:pt x="152" y="991"/>
                      </a:lnTo>
                      <a:lnTo>
                        <a:pt x="153" y="986"/>
                      </a:lnTo>
                      <a:lnTo>
                        <a:pt x="152" y="981"/>
                      </a:lnTo>
                      <a:lnTo>
                        <a:pt x="151" y="976"/>
                      </a:lnTo>
                      <a:lnTo>
                        <a:pt x="147" y="972"/>
                      </a:lnTo>
                      <a:lnTo>
                        <a:pt x="143" y="966"/>
                      </a:lnTo>
                      <a:lnTo>
                        <a:pt x="138" y="961"/>
                      </a:lnTo>
                      <a:lnTo>
                        <a:pt x="131" y="957"/>
                      </a:lnTo>
                      <a:lnTo>
                        <a:pt x="120" y="953"/>
                      </a:lnTo>
                      <a:lnTo>
                        <a:pt x="115" y="951"/>
                      </a:lnTo>
                      <a:lnTo>
                        <a:pt x="114" y="949"/>
                      </a:lnTo>
                      <a:lnTo>
                        <a:pt x="114" y="947"/>
                      </a:lnTo>
                      <a:lnTo>
                        <a:pt x="114" y="942"/>
                      </a:lnTo>
                      <a:lnTo>
                        <a:pt x="114" y="934"/>
                      </a:lnTo>
                      <a:lnTo>
                        <a:pt x="115" y="918"/>
                      </a:lnTo>
                      <a:lnTo>
                        <a:pt x="114" y="907"/>
                      </a:lnTo>
                      <a:lnTo>
                        <a:pt x="115" y="897"/>
                      </a:lnTo>
                      <a:lnTo>
                        <a:pt x="119" y="886"/>
                      </a:lnTo>
                      <a:lnTo>
                        <a:pt x="120" y="881"/>
                      </a:lnTo>
                      <a:lnTo>
                        <a:pt x="120" y="875"/>
                      </a:lnTo>
                      <a:lnTo>
                        <a:pt x="120" y="869"/>
                      </a:lnTo>
                      <a:lnTo>
                        <a:pt x="119" y="863"/>
                      </a:lnTo>
                      <a:lnTo>
                        <a:pt x="118" y="852"/>
                      </a:lnTo>
                      <a:lnTo>
                        <a:pt x="118" y="838"/>
                      </a:lnTo>
                      <a:lnTo>
                        <a:pt x="119" y="825"/>
                      </a:lnTo>
                      <a:lnTo>
                        <a:pt x="121" y="811"/>
                      </a:lnTo>
                      <a:lnTo>
                        <a:pt x="122" y="805"/>
                      </a:lnTo>
                      <a:lnTo>
                        <a:pt x="124" y="798"/>
                      </a:lnTo>
                      <a:lnTo>
                        <a:pt x="124" y="792"/>
                      </a:lnTo>
                      <a:lnTo>
                        <a:pt x="122" y="786"/>
                      </a:lnTo>
                      <a:lnTo>
                        <a:pt x="119" y="775"/>
                      </a:lnTo>
                      <a:lnTo>
                        <a:pt x="114" y="765"/>
                      </a:lnTo>
                      <a:lnTo>
                        <a:pt x="108" y="755"/>
                      </a:lnTo>
                      <a:lnTo>
                        <a:pt x="101" y="748"/>
                      </a:lnTo>
                      <a:lnTo>
                        <a:pt x="94" y="741"/>
                      </a:lnTo>
                      <a:lnTo>
                        <a:pt x="89" y="735"/>
                      </a:lnTo>
                      <a:lnTo>
                        <a:pt x="87" y="733"/>
                      </a:lnTo>
                      <a:lnTo>
                        <a:pt x="86" y="730"/>
                      </a:lnTo>
                      <a:lnTo>
                        <a:pt x="84" y="727"/>
                      </a:lnTo>
                      <a:lnTo>
                        <a:pt x="84" y="722"/>
                      </a:lnTo>
                      <a:lnTo>
                        <a:pt x="86" y="718"/>
                      </a:lnTo>
                      <a:lnTo>
                        <a:pt x="88" y="714"/>
                      </a:lnTo>
                      <a:lnTo>
                        <a:pt x="93" y="709"/>
                      </a:lnTo>
                      <a:lnTo>
                        <a:pt x="97" y="703"/>
                      </a:lnTo>
                      <a:lnTo>
                        <a:pt x="108" y="693"/>
                      </a:lnTo>
                      <a:lnTo>
                        <a:pt x="121" y="682"/>
                      </a:lnTo>
                      <a:lnTo>
                        <a:pt x="134" y="670"/>
                      </a:lnTo>
                      <a:lnTo>
                        <a:pt x="146" y="657"/>
                      </a:lnTo>
                      <a:lnTo>
                        <a:pt x="153" y="646"/>
                      </a:lnTo>
                      <a:lnTo>
                        <a:pt x="157" y="639"/>
                      </a:lnTo>
                      <a:lnTo>
                        <a:pt x="159" y="639"/>
                      </a:lnTo>
                      <a:lnTo>
                        <a:pt x="160" y="640"/>
                      </a:lnTo>
                      <a:lnTo>
                        <a:pt x="163" y="645"/>
                      </a:lnTo>
                      <a:lnTo>
                        <a:pt x="166" y="652"/>
                      </a:lnTo>
                      <a:lnTo>
                        <a:pt x="172" y="667"/>
                      </a:lnTo>
                      <a:lnTo>
                        <a:pt x="179" y="682"/>
                      </a:lnTo>
                      <a:lnTo>
                        <a:pt x="183" y="687"/>
                      </a:lnTo>
                      <a:lnTo>
                        <a:pt x="188" y="693"/>
                      </a:lnTo>
                      <a:lnTo>
                        <a:pt x="194" y="697"/>
                      </a:lnTo>
                      <a:lnTo>
                        <a:pt x="200" y="699"/>
                      </a:lnTo>
                      <a:lnTo>
                        <a:pt x="206" y="702"/>
                      </a:lnTo>
                      <a:lnTo>
                        <a:pt x="212" y="703"/>
                      </a:lnTo>
                      <a:lnTo>
                        <a:pt x="219" y="704"/>
                      </a:lnTo>
                      <a:lnTo>
                        <a:pt x="226" y="704"/>
                      </a:lnTo>
                      <a:lnTo>
                        <a:pt x="239" y="704"/>
                      </a:lnTo>
                      <a:lnTo>
                        <a:pt x="251" y="705"/>
                      </a:lnTo>
                      <a:lnTo>
                        <a:pt x="256" y="708"/>
                      </a:lnTo>
                      <a:lnTo>
                        <a:pt x="260" y="710"/>
                      </a:lnTo>
                      <a:lnTo>
                        <a:pt x="263" y="714"/>
                      </a:lnTo>
                      <a:lnTo>
                        <a:pt x="265" y="718"/>
                      </a:lnTo>
                      <a:lnTo>
                        <a:pt x="267" y="730"/>
                      </a:lnTo>
                      <a:lnTo>
                        <a:pt x="270" y="742"/>
                      </a:lnTo>
                      <a:lnTo>
                        <a:pt x="272" y="754"/>
                      </a:lnTo>
                      <a:lnTo>
                        <a:pt x="278" y="766"/>
                      </a:lnTo>
                      <a:lnTo>
                        <a:pt x="286" y="780"/>
                      </a:lnTo>
                      <a:lnTo>
                        <a:pt x="296" y="794"/>
                      </a:lnTo>
                      <a:lnTo>
                        <a:pt x="305" y="811"/>
                      </a:lnTo>
                      <a:lnTo>
                        <a:pt x="315" y="828"/>
                      </a:lnTo>
                      <a:lnTo>
                        <a:pt x="324" y="843"/>
                      </a:lnTo>
                      <a:lnTo>
                        <a:pt x="332" y="856"/>
                      </a:lnTo>
                      <a:lnTo>
                        <a:pt x="334" y="862"/>
                      </a:lnTo>
                      <a:lnTo>
                        <a:pt x="336" y="869"/>
                      </a:lnTo>
                      <a:lnTo>
                        <a:pt x="338" y="875"/>
                      </a:lnTo>
                      <a:lnTo>
                        <a:pt x="339" y="882"/>
                      </a:lnTo>
                      <a:lnTo>
                        <a:pt x="339" y="895"/>
                      </a:lnTo>
                      <a:lnTo>
                        <a:pt x="339" y="905"/>
                      </a:lnTo>
                      <a:lnTo>
                        <a:pt x="340" y="910"/>
                      </a:lnTo>
                      <a:lnTo>
                        <a:pt x="341" y="912"/>
                      </a:lnTo>
                      <a:lnTo>
                        <a:pt x="343" y="915"/>
                      </a:lnTo>
                      <a:lnTo>
                        <a:pt x="347" y="917"/>
                      </a:lnTo>
                      <a:lnTo>
                        <a:pt x="355" y="919"/>
                      </a:lnTo>
                      <a:lnTo>
                        <a:pt x="365" y="920"/>
                      </a:lnTo>
                      <a:lnTo>
                        <a:pt x="368" y="919"/>
                      </a:lnTo>
                      <a:lnTo>
                        <a:pt x="372" y="918"/>
                      </a:lnTo>
                      <a:lnTo>
                        <a:pt x="374" y="915"/>
                      </a:lnTo>
                      <a:lnTo>
                        <a:pt x="376" y="911"/>
                      </a:lnTo>
                      <a:lnTo>
                        <a:pt x="374" y="899"/>
                      </a:lnTo>
                      <a:lnTo>
                        <a:pt x="374" y="887"/>
                      </a:lnTo>
                      <a:lnTo>
                        <a:pt x="376" y="880"/>
                      </a:lnTo>
                      <a:lnTo>
                        <a:pt x="378" y="873"/>
                      </a:lnTo>
                      <a:lnTo>
                        <a:pt x="382" y="866"/>
                      </a:lnTo>
                      <a:lnTo>
                        <a:pt x="386" y="859"/>
                      </a:lnTo>
                      <a:lnTo>
                        <a:pt x="397" y="846"/>
                      </a:lnTo>
                      <a:lnTo>
                        <a:pt x="404" y="832"/>
                      </a:lnTo>
                      <a:lnTo>
                        <a:pt x="410" y="821"/>
                      </a:lnTo>
                      <a:lnTo>
                        <a:pt x="415" y="811"/>
                      </a:lnTo>
                      <a:lnTo>
                        <a:pt x="420" y="803"/>
                      </a:lnTo>
                      <a:lnTo>
                        <a:pt x="426" y="797"/>
                      </a:lnTo>
                      <a:lnTo>
                        <a:pt x="433" y="793"/>
                      </a:lnTo>
                      <a:lnTo>
                        <a:pt x="440" y="791"/>
                      </a:lnTo>
                      <a:lnTo>
                        <a:pt x="449" y="787"/>
                      </a:lnTo>
                      <a:lnTo>
                        <a:pt x="459" y="781"/>
                      </a:lnTo>
                      <a:lnTo>
                        <a:pt x="464" y="777"/>
                      </a:lnTo>
                      <a:lnTo>
                        <a:pt x="468" y="773"/>
                      </a:lnTo>
                      <a:lnTo>
                        <a:pt x="471" y="768"/>
                      </a:lnTo>
                      <a:lnTo>
                        <a:pt x="472" y="764"/>
                      </a:lnTo>
                      <a:lnTo>
                        <a:pt x="471" y="753"/>
                      </a:lnTo>
                      <a:lnTo>
                        <a:pt x="469" y="741"/>
                      </a:lnTo>
                      <a:lnTo>
                        <a:pt x="469" y="735"/>
                      </a:lnTo>
                      <a:lnTo>
                        <a:pt x="471" y="730"/>
                      </a:lnTo>
                      <a:lnTo>
                        <a:pt x="472" y="724"/>
                      </a:lnTo>
                      <a:lnTo>
                        <a:pt x="477" y="721"/>
                      </a:lnTo>
                      <a:lnTo>
                        <a:pt x="492" y="711"/>
                      </a:lnTo>
                      <a:lnTo>
                        <a:pt x="513" y="699"/>
                      </a:lnTo>
                      <a:lnTo>
                        <a:pt x="536" y="689"/>
                      </a:lnTo>
                      <a:lnTo>
                        <a:pt x="552" y="680"/>
                      </a:lnTo>
                      <a:lnTo>
                        <a:pt x="560" y="676"/>
                      </a:lnTo>
                      <a:lnTo>
                        <a:pt x="571" y="668"/>
                      </a:lnTo>
                      <a:lnTo>
                        <a:pt x="582" y="659"/>
                      </a:lnTo>
                      <a:lnTo>
                        <a:pt x="593" y="649"/>
                      </a:lnTo>
                      <a:lnTo>
                        <a:pt x="603" y="642"/>
                      </a:lnTo>
                      <a:lnTo>
                        <a:pt x="609" y="640"/>
                      </a:lnTo>
                      <a:lnTo>
                        <a:pt x="613" y="642"/>
                      </a:lnTo>
                      <a:lnTo>
                        <a:pt x="619" y="647"/>
                      </a:lnTo>
                      <a:lnTo>
                        <a:pt x="623" y="652"/>
                      </a:lnTo>
                      <a:lnTo>
                        <a:pt x="626" y="654"/>
                      </a:lnTo>
                      <a:lnTo>
                        <a:pt x="630" y="655"/>
                      </a:lnTo>
                      <a:lnTo>
                        <a:pt x="632" y="655"/>
                      </a:lnTo>
                      <a:lnTo>
                        <a:pt x="639" y="651"/>
                      </a:lnTo>
                      <a:lnTo>
                        <a:pt x="648" y="642"/>
                      </a:lnTo>
                      <a:lnTo>
                        <a:pt x="663" y="628"/>
                      </a:lnTo>
                      <a:lnTo>
                        <a:pt x="678" y="613"/>
                      </a:lnTo>
                      <a:lnTo>
                        <a:pt x="689" y="600"/>
                      </a:lnTo>
                      <a:lnTo>
                        <a:pt x="705" y="581"/>
                      </a:lnTo>
                      <a:lnTo>
                        <a:pt x="720" y="561"/>
                      </a:lnTo>
                      <a:lnTo>
                        <a:pt x="735" y="545"/>
                      </a:lnTo>
                      <a:lnTo>
                        <a:pt x="742" y="539"/>
                      </a:lnTo>
                      <a:lnTo>
                        <a:pt x="748" y="535"/>
                      </a:lnTo>
                      <a:lnTo>
                        <a:pt x="754" y="533"/>
                      </a:lnTo>
                      <a:lnTo>
                        <a:pt x="758" y="532"/>
                      </a:lnTo>
                      <a:lnTo>
                        <a:pt x="769" y="531"/>
                      </a:lnTo>
                      <a:lnTo>
                        <a:pt x="779" y="528"/>
                      </a:lnTo>
                      <a:lnTo>
                        <a:pt x="787" y="526"/>
                      </a:lnTo>
                      <a:lnTo>
                        <a:pt x="795" y="523"/>
                      </a:lnTo>
                      <a:lnTo>
                        <a:pt x="800" y="522"/>
                      </a:lnTo>
                      <a:lnTo>
                        <a:pt x="805" y="522"/>
                      </a:lnTo>
                      <a:lnTo>
                        <a:pt x="807" y="525"/>
                      </a:lnTo>
                      <a:lnTo>
                        <a:pt x="811" y="528"/>
                      </a:lnTo>
                      <a:lnTo>
                        <a:pt x="820" y="538"/>
                      </a:lnTo>
                      <a:lnTo>
                        <a:pt x="831" y="548"/>
                      </a:lnTo>
                      <a:lnTo>
                        <a:pt x="833" y="551"/>
                      </a:lnTo>
                      <a:lnTo>
                        <a:pt x="837" y="552"/>
                      </a:lnTo>
                      <a:lnTo>
                        <a:pt x="839" y="553"/>
                      </a:lnTo>
                      <a:lnTo>
                        <a:pt x="842" y="552"/>
                      </a:lnTo>
                      <a:lnTo>
                        <a:pt x="845" y="548"/>
                      </a:lnTo>
                      <a:lnTo>
                        <a:pt x="848" y="542"/>
                      </a:lnTo>
                      <a:lnTo>
                        <a:pt x="855" y="531"/>
                      </a:lnTo>
                      <a:lnTo>
                        <a:pt x="862" y="516"/>
                      </a:lnTo>
                      <a:lnTo>
                        <a:pt x="869" y="508"/>
                      </a:lnTo>
                      <a:lnTo>
                        <a:pt x="880" y="497"/>
                      </a:lnTo>
                      <a:lnTo>
                        <a:pt x="884" y="490"/>
                      </a:lnTo>
                      <a:lnTo>
                        <a:pt x="889" y="484"/>
                      </a:lnTo>
                      <a:lnTo>
                        <a:pt x="894" y="478"/>
                      </a:lnTo>
                      <a:lnTo>
                        <a:pt x="896" y="474"/>
                      </a:lnTo>
                      <a:lnTo>
                        <a:pt x="900" y="462"/>
                      </a:lnTo>
                      <a:lnTo>
                        <a:pt x="903" y="449"/>
                      </a:lnTo>
                      <a:lnTo>
                        <a:pt x="907" y="436"/>
                      </a:lnTo>
                      <a:lnTo>
                        <a:pt x="912" y="426"/>
                      </a:lnTo>
                      <a:lnTo>
                        <a:pt x="913" y="424"/>
                      </a:lnTo>
                      <a:lnTo>
                        <a:pt x="915" y="421"/>
                      </a:lnTo>
                      <a:lnTo>
                        <a:pt x="919" y="419"/>
                      </a:lnTo>
                      <a:lnTo>
                        <a:pt x="922" y="418"/>
                      </a:lnTo>
                      <a:lnTo>
                        <a:pt x="931" y="415"/>
                      </a:lnTo>
                      <a:lnTo>
                        <a:pt x="941" y="415"/>
                      </a:lnTo>
                      <a:lnTo>
                        <a:pt x="951" y="416"/>
                      </a:lnTo>
                      <a:lnTo>
                        <a:pt x="959" y="418"/>
                      </a:lnTo>
                      <a:lnTo>
                        <a:pt x="966" y="416"/>
                      </a:lnTo>
                      <a:lnTo>
                        <a:pt x="970" y="415"/>
                      </a:lnTo>
                      <a:lnTo>
                        <a:pt x="974" y="412"/>
                      </a:lnTo>
                      <a:lnTo>
                        <a:pt x="976" y="409"/>
                      </a:lnTo>
                      <a:lnTo>
                        <a:pt x="978" y="407"/>
                      </a:lnTo>
                      <a:lnTo>
                        <a:pt x="981" y="405"/>
                      </a:lnTo>
                      <a:lnTo>
                        <a:pt x="984" y="406"/>
                      </a:lnTo>
                      <a:lnTo>
                        <a:pt x="989" y="408"/>
                      </a:lnTo>
                      <a:lnTo>
                        <a:pt x="994" y="412"/>
                      </a:lnTo>
                      <a:lnTo>
                        <a:pt x="1000" y="415"/>
                      </a:lnTo>
                      <a:lnTo>
                        <a:pt x="1004" y="416"/>
                      </a:lnTo>
                      <a:lnTo>
                        <a:pt x="1010" y="418"/>
                      </a:lnTo>
                      <a:lnTo>
                        <a:pt x="1016" y="419"/>
                      </a:lnTo>
                      <a:lnTo>
                        <a:pt x="1022" y="419"/>
                      </a:lnTo>
                      <a:lnTo>
                        <a:pt x="1028" y="418"/>
                      </a:lnTo>
                      <a:lnTo>
                        <a:pt x="1033" y="415"/>
                      </a:lnTo>
                      <a:lnTo>
                        <a:pt x="1039" y="413"/>
                      </a:lnTo>
                      <a:lnTo>
                        <a:pt x="1044" y="408"/>
                      </a:lnTo>
                      <a:lnTo>
                        <a:pt x="1047" y="403"/>
                      </a:lnTo>
                      <a:lnTo>
                        <a:pt x="1050" y="397"/>
                      </a:lnTo>
                      <a:lnTo>
                        <a:pt x="1051" y="392"/>
                      </a:lnTo>
                      <a:lnTo>
                        <a:pt x="1052" y="386"/>
                      </a:lnTo>
                      <a:lnTo>
                        <a:pt x="1051" y="381"/>
                      </a:lnTo>
                      <a:lnTo>
                        <a:pt x="1047" y="377"/>
                      </a:lnTo>
                      <a:lnTo>
                        <a:pt x="1038" y="374"/>
                      </a:lnTo>
                      <a:lnTo>
                        <a:pt x="1028" y="369"/>
                      </a:lnTo>
                      <a:lnTo>
                        <a:pt x="1025" y="368"/>
                      </a:lnTo>
                      <a:lnTo>
                        <a:pt x="1021" y="364"/>
                      </a:lnTo>
                      <a:lnTo>
                        <a:pt x="1019" y="362"/>
                      </a:lnTo>
                      <a:lnTo>
                        <a:pt x="1018" y="358"/>
                      </a:lnTo>
                      <a:lnTo>
                        <a:pt x="1018" y="355"/>
                      </a:lnTo>
                      <a:lnTo>
                        <a:pt x="1020" y="351"/>
                      </a:lnTo>
                      <a:lnTo>
                        <a:pt x="1022" y="348"/>
                      </a:lnTo>
                      <a:lnTo>
                        <a:pt x="1027" y="345"/>
                      </a:lnTo>
                      <a:lnTo>
                        <a:pt x="1033" y="343"/>
                      </a:lnTo>
                      <a:lnTo>
                        <a:pt x="1039" y="340"/>
                      </a:lnTo>
                      <a:lnTo>
                        <a:pt x="1047" y="340"/>
                      </a:lnTo>
                      <a:lnTo>
                        <a:pt x="1056" y="340"/>
                      </a:lnTo>
                      <a:lnTo>
                        <a:pt x="1069" y="344"/>
                      </a:lnTo>
                      <a:lnTo>
                        <a:pt x="1078" y="348"/>
                      </a:lnTo>
                      <a:lnTo>
                        <a:pt x="1084" y="351"/>
                      </a:lnTo>
                      <a:lnTo>
                        <a:pt x="1092" y="356"/>
                      </a:lnTo>
                      <a:lnTo>
                        <a:pt x="1101" y="359"/>
                      </a:lnTo>
                      <a:lnTo>
                        <a:pt x="1110" y="362"/>
                      </a:lnTo>
                      <a:lnTo>
                        <a:pt x="1120" y="362"/>
                      </a:lnTo>
                      <a:lnTo>
                        <a:pt x="1127" y="362"/>
                      </a:lnTo>
                      <a:lnTo>
                        <a:pt x="1133" y="362"/>
                      </a:lnTo>
                      <a:lnTo>
                        <a:pt x="1141" y="363"/>
                      </a:lnTo>
                      <a:lnTo>
                        <a:pt x="1149" y="365"/>
                      </a:lnTo>
                      <a:lnTo>
                        <a:pt x="1159" y="370"/>
                      </a:lnTo>
                      <a:lnTo>
                        <a:pt x="1163" y="373"/>
                      </a:lnTo>
                      <a:lnTo>
                        <a:pt x="1166" y="374"/>
                      </a:lnTo>
                      <a:lnTo>
                        <a:pt x="1170" y="375"/>
                      </a:lnTo>
                      <a:lnTo>
                        <a:pt x="1173" y="375"/>
                      </a:lnTo>
                      <a:lnTo>
                        <a:pt x="1176" y="375"/>
                      </a:lnTo>
                      <a:lnTo>
                        <a:pt x="1177" y="373"/>
                      </a:lnTo>
                      <a:lnTo>
                        <a:pt x="1178" y="371"/>
                      </a:lnTo>
                      <a:lnTo>
                        <a:pt x="1179" y="369"/>
                      </a:lnTo>
                      <a:lnTo>
                        <a:pt x="1183" y="362"/>
                      </a:lnTo>
                      <a:lnTo>
                        <a:pt x="1190" y="350"/>
                      </a:lnTo>
                      <a:lnTo>
                        <a:pt x="1193" y="345"/>
                      </a:lnTo>
                      <a:lnTo>
                        <a:pt x="1197" y="340"/>
                      </a:lnTo>
                      <a:lnTo>
                        <a:pt x="1202" y="338"/>
                      </a:lnTo>
                      <a:lnTo>
                        <a:pt x="1204" y="337"/>
                      </a:lnTo>
                      <a:lnTo>
                        <a:pt x="1217" y="340"/>
                      </a:lnTo>
                      <a:lnTo>
                        <a:pt x="1227" y="342"/>
                      </a:lnTo>
                      <a:lnTo>
                        <a:pt x="1235" y="342"/>
                      </a:lnTo>
                      <a:lnTo>
                        <a:pt x="1242" y="339"/>
                      </a:lnTo>
                      <a:lnTo>
                        <a:pt x="1258" y="331"/>
                      </a:lnTo>
                      <a:lnTo>
                        <a:pt x="1274" y="324"/>
                      </a:lnTo>
                      <a:lnTo>
                        <a:pt x="1286" y="319"/>
                      </a:lnTo>
                      <a:lnTo>
                        <a:pt x="1293" y="313"/>
                      </a:lnTo>
                      <a:lnTo>
                        <a:pt x="1294" y="311"/>
                      </a:lnTo>
                      <a:lnTo>
                        <a:pt x="1296" y="308"/>
                      </a:lnTo>
                      <a:lnTo>
                        <a:pt x="1294" y="307"/>
                      </a:lnTo>
                      <a:lnTo>
                        <a:pt x="1292" y="305"/>
                      </a:lnTo>
                      <a:lnTo>
                        <a:pt x="1284" y="300"/>
                      </a:lnTo>
                      <a:lnTo>
                        <a:pt x="1277" y="293"/>
                      </a:lnTo>
                      <a:lnTo>
                        <a:pt x="1273" y="288"/>
                      </a:lnTo>
                      <a:lnTo>
                        <a:pt x="1272" y="283"/>
                      </a:lnTo>
                      <a:lnTo>
                        <a:pt x="1271" y="277"/>
                      </a:lnTo>
                      <a:lnTo>
                        <a:pt x="1273" y="271"/>
                      </a:lnTo>
                      <a:lnTo>
                        <a:pt x="1275" y="266"/>
                      </a:lnTo>
                      <a:lnTo>
                        <a:pt x="1279" y="260"/>
                      </a:lnTo>
                      <a:lnTo>
                        <a:pt x="1284" y="252"/>
                      </a:lnTo>
                      <a:lnTo>
                        <a:pt x="1289" y="247"/>
                      </a:lnTo>
                      <a:lnTo>
                        <a:pt x="1294" y="241"/>
                      </a:lnTo>
                      <a:lnTo>
                        <a:pt x="1300" y="236"/>
                      </a:lnTo>
                      <a:lnTo>
                        <a:pt x="1306" y="231"/>
                      </a:lnTo>
                      <a:lnTo>
                        <a:pt x="1312" y="228"/>
                      </a:lnTo>
                      <a:lnTo>
                        <a:pt x="1324" y="222"/>
                      </a:lnTo>
                      <a:lnTo>
                        <a:pt x="1336" y="214"/>
                      </a:lnTo>
                      <a:lnTo>
                        <a:pt x="1343" y="211"/>
                      </a:lnTo>
                      <a:lnTo>
                        <a:pt x="1350" y="208"/>
                      </a:lnTo>
                      <a:lnTo>
                        <a:pt x="1359" y="207"/>
                      </a:lnTo>
                      <a:lnTo>
                        <a:pt x="1366" y="207"/>
                      </a:lnTo>
                      <a:lnTo>
                        <a:pt x="1369" y="210"/>
                      </a:lnTo>
                      <a:lnTo>
                        <a:pt x="1375" y="214"/>
                      </a:lnTo>
                      <a:lnTo>
                        <a:pt x="1379" y="216"/>
                      </a:lnTo>
                      <a:lnTo>
                        <a:pt x="1381" y="216"/>
                      </a:lnTo>
                      <a:lnTo>
                        <a:pt x="1385" y="216"/>
                      </a:lnTo>
                      <a:lnTo>
                        <a:pt x="1387" y="213"/>
                      </a:lnTo>
                      <a:lnTo>
                        <a:pt x="1392" y="207"/>
                      </a:lnTo>
                      <a:lnTo>
                        <a:pt x="1396" y="199"/>
                      </a:lnTo>
                      <a:lnTo>
                        <a:pt x="1398" y="191"/>
                      </a:lnTo>
                      <a:lnTo>
                        <a:pt x="1400" y="180"/>
                      </a:lnTo>
                      <a:lnTo>
                        <a:pt x="1400" y="168"/>
                      </a:lnTo>
                      <a:lnTo>
                        <a:pt x="1401" y="155"/>
                      </a:lnTo>
                      <a:lnTo>
                        <a:pt x="1403" y="130"/>
                      </a:lnTo>
                      <a:lnTo>
                        <a:pt x="1404" y="109"/>
                      </a:lnTo>
                      <a:lnTo>
                        <a:pt x="1407" y="87"/>
                      </a:lnTo>
                      <a:lnTo>
                        <a:pt x="1407" y="66"/>
                      </a:lnTo>
                      <a:lnTo>
                        <a:pt x="1410" y="44"/>
                      </a:lnTo>
                      <a:lnTo>
                        <a:pt x="1413" y="22"/>
                      </a:lnTo>
                      <a:lnTo>
                        <a:pt x="1416" y="10"/>
                      </a:lnTo>
                      <a:lnTo>
                        <a:pt x="1419" y="2"/>
                      </a:lnTo>
                      <a:lnTo>
                        <a:pt x="1422" y="0"/>
                      </a:lnTo>
                      <a:lnTo>
                        <a:pt x="1425" y="0"/>
                      </a:lnTo>
                      <a:lnTo>
                        <a:pt x="1429" y="2"/>
                      </a:lnTo>
                      <a:lnTo>
                        <a:pt x="1432" y="3"/>
                      </a:lnTo>
                      <a:lnTo>
                        <a:pt x="1438" y="4"/>
                      </a:lnTo>
                      <a:lnTo>
                        <a:pt x="1443" y="6"/>
                      </a:lnTo>
                      <a:lnTo>
                        <a:pt x="1449" y="10"/>
                      </a:lnTo>
                      <a:lnTo>
                        <a:pt x="1451" y="15"/>
                      </a:lnTo>
                      <a:lnTo>
                        <a:pt x="1456" y="25"/>
                      </a:lnTo>
                      <a:lnTo>
                        <a:pt x="1462" y="36"/>
                      </a:lnTo>
                      <a:lnTo>
                        <a:pt x="1466" y="42"/>
                      </a:lnTo>
                      <a:lnTo>
                        <a:pt x="1469" y="47"/>
                      </a:lnTo>
                      <a:lnTo>
                        <a:pt x="1474" y="50"/>
                      </a:lnTo>
                      <a:lnTo>
                        <a:pt x="1479" y="54"/>
                      </a:lnTo>
                      <a:lnTo>
                        <a:pt x="1491" y="62"/>
                      </a:lnTo>
                      <a:lnTo>
                        <a:pt x="1507" y="69"/>
                      </a:lnTo>
                      <a:lnTo>
                        <a:pt x="1525" y="78"/>
                      </a:lnTo>
                      <a:lnTo>
                        <a:pt x="1539" y="82"/>
                      </a:lnTo>
                      <a:lnTo>
                        <a:pt x="1550" y="86"/>
                      </a:lnTo>
                      <a:lnTo>
                        <a:pt x="1561" y="87"/>
                      </a:lnTo>
                      <a:lnTo>
                        <a:pt x="1571" y="90"/>
                      </a:lnTo>
                      <a:lnTo>
                        <a:pt x="1582" y="90"/>
                      </a:lnTo>
                      <a:lnTo>
                        <a:pt x="1592" y="91"/>
                      </a:lnTo>
                      <a:lnTo>
                        <a:pt x="1599" y="93"/>
                      </a:lnTo>
                      <a:lnTo>
                        <a:pt x="1601" y="94"/>
                      </a:lnTo>
                      <a:lnTo>
                        <a:pt x="1604" y="97"/>
                      </a:lnTo>
                      <a:lnTo>
                        <a:pt x="1605" y="100"/>
                      </a:lnTo>
                      <a:lnTo>
                        <a:pt x="1606" y="104"/>
                      </a:lnTo>
                      <a:lnTo>
                        <a:pt x="1608" y="113"/>
                      </a:lnTo>
                      <a:lnTo>
                        <a:pt x="1614" y="123"/>
                      </a:lnTo>
                      <a:lnTo>
                        <a:pt x="1618" y="129"/>
                      </a:lnTo>
                      <a:lnTo>
                        <a:pt x="1623" y="134"/>
                      </a:lnTo>
                      <a:lnTo>
                        <a:pt x="1627" y="137"/>
                      </a:lnTo>
                      <a:lnTo>
                        <a:pt x="1633" y="142"/>
                      </a:lnTo>
                      <a:lnTo>
                        <a:pt x="1638" y="145"/>
                      </a:lnTo>
                      <a:lnTo>
                        <a:pt x="1642" y="148"/>
                      </a:lnTo>
                      <a:lnTo>
                        <a:pt x="1644" y="151"/>
                      </a:lnTo>
                      <a:lnTo>
                        <a:pt x="1646" y="154"/>
                      </a:lnTo>
                      <a:lnTo>
                        <a:pt x="1646" y="157"/>
                      </a:lnTo>
                      <a:lnTo>
                        <a:pt x="1646" y="160"/>
                      </a:lnTo>
                      <a:lnTo>
                        <a:pt x="1646" y="162"/>
                      </a:lnTo>
                      <a:lnTo>
                        <a:pt x="1645" y="166"/>
                      </a:lnTo>
                      <a:lnTo>
                        <a:pt x="1642" y="173"/>
                      </a:lnTo>
                      <a:lnTo>
                        <a:pt x="1638" y="179"/>
                      </a:lnTo>
                      <a:lnTo>
                        <a:pt x="1637" y="186"/>
                      </a:lnTo>
                      <a:lnTo>
                        <a:pt x="1636" y="191"/>
                      </a:lnTo>
                      <a:lnTo>
                        <a:pt x="1636" y="193"/>
                      </a:lnTo>
                      <a:lnTo>
                        <a:pt x="1637" y="195"/>
                      </a:lnTo>
                      <a:lnTo>
                        <a:pt x="1638" y="197"/>
                      </a:lnTo>
                      <a:lnTo>
                        <a:pt x="1639" y="198"/>
                      </a:lnTo>
                      <a:lnTo>
                        <a:pt x="1645" y="200"/>
                      </a:lnTo>
                      <a:lnTo>
                        <a:pt x="1651" y="200"/>
                      </a:lnTo>
                      <a:lnTo>
                        <a:pt x="1655" y="201"/>
                      </a:lnTo>
                      <a:lnTo>
                        <a:pt x="1656" y="203"/>
                      </a:lnTo>
                      <a:lnTo>
                        <a:pt x="1657" y="204"/>
                      </a:lnTo>
                      <a:lnTo>
                        <a:pt x="1658" y="206"/>
                      </a:lnTo>
                      <a:lnTo>
                        <a:pt x="1656" y="210"/>
                      </a:lnTo>
                      <a:lnTo>
                        <a:pt x="1653" y="214"/>
                      </a:lnTo>
                      <a:lnTo>
                        <a:pt x="1650" y="219"/>
                      </a:lnTo>
                      <a:lnTo>
                        <a:pt x="1648" y="228"/>
                      </a:lnTo>
                      <a:lnTo>
                        <a:pt x="1648" y="231"/>
                      </a:lnTo>
                      <a:lnTo>
                        <a:pt x="1649" y="235"/>
                      </a:lnTo>
                      <a:lnTo>
                        <a:pt x="1650" y="239"/>
                      </a:lnTo>
                      <a:lnTo>
                        <a:pt x="1653" y="243"/>
                      </a:lnTo>
                      <a:lnTo>
                        <a:pt x="1658" y="245"/>
                      </a:lnTo>
                      <a:lnTo>
                        <a:pt x="1662" y="248"/>
                      </a:lnTo>
                      <a:lnTo>
                        <a:pt x="1665" y="250"/>
                      </a:lnTo>
                      <a:lnTo>
                        <a:pt x="1670" y="251"/>
                      </a:lnTo>
                      <a:lnTo>
                        <a:pt x="1674" y="251"/>
                      </a:lnTo>
                      <a:lnTo>
                        <a:pt x="1678" y="250"/>
                      </a:lnTo>
                      <a:lnTo>
                        <a:pt x="1682" y="248"/>
                      </a:lnTo>
                      <a:lnTo>
                        <a:pt x="1687" y="245"/>
                      </a:lnTo>
                      <a:lnTo>
                        <a:pt x="1695" y="236"/>
                      </a:lnTo>
                      <a:lnTo>
                        <a:pt x="1703" y="226"/>
                      </a:lnTo>
                      <a:lnTo>
                        <a:pt x="1711" y="216"/>
                      </a:lnTo>
                      <a:lnTo>
                        <a:pt x="1718" y="204"/>
                      </a:lnTo>
                      <a:lnTo>
                        <a:pt x="1725" y="188"/>
                      </a:lnTo>
                      <a:lnTo>
                        <a:pt x="1733" y="169"/>
                      </a:lnTo>
                      <a:lnTo>
                        <a:pt x="1743" y="150"/>
                      </a:lnTo>
                      <a:lnTo>
                        <a:pt x="1750" y="136"/>
                      </a:lnTo>
                      <a:lnTo>
                        <a:pt x="1755" y="130"/>
                      </a:lnTo>
                      <a:lnTo>
                        <a:pt x="1759" y="125"/>
                      </a:lnTo>
                      <a:lnTo>
                        <a:pt x="1764" y="122"/>
                      </a:lnTo>
                      <a:lnTo>
                        <a:pt x="1770" y="119"/>
                      </a:lnTo>
                      <a:lnTo>
                        <a:pt x="1776" y="118"/>
                      </a:lnTo>
                      <a:lnTo>
                        <a:pt x="1782" y="119"/>
                      </a:lnTo>
                      <a:lnTo>
                        <a:pt x="1784" y="121"/>
                      </a:lnTo>
                      <a:lnTo>
                        <a:pt x="1787" y="123"/>
                      </a:lnTo>
                      <a:lnTo>
                        <a:pt x="1789" y="126"/>
                      </a:lnTo>
                      <a:lnTo>
                        <a:pt x="1789" y="130"/>
                      </a:lnTo>
                      <a:lnTo>
                        <a:pt x="1787" y="147"/>
                      </a:lnTo>
                      <a:lnTo>
                        <a:pt x="1785" y="163"/>
                      </a:lnTo>
                      <a:lnTo>
                        <a:pt x="1787" y="167"/>
                      </a:lnTo>
                      <a:lnTo>
                        <a:pt x="1788" y="170"/>
                      </a:lnTo>
                      <a:lnTo>
                        <a:pt x="1789" y="173"/>
                      </a:lnTo>
                      <a:lnTo>
                        <a:pt x="1793" y="176"/>
                      </a:lnTo>
                      <a:lnTo>
                        <a:pt x="1797" y="181"/>
                      </a:lnTo>
                      <a:lnTo>
                        <a:pt x="1802" y="187"/>
                      </a:lnTo>
                      <a:lnTo>
                        <a:pt x="1803" y="189"/>
                      </a:lnTo>
                      <a:lnTo>
                        <a:pt x="1804" y="193"/>
                      </a:lnTo>
                      <a:lnTo>
                        <a:pt x="1806" y="198"/>
                      </a:lnTo>
                      <a:lnTo>
                        <a:pt x="1806" y="203"/>
                      </a:lnTo>
                      <a:lnTo>
                        <a:pt x="1803" y="211"/>
                      </a:lnTo>
                      <a:lnTo>
                        <a:pt x="1801" y="218"/>
                      </a:lnTo>
                      <a:lnTo>
                        <a:pt x="1800" y="222"/>
                      </a:lnTo>
                      <a:lnTo>
                        <a:pt x="1800" y="225"/>
                      </a:lnTo>
                      <a:lnTo>
                        <a:pt x="1801" y="229"/>
                      </a:lnTo>
                      <a:lnTo>
                        <a:pt x="1803" y="233"/>
                      </a:lnTo>
                      <a:lnTo>
                        <a:pt x="1810" y="242"/>
                      </a:lnTo>
                      <a:lnTo>
                        <a:pt x="1820" y="251"/>
                      </a:lnTo>
                      <a:lnTo>
                        <a:pt x="1825" y="256"/>
                      </a:lnTo>
                      <a:lnTo>
                        <a:pt x="1829" y="262"/>
                      </a:lnTo>
                      <a:lnTo>
                        <a:pt x="1834" y="268"/>
                      </a:lnTo>
                      <a:lnTo>
                        <a:pt x="1837" y="276"/>
                      </a:lnTo>
                      <a:lnTo>
                        <a:pt x="1840" y="291"/>
                      </a:lnTo>
                      <a:lnTo>
                        <a:pt x="1842" y="302"/>
                      </a:lnTo>
                      <a:lnTo>
                        <a:pt x="1844" y="307"/>
                      </a:lnTo>
                      <a:lnTo>
                        <a:pt x="1846" y="311"/>
                      </a:lnTo>
                      <a:lnTo>
                        <a:pt x="1847" y="314"/>
                      </a:lnTo>
                      <a:lnTo>
                        <a:pt x="1851" y="317"/>
                      </a:lnTo>
                      <a:lnTo>
                        <a:pt x="1854" y="319"/>
                      </a:lnTo>
                      <a:lnTo>
                        <a:pt x="1858" y="320"/>
                      </a:lnTo>
                      <a:lnTo>
                        <a:pt x="1862" y="320"/>
                      </a:lnTo>
                      <a:lnTo>
                        <a:pt x="1864" y="320"/>
                      </a:lnTo>
                      <a:lnTo>
                        <a:pt x="1871" y="319"/>
                      </a:lnTo>
                      <a:lnTo>
                        <a:pt x="1878" y="319"/>
                      </a:lnTo>
                      <a:lnTo>
                        <a:pt x="1882" y="319"/>
                      </a:lnTo>
                      <a:lnTo>
                        <a:pt x="1885" y="320"/>
                      </a:lnTo>
                      <a:lnTo>
                        <a:pt x="1888" y="321"/>
                      </a:lnTo>
                      <a:lnTo>
                        <a:pt x="1890" y="325"/>
                      </a:lnTo>
                      <a:lnTo>
                        <a:pt x="1892" y="329"/>
                      </a:lnTo>
                      <a:lnTo>
                        <a:pt x="1894" y="332"/>
                      </a:lnTo>
                      <a:lnTo>
                        <a:pt x="1895" y="337"/>
                      </a:lnTo>
                      <a:lnTo>
                        <a:pt x="1896" y="342"/>
                      </a:lnTo>
                      <a:lnTo>
                        <a:pt x="1896" y="352"/>
                      </a:lnTo>
                      <a:lnTo>
                        <a:pt x="1898" y="363"/>
                      </a:lnTo>
                      <a:lnTo>
                        <a:pt x="1900" y="368"/>
                      </a:lnTo>
                      <a:lnTo>
                        <a:pt x="1901" y="373"/>
                      </a:lnTo>
                      <a:lnTo>
                        <a:pt x="1904" y="377"/>
                      </a:lnTo>
                      <a:lnTo>
                        <a:pt x="1908" y="382"/>
                      </a:lnTo>
                      <a:lnTo>
                        <a:pt x="1916" y="392"/>
                      </a:lnTo>
                      <a:lnTo>
                        <a:pt x="1925" y="401"/>
                      </a:lnTo>
                      <a:lnTo>
                        <a:pt x="1927" y="406"/>
                      </a:lnTo>
                      <a:lnTo>
                        <a:pt x="1929" y="411"/>
                      </a:lnTo>
                      <a:lnTo>
                        <a:pt x="1930" y="415"/>
                      </a:lnTo>
                      <a:lnTo>
                        <a:pt x="1932" y="420"/>
                      </a:lnTo>
                      <a:lnTo>
                        <a:pt x="1932" y="431"/>
                      </a:lnTo>
                      <a:lnTo>
                        <a:pt x="1932" y="439"/>
                      </a:lnTo>
                      <a:lnTo>
                        <a:pt x="1933" y="441"/>
                      </a:lnTo>
                      <a:lnTo>
                        <a:pt x="1935" y="445"/>
                      </a:lnTo>
                      <a:lnTo>
                        <a:pt x="1938" y="446"/>
                      </a:lnTo>
                      <a:lnTo>
                        <a:pt x="1942" y="446"/>
                      </a:lnTo>
                      <a:lnTo>
                        <a:pt x="1952" y="447"/>
                      </a:lnTo>
                      <a:lnTo>
                        <a:pt x="1961" y="450"/>
                      </a:lnTo>
                      <a:lnTo>
                        <a:pt x="1965" y="452"/>
                      </a:lnTo>
                      <a:lnTo>
                        <a:pt x="1969" y="457"/>
                      </a:lnTo>
                      <a:lnTo>
                        <a:pt x="1972" y="462"/>
                      </a:lnTo>
                      <a:lnTo>
                        <a:pt x="1974" y="469"/>
                      </a:lnTo>
                      <a:lnTo>
                        <a:pt x="1980" y="482"/>
                      </a:lnTo>
                      <a:lnTo>
                        <a:pt x="1985" y="493"/>
                      </a:lnTo>
                      <a:lnTo>
                        <a:pt x="1989" y="501"/>
                      </a:lnTo>
                      <a:lnTo>
                        <a:pt x="1991" y="509"/>
                      </a:lnTo>
                      <a:lnTo>
                        <a:pt x="1992" y="516"/>
                      </a:lnTo>
                      <a:lnTo>
                        <a:pt x="1995" y="521"/>
                      </a:lnTo>
                      <a:lnTo>
                        <a:pt x="1996" y="521"/>
                      </a:lnTo>
                      <a:lnTo>
                        <a:pt x="1997" y="520"/>
                      </a:lnTo>
                      <a:lnTo>
                        <a:pt x="1999" y="516"/>
                      </a:lnTo>
                      <a:lnTo>
                        <a:pt x="2001" y="513"/>
                      </a:lnTo>
                      <a:lnTo>
                        <a:pt x="2003" y="508"/>
                      </a:lnTo>
                      <a:lnTo>
                        <a:pt x="2005" y="504"/>
                      </a:lnTo>
                      <a:lnTo>
                        <a:pt x="2008" y="502"/>
                      </a:lnTo>
                      <a:lnTo>
                        <a:pt x="2011" y="501"/>
                      </a:lnTo>
                      <a:lnTo>
                        <a:pt x="2018" y="501"/>
                      </a:lnTo>
                      <a:lnTo>
                        <a:pt x="2028" y="503"/>
                      </a:lnTo>
                      <a:lnTo>
                        <a:pt x="2033" y="504"/>
                      </a:lnTo>
                      <a:lnTo>
                        <a:pt x="2036" y="507"/>
                      </a:lnTo>
                      <a:lnTo>
                        <a:pt x="2040" y="509"/>
                      </a:lnTo>
                      <a:lnTo>
                        <a:pt x="2042" y="512"/>
                      </a:lnTo>
                      <a:lnTo>
                        <a:pt x="2043" y="514"/>
                      </a:lnTo>
                      <a:lnTo>
                        <a:pt x="2043" y="518"/>
                      </a:lnTo>
                      <a:lnTo>
                        <a:pt x="2042" y="521"/>
                      </a:lnTo>
                      <a:lnTo>
                        <a:pt x="2040" y="525"/>
                      </a:lnTo>
                      <a:lnTo>
                        <a:pt x="2033" y="537"/>
                      </a:lnTo>
                      <a:lnTo>
                        <a:pt x="2023" y="551"/>
                      </a:lnTo>
                      <a:lnTo>
                        <a:pt x="2014" y="564"/>
                      </a:lnTo>
                      <a:lnTo>
                        <a:pt x="2008" y="575"/>
                      </a:lnTo>
                      <a:lnTo>
                        <a:pt x="2004" y="582"/>
                      </a:lnTo>
                      <a:lnTo>
                        <a:pt x="1999" y="590"/>
                      </a:lnTo>
                      <a:lnTo>
                        <a:pt x="1998" y="594"/>
                      </a:lnTo>
                      <a:lnTo>
                        <a:pt x="1998" y="598"/>
                      </a:lnTo>
                      <a:lnTo>
                        <a:pt x="1998" y="603"/>
                      </a:lnTo>
                      <a:lnTo>
                        <a:pt x="1998" y="609"/>
                      </a:lnTo>
                      <a:lnTo>
                        <a:pt x="2001" y="622"/>
                      </a:lnTo>
                      <a:lnTo>
                        <a:pt x="2002" y="635"/>
                      </a:lnTo>
                      <a:lnTo>
                        <a:pt x="2003" y="647"/>
                      </a:lnTo>
                      <a:lnTo>
                        <a:pt x="2004" y="657"/>
                      </a:lnTo>
                      <a:lnTo>
                        <a:pt x="2012" y="668"/>
                      </a:lnTo>
                      <a:lnTo>
                        <a:pt x="2022" y="686"/>
                      </a:lnTo>
                      <a:lnTo>
                        <a:pt x="2023" y="698"/>
                      </a:lnTo>
                      <a:lnTo>
                        <a:pt x="2024" y="710"/>
                      </a:lnTo>
                      <a:lnTo>
                        <a:pt x="2027" y="714"/>
                      </a:lnTo>
                      <a:lnTo>
                        <a:pt x="2029" y="715"/>
                      </a:lnTo>
                      <a:lnTo>
                        <a:pt x="2033" y="714"/>
                      </a:lnTo>
                      <a:lnTo>
                        <a:pt x="2039" y="709"/>
                      </a:lnTo>
                      <a:lnTo>
                        <a:pt x="2046" y="704"/>
                      </a:lnTo>
                      <a:lnTo>
                        <a:pt x="2052" y="701"/>
                      </a:lnTo>
                      <a:lnTo>
                        <a:pt x="2056" y="698"/>
                      </a:lnTo>
                      <a:lnTo>
                        <a:pt x="2061" y="699"/>
                      </a:lnTo>
                      <a:lnTo>
                        <a:pt x="2065" y="701"/>
                      </a:lnTo>
                      <a:lnTo>
                        <a:pt x="2068" y="703"/>
                      </a:lnTo>
                      <a:lnTo>
                        <a:pt x="2070" y="708"/>
                      </a:lnTo>
                      <a:lnTo>
                        <a:pt x="2070" y="712"/>
                      </a:lnTo>
                      <a:lnTo>
                        <a:pt x="2070" y="726"/>
                      </a:lnTo>
                      <a:lnTo>
                        <a:pt x="2070" y="740"/>
                      </a:lnTo>
                      <a:lnTo>
                        <a:pt x="2071" y="746"/>
                      </a:lnTo>
                      <a:lnTo>
                        <a:pt x="2073" y="753"/>
                      </a:lnTo>
                      <a:lnTo>
                        <a:pt x="2075" y="758"/>
                      </a:lnTo>
                      <a:lnTo>
                        <a:pt x="2078" y="764"/>
                      </a:lnTo>
                      <a:lnTo>
                        <a:pt x="2084" y="773"/>
                      </a:lnTo>
                      <a:lnTo>
                        <a:pt x="2092" y="785"/>
                      </a:lnTo>
                      <a:lnTo>
                        <a:pt x="2099" y="798"/>
                      </a:lnTo>
                      <a:lnTo>
                        <a:pt x="2108" y="813"/>
                      </a:lnTo>
                      <a:lnTo>
                        <a:pt x="2116" y="830"/>
                      </a:lnTo>
                      <a:lnTo>
                        <a:pt x="2125" y="848"/>
                      </a:lnTo>
                      <a:lnTo>
                        <a:pt x="2135" y="866"/>
                      </a:lnTo>
                      <a:lnTo>
                        <a:pt x="2143" y="879"/>
                      </a:lnTo>
                      <a:lnTo>
                        <a:pt x="2153" y="876"/>
                      </a:lnTo>
                      <a:lnTo>
                        <a:pt x="2161" y="874"/>
                      </a:lnTo>
                      <a:lnTo>
                        <a:pt x="2165" y="881"/>
                      </a:lnTo>
                      <a:lnTo>
                        <a:pt x="2166" y="887"/>
                      </a:lnTo>
                      <a:lnTo>
                        <a:pt x="2167" y="890"/>
                      </a:lnTo>
                      <a:lnTo>
                        <a:pt x="2168" y="891"/>
                      </a:lnTo>
                      <a:lnTo>
                        <a:pt x="2171" y="891"/>
                      </a:lnTo>
                      <a:lnTo>
                        <a:pt x="2175" y="890"/>
                      </a:lnTo>
                      <a:lnTo>
                        <a:pt x="2181" y="888"/>
                      </a:lnTo>
                      <a:lnTo>
                        <a:pt x="2186" y="887"/>
                      </a:lnTo>
                      <a:lnTo>
                        <a:pt x="2188" y="887"/>
                      </a:lnTo>
                      <a:lnTo>
                        <a:pt x="2190" y="887"/>
                      </a:lnTo>
                      <a:lnTo>
                        <a:pt x="2191" y="888"/>
                      </a:lnTo>
                      <a:lnTo>
                        <a:pt x="2192" y="890"/>
                      </a:lnTo>
                      <a:lnTo>
                        <a:pt x="2191" y="907"/>
                      </a:lnTo>
                      <a:lnTo>
                        <a:pt x="2190" y="920"/>
                      </a:lnTo>
                      <a:lnTo>
                        <a:pt x="2200" y="923"/>
                      </a:lnTo>
                      <a:lnTo>
                        <a:pt x="2211" y="926"/>
                      </a:lnTo>
                      <a:lnTo>
                        <a:pt x="2212" y="928"/>
                      </a:lnTo>
                      <a:lnTo>
                        <a:pt x="2211" y="929"/>
                      </a:lnTo>
                      <a:lnTo>
                        <a:pt x="2210" y="930"/>
                      </a:lnTo>
                      <a:lnTo>
                        <a:pt x="2209" y="932"/>
                      </a:lnTo>
                      <a:lnTo>
                        <a:pt x="2203" y="936"/>
                      </a:lnTo>
                      <a:lnTo>
                        <a:pt x="2198" y="939"/>
                      </a:lnTo>
                      <a:lnTo>
                        <a:pt x="2194" y="942"/>
                      </a:lnTo>
                      <a:lnTo>
                        <a:pt x="2192" y="945"/>
                      </a:lnTo>
                      <a:lnTo>
                        <a:pt x="2190" y="949"/>
                      </a:lnTo>
                      <a:lnTo>
                        <a:pt x="2188" y="954"/>
                      </a:lnTo>
                      <a:lnTo>
                        <a:pt x="2190" y="962"/>
                      </a:lnTo>
                      <a:lnTo>
                        <a:pt x="2191" y="970"/>
                      </a:lnTo>
                      <a:lnTo>
                        <a:pt x="2192" y="979"/>
                      </a:lnTo>
                      <a:lnTo>
                        <a:pt x="2193" y="985"/>
                      </a:lnTo>
                      <a:lnTo>
                        <a:pt x="2193" y="988"/>
                      </a:lnTo>
                      <a:lnTo>
                        <a:pt x="2192" y="992"/>
                      </a:lnTo>
                      <a:lnTo>
                        <a:pt x="2190" y="995"/>
                      </a:lnTo>
                      <a:lnTo>
                        <a:pt x="2187" y="999"/>
                      </a:lnTo>
                      <a:lnTo>
                        <a:pt x="2177" y="1011"/>
                      </a:lnTo>
                      <a:lnTo>
                        <a:pt x="2163" y="1025"/>
                      </a:lnTo>
                      <a:lnTo>
                        <a:pt x="2156" y="1031"/>
                      </a:lnTo>
                      <a:lnTo>
                        <a:pt x="2152" y="1036"/>
                      </a:lnTo>
                      <a:lnTo>
                        <a:pt x="2150" y="1038"/>
                      </a:lnTo>
                      <a:lnTo>
                        <a:pt x="2149" y="1041"/>
                      </a:lnTo>
                      <a:lnTo>
                        <a:pt x="2149" y="1042"/>
                      </a:lnTo>
                      <a:lnTo>
                        <a:pt x="2150" y="1044"/>
                      </a:lnTo>
                      <a:lnTo>
                        <a:pt x="2153" y="1045"/>
                      </a:lnTo>
                      <a:lnTo>
                        <a:pt x="2155" y="1046"/>
                      </a:lnTo>
                      <a:lnTo>
                        <a:pt x="2158" y="1046"/>
                      </a:lnTo>
                      <a:lnTo>
                        <a:pt x="2161" y="1046"/>
                      </a:lnTo>
                      <a:lnTo>
                        <a:pt x="2167" y="1045"/>
                      </a:lnTo>
                      <a:lnTo>
                        <a:pt x="2174" y="1043"/>
                      </a:lnTo>
                      <a:lnTo>
                        <a:pt x="2181" y="1041"/>
                      </a:lnTo>
                      <a:lnTo>
                        <a:pt x="2192" y="1041"/>
                      </a:lnTo>
                      <a:lnTo>
                        <a:pt x="2199" y="1043"/>
                      </a:lnTo>
                      <a:lnTo>
                        <a:pt x="2204" y="1044"/>
                      </a:lnTo>
                      <a:lnTo>
                        <a:pt x="2205" y="1046"/>
                      </a:lnTo>
                      <a:lnTo>
                        <a:pt x="2205" y="1049"/>
                      </a:lnTo>
                      <a:lnTo>
                        <a:pt x="2201" y="1055"/>
                      </a:lnTo>
                      <a:lnTo>
                        <a:pt x="2197" y="1062"/>
                      </a:lnTo>
                      <a:lnTo>
                        <a:pt x="2193" y="1069"/>
                      </a:lnTo>
                      <a:lnTo>
                        <a:pt x="2191" y="1077"/>
                      </a:lnTo>
                      <a:lnTo>
                        <a:pt x="2190" y="1084"/>
                      </a:lnTo>
                      <a:lnTo>
                        <a:pt x="2188" y="1092"/>
                      </a:lnTo>
                      <a:lnTo>
                        <a:pt x="2188" y="1096"/>
                      </a:lnTo>
                      <a:lnTo>
                        <a:pt x="2187" y="1100"/>
                      </a:lnTo>
                      <a:lnTo>
                        <a:pt x="2184" y="1102"/>
                      </a:lnTo>
                      <a:lnTo>
                        <a:pt x="2181" y="1105"/>
                      </a:lnTo>
                      <a:lnTo>
                        <a:pt x="2173" y="1107"/>
                      </a:lnTo>
                      <a:lnTo>
                        <a:pt x="2165" y="1107"/>
                      </a:lnTo>
                      <a:lnTo>
                        <a:pt x="2160" y="1108"/>
                      </a:lnTo>
                      <a:lnTo>
                        <a:pt x="2158" y="1109"/>
                      </a:lnTo>
                      <a:lnTo>
                        <a:pt x="2155" y="1115"/>
                      </a:lnTo>
                      <a:lnTo>
                        <a:pt x="2149" y="1127"/>
                      </a:lnTo>
                      <a:lnTo>
                        <a:pt x="2136" y="1142"/>
                      </a:lnTo>
                      <a:lnTo>
                        <a:pt x="2124" y="1155"/>
                      </a:lnTo>
                      <a:lnTo>
                        <a:pt x="2119" y="1161"/>
                      </a:lnTo>
                      <a:lnTo>
                        <a:pt x="2115" y="1165"/>
                      </a:lnTo>
                      <a:lnTo>
                        <a:pt x="2106" y="1168"/>
                      </a:lnTo>
                      <a:lnTo>
                        <a:pt x="2095" y="1170"/>
                      </a:lnTo>
                      <a:lnTo>
                        <a:pt x="2087" y="1172"/>
                      </a:lnTo>
                      <a:lnTo>
                        <a:pt x="2081" y="1175"/>
                      </a:lnTo>
                      <a:lnTo>
                        <a:pt x="2075" y="1177"/>
                      </a:lnTo>
                      <a:lnTo>
                        <a:pt x="2071" y="1181"/>
                      </a:lnTo>
                      <a:lnTo>
                        <a:pt x="2062" y="1188"/>
                      </a:lnTo>
                      <a:lnTo>
                        <a:pt x="2054" y="1194"/>
                      </a:lnTo>
                      <a:lnTo>
                        <a:pt x="2047" y="1200"/>
                      </a:lnTo>
                      <a:lnTo>
                        <a:pt x="2040" y="1206"/>
                      </a:lnTo>
                      <a:lnTo>
                        <a:pt x="2033" y="1210"/>
                      </a:lnTo>
                      <a:lnTo>
                        <a:pt x="2022" y="1214"/>
                      </a:lnTo>
                      <a:lnTo>
                        <a:pt x="2012" y="1220"/>
                      </a:lnTo>
                      <a:lnTo>
                        <a:pt x="2005" y="1226"/>
                      </a:lnTo>
                      <a:lnTo>
                        <a:pt x="2003" y="1228"/>
                      </a:lnTo>
                      <a:lnTo>
                        <a:pt x="2001" y="1232"/>
                      </a:lnTo>
                      <a:lnTo>
                        <a:pt x="1999" y="1235"/>
                      </a:lnTo>
                      <a:lnTo>
                        <a:pt x="1998" y="1238"/>
                      </a:lnTo>
                      <a:lnTo>
                        <a:pt x="1997" y="1244"/>
                      </a:lnTo>
                      <a:lnTo>
                        <a:pt x="1995" y="1250"/>
                      </a:lnTo>
                      <a:lnTo>
                        <a:pt x="1992" y="1254"/>
                      </a:lnTo>
                      <a:lnTo>
                        <a:pt x="1989" y="1258"/>
                      </a:lnTo>
                      <a:lnTo>
                        <a:pt x="1979" y="1265"/>
                      </a:lnTo>
                      <a:lnTo>
                        <a:pt x="1970" y="1272"/>
                      </a:lnTo>
                      <a:lnTo>
                        <a:pt x="1958" y="1281"/>
                      </a:lnTo>
                      <a:lnTo>
                        <a:pt x="1945" y="1290"/>
                      </a:lnTo>
                      <a:lnTo>
                        <a:pt x="1933" y="1298"/>
                      </a:lnTo>
                      <a:lnTo>
                        <a:pt x="1923" y="1308"/>
                      </a:lnTo>
                      <a:lnTo>
                        <a:pt x="1916" y="1317"/>
                      </a:lnTo>
                      <a:lnTo>
                        <a:pt x="1910" y="1329"/>
                      </a:lnTo>
                      <a:lnTo>
                        <a:pt x="1902" y="1341"/>
                      </a:lnTo>
                      <a:lnTo>
                        <a:pt x="1892" y="1353"/>
                      </a:lnTo>
                      <a:lnTo>
                        <a:pt x="1878" y="1369"/>
                      </a:lnTo>
                      <a:lnTo>
                        <a:pt x="1862" y="1389"/>
                      </a:lnTo>
                      <a:lnTo>
                        <a:pt x="1844" y="1409"/>
                      </a:lnTo>
                      <a:lnTo>
                        <a:pt x="1827" y="1426"/>
                      </a:lnTo>
                      <a:lnTo>
                        <a:pt x="1821" y="1430"/>
                      </a:lnTo>
                      <a:lnTo>
                        <a:pt x="1818" y="1436"/>
                      </a:lnTo>
                      <a:lnTo>
                        <a:pt x="1815" y="1441"/>
                      </a:lnTo>
                      <a:lnTo>
                        <a:pt x="1814" y="1445"/>
                      </a:lnTo>
                      <a:lnTo>
                        <a:pt x="1813" y="1446"/>
                      </a:lnTo>
                      <a:lnTo>
                        <a:pt x="1812" y="1448"/>
                      </a:lnTo>
                      <a:lnTo>
                        <a:pt x="1809" y="1457"/>
                      </a:lnTo>
                      <a:lnTo>
                        <a:pt x="1808" y="1466"/>
                      </a:lnTo>
                      <a:lnTo>
                        <a:pt x="1807" y="1477"/>
                      </a:lnTo>
                      <a:lnTo>
                        <a:pt x="1807" y="1485"/>
                      </a:lnTo>
                      <a:lnTo>
                        <a:pt x="1800" y="1500"/>
                      </a:lnTo>
                      <a:lnTo>
                        <a:pt x="1790" y="1520"/>
                      </a:lnTo>
                      <a:lnTo>
                        <a:pt x="1785" y="1529"/>
                      </a:lnTo>
                      <a:lnTo>
                        <a:pt x="1782" y="1537"/>
                      </a:lnTo>
                      <a:lnTo>
                        <a:pt x="1776" y="1544"/>
                      </a:lnTo>
                      <a:lnTo>
                        <a:pt x="1769" y="1554"/>
                      </a:lnTo>
                      <a:lnTo>
                        <a:pt x="1763" y="1563"/>
                      </a:lnTo>
                      <a:lnTo>
                        <a:pt x="1757" y="1571"/>
                      </a:lnTo>
                      <a:lnTo>
                        <a:pt x="1751" y="1575"/>
                      </a:lnTo>
                      <a:lnTo>
                        <a:pt x="1745" y="1580"/>
                      </a:lnTo>
                      <a:lnTo>
                        <a:pt x="1740" y="1582"/>
                      </a:lnTo>
                      <a:lnTo>
                        <a:pt x="1736" y="1585"/>
                      </a:lnTo>
                      <a:lnTo>
                        <a:pt x="1732" y="1586"/>
                      </a:lnTo>
                      <a:lnTo>
                        <a:pt x="1727" y="1586"/>
                      </a:lnTo>
                      <a:lnTo>
                        <a:pt x="1708" y="1582"/>
                      </a:lnTo>
                      <a:lnTo>
                        <a:pt x="1682" y="1578"/>
                      </a:lnTo>
                      <a:lnTo>
                        <a:pt x="1676" y="1579"/>
                      </a:lnTo>
                      <a:lnTo>
                        <a:pt x="1671" y="1580"/>
                      </a:lnTo>
                      <a:lnTo>
                        <a:pt x="1667" y="1582"/>
                      </a:lnTo>
                      <a:lnTo>
                        <a:pt x="1662" y="1586"/>
                      </a:lnTo>
                      <a:lnTo>
                        <a:pt x="1657" y="1588"/>
                      </a:lnTo>
                      <a:lnTo>
                        <a:pt x="1651" y="1592"/>
                      </a:lnTo>
                      <a:lnTo>
                        <a:pt x="1645" y="1594"/>
                      </a:lnTo>
                      <a:lnTo>
                        <a:pt x="1639" y="1596"/>
                      </a:lnTo>
                      <a:lnTo>
                        <a:pt x="1633" y="1596"/>
                      </a:lnTo>
                      <a:lnTo>
                        <a:pt x="1627" y="1594"/>
                      </a:lnTo>
                      <a:lnTo>
                        <a:pt x="1620" y="1593"/>
                      </a:lnTo>
                      <a:lnTo>
                        <a:pt x="1615" y="1592"/>
                      </a:lnTo>
                      <a:lnTo>
                        <a:pt x="1609" y="1590"/>
                      </a:lnTo>
                      <a:lnTo>
                        <a:pt x="1604" y="1590"/>
                      </a:lnTo>
                      <a:lnTo>
                        <a:pt x="1598" y="1590"/>
                      </a:lnTo>
                      <a:lnTo>
                        <a:pt x="1592" y="1591"/>
                      </a:lnTo>
                      <a:lnTo>
                        <a:pt x="1585" y="1594"/>
                      </a:lnTo>
                      <a:lnTo>
                        <a:pt x="1577" y="1600"/>
                      </a:lnTo>
                      <a:lnTo>
                        <a:pt x="1570" y="1607"/>
                      </a:lnTo>
                      <a:lnTo>
                        <a:pt x="1562" y="1615"/>
                      </a:lnTo>
                      <a:lnTo>
                        <a:pt x="1548" y="1630"/>
                      </a:lnTo>
                      <a:lnTo>
                        <a:pt x="1536" y="1641"/>
                      </a:lnTo>
                      <a:lnTo>
                        <a:pt x="1479" y="1678"/>
                      </a:lnTo>
                      <a:lnTo>
                        <a:pt x="1466" y="1687"/>
                      </a:lnTo>
                      <a:lnTo>
                        <a:pt x="1456" y="1694"/>
                      </a:lnTo>
                      <a:lnTo>
                        <a:pt x="1450" y="1697"/>
                      </a:lnTo>
                      <a:lnTo>
                        <a:pt x="1442" y="1698"/>
                      </a:lnTo>
                      <a:lnTo>
                        <a:pt x="1431" y="1697"/>
                      </a:lnTo>
                      <a:lnTo>
                        <a:pt x="1417" y="1695"/>
                      </a:lnTo>
                      <a:lnTo>
                        <a:pt x="1410" y="1694"/>
                      </a:lnTo>
                      <a:lnTo>
                        <a:pt x="1405" y="1695"/>
                      </a:lnTo>
                      <a:lnTo>
                        <a:pt x="1401" y="1697"/>
                      </a:lnTo>
                      <a:lnTo>
                        <a:pt x="1398" y="1699"/>
                      </a:lnTo>
                      <a:lnTo>
                        <a:pt x="1394" y="1706"/>
                      </a:lnTo>
                      <a:lnTo>
                        <a:pt x="1391" y="1717"/>
                      </a:lnTo>
                      <a:lnTo>
                        <a:pt x="1390" y="1720"/>
                      </a:lnTo>
                      <a:lnTo>
                        <a:pt x="1387" y="1723"/>
                      </a:lnTo>
                      <a:lnTo>
                        <a:pt x="1385" y="1725"/>
                      </a:lnTo>
                      <a:lnTo>
                        <a:pt x="1381" y="1728"/>
                      </a:lnTo>
                      <a:lnTo>
                        <a:pt x="1374" y="1731"/>
                      </a:lnTo>
                      <a:lnTo>
                        <a:pt x="1365" y="1736"/>
                      </a:lnTo>
                      <a:lnTo>
                        <a:pt x="1355" y="1739"/>
                      </a:lnTo>
                      <a:lnTo>
                        <a:pt x="1347" y="1743"/>
                      </a:lnTo>
                      <a:lnTo>
                        <a:pt x="1340" y="1748"/>
                      </a:lnTo>
                      <a:lnTo>
                        <a:pt x="1334" y="1752"/>
                      </a:lnTo>
                      <a:lnTo>
                        <a:pt x="1322" y="1767"/>
                      </a:lnTo>
                      <a:lnTo>
                        <a:pt x="1304" y="1786"/>
                      </a:lnTo>
                      <a:lnTo>
                        <a:pt x="1286" y="1804"/>
                      </a:lnTo>
                      <a:lnTo>
                        <a:pt x="1272" y="1817"/>
                      </a:lnTo>
                      <a:lnTo>
                        <a:pt x="1259" y="1824"/>
                      </a:lnTo>
                      <a:lnTo>
                        <a:pt x="1247" y="1829"/>
                      </a:lnTo>
                      <a:lnTo>
                        <a:pt x="1234" y="1833"/>
                      </a:lnTo>
                      <a:lnTo>
                        <a:pt x="1222" y="1838"/>
                      </a:lnTo>
                      <a:lnTo>
                        <a:pt x="1216" y="1843"/>
                      </a:lnTo>
                      <a:lnTo>
                        <a:pt x="1210" y="1850"/>
                      </a:lnTo>
                      <a:lnTo>
                        <a:pt x="1204" y="1858"/>
                      </a:lnTo>
                      <a:lnTo>
                        <a:pt x="1198" y="1868"/>
                      </a:lnTo>
                      <a:lnTo>
                        <a:pt x="1189" y="1886"/>
                      </a:lnTo>
                      <a:lnTo>
                        <a:pt x="1180" y="1897"/>
                      </a:lnTo>
                      <a:lnTo>
                        <a:pt x="1174" y="1905"/>
                      </a:lnTo>
                      <a:lnTo>
                        <a:pt x="1168" y="1911"/>
                      </a:lnTo>
                      <a:lnTo>
                        <a:pt x="1163" y="1914"/>
                      </a:lnTo>
                      <a:lnTo>
                        <a:pt x="1158" y="1918"/>
                      </a:lnTo>
                      <a:lnTo>
                        <a:pt x="1154" y="1920"/>
                      </a:lnTo>
                      <a:lnTo>
                        <a:pt x="1148" y="1924"/>
                      </a:lnTo>
                      <a:lnTo>
                        <a:pt x="1141" y="1931"/>
                      </a:lnTo>
                      <a:lnTo>
                        <a:pt x="1135" y="1939"/>
                      </a:lnTo>
                      <a:lnTo>
                        <a:pt x="1130" y="1949"/>
                      </a:lnTo>
                      <a:lnTo>
                        <a:pt x="1129" y="1956"/>
                      </a:lnTo>
                      <a:lnTo>
                        <a:pt x="1129" y="1957"/>
                      </a:lnTo>
                      <a:lnTo>
                        <a:pt x="1130" y="1959"/>
                      </a:lnTo>
                      <a:lnTo>
                        <a:pt x="1132" y="1959"/>
                      </a:lnTo>
                      <a:lnTo>
                        <a:pt x="1134" y="1959"/>
                      </a:lnTo>
                      <a:lnTo>
                        <a:pt x="1140" y="1959"/>
                      </a:lnTo>
                      <a:lnTo>
                        <a:pt x="1145" y="1960"/>
                      </a:lnTo>
                      <a:lnTo>
                        <a:pt x="1147" y="1962"/>
                      </a:lnTo>
                      <a:lnTo>
                        <a:pt x="1148" y="1964"/>
                      </a:lnTo>
                      <a:lnTo>
                        <a:pt x="1148" y="1965"/>
                      </a:lnTo>
                      <a:lnTo>
                        <a:pt x="1147" y="1968"/>
                      </a:lnTo>
                      <a:lnTo>
                        <a:pt x="1144" y="1972"/>
                      </a:lnTo>
                      <a:lnTo>
                        <a:pt x="1138" y="1977"/>
                      </a:lnTo>
                      <a:lnTo>
                        <a:pt x="1134" y="1978"/>
                      </a:lnTo>
                      <a:lnTo>
                        <a:pt x="1130" y="1978"/>
                      </a:lnTo>
                      <a:lnTo>
                        <a:pt x="1127" y="1979"/>
                      </a:lnTo>
                      <a:lnTo>
                        <a:pt x="1122" y="1978"/>
                      </a:lnTo>
                      <a:lnTo>
                        <a:pt x="1117" y="1978"/>
                      </a:lnTo>
                      <a:lnTo>
                        <a:pt x="1115" y="1978"/>
                      </a:lnTo>
                      <a:lnTo>
                        <a:pt x="1113" y="1979"/>
                      </a:lnTo>
                      <a:lnTo>
                        <a:pt x="1113" y="1981"/>
                      </a:lnTo>
                      <a:lnTo>
                        <a:pt x="1113" y="1985"/>
                      </a:lnTo>
                      <a:lnTo>
                        <a:pt x="1114" y="1990"/>
                      </a:lnTo>
                      <a:lnTo>
                        <a:pt x="1115" y="1994"/>
                      </a:lnTo>
                      <a:lnTo>
                        <a:pt x="1116" y="1997"/>
                      </a:lnTo>
                      <a:lnTo>
                        <a:pt x="1115" y="2002"/>
                      </a:lnTo>
                      <a:lnTo>
                        <a:pt x="1114" y="2006"/>
                      </a:lnTo>
                      <a:lnTo>
                        <a:pt x="1110" y="2013"/>
                      </a:lnTo>
                      <a:lnTo>
                        <a:pt x="1105" y="2020"/>
                      </a:lnTo>
                      <a:lnTo>
                        <a:pt x="1098" y="2025"/>
                      </a:lnTo>
                      <a:lnTo>
                        <a:pt x="1091" y="2028"/>
                      </a:lnTo>
                      <a:lnTo>
                        <a:pt x="1088" y="2029"/>
                      </a:lnTo>
                      <a:lnTo>
                        <a:pt x="1083" y="2031"/>
                      </a:lnTo>
                      <a:lnTo>
                        <a:pt x="1079" y="2031"/>
                      </a:lnTo>
                      <a:lnTo>
                        <a:pt x="1077" y="2029"/>
                      </a:lnTo>
                      <a:lnTo>
                        <a:pt x="1073" y="2029"/>
                      </a:lnTo>
                      <a:lnTo>
                        <a:pt x="1070" y="2028"/>
                      </a:lnTo>
                      <a:lnTo>
                        <a:pt x="1067" y="2029"/>
                      </a:lnTo>
                      <a:lnTo>
                        <a:pt x="1066" y="2031"/>
                      </a:lnTo>
                      <a:lnTo>
                        <a:pt x="1065" y="2032"/>
                      </a:lnTo>
                      <a:lnTo>
                        <a:pt x="1066" y="2034"/>
                      </a:lnTo>
                      <a:lnTo>
                        <a:pt x="1069" y="2037"/>
                      </a:lnTo>
                      <a:lnTo>
                        <a:pt x="1072" y="2039"/>
                      </a:lnTo>
                      <a:lnTo>
                        <a:pt x="1076" y="2042"/>
                      </a:lnTo>
                      <a:lnTo>
                        <a:pt x="1079" y="2047"/>
                      </a:lnTo>
                      <a:lnTo>
                        <a:pt x="1081" y="2052"/>
                      </a:lnTo>
                      <a:lnTo>
                        <a:pt x="1081" y="2057"/>
                      </a:lnTo>
                      <a:lnTo>
                        <a:pt x="1081" y="2060"/>
                      </a:lnTo>
                      <a:lnTo>
                        <a:pt x="1078" y="2064"/>
                      </a:lnTo>
                      <a:lnTo>
                        <a:pt x="1076" y="2065"/>
                      </a:lnTo>
                      <a:lnTo>
                        <a:pt x="1071" y="2066"/>
                      </a:lnTo>
                      <a:lnTo>
                        <a:pt x="1066" y="2064"/>
                      </a:lnTo>
                      <a:lnTo>
                        <a:pt x="1061" y="2061"/>
                      </a:lnTo>
                      <a:lnTo>
                        <a:pt x="1057" y="2059"/>
                      </a:lnTo>
                      <a:lnTo>
                        <a:pt x="1052" y="2054"/>
                      </a:lnTo>
                      <a:lnTo>
                        <a:pt x="1044" y="2045"/>
                      </a:lnTo>
                      <a:lnTo>
                        <a:pt x="1037" y="2035"/>
                      </a:lnTo>
                      <a:lnTo>
                        <a:pt x="1033" y="2031"/>
                      </a:lnTo>
                      <a:lnTo>
                        <a:pt x="1029" y="2027"/>
                      </a:lnTo>
                      <a:lnTo>
                        <a:pt x="1027" y="2026"/>
                      </a:lnTo>
                      <a:lnTo>
                        <a:pt x="1023" y="2025"/>
                      </a:lnTo>
                      <a:lnTo>
                        <a:pt x="1021" y="2025"/>
                      </a:lnTo>
                      <a:lnTo>
                        <a:pt x="1020" y="2026"/>
                      </a:lnTo>
                      <a:lnTo>
                        <a:pt x="1019" y="2027"/>
                      </a:lnTo>
                      <a:lnTo>
                        <a:pt x="1018" y="2029"/>
                      </a:lnTo>
                      <a:lnTo>
                        <a:pt x="1018" y="2035"/>
                      </a:lnTo>
                      <a:lnTo>
                        <a:pt x="1016" y="2040"/>
                      </a:lnTo>
                      <a:lnTo>
                        <a:pt x="1015" y="2042"/>
                      </a:lnTo>
                      <a:lnTo>
                        <a:pt x="1014" y="2044"/>
                      </a:lnTo>
                      <a:lnTo>
                        <a:pt x="1012" y="2045"/>
                      </a:lnTo>
                      <a:lnTo>
                        <a:pt x="1008" y="2045"/>
                      </a:lnTo>
                      <a:lnTo>
                        <a:pt x="1002" y="2046"/>
                      </a:lnTo>
                      <a:lnTo>
                        <a:pt x="995" y="2048"/>
                      </a:lnTo>
                      <a:lnTo>
                        <a:pt x="993" y="2050"/>
                      </a:lnTo>
                      <a:lnTo>
                        <a:pt x="989" y="2052"/>
                      </a:lnTo>
                      <a:lnTo>
                        <a:pt x="988" y="2056"/>
                      </a:lnTo>
                      <a:lnTo>
                        <a:pt x="987" y="2059"/>
                      </a:lnTo>
                      <a:lnTo>
                        <a:pt x="987" y="2063"/>
                      </a:lnTo>
                      <a:lnTo>
                        <a:pt x="988" y="2066"/>
                      </a:lnTo>
                      <a:lnTo>
                        <a:pt x="990" y="2069"/>
                      </a:lnTo>
                      <a:lnTo>
                        <a:pt x="993" y="2072"/>
                      </a:lnTo>
                      <a:lnTo>
                        <a:pt x="1000" y="2076"/>
                      </a:lnTo>
                      <a:lnTo>
                        <a:pt x="1008" y="2079"/>
                      </a:lnTo>
                      <a:lnTo>
                        <a:pt x="1014" y="2084"/>
                      </a:lnTo>
                      <a:lnTo>
                        <a:pt x="1020" y="2090"/>
                      </a:lnTo>
                      <a:lnTo>
                        <a:pt x="1022" y="2094"/>
                      </a:lnTo>
                      <a:lnTo>
                        <a:pt x="1023" y="2097"/>
                      </a:lnTo>
                      <a:lnTo>
                        <a:pt x="1023" y="2100"/>
                      </a:lnTo>
                      <a:lnTo>
                        <a:pt x="1023" y="2102"/>
                      </a:lnTo>
                      <a:lnTo>
                        <a:pt x="1021" y="2103"/>
                      </a:lnTo>
                      <a:lnTo>
                        <a:pt x="1018" y="2104"/>
                      </a:lnTo>
                      <a:lnTo>
                        <a:pt x="1014" y="2105"/>
                      </a:lnTo>
                      <a:lnTo>
                        <a:pt x="1008" y="2105"/>
                      </a:lnTo>
                      <a:lnTo>
                        <a:pt x="997" y="2105"/>
                      </a:lnTo>
                      <a:lnTo>
                        <a:pt x="985" y="2105"/>
                      </a:lnTo>
                      <a:lnTo>
                        <a:pt x="979" y="2105"/>
                      </a:lnTo>
                      <a:lnTo>
                        <a:pt x="975" y="2107"/>
                      </a:lnTo>
                      <a:lnTo>
                        <a:pt x="971" y="2108"/>
                      </a:lnTo>
                      <a:lnTo>
                        <a:pt x="969" y="2110"/>
                      </a:lnTo>
                      <a:lnTo>
                        <a:pt x="964" y="2116"/>
                      </a:lnTo>
                      <a:lnTo>
                        <a:pt x="960" y="2123"/>
                      </a:lnTo>
                      <a:lnTo>
                        <a:pt x="957" y="2128"/>
                      </a:lnTo>
                      <a:lnTo>
                        <a:pt x="952" y="2133"/>
                      </a:lnTo>
                      <a:lnTo>
                        <a:pt x="945" y="2134"/>
                      </a:lnTo>
                      <a:lnTo>
                        <a:pt x="934" y="2135"/>
                      </a:lnTo>
                      <a:lnTo>
                        <a:pt x="924" y="2135"/>
                      </a:lnTo>
                      <a:lnTo>
                        <a:pt x="915" y="2136"/>
                      </a:lnTo>
                      <a:lnTo>
                        <a:pt x="908" y="2139"/>
                      </a:lnTo>
                      <a:lnTo>
                        <a:pt x="903" y="2142"/>
                      </a:lnTo>
                      <a:lnTo>
                        <a:pt x="897" y="2147"/>
                      </a:lnTo>
                      <a:lnTo>
                        <a:pt x="891" y="2151"/>
                      </a:lnTo>
                      <a:lnTo>
                        <a:pt x="884" y="2153"/>
                      </a:lnTo>
                      <a:lnTo>
                        <a:pt x="877" y="2153"/>
                      </a:lnTo>
                      <a:lnTo>
                        <a:pt x="872" y="2153"/>
                      </a:lnTo>
                      <a:lnTo>
                        <a:pt x="870" y="2154"/>
                      </a:lnTo>
                      <a:lnTo>
                        <a:pt x="867" y="2157"/>
                      </a:lnTo>
                      <a:lnTo>
                        <a:pt x="864" y="2160"/>
                      </a:lnTo>
                      <a:lnTo>
                        <a:pt x="861" y="2167"/>
                      </a:lnTo>
                      <a:lnTo>
                        <a:pt x="859" y="2174"/>
                      </a:lnTo>
                      <a:lnTo>
                        <a:pt x="857" y="2182"/>
                      </a:lnTo>
                      <a:lnTo>
                        <a:pt x="853" y="2185"/>
                      </a:lnTo>
                      <a:lnTo>
                        <a:pt x="852" y="2186"/>
                      </a:lnTo>
                      <a:lnTo>
                        <a:pt x="850" y="2187"/>
                      </a:lnTo>
                      <a:lnTo>
                        <a:pt x="846" y="2187"/>
                      </a:lnTo>
                      <a:lnTo>
                        <a:pt x="844" y="2186"/>
                      </a:lnTo>
                      <a:lnTo>
                        <a:pt x="840" y="2185"/>
                      </a:lnTo>
                      <a:lnTo>
                        <a:pt x="838" y="2183"/>
                      </a:lnTo>
                      <a:lnTo>
                        <a:pt x="837" y="2179"/>
                      </a:lnTo>
                      <a:lnTo>
                        <a:pt x="834" y="2176"/>
                      </a:lnTo>
                      <a:lnTo>
                        <a:pt x="833" y="2165"/>
                      </a:lnTo>
                      <a:lnTo>
                        <a:pt x="832" y="2153"/>
                      </a:lnTo>
                      <a:lnTo>
                        <a:pt x="832" y="2146"/>
                      </a:lnTo>
                      <a:lnTo>
                        <a:pt x="830" y="2140"/>
                      </a:lnTo>
                      <a:lnTo>
                        <a:pt x="827" y="2134"/>
                      </a:lnTo>
                      <a:lnTo>
                        <a:pt x="825" y="2129"/>
                      </a:lnTo>
                      <a:lnTo>
                        <a:pt x="819" y="2120"/>
                      </a:lnTo>
                      <a:lnTo>
                        <a:pt x="817" y="2114"/>
                      </a:lnTo>
                      <a:lnTo>
                        <a:pt x="817" y="2109"/>
                      </a:lnTo>
                      <a:lnTo>
                        <a:pt x="818" y="2103"/>
                      </a:lnTo>
                      <a:lnTo>
                        <a:pt x="819" y="2100"/>
                      </a:lnTo>
                      <a:lnTo>
                        <a:pt x="821" y="2097"/>
                      </a:lnTo>
                      <a:lnTo>
                        <a:pt x="825" y="2096"/>
                      </a:lnTo>
                      <a:lnTo>
                        <a:pt x="830" y="2095"/>
                      </a:lnTo>
                      <a:lnTo>
                        <a:pt x="843" y="2094"/>
                      </a:lnTo>
                      <a:lnTo>
                        <a:pt x="857" y="2091"/>
                      </a:lnTo>
                      <a:lnTo>
                        <a:pt x="871" y="2088"/>
                      </a:lnTo>
                      <a:lnTo>
                        <a:pt x="883" y="2083"/>
                      </a:lnTo>
                      <a:lnTo>
                        <a:pt x="887" y="2079"/>
                      </a:lnTo>
                      <a:lnTo>
                        <a:pt x="889" y="2076"/>
                      </a:lnTo>
                      <a:lnTo>
                        <a:pt x="890" y="2072"/>
                      </a:lnTo>
                      <a:lnTo>
                        <a:pt x="891" y="2069"/>
                      </a:lnTo>
                      <a:lnTo>
                        <a:pt x="890" y="2059"/>
                      </a:lnTo>
                      <a:lnTo>
                        <a:pt x="889" y="2050"/>
                      </a:lnTo>
                      <a:lnTo>
                        <a:pt x="890" y="2046"/>
                      </a:lnTo>
                      <a:lnTo>
                        <a:pt x="891" y="2042"/>
                      </a:lnTo>
                      <a:lnTo>
                        <a:pt x="894" y="2040"/>
                      </a:lnTo>
                      <a:lnTo>
                        <a:pt x="896" y="2038"/>
                      </a:lnTo>
                      <a:lnTo>
                        <a:pt x="900" y="2037"/>
                      </a:lnTo>
                      <a:lnTo>
                        <a:pt x="903" y="2037"/>
                      </a:lnTo>
                      <a:lnTo>
                        <a:pt x="907" y="2038"/>
                      </a:lnTo>
                      <a:lnTo>
                        <a:pt x="909" y="2039"/>
                      </a:lnTo>
                      <a:lnTo>
                        <a:pt x="915" y="2042"/>
                      </a:lnTo>
                      <a:lnTo>
                        <a:pt x="921" y="2045"/>
                      </a:lnTo>
                      <a:lnTo>
                        <a:pt x="928" y="2046"/>
                      </a:lnTo>
                      <a:lnTo>
                        <a:pt x="938" y="2044"/>
                      </a:lnTo>
                      <a:lnTo>
                        <a:pt x="944" y="2041"/>
                      </a:lnTo>
                      <a:lnTo>
                        <a:pt x="951" y="2038"/>
                      </a:lnTo>
                      <a:lnTo>
                        <a:pt x="958" y="2033"/>
                      </a:lnTo>
                      <a:lnTo>
                        <a:pt x="966" y="2027"/>
                      </a:lnTo>
                      <a:lnTo>
                        <a:pt x="975" y="2020"/>
                      </a:lnTo>
                      <a:lnTo>
                        <a:pt x="981" y="2013"/>
                      </a:lnTo>
                      <a:lnTo>
                        <a:pt x="987" y="2006"/>
                      </a:lnTo>
                      <a:lnTo>
                        <a:pt x="990" y="2000"/>
                      </a:lnTo>
                      <a:lnTo>
                        <a:pt x="993" y="1993"/>
                      </a:lnTo>
                      <a:lnTo>
                        <a:pt x="993" y="1988"/>
                      </a:lnTo>
                      <a:lnTo>
                        <a:pt x="993" y="1983"/>
                      </a:lnTo>
                      <a:lnTo>
                        <a:pt x="990" y="1979"/>
                      </a:lnTo>
                      <a:lnTo>
                        <a:pt x="988" y="1977"/>
                      </a:lnTo>
                      <a:lnTo>
                        <a:pt x="984" y="1975"/>
                      </a:lnTo>
                      <a:lnTo>
                        <a:pt x="979" y="1974"/>
                      </a:lnTo>
                      <a:lnTo>
                        <a:pt x="976" y="1974"/>
                      </a:lnTo>
                      <a:lnTo>
                        <a:pt x="968" y="1974"/>
                      </a:lnTo>
                      <a:lnTo>
                        <a:pt x="960" y="1972"/>
                      </a:lnTo>
                      <a:lnTo>
                        <a:pt x="958" y="1971"/>
                      </a:lnTo>
                      <a:lnTo>
                        <a:pt x="957" y="1970"/>
                      </a:lnTo>
                      <a:lnTo>
                        <a:pt x="956" y="1968"/>
                      </a:lnTo>
                      <a:lnTo>
                        <a:pt x="956" y="1965"/>
                      </a:lnTo>
                      <a:lnTo>
                        <a:pt x="958" y="1962"/>
                      </a:lnTo>
                      <a:lnTo>
                        <a:pt x="963" y="1957"/>
                      </a:lnTo>
                      <a:lnTo>
                        <a:pt x="966" y="1955"/>
                      </a:lnTo>
                      <a:lnTo>
                        <a:pt x="971" y="1952"/>
                      </a:lnTo>
                      <a:lnTo>
                        <a:pt x="974" y="1950"/>
                      </a:lnTo>
                      <a:lnTo>
                        <a:pt x="975" y="1946"/>
                      </a:lnTo>
                      <a:lnTo>
                        <a:pt x="974" y="1945"/>
                      </a:lnTo>
                      <a:lnTo>
                        <a:pt x="972" y="1944"/>
                      </a:lnTo>
                      <a:lnTo>
                        <a:pt x="969" y="1941"/>
                      </a:lnTo>
                      <a:lnTo>
                        <a:pt x="965" y="1940"/>
                      </a:lnTo>
                      <a:lnTo>
                        <a:pt x="960" y="1939"/>
                      </a:lnTo>
                      <a:lnTo>
                        <a:pt x="959" y="1938"/>
                      </a:lnTo>
                      <a:lnTo>
                        <a:pt x="959" y="1936"/>
                      </a:lnTo>
                      <a:lnTo>
                        <a:pt x="960" y="1933"/>
                      </a:lnTo>
                      <a:lnTo>
                        <a:pt x="964" y="1932"/>
                      </a:lnTo>
                      <a:lnTo>
                        <a:pt x="968" y="1930"/>
                      </a:lnTo>
                      <a:lnTo>
                        <a:pt x="972" y="1928"/>
                      </a:lnTo>
                      <a:lnTo>
                        <a:pt x="978" y="1928"/>
                      </a:lnTo>
                      <a:lnTo>
                        <a:pt x="983" y="1927"/>
                      </a:lnTo>
                      <a:lnTo>
                        <a:pt x="988" y="1926"/>
                      </a:lnTo>
                      <a:lnTo>
                        <a:pt x="991" y="1925"/>
                      </a:lnTo>
                      <a:lnTo>
                        <a:pt x="995" y="1922"/>
                      </a:lnTo>
                      <a:lnTo>
                        <a:pt x="998" y="1918"/>
                      </a:lnTo>
                      <a:lnTo>
                        <a:pt x="1001" y="1912"/>
                      </a:lnTo>
                      <a:lnTo>
                        <a:pt x="1001" y="1907"/>
                      </a:lnTo>
                      <a:lnTo>
                        <a:pt x="1003" y="1902"/>
                      </a:lnTo>
                      <a:lnTo>
                        <a:pt x="1009" y="1899"/>
                      </a:lnTo>
                      <a:lnTo>
                        <a:pt x="1019" y="1894"/>
                      </a:lnTo>
                      <a:lnTo>
                        <a:pt x="1031" y="1890"/>
                      </a:lnTo>
                      <a:lnTo>
                        <a:pt x="1042" y="1886"/>
                      </a:lnTo>
                      <a:lnTo>
                        <a:pt x="1054" y="1882"/>
                      </a:lnTo>
                      <a:lnTo>
                        <a:pt x="1064" y="1880"/>
                      </a:lnTo>
                      <a:lnTo>
                        <a:pt x="1069" y="1878"/>
                      </a:lnTo>
                      <a:lnTo>
                        <a:pt x="1072" y="1876"/>
                      </a:lnTo>
                      <a:lnTo>
                        <a:pt x="1075" y="1873"/>
                      </a:lnTo>
                      <a:lnTo>
                        <a:pt x="1077" y="1870"/>
                      </a:lnTo>
                      <a:lnTo>
                        <a:pt x="1078" y="1867"/>
                      </a:lnTo>
                      <a:lnTo>
                        <a:pt x="1077" y="1864"/>
                      </a:lnTo>
                      <a:lnTo>
                        <a:pt x="1076" y="1862"/>
                      </a:lnTo>
                      <a:lnTo>
                        <a:pt x="1073" y="1859"/>
                      </a:lnTo>
                      <a:lnTo>
                        <a:pt x="1065" y="1858"/>
                      </a:lnTo>
                      <a:lnTo>
                        <a:pt x="1052" y="1858"/>
                      </a:lnTo>
                      <a:lnTo>
                        <a:pt x="1037" y="1859"/>
                      </a:lnTo>
                      <a:lnTo>
                        <a:pt x="1023" y="1862"/>
                      </a:lnTo>
                      <a:lnTo>
                        <a:pt x="1012" y="1867"/>
                      </a:lnTo>
                      <a:lnTo>
                        <a:pt x="998" y="1875"/>
                      </a:lnTo>
                      <a:lnTo>
                        <a:pt x="985" y="1882"/>
                      </a:lnTo>
                      <a:lnTo>
                        <a:pt x="975" y="1890"/>
                      </a:lnTo>
                      <a:lnTo>
                        <a:pt x="970" y="1893"/>
                      </a:lnTo>
                      <a:lnTo>
                        <a:pt x="964" y="1895"/>
                      </a:lnTo>
                      <a:lnTo>
                        <a:pt x="958" y="1897"/>
                      </a:lnTo>
                      <a:lnTo>
                        <a:pt x="952" y="1899"/>
                      </a:lnTo>
                      <a:lnTo>
                        <a:pt x="945" y="1899"/>
                      </a:lnTo>
                      <a:lnTo>
                        <a:pt x="940" y="1897"/>
                      </a:lnTo>
                      <a:lnTo>
                        <a:pt x="935" y="1897"/>
                      </a:lnTo>
                      <a:lnTo>
                        <a:pt x="932" y="1895"/>
                      </a:lnTo>
                      <a:lnTo>
                        <a:pt x="926" y="1889"/>
                      </a:lnTo>
                      <a:lnTo>
                        <a:pt x="919" y="1880"/>
                      </a:lnTo>
                      <a:lnTo>
                        <a:pt x="913" y="1867"/>
                      </a:lnTo>
                      <a:lnTo>
                        <a:pt x="909" y="1853"/>
                      </a:lnTo>
                      <a:lnTo>
                        <a:pt x="908" y="1848"/>
                      </a:lnTo>
                      <a:lnTo>
                        <a:pt x="909" y="1843"/>
                      </a:lnTo>
                      <a:lnTo>
                        <a:pt x="911" y="1839"/>
                      </a:lnTo>
                      <a:lnTo>
                        <a:pt x="914" y="1837"/>
                      </a:lnTo>
                      <a:lnTo>
                        <a:pt x="920" y="1833"/>
                      </a:lnTo>
                      <a:lnTo>
                        <a:pt x="925" y="1830"/>
                      </a:lnTo>
                      <a:lnTo>
                        <a:pt x="926" y="1826"/>
                      </a:lnTo>
                      <a:lnTo>
                        <a:pt x="927" y="1821"/>
                      </a:lnTo>
                      <a:lnTo>
                        <a:pt x="927" y="1814"/>
                      </a:lnTo>
                      <a:lnTo>
                        <a:pt x="927" y="1806"/>
                      </a:lnTo>
                      <a:lnTo>
                        <a:pt x="926" y="1788"/>
                      </a:lnTo>
                      <a:lnTo>
                        <a:pt x="925" y="1773"/>
                      </a:lnTo>
                      <a:lnTo>
                        <a:pt x="924" y="1766"/>
                      </a:lnTo>
                      <a:lnTo>
                        <a:pt x="922" y="1760"/>
                      </a:lnTo>
                      <a:lnTo>
                        <a:pt x="920" y="1756"/>
                      </a:lnTo>
                      <a:lnTo>
                        <a:pt x="916" y="1751"/>
                      </a:lnTo>
                      <a:lnTo>
                        <a:pt x="911" y="1745"/>
                      </a:lnTo>
                      <a:lnTo>
                        <a:pt x="903" y="1739"/>
                      </a:lnTo>
                      <a:lnTo>
                        <a:pt x="901" y="1735"/>
                      </a:lnTo>
                      <a:lnTo>
                        <a:pt x="899" y="1730"/>
                      </a:lnTo>
                      <a:lnTo>
                        <a:pt x="897" y="1723"/>
                      </a:lnTo>
                      <a:lnTo>
                        <a:pt x="897" y="1716"/>
                      </a:lnTo>
                      <a:lnTo>
                        <a:pt x="899" y="1708"/>
                      </a:lnTo>
                      <a:lnTo>
                        <a:pt x="900" y="1701"/>
                      </a:lnTo>
                      <a:lnTo>
                        <a:pt x="902" y="1694"/>
                      </a:lnTo>
                      <a:lnTo>
                        <a:pt x="905" y="1687"/>
                      </a:lnTo>
                      <a:lnTo>
                        <a:pt x="907" y="1682"/>
                      </a:lnTo>
                      <a:lnTo>
                        <a:pt x="911" y="1679"/>
                      </a:lnTo>
                      <a:lnTo>
                        <a:pt x="915" y="1675"/>
                      </a:lnTo>
                      <a:lnTo>
                        <a:pt x="921" y="1672"/>
                      </a:lnTo>
                      <a:lnTo>
                        <a:pt x="932" y="1666"/>
                      </a:lnTo>
                      <a:lnTo>
                        <a:pt x="943" y="1661"/>
                      </a:lnTo>
                      <a:lnTo>
                        <a:pt x="960" y="1648"/>
                      </a:lnTo>
                      <a:lnTo>
                        <a:pt x="977" y="1637"/>
                      </a:lnTo>
                      <a:lnTo>
                        <a:pt x="982" y="1635"/>
                      </a:lnTo>
                      <a:lnTo>
                        <a:pt x="987" y="1630"/>
                      </a:lnTo>
                      <a:lnTo>
                        <a:pt x="993" y="1625"/>
                      </a:lnTo>
                      <a:lnTo>
                        <a:pt x="996" y="1619"/>
                      </a:lnTo>
                      <a:lnTo>
                        <a:pt x="1001" y="1613"/>
                      </a:lnTo>
                      <a:lnTo>
                        <a:pt x="1003" y="1609"/>
                      </a:lnTo>
                      <a:lnTo>
                        <a:pt x="1003" y="1603"/>
                      </a:lnTo>
                      <a:lnTo>
                        <a:pt x="1002" y="1599"/>
                      </a:lnTo>
                      <a:lnTo>
                        <a:pt x="1001" y="1596"/>
                      </a:lnTo>
                      <a:lnTo>
                        <a:pt x="1000" y="1592"/>
                      </a:lnTo>
                      <a:lnTo>
                        <a:pt x="1000" y="1590"/>
                      </a:lnTo>
                      <a:lnTo>
                        <a:pt x="1001" y="1588"/>
                      </a:lnTo>
                      <a:lnTo>
                        <a:pt x="1004" y="1585"/>
                      </a:lnTo>
                      <a:lnTo>
                        <a:pt x="1010" y="1582"/>
                      </a:lnTo>
                      <a:lnTo>
                        <a:pt x="1015" y="1578"/>
                      </a:lnTo>
                      <a:lnTo>
                        <a:pt x="1021" y="1571"/>
                      </a:lnTo>
                      <a:lnTo>
                        <a:pt x="1025" y="1562"/>
                      </a:lnTo>
                      <a:lnTo>
                        <a:pt x="1029" y="1554"/>
                      </a:lnTo>
                      <a:lnTo>
                        <a:pt x="1034" y="1548"/>
                      </a:lnTo>
                      <a:lnTo>
                        <a:pt x="1039" y="1542"/>
                      </a:lnTo>
                      <a:lnTo>
                        <a:pt x="1041" y="1539"/>
                      </a:lnTo>
                      <a:lnTo>
                        <a:pt x="1042" y="1535"/>
                      </a:lnTo>
                      <a:lnTo>
                        <a:pt x="1044" y="1531"/>
                      </a:lnTo>
                      <a:lnTo>
                        <a:pt x="1044" y="1527"/>
                      </a:lnTo>
                      <a:lnTo>
                        <a:pt x="1044" y="1523"/>
                      </a:lnTo>
                      <a:lnTo>
                        <a:pt x="1045" y="1518"/>
                      </a:lnTo>
                      <a:lnTo>
                        <a:pt x="1047" y="1516"/>
                      </a:lnTo>
                      <a:lnTo>
                        <a:pt x="1048" y="1512"/>
                      </a:lnTo>
                      <a:lnTo>
                        <a:pt x="1056" y="1508"/>
                      </a:lnTo>
                      <a:lnTo>
                        <a:pt x="1063" y="1503"/>
                      </a:lnTo>
                      <a:lnTo>
                        <a:pt x="1066" y="1499"/>
                      </a:lnTo>
                      <a:lnTo>
                        <a:pt x="1070" y="1496"/>
                      </a:lnTo>
                      <a:lnTo>
                        <a:pt x="1072" y="1491"/>
                      </a:lnTo>
                      <a:lnTo>
                        <a:pt x="1073" y="1486"/>
                      </a:lnTo>
                      <a:lnTo>
                        <a:pt x="1075" y="1476"/>
                      </a:lnTo>
                      <a:lnTo>
                        <a:pt x="1073" y="1466"/>
                      </a:lnTo>
                      <a:lnTo>
                        <a:pt x="1073" y="1461"/>
                      </a:lnTo>
                      <a:lnTo>
                        <a:pt x="1073" y="1458"/>
                      </a:lnTo>
                      <a:lnTo>
                        <a:pt x="1073" y="1454"/>
                      </a:lnTo>
                      <a:lnTo>
                        <a:pt x="1076" y="1449"/>
                      </a:lnTo>
                      <a:lnTo>
                        <a:pt x="1082" y="1440"/>
                      </a:lnTo>
                      <a:lnTo>
                        <a:pt x="1091" y="1427"/>
                      </a:lnTo>
                      <a:lnTo>
                        <a:pt x="1103" y="1413"/>
                      </a:lnTo>
                      <a:lnTo>
                        <a:pt x="1110" y="1398"/>
                      </a:lnTo>
                      <a:lnTo>
                        <a:pt x="1113" y="1392"/>
                      </a:lnTo>
                      <a:lnTo>
                        <a:pt x="1114" y="1386"/>
                      </a:lnTo>
                      <a:lnTo>
                        <a:pt x="1115" y="1380"/>
                      </a:lnTo>
                      <a:lnTo>
                        <a:pt x="1115" y="1374"/>
                      </a:lnTo>
                      <a:lnTo>
                        <a:pt x="1113" y="1367"/>
                      </a:lnTo>
                      <a:lnTo>
                        <a:pt x="1110" y="1361"/>
                      </a:lnTo>
                      <a:lnTo>
                        <a:pt x="1105" y="1354"/>
                      </a:lnTo>
                      <a:lnTo>
                        <a:pt x="1101" y="1348"/>
                      </a:lnTo>
                      <a:lnTo>
                        <a:pt x="1089" y="1335"/>
                      </a:lnTo>
                      <a:lnTo>
                        <a:pt x="1079" y="1325"/>
                      </a:lnTo>
                      <a:lnTo>
                        <a:pt x="1070" y="1314"/>
                      </a:lnTo>
                      <a:lnTo>
                        <a:pt x="1059" y="1302"/>
                      </a:lnTo>
                      <a:lnTo>
                        <a:pt x="1050" y="1291"/>
                      </a:lnTo>
                      <a:lnTo>
                        <a:pt x="1042" y="1283"/>
                      </a:lnTo>
                      <a:lnTo>
                        <a:pt x="1028" y="1272"/>
                      </a:lnTo>
                      <a:lnTo>
                        <a:pt x="1009" y="1259"/>
                      </a:lnTo>
                      <a:lnTo>
                        <a:pt x="1006" y="1257"/>
                      </a:lnTo>
                      <a:lnTo>
                        <a:pt x="1003" y="1253"/>
                      </a:lnTo>
                      <a:lnTo>
                        <a:pt x="1002" y="1250"/>
                      </a:lnTo>
                      <a:lnTo>
                        <a:pt x="1001" y="1247"/>
                      </a:lnTo>
                      <a:lnTo>
                        <a:pt x="1001" y="1239"/>
                      </a:lnTo>
                      <a:lnTo>
                        <a:pt x="1002" y="1231"/>
                      </a:lnTo>
                      <a:lnTo>
                        <a:pt x="1002" y="1222"/>
                      </a:lnTo>
                      <a:lnTo>
                        <a:pt x="1001" y="1214"/>
                      </a:lnTo>
                      <a:lnTo>
                        <a:pt x="998" y="1207"/>
                      </a:lnTo>
                      <a:lnTo>
                        <a:pt x="994" y="1199"/>
                      </a:lnTo>
                      <a:lnTo>
                        <a:pt x="987" y="1188"/>
                      </a:lnTo>
                      <a:lnTo>
                        <a:pt x="978" y="1174"/>
                      </a:lnTo>
                      <a:lnTo>
                        <a:pt x="969" y="1159"/>
                      </a:lnTo>
                      <a:lnTo>
                        <a:pt x="963" y="1149"/>
                      </a:lnTo>
                      <a:lnTo>
                        <a:pt x="960" y="1146"/>
                      </a:lnTo>
                      <a:lnTo>
                        <a:pt x="959" y="1145"/>
                      </a:lnTo>
                      <a:lnTo>
                        <a:pt x="957" y="1145"/>
                      </a:lnTo>
                      <a:lnTo>
                        <a:pt x="954" y="1146"/>
                      </a:lnTo>
                      <a:lnTo>
                        <a:pt x="953" y="1150"/>
                      </a:lnTo>
                      <a:lnTo>
                        <a:pt x="952" y="1152"/>
                      </a:lnTo>
                      <a:lnTo>
                        <a:pt x="951" y="1157"/>
                      </a:lnTo>
                      <a:lnTo>
                        <a:pt x="951" y="1162"/>
                      </a:lnTo>
                      <a:lnTo>
                        <a:pt x="950" y="1165"/>
                      </a:lnTo>
                      <a:lnTo>
                        <a:pt x="950" y="1168"/>
                      </a:lnTo>
                      <a:lnTo>
                        <a:pt x="949" y="1168"/>
                      </a:lnTo>
                      <a:lnTo>
                        <a:pt x="947" y="1168"/>
                      </a:lnTo>
                      <a:lnTo>
                        <a:pt x="945" y="1163"/>
                      </a:lnTo>
                      <a:lnTo>
                        <a:pt x="940" y="1157"/>
                      </a:lnTo>
                      <a:lnTo>
                        <a:pt x="938" y="1153"/>
                      </a:lnTo>
                      <a:lnTo>
                        <a:pt x="935" y="1151"/>
                      </a:lnTo>
                      <a:lnTo>
                        <a:pt x="932" y="1151"/>
                      </a:lnTo>
                      <a:lnTo>
                        <a:pt x="930" y="1151"/>
                      </a:lnTo>
                      <a:lnTo>
                        <a:pt x="927" y="1151"/>
                      </a:lnTo>
                      <a:lnTo>
                        <a:pt x="925" y="1153"/>
                      </a:lnTo>
                      <a:lnTo>
                        <a:pt x="922" y="1156"/>
                      </a:lnTo>
                      <a:lnTo>
                        <a:pt x="921" y="1159"/>
                      </a:lnTo>
                      <a:lnTo>
                        <a:pt x="924" y="1177"/>
                      </a:lnTo>
                      <a:lnTo>
                        <a:pt x="928" y="1194"/>
                      </a:lnTo>
                      <a:lnTo>
                        <a:pt x="927" y="1201"/>
                      </a:lnTo>
                      <a:lnTo>
                        <a:pt x="924" y="1207"/>
                      </a:lnTo>
                      <a:lnTo>
                        <a:pt x="918" y="1214"/>
                      </a:lnTo>
                      <a:lnTo>
                        <a:pt x="911" y="1220"/>
                      </a:lnTo>
                      <a:lnTo>
                        <a:pt x="907" y="1222"/>
                      </a:lnTo>
                      <a:lnTo>
                        <a:pt x="905" y="1225"/>
                      </a:lnTo>
                      <a:lnTo>
                        <a:pt x="901" y="1225"/>
                      </a:lnTo>
                      <a:lnTo>
                        <a:pt x="900" y="1224"/>
                      </a:lnTo>
                      <a:lnTo>
                        <a:pt x="896" y="1221"/>
                      </a:lnTo>
                      <a:lnTo>
                        <a:pt x="891" y="1216"/>
                      </a:lnTo>
                      <a:lnTo>
                        <a:pt x="889" y="1214"/>
                      </a:lnTo>
                      <a:lnTo>
                        <a:pt x="887" y="1214"/>
                      </a:lnTo>
                      <a:lnTo>
                        <a:pt x="886" y="1215"/>
                      </a:lnTo>
                      <a:lnTo>
                        <a:pt x="883" y="1216"/>
                      </a:lnTo>
                      <a:lnTo>
                        <a:pt x="881" y="1219"/>
                      </a:lnTo>
                      <a:lnTo>
                        <a:pt x="878" y="1220"/>
                      </a:lnTo>
                      <a:lnTo>
                        <a:pt x="876" y="1221"/>
                      </a:lnTo>
                      <a:lnTo>
                        <a:pt x="872" y="1221"/>
                      </a:lnTo>
                      <a:lnTo>
                        <a:pt x="867" y="1219"/>
                      </a:lnTo>
                      <a:lnTo>
                        <a:pt x="861" y="1220"/>
                      </a:lnTo>
                      <a:lnTo>
                        <a:pt x="855" y="1224"/>
                      </a:lnTo>
                      <a:lnTo>
                        <a:pt x="849" y="1228"/>
                      </a:lnTo>
                      <a:lnTo>
                        <a:pt x="844" y="1229"/>
                      </a:lnTo>
                      <a:lnTo>
                        <a:pt x="838" y="1231"/>
                      </a:lnTo>
                      <a:lnTo>
                        <a:pt x="832" y="1229"/>
                      </a:lnTo>
                      <a:lnTo>
                        <a:pt x="825" y="1227"/>
                      </a:lnTo>
                      <a:lnTo>
                        <a:pt x="811" y="1222"/>
                      </a:lnTo>
                      <a:lnTo>
                        <a:pt x="800" y="1215"/>
                      </a:lnTo>
                      <a:lnTo>
                        <a:pt x="792" y="1210"/>
                      </a:lnTo>
                      <a:lnTo>
                        <a:pt x="786" y="1207"/>
                      </a:lnTo>
                      <a:lnTo>
                        <a:pt x="783" y="1207"/>
                      </a:lnTo>
                      <a:lnTo>
                        <a:pt x="782" y="1207"/>
                      </a:lnTo>
                      <a:lnTo>
                        <a:pt x="781" y="1209"/>
                      </a:lnTo>
                      <a:lnTo>
                        <a:pt x="781" y="1213"/>
                      </a:lnTo>
                      <a:lnTo>
                        <a:pt x="780" y="1218"/>
                      </a:lnTo>
                      <a:lnTo>
                        <a:pt x="777" y="1220"/>
                      </a:lnTo>
                      <a:lnTo>
                        <a:pt x="775" y="1222"/>
                      </a:lnTo>
                      <a:lnTo>
                        <a:pt x="773" y="1224"/>
                      </a:lnTo>
                      <a:lnTo>
                        <a:pt x="765" y="1224"/>
                      </a:lnTo>
                      <a:lnTo>
                        <a:pt x="761" y="1221"/>
                      </a:lnTo>
                      <a:lnTo>
                        <a:pt x="756" y="1219"/>
                      </a:lnTo>
                      <a:lnTo>
                        <a:pt x="751" y="1216"/>
                      </a:lnTo>
                      <a:lnTo>
                        <a:pt x="749" y="1216"/>
                      </a:lnTo>
                      <a:lnTo>
                        <a:pt x="746" y="1219"/>
                      </a:lnTo>
                      <a:lnTo>
                        <a:pt x="744" y="1221"/>
                      </a:lnTo>
                      <a:lnTo>
                        <a:pt x="741" y="1225"/>
                      </a:lnTo>
                      <a:lnTo>
                        <a:pt x="729" y="1239"/>
                      </a:lnTo>
                      <a:lnTo>
                        <a:pt x="710" y="1259"/>
                      </a:lnTo>
                      <a:lnTo>
                        <a:pt x="688" y="1278"/>
                      </a:lnTo>
                      <a:lnTo>
                        <a:pt x="674" y="1289"/>
                      </a:lnTo>
                      <a:lnTo>
                        <a:pt x="666" y="1294"/>
                      </a:lnTo>
                      <a:lnTo>
                        <a:pt x="658" y="1297"/>
                      </a:lnTo>
                      <a:lnTo>
                        <a:pt x="656" y="1300"/>
                      </a:lnTo>
                      <a:lnTo>
                        <a:pt x="655" y="1301"/>
                      </a:lnTo>
                      <a:lnTo>
                        <a:pt x="654" y="1303"/>
                      </a:lnTo>
                      <a:lnTo>
                        <a:pt x="655" y="1306"/>
                      </a:lnTo>
                      <a:lnTo>
                        <a:pt x="672" y="1315"/>
                      </a:lnTo>
                      <a:lnTo>
                        <a:pt x="686" y="1326"/>
                      </a:lnTo>
                      <a:lnTo>
                        <a:pt x="686" y="1329"/>
                      </a:lnTo>
                      <a:lnTo>
                        <a:pt x="685" y="1332"/>
                      </a:lnTo>
                      <a:lnTo>
                        <a:pt x="683" y="1334"/>
                      </a:lnTo>
                      <a:lnTo>
                        <a:pt x="681" y="1335"/>
                      </a:lnTo>
                      <a:lnTo>
                        <a:pt x="679" y="1336"/>
                      </a:lnTo>
                      <a:lnTo>
                        <a:pt x="674" y="1338"/>
                      </a:lnTo>
                      <a:lnTo>
                        <a:pt x="669" y="1338"/>
                      </a:lnTo>
                      <a:lnTo>
                        <a:pt x="664" y="1336"/>
                      </a:lnTo>
                      <a:lnTo>
                        <a:pt x="653" y="1336"/>
                      </a:lnTo>
                      <a:lnTo>
                        <a:pt x="644" y="1338"/>
                      </a:lnTo>
                      <a:lnTo>
                        <a:pt x="641" y="1339"/>
                      </a:lnTo>
                      <a:lnTo>
                        <a:pt x="638" y="1341"/>
                      </a:lnTo>
                      <a:lnTo>
                        <a:pt x="636" y="1344"/>
                      </a:lnTo>
                      <a:lnTo>
                        <a:pt x="635" y="1347"/>
                      </a:lnTo>
                      <a:lnTo>
                        <a:pt x="632" y="1359"/>
                      </a:lnTo>
                      <a:lnTo>
                        <a:pt x="629" y="1374"/>
                      </a:lnTo>
                      <a:lnTo>
                        <a:pt x="626" y="1383"/>
                      </a:lnTo>
                      <a:lnTo>
                        <a:pt x="624" y="1390"/>
                      </a:lnTo>
                      <a:lnTo>
                        <a:pt x="622" y="1397"/>
                      </a:lnTo>
                      <a:lnTo>
                        <a:pt x="618" y="1401"/>
                      </a:lnTo>
                      <a:lnTo>
                        <a:pt x="612" y="1409"/>
                      </a:lnTo>
                      <a:lnTo>
                        <a:pt x="605" y="1421"/>
                      </a:lnTo>
                      <a:lnTo>
                        <a:pt x="600" y="1426"/>
                      </a:lnTo>
                      <a:lnTo>
                        <a:pt x="597" y="1432"/>
                      </a:lnTo>
                      <a:lnTo>
                        <a:pt x="592" y="1435"/>
                      </a:lnTo>
                      <a:lnTo>
                        <a:pt x="588" y="1437"/>
                      </a:lnTo>
                      <a:lnTo>
                        <a:pt x="585" y="1441"/>
                      </a:lnTo>
                      <a:lnTo>
                        <a:pt x="581" y="1445"/>
                      </a:lnTo>
                      <a:lnTo>
                        <a:pt x="579" y="1448"/>
                      </a:lnTo>
                      <a:lnTo>
                        <a:pt x="576" y="1453"/>
                      </a:lnTo>
                      <a:lnTo>
                        <a:pt x="572" y="1464"/>
                      </a:lnTo>
                      <a:lnTo>
                        <a:pt x="566" y="1472"/>
                      </a:lnTo>
                      <a:lnTo>
                        <a:pt x="563" y="1477"/>
                      </a:lnTo>
                      <a:lnTo>
                        <a:pt x="562" y="1487"/>
                      </a:lnTo>
                      <a:lnTo>
                        <a:pt x="562" y="1499"/>
                      </a:lnTo>
                      <a:lnTo>
                        <a:pt x="561" y="1512"/>
                      </a:lnTo>
                      <a:lnTo>
                        <a:pt x="557" y="1525"/>
                      </a:lnTo>
                      <a:lnTo>
                        <a:pt x="554" y="1536"/>
                      </a:lnTo>
                      <a:lnTo>
                        <a:pt x="550" y="1544"/>
                      </a:lnTo>
                      <a:lnTo>
                        <a:pt x="549" y="1548"/>
                      </a:lnTo>
                      <a:lnTo>
                        <a:pt x="547" y="1554"/>
                      </a:lnTo>
                      <a:lnTo>
                        <a:pt x="543" y="1559"/>
                      </a:lnTo>
                      <a:lnTo>
                        <a:pt x="540" y="1562"/>
                      </a:lnTo>
                      <a:lnTo>
                        <a:pt x="534" y="1566"/>
                      </a:lnTo>
                      <a:lnTo>
                        <a:pt x="521" y="1571"/>
                      </a:lnTo>
                      <a:lnTo>
                        <a:pt x="505" y="1575"/>
                      </a:lnTo>
                      <a:lnTo>
                        <a:pt x="496" y="1579"/>
                      </a:lnTo>
                      <a:lnTo>
                        <a:pt x="487" y="1584"/>
                      </a:lnTo>
                      <a:lnTo>
                        <a:pt x="479" y="1588"/>
                      </a:lnTo>
                      <a:lnTo>
                        <a:pt x="471" y="1594"/>
                      </a:lnTo>
                      <a:lnTo>
                        <a:pt x="455" y="1609"/>
                      </a:lnTo>
                      <a:lnTo>
                        <a:pt x="441" y="1622"/>
                      </a:lnTo>
                      <a:lnTo>
                        <a:pt x="435" y="1629"/>
                      </a:lnTo>
                      <a:lnTo>
                        <a:pt x="429" y="1634"/>
                      </a:lnTo>
                      <a:lnTo>
                        <a:pt x="424" y="1637"/>
                      </a:lnTo>
                      <a:lnTo>
                        <a:pt x="420" y="1641"/>
                      </a:lnTo>
                      <a:lnTo>
                        <a:pt x="408" y="1644"/>
                      </a:lnTo>
                      <a:lnTo>
                        <a:pt x="395" y="1647"/>
                      </a:lnTo>
                      <a:lnTo>
                        <a:pt x="390" y="1648"/>
                      </a:lnTo>
                      <a:lnTo>
                        <a:pt x="386" y="1649"/>
                      </a:lnTo>
                      <a:lnTo>
                        <a:pt x="384" y="1650"/>
                      </a:lnTo>
                      <a:lnTo>
                        <a:pt x="383" y="1653"/>
                      </a:lnTo>
                      <a:lnTo>
                        <a:pt x="380" y="1659"/>
                      </a:lnTo>
                      <a:lnTo>
                        <a:pt x="372" y="1668"/>
                      </a:lnTo>
                      <a:close/>
                      <a:moveTo>
                        <a:pt x="858" y="1792"/>
                      </a:moveTo>
                      <a:lnTo>
                        <a:pt x="865" y="1792"/>
                      </a:lnTo>
                      <a:lnTo>
                        <a:pt x="871" y="1791"/>
                      </a:lnTo>
                      <a:lnTo>
                        <a:pt x="878" y="1788"/>
                      </a:lnTo>
                      <a:lnTo>
                        <a:pt x="886" y="1783"/>
                      </a:lnTo>
                      <a:lnTo>
                        <a:pt x="893" y="1777"/>
                      </a:lnTo>
                      <a:lnTo>
                        <a:pt x="899" y="1774"/>
                      </a:lnTo>
                      <a:lnTo>
                        <a:pt x="905" y="1773"/>
                      </a:lnTo>
                      <a:lnTo>
                        <a:pt x="908" y="1773"/>
                      </a:lnTo>
                      <a:lnTo>
                        <a:pt x="909" y="1774"/>
                      </a:lnTo>
                      <a:lnTo>
                        <a:pt x="911" y="1775"/>
                      </a:lnTo>
                      <a:lnTo>
                        <a:pt x="911" y="1779"/>
                      </a:lnTo>
                      <a:lnTo>
                        <a:pt x="911" y="1781"/>
                      </a:lnTo>
                      <a:lnTo>
                        <a:pt x="911" y="1788"/>
                      </a:lnTo>
                      <a:lnTo>
                        <a:pt x="909" y="1796"/>
                      </a:lnTo>
                      <a:lnTo>
                        <a:pt x="909" y="1804"/>
                      </a:lnTo>
                      <a:lnTo>
                        <a:pt x="909" y="1812"/>
                      </a:lnTo>
                      <a:lnTo>
                        <a:pt x="908" y="1819"/>
                      </a:lnTo>
                      <a:lnTo>
                        <a:pt x="906" y="1825"/>
                      </a:lnTo>
                      <a:lnTo>
                        <a:pt x="902" y="1830"/>
                      </a:lnTo>
                      <a:lnTo>
                        <a:pt x="896" y="1832"/>
                      </a:lnTo>
                      <a:lnTo>
                        <a:pt x="889" y="1833"/>
                      </a:lnTo>
                      <a:lnTo>
                        <a:pt x="881" y="1832"/>
                      </a:lnTo>
                      <a:lnTo>
                        <a:pt x="874" y="1832"/>
                      </a:lnTo>
                      <a:lnTo>
                        <a:pt x="868" y="1832"/>
                      </a:lnTo>
                      <a:lnTo>
                        <a:pt x="861" y="1833"/>
                      </a:lnTo>
                      <a:lnTo>
                        <a:pt x="853" y="1837"/>
                      </a:lnTo>
                      <a:lnTo>
                        <a:pt x="850" y="1838"/>
                      </a:lnTo>
                      <a:lnTo>
                        <a:pt x="846" y="1839"/>
                      </a:lnTo>
                      <a:lnTo>
                        <a:pt x="844" y="1839"/>
                      </a:lnTo>
                      <a:lnTo>
                        <a:pt x="840" y="1838"/>
                      </a:lnTo>
                      <a:lnTo>
                        <a:pt x="839" y="1837"/>
                      </a:lnTo>
                      <a:lnTo>
                        <a:pt x="837" y="1836"/>
                      </a:lnTo>
                      <a:lnTo>
                        <a:pt x="836" y="1833"/>
                      </a:lnTo>
                      <a:lnTo>
                        <a:pt x="834" y="1831"/>
                      </a:lnTo>
                      <a:lnTo>
                        <a:pt x="834" y="1826"/>
                      </a:lnTo>
                      <a:lnTo>
                        <a:pt x="836" y="1820"/>
                      </a:lnTo>
                      <a:lnTo>
                        <a:pt x="838" y="1813"/>
                      </a:lnTo>
                      <a:lnTo>
                        <a:pt x="842" y="1807"/>
                      </a:lnTo>
                      <a:lnTo>
                        <a:pt x="845" y="1801"/>
                      </a:lnTo>
                      <a:lnTo>
                        <a:pt x="850" y="1796"/>
                      </a:lnTo>
                      <a:lnTo>
                        <a:pt x="855" y="1793"/>
                      </a:lnTo>
                      <a:lnTo>
                        <a:pt x="858" y="1792"/>
                      </a:lnTo>
                      <a:close/>
                      <a:moveTo>
                        <a:pt x="877" y="1851"/>
                      </a:moveTo>
                      <a:lnTo>
                        <a:pt x="882" y="1851"/>
                      </a:lnTo>
                      <a:lnTo>
                        <a:pt x="886" y="1852"/>
                      </a:lnTo>
                      <a:lnTo>
                        <a:pt x="888" y="1855"/>
                      </a:lnTo>
                      <a:lnTo>
                        <a:pt x="890" y="1857"/>
                      </a:lnTo>
                      <a:lnTo>
                        <a:pt x="894" y="1863"/>
                      </a:lnTo>
                      <a:lnTo>
                        <a:pt x="896" y="1870"/>
                      </a:lnTo>
                      <a:lnTo>
                        <a:pt x="897" y="1878"/>
                      </a:lnTo>
                      <a:lnTo>
                        <a:pt x="899" y="1886"/>
                      </a:lnTo>
                      <a:lnTo>
                        <a:pt x="897" y="1889"/>
                      </a:lnTo>
                      <a:lnTo>
                        <a:pt x="896" y="1892"/>
                      </a:lnTo>
                      <a:lnTo>
                        <a:pt x="894" y="1894"/>
                      </a:lnTo>
                      <a:lnTo>
                        <a:pt x="890" y="1895"/>
                      </a:lnTo>
                      <a:lnTo>
                        <a:pt x="883" y="1896"/>
                      </a:lnTo>
                      <a:lnTo>
                        <a:pt x="876" y="1894"/>
                      </a:lnTo>
                      <a:lnTo>
                        <a:pt x="874" y="1893"/>
                      </a:lnTo>
                      <a:lnTo>
                        <a:pt x="871" y="1890"/>
                      </a:lnTo>
                      <a:lnTo>
                        <a:pt x="870" y="1888"/>
                      </a:lnTo>
                      <a:lnTo>
                        <a:pt x="870" y="1886"/>
                      </a:lnTo>
                      <a:lnTo>
                        <a:pt x="872" y="1878"/>
                      </a:lnTo>
                      <a:lnTo>
                        <a:pt x="875" y="1873"/>
                      </a:lnTo>
                      <a:lnTo>
                        <a:pt x="876" y="1870"/>
                      </a:lnTo>
                      <a:lnTo>
                        <a:pt x="876" y="1868"/>
                      </a:lnTo>
                      <a:lnTo>
                        <a:pt x="876" y="1867"/>
                      </a:lnTo>
                      <a:lnTo>
                        <a:pt x="875" y="1865"/>
                      </a:lnTo>
                      <a:lnTo>
                        <a:pt x="870" y="1867"/>
                      </a:lnTo>
                      <a:lnTo>
                        <a:pt x="865" y="1871"/>
                      </a:lnTo>
                      <a:lnTo>
                        <a:pt x="861" y="1876"/>
                      </a:lnTo>
                      <a:lnTo>
                        <a:pt x="857" y="1882"/>
                      </a:lnTo>
                      <a:lnTo>
                        <a:pt x="855" y="1888"/>
                      </a:lnTo>
                      <a:lnTo>
                        <a:pt x="852" y="1893"/>
                      </a:lnTo>
                      <a:lnTo>
                        <a:pt x="850" y="1896"/>
                      </a:lnTo>
                      <a:lnTo>
                        <a:pt x="845" y="1899"/>
                      </a:lnTo>
                      <a:lnTo>
                        <a:pt x="844" y="1899"/>
                      </a:lnTo>
                      <a:lnTo>
                        <a:pt x="843" y="1896"/>
                      </a:lnTo>
                      <a:lnTo>
                        <a:pt x="842" y="1894"/>
                      </a:lnTo>
                      <a:lnTo>
                        <a:pt x="842" y="1889"/>
                      </a:lnTo>
                      <a:lnTo>
                        <a:pt x="842" y="1881"/>
                      </a:lnTo>
                      <a:lnTo>
                        <a:pt x="844" y="1871"/>
                      </a:lnTo>
                      <a:lnTo>
                        <a:pt x="846" y="1868"/>
                      </a:lnTo>
                      <a:lnTo>
                        <a:pt x="850" y="1863"/>
                      </a:lnTo>
                      <a:lnTo>
                        <a:pt x="853" y="1859"/>
                      </a:lnTo>
                      <a:lnTo>
                        <a:pt x="858" y="1857"/>
                      </a:lnTo>
                      <a:lnTo>
                        <a:pt x="863" y="1853"/>
                      </a:lnTo>
                      <a:lnTo>
                        <a:pt x="868" y="1852"/>
                      </a:lnTo>
                      <a:lnTo>
                        <a:pt x="872" y="1851"/>
                      </a:lnTo>
                      <a:lnTo>
                        <a:pt x="877" y="1851"/>
                      </a:lnTo>
                      <a:close/>
                      <a:moveTo>
                        <a:pt x="1209" y="1939"/>
                      </a:moveTo>
                      <a:lnTo>
                        <a:pt x="1211" y="1937"/>
                      </a:lnTo>
                      <a:lnTo>
                        <a:pt x="1215" y="1934"/>
                      </a:lnTo>
                      <a:lnTo>
                        <a:pt x="1218" y="1932"/>
                      </a:lnTo>
                      <a:lnTo>
                        <a:pt x="1222" y="1931"/>
                      </a:lnTo>
                      <a:lnTo>
                        <a:pt x="1224" y="1932"/>
                      </a:lnTo>
                      <a:lnTo>
                        <a:pt x="1226" y="1933"/>
                      </a:lnTo>
                      <a:lnTo>
                        <a:pt x="1228" y="1934"/>
                      </a:lnTo>
                      <a:lnTo>
                        <a:pt x="1229" y="1937"/>
                      </a:lnTo>
                      <a:lnTo>
                        <a:pt x="1229" y="1939"/>
                      </a:lnTo>
                      <a:lnTo>
                        <a:pt x="1229" y="1943"/>
                      </a:lnTo>
                      <a:lnTo>
                        <a:pt x="1229" y="1945"/>
                      </a:lnTo>
                      <a:lnTo>
                        <a:pt x="1228" y="1947"/>
                      </a:lnTo>
                      <a:lnTo>
                        <a:pt x="1223" y="1952"/>
                      </a:lnTo>
                      <a:lnTo>
                        <a:pt x="1218" y="1956"/>
                      </a:lnTo>
                      <a:lnTo>
                        <a:pt x="1212" y="1957"/>
                      </a:lnTo>
                      <a:lnTo>
                        <a:pt x="1205" y="1958"/>
                      </a:lnTo>
                      <a:lnTo>
                        <a:pt x="1203" y="1958"/>
                      </a:lnTo>
                      <a:lnTo>
                        <a:pt x="1201" y="1957"/>
                      </a:lnTo>
                      <a:lnTo>
                        <a:pt x="1198" y="1956"/>
                      </a:lnTo>
                      <a:lnTo>
                        <a:pt x="1197" y="1953"/>
                      </a:lnTo>
                      <a:lnTo>
                        <a:pt x="1196" y="1951"/>
                      </a:lnTo>
                      <a:lnTo>
                        <a:pt x="1196" y="1949"/>
                      </a:lnTo>
                      <a:lnTo>
                        <a:pt x="1197" y="1947"/>
                      </a:lnTo>
                      <a:lnTo>
                        <a:pt x="1198" y="1945"/>
                      </a:lnTo>
                      <a:lnTo>
                        <a:pt x="1205" y="1943"/>
                      </a:lnTo>
                      <a:lnTo>
                        <a:pt x="1209" y="1939"/>
                      </a:lnTo>
                      <a:close/>
                      <a:moveTo>
                        <a:pt x="1337" y="1991"/>
                      </a:moveTo>
                      <a:lnTo>
                        <a:pt x="1337" y="1989"/>
                      </a:lnTo>
                      <a:lnTo>
                        <a:pt x="1338" y="1988"/>
                      </a:lnTo>
                      <a:lnTo>
                        <a:pt x="1340" y="1987"/>
                      </a:lnTo>
                      <a:lnTo>
                        <a:pt x="1341" y="1987"/>
                      </a:lnTo>
                      <a:lnTo>
                        <a:pt x="1346" y="1988"/>
                      </a:lnTo>
                      <a:lnTo>
                        <a:pt x="1350" y="1990"/>
                      </a:lnTo>
                      <a:lnTo>
                        <a:pt x="1355" y="1996"/>
                      </a:lnTo>
                      <a:lnTo>
                        <a:pt x="1357" y="2001"/>
                      </a:lnTo>
                      <a:lnTo>
                        <a:pt x="1357" y="2004"/>
                      </a:lnTo>
                      <a:lnTo>
                        <a:pt x="1356" y="2008"/>
                      </a:lnTo>
                      <a:lnTo>
                        <a:pt x="1354" y="2009"/>
                      </a:lnTo>
                      <a:lnTo>
                        <a:pt x="1352" y="2008"/>
                      </a:lnTo>
                      <a:lnTo>
                        <a:pt x="1349" y="2006"/>
                      </a:lnTo>
                      <a:lnTo>
                        <a:pt x="1346" y="2003"/>
                      </a:lnTo>
                      <a:lnTo>
                        <a:pt x="1341" y="1996"/>
                      </a:lnTo>
                      <a:lnTo>
                        <a:pt x="1337" y="1991"/>
                      </a:lnTo>
                      <a:close/>
                    </a:path>
                  </a:pathLst>
                </a:custGeom>
                <a:solidFill>
                  <a:srgbClr val="2F75B5"/>
                </a:solidFill>
                <a:ln w="9525">
                  <a:solidFill>
                    <a:srgbClr val="AFABAB"/>
                  </a:solidFill>
                  <a:round/>
                  <a:headEnd/>
                  <a:tailEnd/>
                </a:ln>
              </p:spPr>
              <p:txBody>
                <a:bodyPr/>
                <a:lstStyle/>
                <a:p>
                  <a:endParaRPr lang="zh-CN" altLang="en-US"/>
                </a:p>
              </p:txBody>
            </p:sp>
            <p:sp>
              <p:nvSpPr>
                <p:cNvPr id="49" name="浙江">
                  <a:extLst>
                    <a:ext uri="{FF2B5EF4-FFF2-40B4-BE49-F238E27FC236}">
                      <a16:creationId xmlns:a16="http://schemas.microsoft.com/office/drawing/2014/main" id="{63F15515-8E3E-403C-B3EF-916C7BE25F4F}"/>
                    </a:ext>
                  </a:extLst>
                </p:cNvPr>
                <p:cNvSpPr>
                  <a:spLocks/>
                </p:cNvSpPr>
                <p:nvPr/>
              </p:nvSpPr>
              <p:spPr bwMode="auto">
                <a:xfrm>
                  <a:off x="3924349" y="2600461"/>
                  <a:ext cx="390530" cy="457224"/>
                </a:xfrm>
                <a:custGeom>
                  <a:avLst/>
                  <a:gdLst>
                    <a:gd name="T0" fmla="*/ 2147483646 w 1493"/>
                    <a:gd name="T1" fmla="*/ 2147483646 h 1731"/>
                    <a:gd name="T2" fmla="*/ 2147483646 w 1493"/>
                    <a:gd name="T3" fmla="*/ 2147483646 h 1731"/>
                    <a:gd name="T4" fmla="*/ 2147483646 w 1493"/>
                    <a:gd name="T5" fmla="*/ 2147483646 h 1731"/>
                    <a:gd name="T6" fmla="*/ 2147483646 w 1493"/>
                    <a:gd name="T7" fmla="*/ 2147483646 h 1731"/>
                    <a:gd name="T8" fmla="*/ 2147483646 w 1493"/>
                    <a:gd name="T9" fmla="*/ 2147483646 h 1731"/>
                    <a:gd name="T10" fmla="*/ 2147483646 w 1493"/>
                    <a:gd name="T11" fmla="*/ 2147483646 h 1731"/>
                    <a:gd name="T12" fmla="*/ 2147483646 w 1493"/>
                    <a:gd name="T13" fmla="*/ 2147483646 h 1731"/>
                    <a:gd name="T14" fmla="*/ 2147483646 w 1493"/>
                    <a:gd name="T15" fmla="*/ 2147483646 h 1731"/>
                    <a:gd name="T16" fmla="*/ 2147483646 w 1493"/>
                    <a:gd name="T17" fmla="*/ 2147483646 h 1731"/>
                    <a:gd name="T18" fmla="*/ 2147483646 w 1493"/>
                    <a:gd name="T19" fmla="*/ 2147483646 h 1731"/>
                    <a:gd name="T20" fmla="*/ 2147483646 w 1493"/>
                    <a:gd name="T21" fmla="*/ 2147483646 h 1731"/>
                    <a:gd name="T22" fmla="*/ 2147483646 w 1493"/>
                    <a:gd name="T23" fmla="*/ 2147483646 h 1731"/>
                    <a:gd name="T24" fmla="*/ 2147483646 w 1493"/>
                    <a:gd name="T25" fmla="*/ 2147483646 h 1731"/>
                    <a:gd name="T26" fmla="*/ 2147483646 w 1493"/>
                    <a:gd name="T27" fmla="*/ 2147483646 h 1731"/>
                    <a:gd name="T28" fmla="*/ 2147483646 w 1493"/>
                    <a:gd name="T29" fmla="*/ 2147483646 h 1731"/>
                    <a:gd name="T30" fmla="*/ 2147483646 w 1493"/>
                    <a:gd name="T31" fmla="*/ 2147483646 h 1731"/>
                    <a:gd name="T32" fmla="*/ 2147483646 w 1493"/>
                    <a:gd name="T33" fmla="*/ 2147483646 h 1731"/>
                    <a:gd name="T34" fmla="*/ 2147483646 w 1493"/>
                    <a:gd name="T35" fmla="*/ 2147483646 h 1731"/>
                    <a:gd name="T36" fmla="*/ 2147483646 w 1493"/>
                    <a:gd name="T37" fmla="*/ 2147483646 h 1731"/>
                    <a:gd name="T38" fmla="*/ 2147483646 w 1493"/>
                    <a:gd name="T39" fmla="*/ 2147483646 h 1731"/>
                    <a:gd name="T40" fmla="*/ 2147483646 w 1493"/>
                    <a:gd name="T41" fmla="*/ 2147483646 h 1731"/>
                    <a:gd name="T42" fmla="*/ 2147483646 w 1493"/>
                    <a:gd name="T43" fmla="*/ 2147483646 h 1731"/>
                    <a:gd name="T44" fmla="*/ 2147483646 w 1493"/>
                    <a:gd name="T45" fmla="*/ 2147483646 h 1731"/>
                    <a:gd name="T46" fmla="*/ 2147483646 w 1493"/>
                    <a:gd name="T47" fmla="*/ 2147483646 h 1731"/>
                    <a:gd name="T48" fmla="*/ 2147483646 w 1493"/>
                    <a:gd name="T49" fmla="*/ 2147483646 h 1731"/>
                    <a:gd name="T50" fmla="*/ 2147483646 w 1493"/>
                    <a:gd name="T51" fmla="*/ 2147483646 h 1731"/>
                    <a:gd name="T52" fmla="*/ 2147483646 w 1493"/>
                    <a:gd name="T53" fmla="*/ 2147483646 h 1731"/>
                    <a:gd name="T54" fmla="*/ 2147483646 w 1493"/>
                    <a:gd name="T55" fmla="*/ 2147483646 h 1731"/>
                    <a:gd name="T56" fmla="*/ 2147483646 w 1493"/>
                    <a:gd name="T57" fmla="*/ 2147483646 h 1731"/>
                    <a:gd name="T58" fmla="*/ 2147483646 w 1493"/>
                    <a:gd name="T59" fmla="*/ 2147483646 h 1731"/>
                    <a:gd name="T60" fmla="*/ 2147483646 w 1493"/>
                    <a:gd name="T61" fmla="*/ 2147483646 h 1731"/>
                    <a:gd name="T62" fmla="*/ 2147483646 w 1493"/>
                    <a:gd name="T63" fmla="*/ 2147483646 h 1731"/>
                    <a:gd name="T64" fmla="*/ 2147483646 w 1493"/>
                    <a:gd name="T65" fmla="*/ 2147483646 h 1731"/>
                    <a:gd name="T66" fmla="*/ 2147483646 w 1493"/>
                    <a:gd name="T67" fmla="*/ 2147483646 h 1731"/>
                    <a:gd name="T68" fmla="*/ 2147483646 w 1493"/>
                    <a:gd name="T69" fmla="*/ 2147483646 h 1731"/>
                    <a:gd name="T70" fmla="*/ 2147483646 w 1493"/>
                    <a:gd name="T71" fmla="*/ 2147483646 h 1731"/>
                    <a:gd name="T72" fmla="*/ 2147483646 w 1493"/>
                    <a:gd name="T73" fmla="*/ 2147483646 h 1731"/>
                    <a:gd name="T74" fmla="*/ 2147483646 w 1493"/>
                    <a:gd name="T75" fmla="*/ 2147483646 h 1731"/>
                    <a:gd name="T76" fmla="*/ 2147483646 w 1493"/>
                    <a:gd name="T77" fmla="*/ 2147483646 h 1731"/>
                    <a:gd name="T78" fmla="*/ 2147483646 w 1493"/>
                    <a:gd name="T79" fmla="*/ 2147483646 h 1731"/>
                    <a:gd name="T80" fmla="*/ 2147483646 w 1493"/>
                    <a:gd name="T81" fmla="*/ 2147483646 h 1731"/>
                    <a:gd name="T82" fmla="*/ 2147483646 w 1493"/>
                    <a:gd name="T83" fmla="*/ 2147483646 h 1731"/>
                    <a:gd name="T84" fmla="*/ 2147483646 w 1493"/>
                    <a:gd name="T85" fmla="*/ 2147483646 h 1731"/>
                    <a:gd name="T86" fmla="*/ 2147483646 w 1493"/>
                    <a:gd name="T87" fmla="*/ 2147483646 h 1731"/>
                    <a:gd name="T88" fmla="*/ 2147483646 w 1493"/>
                    <a:gd name="T89" fmla="*/ 2147483646 h 1731"/>
                    <a:gd name="T90" fmla="*/ 2147483646 w 1493"/>
                    <a:gd name="T91" fmla="*/ 2147483646 h 1731"/>
                    <a:gd name="T92" fmla="*/ 2147483646 w 1493"/>
                    <a:gd name="T93" fmla="*/ 2147483646 h 1731"/>
                    <a:gd name="T94" fmla="*/ 2147483646 w 1493"/>
                    <a:gd name="T95" fmla="*/ 2147483646 h 1731"/>
                    <a:gd name="T96" fmla="*/ 2147483646 w 1493"/>
                    <a:gd name="T97" fmla="*/ 2147483646 h 1731"/>
                    <a:gd name="T98" fmla="*/ 2147483646 w 1493"/>
                    <a:gd name="T99" fmla="*/ 2147483646 h 1731"/>
                    <a:gd name="T100" fmla="*/ 2147483646 w 1493"/>
                    <a:gd name="T101" fmla="*/ 2147483646 h 1731"/>
                    <a:gd name="T102" fmla="*/ 2147483646 w 1493"/>
                    <a:gd name="T103" fmla="*/ 2147483646 h 1731"/>
                    <a:gd name="T104" fmla="*/ 2147483646 w 1493"/>
                    <a:gd name="T105" fmla="*/ 2147483646 h 1731"/>
                    <a:gd name="T106" fmla="*/ 2147483646 w 1493"/>
                    <a:gd name="T107" fmla="*/ 2147483646 h 1731"/>
                    <a:gd name="T108" fmla="*/ 2147483646 w 1493"/>
                    <a:gd name="T109" fmla="*/ 2147483646 h 1731"/>
                    <a:gd name="T110" fmla="*/ 2147483646 w 1493"/>
                    <a:gd name="T111" fmla="*/ 2147483646 h 1731"/>
                    <a:gd name="T112" fmla="*/ 2147483646 w 1493"/>
                    <a:gd name="T113" fmla="*/ 2147483646 h 1731"/>
                    <a:gd name="T114" fmla="*/ 2147483646 w 1493"/>
                    <a:gd name="T115" fmla="*/ 2147483646 h 1731"/>
                    <a:gd name="T116" fmla="*/ 2147483646 w 1493"/>
                    <a:gd name="T117" fmla="*/ 2147483646 h 1731"/>
                    <a:gd name="T118" fmla="*/ 2147483646 w 1493"/>
                    <a:gd name="T119" fmla="*/ 2147483646 h 1731"/>
                    <a:gd name="T120" fmla="*/ 2147483646 w 1493"/>
                    <a:gd name="T121" fmla="*/ 2147483646 h 1731"/>
                    <a:gd name="T122" fmla="*/ 2147483646 w 1493"/>
                    <a:gd name="T123" fmla="*/ 2147483646 h 17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493" h="1731">
                      <a:moveTo>
                        <a:pt x="984" y="1731"/>
                      </a:moveTo>
                      <a:lnTo>
                        <a:pt x="980" y="1725"/>
                      </a:lnTo>
                      <a:lnTo>
                        <a:pt x="975" y="1721"/>
                      </a:lnTo>
                      <a:lnTo>
                        <a:pt x="971" y="1715"/>
                      </a:lnTo>
                      <a:lnTo>
                        <a:pt x="968" y="1710"/>
                      </a:lnTo>
                      <a:lnTo>
                        <a:pt x="963" y="1697"/>
                      </a:lnTo>
                      <a:lnTo>
                        <a:pt x="958" y="1681"/>
                      </a:lnTo>
                      <a:lnTo>
                        <a:pt x="954" y="1667"/>
                      </a:lnTo>
                      <a:lnTo>
                        <a:pt x="950" y="1656"/>
                      </a:lnTo>
                      <a:lnTo>
                        <a:pt x="946" y="1649"/>
                      </a:lnTo>
                      <a:lnTo>
                        <a:pt x="944" y="1642"/>
                      </a:lnTo>
                      <a:lnTo>
                        <a:pt x="942" y="1640"/>
                      </a:lnTo>
                      <a:lnTo>
                        <a:pt x="939" y="1637"/>
                      </a:lnTo>
                      <a:lnTo>
                        <a:pt x="936" y="1635"/>
                      </a:lnTo>
                      <a:lnTo>
                        <a:pt x="932" y="1634"/>
                      </a:lnTo>
                      <a:lnTo>
                        <a:pt x="924" y="1634"/>
                      </a:lnTo>
                      <a:lnTo>
                        <a:pt x="914" y="1631"/>
                      </a:lnTo>
                      <a:lnTo>
                        <a:pt x="905" y="1630"/>
                      </a:lnTo>
                      <a:lnTo>
                        <a:pt x="894" y="1626"/>
                      </a:lnTo>
                      <a:lnTo>
                        <a:pt x="888" y="1624"/>
                      </a:lnTo>
                      <a:lnTo>
                        <a:pt x="882" y="1623"/>
                      </a:lnTo>
                      <a:lnTo>
                        <a:pt x="876" y="1623"/>
                      </a:lnTo>
                      <a:lnTo>
                        <a:pt x="870" y="1624"/>
                      </a:lnTo>
                      <a:lnTo>
                        <a:pt x="866" y="1627"/>
                      </a:lnTo>
                      <a:lnTo>
                        <a:pt x="860" y="1630"/>
                      </a:lnTo>
                      <a:lnTo>
                        <a:pt x="856" y="1634"/>
                      </a:lnTo>
                      <a:lnTo>
                        <a:pt x="852" y="1639"/>
                      </a:lnTo>
                      <a:lnTo>
                        <a:pt x="845" y="1647"/>
                      </a:lnTo>
                      <a:lnTo>
                        <a:pt x="839" y="1653"/>
                      </a:lnTo>
                      <a:lnTo>
                        <a:pt x="836" y="1655"/>
                      </a:lnTo>
                      <a:lnTo>
                        <a:pt x="833" y="1656"/>
                      </a:lnTo>
                      <a:lnTo>
                        <a:pt x="831" y="1656"/>
                      </a:lnTo>
                      <a:lnTo>
                        <a:pt x="829" y="1655"/>
                      </a:lnTo>
                      <a:lnTo>
                        <a:pt x="825" y="1652"/>
                      </a:lnTo>
                      <a:lnTo>
                        <a:pt x="819" y="1648"/>
                      </a:lnTo>
                      <a:lnTo>
                        <a:pt x="817" y="1647"/>
                      </a:lnTo>
                      <a:lnTo>
                        <a:pt x="813" y="1646"/>
                      </a:lnTo>
                      <a:lnTo>
                        <a:pt x="810" y="1647"/>
                      </a:lnTo>
                      <a:lnTo>
                        <a:pt x="807" y="1649"/>
                      </a:lnTo>
                      <a:lnTo>
                        <a:pt x="801" y="1656"/>
                      </a:lnTo>
                      <a:lnTo>
                        <a:pt x="797" y="1664"/>
                      </a:lnTo>
                      <a:lnTo>
                        <a:pt x="793" y="1671"/>
                      </a:lnTo>
                      <a:lnTo>
                        <a:pt x="791" y="1675"/>
                      </a:lnTo>
                      <a:lnTo>
                        <a:pt x="787" y="1678"/>
                      </a:lnTo>
                      <a:lnTo>
                        <a:pt x="779" y="1679"/>
                      </a:lnTo>
                      <a:lnTo>
                        <a:pt x="769" y="1680"/>
                      </a:lnTo>
                      <a:lnTo>
                        <a:pt x="761" y="1680"/>
                      </a:lnTo>
                      <a:lnTo>
                        <a:pt x="750" y="1683"/>
                      </a:lnTo>
                      <a:lnTo>
                        <a:pt x="742" y="1686"/>
                      </a:lnTo>
                      <a:lnTo>
                        <a:pt x="737" y="1689"/>
                      </a:lnTo>
                      <a:lnTo>
                        <a:pt x="736" y="1689"/>
                      </a:lnTo>
                      <a:lnTo>
                        <a:pt x="736" y="1685"/>
                      </a:lnTo>
                      <a:lnTo>
                        <a:pt x="736" y="1679"/>
                      </a:lnTo>
                      <a:lnTo>
                        <a:pt x="731" y="1673"/>
                      </a:lnTo>
                      <a:lnTo>
                        <a:pt x="725" y="1666"/>
                      </a:lnTo>
                      <a:lnTo>
                        <a:pt x="716" y="1659"/>
                      </a:lnTo>
                      <a:lnTo>
                        <a:pt x="706" y="1653"/>
                      </a:lnTo>
                      <a:lnTo>
                        <a:pt x="705" y="1649"/>
                      </a:lnTo>
                      <a:lnTo>
                        <a:pt x="704" y="1646"/>
                      </a:lnTo>
                      <a:lnTo>
                        <a:pt x="703" y="1642"/>
                      </a:lnTo>
                      <a:lnTo>
                        <a:pt x="703" y="1637"/>
                      </a:lnTo>
                      <a:lnTo>
                        <a:pt x="704" y="1626"/>
                      </a:lnTo>
                      <a:lnTo>
                        <a:pt x="704" y="1615"/>
                      </a:lnTo>
                      <a:lnTo>
                        <a:pt x="704" y="1610"/>
                      </a:lnTo>
                      <a:lnTo>
                        <a:pt x="703" y="1607"/>
                      </a:lnTo>
                      <a:lnTo>
                        <a:pt x="702" y="1603"/>
                      </a:lnTo>
                      <a:lnTo>
                        <a:pt x="699" y="1599"/>
                      </a:lnTo>
                      <a:lnTo>
                        <a:pt x="696" y="1597"/>
                      </a:lnTo>
                      <a:lnTo>
                        <a:pt x="692" y="1596"/>
                      </a:lnTo>
                      <a:lnTo>
                        <a:pt x="687" y="1596"/>
                      </a:lnTo>
                      <a:lnTo>
                        <a:pt x="682" y="1595"/>
                      </a:lnTo>
                      <a:lnTo>
                        <a:pt x="681" y="1589"/>
                      </a:lnTo>
                      <a:lnTo>
                        <a:pt x="681" y="1577"/>
                      </a:lnTo>
                      <a:lnTo>
                        <a:pt x="675" y="1571"/>
                      </a:lnTo>
                      <a:lnTo>
                        <a:pt x="671" y="1567"/>
                      </a:lnTo>
                      <a:lnTo>
                        <a:pt x="669" y="1557"/>
                      </a:lnTo>
                      <a:lnTo>
                        <a:pt x="667" y="1541"/>
                      </a:lnTo>
                      <a:lnTo>
                        <a:pt x="666" y="1539"/>
                      </a:lnTo>
                      <a:lnTo>
                        <a:pt x="663" y="1536"/>
                      </a:lnTo>
                      <a:lnTo>
                        <a:pt x="662" y="1535"/>
                      </a:lnTo>
                      <a:lnTo>
                        <a:pt x="660" y="1534"/>
                      </a:lnTo>
                      <a:lnTo>
                        <a:pt x="654" y="1534"/>
                      </a:lnTo>
                      <a:lnTo>
                        <a:pt x="649" y="1534"/>
                      </a:lnTo>
                      <a:lnTo>
                        <a:pt x="646" y="1535"/>
                      </a:lnTo>
                      <a:lnTo>
                        <a:pt x="642" y="1538"/>
                      </a:lnTo>
                      <a:lnTo>
                        <a:pt x="637" y="1540"/>
                      </a:lnTo>
                      <a:lnTo>
                        <a:pt x="634" y="1542"/>
                      </a:lnTo>
                      <a:lnTo>
                        <a:pt x="629" y="1548"/>
                      </a:lnTo>
                      <a:lnTo>
                        <a:pt x="624" y="1555"/>
                      </a:lnTo>
                      <a:lnTo>
                        <a:pt x="622" y="1563"/>
                      </a:lnTo>
                      <a:lnTo>
                        <a:pt x="619" y="1571"/>
                      </a:lnTo>
                      <a:lnTo>
                        <a:pt x="616" y="1586"/>
                      </a:lnTo>
                      <a:lnTo>
                        <a:pt x="612" y="1598"/>
                      </a:lnTo>
                      <a:lnTo>
                        <a:pt x="611" y="1603"/>
                      </a:lnTo>
                      <a:lnTo>
                        <a:pt x="609" y="1607"/>
                      </a:lnTo>
                      <a:lnTo>
                        <a:pt x="606" y="1608"/>
                      </a:lnTo>
                      <a:lnTo>
                        <a:pt x="604" y="1609"/>
                      </a:lnTo>
                      <a:lnTo>
                        <a:pt x="602" y="1609"/>
                      </a:lnTo>
                      <a:lnTo>
                        <a:pt x="599" y="1608"/>
                      </a:lnTo>
                      <a:lnTo>
                        <a:pt x="596" y="1607"/>
                      </a:lnTo>
                      <a:lnTo>
                        <a:pt x="593" y="1604"/>
                      </a:lnTo>
                      <a:lnTo>
                        <a:pt x="590" y="1603"/>
                      </a:lnTo>
                      <a:lnTo>
                        <a:pt x="586" y="1604"/>
                      </a:lnTo>
                      <a:lnTo>
                        <a:pt x="581" y="1607"/>
                      </a:lnTo>
                      <a:lnTo>
                        <a:pt x="577" y="1610"/>
                      </a:lnTo>
                      <a:lnTo>
                        <a:pt x="567" y="1621"/>
                      </a:lnTo>
                      <a:lnTo>
                        <a:pt x="560" y="1631"/>
                      </a:lnTo>
                      <a:lnTo>
                        <a:pt x="554" y="1642"/>
                      </a:lnTo>
                      <a:lnTo>
                        <a:pt x="547" y="1652"/>
                      </a:lnTo>
                      <a:lnTo>
                        <a:pt x="542" y="1655"/>
                      </a:lnTo>
                      <a:lnTo>
                        <a:pt x="537" y="1659"/>
                      </a:lnTo>
                      <a:lnTo>
                        <a:pt x="533" y="1661"/>
                      </a:lnTo>
                      <a:lnTo>
                        <a:pt x="527" y="1664"/>
                      </a:lnTo>
                      <a:lnTo>
                        <a:pt x="515" y="1665"/>
                      </a:lnTo>
                      <a:lnTo>
                        <a:pt x="504" y="1666"/>
                      </a:lnTo>
                      <a:lnTo>
                        <a:pt x="499" y="1665"/>
                      </a:lnTo>
                      <a:lnTo>
                        <a:pt x="496" y="1664"/>
                      </a:lnTo>
                      <a:lnTo>
                        <a:pt x="493" y="1661"/>
                      </a:lnTo>
                      <a:lnTo>
                        <a:pt x="491" y="1659"/>
                      </a:lnTo>
                      <a:lnTo>
                        <a:pt x="491" y="1653"/>
                      </a:lnTo>
                      <a:lnTo>
                        <a:pt x="490" y="1649"/>
                      </a:lnTo>
                      <a:lnTo>
                        <a:pt x="488" y="1646"/>
                      </a:lnTo>
                      <a:lnTo>
                        <a:pt x="484" y="1642"/>
                      </a:lnTo>
                      <a:lnTo>
                        <a:pt x="480" y="1640"/>
                      </a:lnTo>
                      <a:lnTo>
                        <a:pt x="476" y="1639"/>
                      </a:lnTo>
                      <a:lnTo>
                        <a:pt x="469" y="1637"/>
                      </a:lnTo>
                      <a:lnTo>
                        <a:pt x="460" y="1637"/>
                      </a:lnTo>
                      <a:lnTo>
                        <a:pt x="444" y="1637"/>
                      </a:lnTo>
                      <a:lnTo>
                        <a:pt x="429" y="1640"/>
                      </a:lnTo>
                      <a:lnTo>
                        <a:pt x="416" y="1642"/>
                      </a:lnTo>
                      <a:lnTo>
                        <a:pt x="406" y="1645"/>
                      </a:lnTo>
                      <a:lnTo>
                        <a:pt x="401" y="1645"/>
                      </a:lnTo>
                      <a:lnTo>
                        <a:pt x="397" y="1645"/>
                      </a:lnTo>
                      <a:lnTo>
                        <a:pt x="392" y="1643"/>
                      </a:lnTo>
                      <a:lnTo>
                        <a:pt x="389" y="1640"/>
                      </a:lnTo>
                      <a:lnTo>
                        <a:pt x="385" y="1636"/>
                      </a:lnTo>
                      <a:lnTo>
                        <a:pt x="383" y="1633"/>
                      </a:lnTo>
                      <a:lnTo>
                        <a:pt x="382" y="1629"/>
                      </a:lnTo>
                      <a:lnTo>
                        <a:pt x="381" y="1626"/>
                      </a:lnTo>
                      <a:lnTo>
                        <a:pt x="382" y="1623"/>
                      </a:lnTo>
                      <a:lnTo>
                        <a:pt x="382" y="1620"/>
                      </a:lnTo>
                      <a:lnTo>
                        <a:pt x="384" y="1617"/>
                      </a:lnTo>
                      <a:lnTo>
                        <a:pt x="386" y="1615"/>
                      </a:lnTo>
                      <a:lnTo>
                        <a:pt x="391" y="1611"/>
                      </a:lnTo>
                      <a:lnTo>
                        <a:pt x="395" y="1608"/>
                      </a:lnTo>
                      <a:lnTo>
                        <a:pt x="395" y="1607"/>
                      </a:lnTo>
                      <a:lnTo>
                        <a:pt x="395" y="1604"/>
                      </a:lnTo>
                      <a:lnTo>
                        <a:pt x="395" y="1602"/>
                      </a:lnTo>
                      <a:lnTo>
                        <a:pt x="394" y="1598"/>
                      </a:lnTo>
                      <a:lnTo>
                        <a:pt x="390" y="1590"/>
                      </a:lnTo>
                      <a:lnTo>
                        <a:pt x="385" y="1579"/>
                      </a:lnTo>
                      <a:lnTo>
                        <a:pt x="381" y="1567"/>
                      </a:lnTo>
                      <a:lnTo>
                        <a:pt x="376" y="1553"/>
                      </a:lnTo>
                      <a:lnTo>
                        <a:pt x="371" y="1538"/>
                      </a:lnTo>
                      <a:lnTo>
                        <a:pt x="366" y="1521"/>
                      </a:lnTo>
                      <a:lnTo>
                        <a:pt x="362" y="1504"/>
                      </a:lnTo>
                      <a:lnTo>
                        <a:pt x="356" y="1490"/>
                      </a:lnTo>
                      <a:lnTo>
                        <a:pt x="348" y="1476"/>
                      </a:lnTo>
                      <a:lnTo>
                        <a:pt x="340" y="1465"/>
                      </a:lnTo>
                      <a:lnTo>
                        <a:pt x="332" y="1456"/>
                      </a:lnTo>
                      <a:lnTo>
                        <a:pt x="323" y="1447"/>
                      </a:lnTo>
                      <a:lnTo>
                        <a:pt x="319" y="1444"/>
                      </a:lnTo>
                      <a:lnTo>
                        <a:pt x="315" y="1439"/>
                      </a:lnTo>
                      <a:lnTo>
                        <a:pt x="312" y="1433"/>
                      </a:lnTo>
                      <a:lnTo>
                        <a:pt x="309" y="1428"/>
                      </a:lnTo>
                      <a:lnTo>
                        <a:pt x="307" y="1415"/>
                      </a:lnTo>
                      <a:lnTo>
                        <a:pt x="306" y="1404"/>
                      </a:lnTo>
                      <a:lnTo>
                        <a:pt x="306" y="1400"/>
                      </a:lnTo>
                      <a:lnTo>
                        <a:pt x="308" y="1395"/>
                      </a:lnTo>
                      <a:lnTo>
                        <a:pt x="310" y="1390"/>
                      </a:lnTo>
                      <a:lnTo>
                        <a:pt x="314" y="1387"/>
                      </a:lnTo>
                      <a:lnTo>
                        <a:pt x="322" y="1381"/>
                      </a:lnTo>
                      <a:lnTo>
                        <a:pt x="328" y="1374"/>
                      </a:lnTo>
                      <a:lnTo>
                        <a:pt x="331" y="1370"/>
                      </a:lnTo>
                      <a:lnTo>
                        <a:pt x="332" y="1365"/>
                      </a:lnTo>
                      <a:lnTo>
                        <a:pt x="331" y="1362"/>
                      </a:lnTo>
                      <a:lnTo>
                        <a:pt x="331" y="1358"/>
                      </a:lnTo>
                      <a:lnTo>
                        <a:pt x="327" y="1350"/>
                      </a:lnTo>
                      <a:lnTo>
                        <a:pt x="323" y="1344"/>
                      </a:lnTo>
                      <a:lnTo>
                        <a:pt x="321" y="1337"/>
                      </a:lnTo>
                      <a:lnTo>
                        <a:pt x="321" y="1328"/>
                      </a:lnTo>
                      <a:lnTo>
                        <a:pt x="321" y="1325"/>
                      </a:lnTo>
                      <a:lnTo>
                        <a:pt x="320" y="1320"/>
                      </a:lnTo>
                      <a:lnTo>
                        <a:pt x="319" y="1315"/>
                      </a:lnTo>
                      <a:lnTo>
                        <a:pt x="315" y="1309"/>
                      </a:lnTo>
                      <a:lnTo>
                        <a:pt x="312" y="1305"/>
                      </a:lnTo>
                      <a:lnTo>
                        <a:pt x="307" y="1301"/>
                      </a:lnTo>
                      <a:lnTo>
                        <a:pt x="303" y="1299"/>
                      </a:lnTo>
                      <a:lnTo>
                        <a:pt x="299" y="1296"/>
                      </a:lnTo>
                      <a:lnTo>
                        <a:pt x="294" y="1296"/>
                      </a:lnTo>
                      <a:lnTo>
                        <a:pt x="289" y="1297"/>
                      </a:lnTo>
                      <a:lnTo>
                        <a:pt x="284" y="1300"/>
                      </a:lnTo>
                      <a:lnTo>
                        <a:pt x="281" y="1305"/>
                      </a:lnTo>
                      <a:lnTo>
                        <a:pt x="272" y="1312"/>
                      </a:lnTo>
                      <a:lnTo>
                        <a:pt x="265" y="1317"/>
                      </a:lnTo>
                      <a:lnTo>
                        <a:pt x="263" y="1318"/>
                      </a:lnTo>
                      <a:lnTo>
                        <a:pt x="260" y="1318"/>
                      </a:lnTo>
                      <a:lnTo>
                        <a:pt x="258" y="1318"/>
                      </a:lnTo>
                      <a:lnTo>
                        <a:pt x="256" y="1317"/>
                      </a:lnTo>
                      <a:lnTo>
                        <a:pt x="253" y="1313"/>
                      </a:lnTo>
                      <a:lnTo>
                        <a:pt x="250" y="1309"/>
                      </a:lnTo>
                      <a:lnTo>
                        <a:pt x="247" y="1308"/>
                      </a:lnTo>
                      <a:lnTo>
                        <a:pt x="244" y="1307"/>
                      </a:lnTo>
                      <a:lnTo>
                        <a:pt x="240" y="1307"/>
                      </a:lnTo>
                      <a:lnTo>
                        <a:pt x="236" y="1308"/>
                      </a:lnTo>
                      <a:lnTo>
                        <a:pt x="231" y="1309"/>
                      </a:lnTo>
                      <a:lnTo>
                        <a:pt x="228" y="1312"/>
                      </a:lnTo>
                      <a:lnTo>
                        <a:pt x="226" y="1314"/>
                      </a:lnTo>
                      <a:lnTo>
                        <a:pt x="225" y="1318"/>
                      </a:lnTo>
                      <a:lnTo>
                        <a:pt x="222" y="1320"/>
                      </a:lnTo>
                      <a:lnTo>
                        <a:pt x="220" y="1322"/>
                      </a:lnTo>
                      <a:lnTo>
                        <a:pt x="215" y="1325"/>
                      </a:lnTo>
                      <a:lnTo>
                        <a:pt x="209" y="1326"/>
                      </a:lnTo>
                      <a:lnTo>
                        <a:pt x="202" y="1326"/>
                      </a:lnTo>
                      <a:lnTo>
                        <a:pt x="195" y="1325"/>
                      </a:lnTo>
                      <a:lnTo>
                        <a:pt x="190" y="1322"/>
                      </a:lnTo>
                      <a:lnTo>
                        <a:pt x="187" y="1320"/>
                      </a:lnTo>
                      <a:lnTo>
                        <a:pt x="183" y="1317"/>
                      </a:lnTo>
                      <a:lnTo>
                        <a:pt x="181" y="1314"/>
                      </a:lnTo>
                      <a:lnTo>
                        <a:pt x="182" y="1311"/>
                      </a:lnTo>
                      <a:lnTo>
                        <a:pt x="188" y="1305"/>
                      </a:lnTo>
                      <a:lnTo>
                        <a:pt x="190" y="1301"/>
                      </a:lnTo>
                      <a:lnTo>
                        <a:pt x="194" y="1297"/>
                      </a:lnTo>
                      <a:lnTo>
                        <a:pt x="195" y="1293"/>
                      </a:lnTo>
                      <a:lnTo>
                        <a:pt x="196" y="1288"/>
                      </a:lnTo>
                      <a:lnTo>
                        <a:pt x="197" y="1283"/>
                      </a:lnTo>
                      <a:lnTo>
                        <a:pt x="196" y="1277"/>
                      </a:lnTo>
                      <a:lnTo>
                        <a:pt x="196" y="1274"/>
                      </a:lnTo>
                      <a:lnTo>
                        <a:pt x="194" y="1269"/>
                      </a:lnTo>
                      <a:lnTo>
                        <a:pt x="192" y="1259"/>
                      </a:lnTo>
                      <a:lnTo>
                        <a:pt x="189" y="1250"/>
                      </a:lnTo>
                      <a:lnTo>
                        <a:pt x="188" y="1238"/>
                      </a:lnTo>
                      <a:lnTo>
                        <a:pt x="184" y="1225"/>
                      </a:lnTo>
                      <a:lnTo>
                        <a:pt x="183" y="1218"/>
                      </a:lnTo>
                      <a:lnTo>
                        <a:pt x="183" y="1212"/>
                      </a:lnTo>
                      <a:lnTo>
                        <a:pt x="182" y="1205"/>
                      </a:lnTo>
                      <a:lnTo>
                        <a:pt x="183" y="1199"/>
                      </a:lnTo>
                      <a:lnTo>
                        <a:pt x="187" y="1188"/>
                      </a:lnTo>
                      <a:lnTo>
                        <a:pt x="188" y="1177"/>
                      </a:lnTo>
                      <a:lnTo>
                        <a:pt x="188" y="1172"/>
                      </a:lnTo>
                      <a:lnTo>
                        <a:pt x="187" y="1167"/>
                      </a:lnTo>
                      <a:lnTo>
                        <a:pt x="184" y="1161"/>
                      </a:lnTo>
                      <a:lnTo>
                        <a:pt x="181" y="1155"/>
                      </a:lnTo>
                      <a:lnTo>
                        <a:pt x="171" y="1147"/>
                      </a:lnTo>
                      <a:lnTo>
                        <a:pt x="165" y="1139"/>
                      </a:lnTo>
                      <a:lnTo>
                        <a:pt x="163" y="1137"/>
                      </a:lnTo>
                      <a:lnTo>
                        <a:pt x="161" y="1132"/>
                      </a:lnTo>
                      <a:lnTo>
                        <a:pt x="158" y="1128"/>
                      </a:lnTo>
                      <a:lnTo>
                        <a:pt x="157" y="1122"/>
                      </a:lnTo>
                      <a:lnTo>
                        <a:pt x="152" y="1107"/>
                      </a:lnTo>
                      <a:lnTo>
                        <a:pt x="146" y="1093"/>
                      </a:lnTo>
                      <a:lnTo>
                        <a:pt x="142" y="1087"/>
                      </a:lnTo>
                      <a:lnTo>
                        <a:pt x="138" y="1081"/>
                      </a:lnTo>
                      <a:lnTo>
                        <a:pt x="133" y="1076"/>
                      </a:lnTo>
                      <a:lnTo>
                        <a:pt x="129" y="1073"/>
                      </a:lnTo>
                      <a:lnTo>
                        <a:pt x="119" y="1066"/>
                      </a:lnTo>
                      <a:lnTo>
                        <a:pt x="112" y="1057"/>
                      </a:lnTo>
                      <a:lnTo>
                        <a:pt x="107" y="1049"/>
                      </a:lnTo>
                      <a:lnTo>
                        <a:pt x="102" y="1042"/>
                      </a:lnTo>
                      <a:lnTo>
                        <a:pt x="100" y="1040"/>
                      </a:lnTo>
                      <a:lnTo>
                        <a:pt x="98" y="1037"/>
                      </a:lnTo>
                      <a:lnTo>
                        <a:pt x="95" y="1037"/>
                      </a:lnTo>
                      <a:lnTo>
                        <a:pt x="93" y="1036"/>
                      </a:lnTo>
                      <a:lnTo>
                        <a:pt x="89" y="1037"/>
                      </a:lnTo>
                      <a:lnTo>
                        <a:pt x="85" y="1040"/>
                      </a:lnTo>
                      <a:lnTo>
                        <a:pt x="82" y="1040"/>
                      </a:lnTo>
                      <a:lnTo>
                        <a:pt x="81" y="1040"/>
                      </a:lnTo>
                      <a:lnTo>
                        <a:pt x="80" y="1038"/>
                      </a:lnTo>
                      <a:lnTo>
                        <a:pt x="80" y="1036"/>
                      </a:lnTo>
                      <a:lnTo>
                        <a:pt x="80" y="1031"/>
                      </a:lnTo>
                      <a:lnTo>
                        <a:pt x="80" y="1025"/>
                      </a:lnTo>
                      <a:lnTo>
                        <a:pt x="80" y="1022"/>
                      </a:lnTo>
                      <a:lnTo>
                        <a:pt x="79" y="1019"/>
                      </a:lnTo>
                      <a:lnTo>
                        <a:pt x="76" y="1017"/>
                      </a:lnTo>
                      <a:lnTo>
                        <a:pt x="74" y="1016"/>
                      </a:lnTo>
                      <a:lnTo>
                        <a:pt x="68" y="1013"/>
                      </a:lnTo>
                      <a:lnTo>
                        <a:pt x="60" y="1011"/>
                      </a:lnTo>
                      <a:lnTo>
                        <a:pt x="54" y="1011"/>
                      </a:lnTo>
                      <a:lnTo>
                        <a:pt x="49" y="1010"/>
                      </a:lnTo>
                      <a:lnTo>
                        <a:pt x="43" y="1007"/>
                      </a:lnTo>
                      <a:lnTo>
                        <a:pt x="37" y="1005"/>
                      </a:lnTo>
                      <a:lnTo>
                        <a:pt x="31" y="1000"/>
                      </a:lnTo>
                      <a:lnTo>
                        <a:pt x="25" y="996"/>
                      </a:lnTo>
                      <a:lnTo>
                        <a:pt x="19" y="988"/>
                      </a:lnTo>
                      <a:lnTo>
                        <a:pt x="13" y="980"/>
                      </a:lnTo>
                      <a:lnTo>
                        <a:pt x="8" y="971"/>
                      </a:lnTo>
                      <a:lnTo>
                        <a:pt x="5" y="961"/>
                      </a:lnTo>
                      <a:lnTo>
                        <a:pt x="1" y="952"/>
                      </a:lnTo>
                      <a:lnTo>
                        <a:pt x="0" y="942"/>
                      </a:lnTo>
                      <a:lnTo>
                        <a:pt x="0" y="934"/>
                      </a:lnTo>
                      <a:lnTo>
                        <a:pt x="1" y="927"/>
                      </a:lnTo>
                      <a:lnTo>
                        <a:pt x="3" y="921"/>
                      </a:lnTo>
                      <a:lnTo>
                        <a:pt x="5" y="917"/>
                      </a:lnTo>
                      <a:lnTo>
                        <a:pt x="10" y="914"/>
                      </a:lnTo>
                      <a:lnTo>
                        <a:pt x="12" y="910"/>
                      </a:lnTo>
                      <a:lnTo>
                        <a:pt x="12" y="906"/>
                      </a:lnTo>
                      <a:lnTo>
                        <a:pt x="11" y="902"/>
                      </a:lnTo>
                      <a:lnTo>
                        <a:pt x="11" y="898"/>
                      </a:lnTo>
                      <a:lnTo>
                        <a:pt x="11" y="896"/>
                      </a:lnTo>
                      <a:lnTo>
                        <a:pt x="12" y="892"/>
                      </a:lnTo>
                      <a:lnTo>
                        <a:pt x="13" y="890"/>
                      </a:lnTo>
                      <a:lnTo>
                        <a:pt x="16" y="887"/>
                      </a:lnTo>
                      <a:lnTo>
                        <a:pt x="19" y="885"/>
                      </a:lnTo>
                      <a:lnTo>
                        <a:pt x="23" y="884"/>
                      </a:lnTo>
                      <a:lnTo>
                        <a:pt x="27" y="883"/>
                      </a:lnTo>
                      <a:lnTo>
                        <a:pt x="38" y="881"/>
                      </a:lnTo>
                      <a:lnTo>
                        <a:pt x="47" y="879"/>
                      </a:lnTo>
                      <a:lnTo>
                        <a:pt x="50" y="876"/>
                      </a:lnTo>
                      <a:lnTo>
                        <a:pt x="54" y="872"/>
                      </a:lnTo>
                      <a:lnTo>
                        <a:pt x="56" y="867"/>
                      </a:lnTo>
                      <a:lnTo>
                        <a:pt x="58" y="860"/>
                      </a:lnTo>
                      <a:lnTo>
                        <a:pt x="63" y="842"/>
                      </a:lnTo>
                      <a:lnTo>
                        <a:pt x="67" y="832"/>
                      </a:lnTo>
                      <a:lnTo>
                        <a:pt x="69" y="828"/>
                      </a:lnTo>
                      <a:lnTo>
                        <a:pt x="71" y="824"/>
                      </a:lnTo>
                      <a:lnTo>
                        <a:pt x="75" y="822"/>
                      </a:lnTo>
                      <a:lnTo>
                        <a:pt x="80" y="818"/>
                      </a:lnTo>
                      <a:lnTo>
                        <a:pt x="88" y="811"/>
                      </a:lnTo>
                      <a:lnTo>
                        <a:pt x="96" y="802"/>
                      </a:lnTo>
                      <a:lnTo>
                        <a:pt x="104" y="790"/>
                      </a:lnTo>
                      <a:lnTo>
                        <a:pt x="107" y="782"/>
                      </a:lnTo>
                      <a:lnTo>
                        <a:pt x="108" y="778"/>
                      </a:lnTo>
                      <a:lnTo>
                        <a:pt x="111" y="776"/>
                      </a:lnTo>
                      <a:lnTo>
                        <a:pt x="113" y="773"/>
                      </a:lnTo>
                      <a:lnTo>
                        <a:pt x="117" y="771"/>
                      </a:lnTo>
                      <a:lnTo>
                        <a:pt x="120" y="770"/>
                      </a:lnTo>
                      <a:lnTo>
                        <a:pt x="124" y="769"/>
                      </a:lnTo>
                      <a:lnTo>
                        <a:pt x="129" y="767"/>
                      </a:lnTo>
                      <a:lnTo>
                        <a:pt x="134" y="767"/>
                      </a:lnTo>
                      <a:lnTo>
                        <a:pt x="143" y="767"/>
                      </a:lnTo>
                      <a:lnTo>
                        <a:pt x="150" y="765"/>
                      </a:lnTo>
                      <a:lnTo>
                        <a:pt x="153" y="761"/>
                      </a:lnTo>
                      <a:lnTo>
                        <a:pt x="156" y="758"/>
                      </a:lnTo>
                      <a:lnTo>
                        <a:pt x="158" y="754"/>
                      </a:lnTo>
                      <a:lnTo>
                        <a:pt x="162" y="752"/>
                      </a:lnTo>
                      <a:lnTo>
                        <a:pt x="167" y="751"/>
                      </a:lnTo>
                      <a:lnTo>
                        <a:pt x="171" y="751"/>
                      </a:lnTo>
                      <a:lnTo>
                        <a:pt x="176" y="750"/>
                      </a:lnTo>
                      <a:lnTo>
                        <a:pt x="178" y="747"/>
                      </a:lnTo>
                      <a:lnTo>
                        <a:pt x="180" y="745"/>
                      </a:lnTo>
                      <a:lnTo>
                        <a:pt x="181" y="742"/>
                      </a:lnTo>
                      <a:lnTo>
                        <a:pt x="181" y="739"/>
                      </a:lnTo>
                      <a:lnTo>
                        <a:pt x="180" y="735"/>
                      </a:lnTo>
                      <a:lnTo>
                        <a:pt x="180" y="731"/>
                      </a:lnTo>
                      <a:lnTo>
                        <a:pt x="180" y="726"/>
                      </a:lnTo>
                      <a:lnTo>
                        <a:pt x="181" y="721"/>
                      </a:lnTo>
                      <a:lnTo>
                        <a:pt x="183" y="716"/>
                      </a:lnTo>
                      <a:lnTo>
                        <a:pt x="187" y="713"/>
                      </a:lnTo>
                      <a:lnTo>
                        <a:pt x="192" y="709"/>
                      </a:lnTo>
                      <a:lnTo>
                        <a:pt x="197" y="706"/>
                      </a:lnTo>
                      <a:lnTo>
                        <a:pt x="203" y="702"/>
                      </a:lnTo>
                      <a:lnTo>
                        <a:pt x="211" y="698"/>
                      </a:lnTo>
                      <a:lnTo>
                        <a:pt x="219" y="695"/>
                      </a:lnTo>
                      <a:lnTo>
                        <a:pt x="226" y="690"/>
                      </a:lnTo>
                      <a:lnTo>
                        <a:pt x="233" y="684"/>
                      </a:lnTo>
                      <a:lnTo>
                        <a:pt x="240" y="678"/>
                      </a:lnTo>
                      <a:lnTo>
                        <a:pt x="245" y="672"/>
                      </a:lnTo>
                      <a:lnTo>
                        <a:pt x="249" y="666"/>
                      </a:lnTo>
                      <a:lnTo>
                        <a:pt x="249" y="660"/>
                      </a:lnTo>
                      <a:lnTo>
                        <a:pt x="247" y="650"/>
                      </a:lnTo>
                      <a:lnTo>
                        <a:pt x="246" y="638"/>
                      </a:lnTo>
                      <a:lnTo>
                        <a:pt x="247" y="633"/>
                      </a:lnTo>
                      <a:lnTo>
                        <a:pt x="247" y="627"/>
                      </a:lnTo>
                      <a:lnTo>
                        <a:pt x="250" y="622"/>
                      </a:lnTo>
                      <a:lnTo>
                        <a:pt x="252" y="618"/>
                      </a:lnTo>
                      <a:lnTo>
                        <a:pt x="266" y="602"/>
                      </a:lnTo>
                      <a:lnTo>
                        <a:pt x="276" y="589"/>
                      </a:lnTo>
                      <a:lnTo>
                        <a:pt x="277" y="582"/>
                      </a:lnTo>
                      <a:lnTo>
                        <a:pt x="281" y="577"/>
                      </a:lnTo>
                      <a:lnTo>
                        <a:pt x="284" y="572"/>
                      </a:lnTo>
                      <a:lnTo>
                        <a:pt x="288" y="570"/>
                      </a:lnTo>
                      <a:lnTo>
                        <a:pt x="291" y="567"/>
                      </a:lnTo>
                      <a:lnTo>
                        <a:pt x="294" y="562"/>
                      </a:lnTo>
                      <a:lnTo>
                        <a:pt x="295" y="553"/>
                      </a:lnTo>
                      <a:lnTo>
                        <a:pt x="294" y="543"/>
                      </a:lnTo>
                      <a:lnTo>
                        <a:pt x="290" y="532"/>
                      </a:lnTo>
                      <a:lnTo>
                        <a:pt x="283" y="520"/>
                      </a:lnTo>
                      <a:lnTo>
                        <a:pt x="280" y="515"/>
                      </a:lnTo>
                      <a:lnTo>
                        <a:pt x="277" y="509"/>
                      </a:lnTo>
                      <a:lnTo>
                        <a:pt x="275" y="505"/>
                      </a:lnTo>
                      <a:lnTo>
                        <a:pt x="274" y="499"/>
                      </a:lnTo>
                      <a:lnTo>
                        <a:pt x="275" y="488"/>
                      </a:lnTo>
                      <a:lnTo>
                        <a:pt x="276" y="480"/>
                      </a:lnTo>
                      <a:lnTo>
                        <a:pt x="278" y="476"/>
                      </a:lnTo>
                      <a:lnTo>
                        <a:pt x="280" y="474"/>
                      </a:lnTo>
                      <a:lnTo>
                        <a:pt x="282" y="471"/>
                      </a:lnTo>
                      <a:lnTo>
                        <a:pt x="285" y="470"/>
                      </a:lnTo>
                      <a:lnTo>
                        <a:pt x="288" y="470"/>
                      </a:lnTo>
                      <a:lnTo>
                        <a:pt x="290" y="468"/>
                      </a:lnTo>
                      <a:lnTo>
                        <a:pt x="293" y="467"/>
                      </a:lnTo>
                      <a:lnTo>
                        <a:pt x="294" y="463"/>
                      </a:lnTo>
                      <a:lnTo>
                        <a:pt x="295" y="461"/>
                      </a:lnTo>
                      <a:lnTo>
                        <a:pt x="295" y="457"/>
                      </a:lnTo>
                      <a:lnTo>
                        <a:pt x="294" y="454"/>
                      </a:lnTo>
                      <a:lnTo>
                        <a:pt x="291" y="450"/>
                      </a:lnTo>
                      <a:lnTo>
                        <a:pt x="287" y="444"/>
                      </a:lnTo>
                      <a:lnTo>
                        <a:pt x="282" y="437"/>
                      </a:lnTo>
                      <a:lnTo>
                        <a:pt x="280" y="433"/>
                      </a:lnTo>
                      <a:lnTo>
                        <a:pt x="278" y="430"/>
                      </a:lnTo>
                      <a:lnTo>
                        <a:pt x="278" y="424"/>
                      </a:lnTo>
                      <a:lnTo>
                        <a:pt x="278" y="419"/>
                      </a:lnTo>
                      <a:lnTo>
                        <a:pt x="280" y="412"/>
                      </a:lnTo>
                      <a:lnTo>
                        <a:pt x="282" y="406"/>
                      </a:lnTo>
                      <a:lnTo>
                        <a:pt x="284" y="401"/>
                      </a:lnTo>
                      <a:lnTo>
                        <a:pt x="289" y="397"/>
                      </a:lnTo>
                      <a:lnTo>
                        <a:pt x="294" y="393"/>
                      </a:lnTo>
                      <a:lnTo>
                        <a:pt x="300" y="391"/>
                      </a:lnTo>
                      <a:lnTo>
                        <a:pt x="304" y="389"/>
                      </a:lnTo>
                      <a:lnTo>
                        <a:pt x="310" y="392"/>
                      </a:lnTo>
                      <a:lnTo>
                        <a:pt x="321" y="397"/>
                      </a:lnTo>
                      <a:lnTo>
                        <a:pt x="332" y="400"/>
                      </a:lnTo>
                      <a:lnTo>
                        <a:pt x="341" y="401"/>
                      </a:lnTo>
                      <a:lnTo>
                        <a:pt x="351" y="401"/>
                      </a:lnTo>
                      <a:lnTo>
                        <a:pt x="360" y="400"/>
                      </a:lnTo>
                      <a:lnTo>
                        <a:pt x="370" y="400"/>
                      </a:lnTo>
                      <a:lnTo>
                        <a:pt x="378" y="402"/>
                      </a:lnTo>
                      <a:lnTo>
                        <a:pt x="386" y="406"/>
                      </a:lnTo>
                      <a:lnTo>
                        <a:pt x="395" y="410"/>
                      </a:lnTo>
                      <a:lnTo>
                        <a:pt x="401" y="411"/>
                      </a:lnTo>
                      <a:lnTo>
                        <a:pt x="404" y="411"/>
                      </a:lnTo>
                      <a:lnTo>
                        <a:pt x="407" y="410"/>
                      </a:lnTo>
                      <a:lnTo>
                        <a:pt x="409" y="406"/>
                      </a:lnTo>
                      <a:lnTo>
                        <a:pt x="411" y="401"/>
                      </a:lnTo>
                      <a:lnTo>
                        <a:pt x="414" y="393"/>
                      </a:lnTo>
                      <a:lnTo>
                        <a:pt x="417" y="385"/>
                      </a:lnTo>
                      <a:lnTo>
                        <a:pt x="421" y="382"/>
                      </a:lnTo>
                      <a:lnTo>
                        <a:pt x="425" y="380"/>
                      </a:lnTo>
                      <a:lnTo>
                        <a:pt x="430" y="378"/>
                      </a:lnTo>
                      <a:lnTo>
                        <a:pt x="436" y="376"/>
                      </a:lnTo>
                      <a:lnTo>
                        <a:pt x="448" y="373"/>
                      </a:lnTo>
                      <a:lnTo>
                        <a:pt x="455" y="370"/>
                      </a:lnTo>
                      <a:lnTo>
                        <a:pt x="457" y="368"/>
                      </a:lnTo>
                      <a:lnTo>
                        <a:pt x="457" y="366"/>
                      </a:lnTo>
                      <a:lnTo>
                        <a:pt x="457" y="362"/>
                      </a:lnTo>
                      <a:lnTo>
                        <a:pt x="457" y="357"/>
                      </a:lnTo>
                      <a:lnTo>
                        <a:pt x="454" y="344"/>
                      </a:lnTo>
                      <a:lnTo>
                        <a:pt x="451" y="331"/>
                      </a:lnTo>
                      <a:lnTo>
                        <a:pt x="448" y="324"/>
                      </a:lnTo>
                      <a:lnTo>
                        <a:pt x="446" y="319"/>
                      </a:lnTo>
                      <a:lnTo>
                        <a:pt x="442" y="315"/>
                      </a:lnTo>
                      <a:lnTo>
                        <a:pt x="439" y="312"/>
                      </a:lnTo>
                      <a:lnTo>
                        <a:pt x="421" y="306"/>
                      </a:lnTo>
                      <a:lnTo>
                        <a:pt x="406" y="300"/>
                      </a:lnTo>
                      <a:lnTo>
                        <a:pt x="402" y="297"/>
                      </a:lnTo>
                      <a:lnTo>
                        <a:pt x="400" y="291"/>
                      </a:lnTo>
                      <a:lnTo>
                        <a:pt x="397" y="285"/>
                      </a:lnTo>
                      <a:lnTo>
                        <a:pt x="396" y="279"/>
                      </a:lnTo>
                      <a:lnTo>
                        <a:pt x="396" y="272"/>
                      </a:lnTo>
                      <a:lnTo>
                        <a:pt x="397" y="267"/>
                      </a:lnTo>
                      <a:lnTo>
                        <a:pt x="397" y="265"/>
                      </a:lnTo>
                      <a:lnTo>
                        <a:pt x="400" y="263"/>
                      </a:lnTo>
                      <a:lnTo>
                        <a:pt x="401" y="262"/>
                      </a:lnTo>
                      <a:lnTo>
                        <a:pt x="403" y="261"/>
                      </a:lnTo>
                      <a:lnTo>
                        <a:pt x="411" y="260"/>
                      </a:lnTo>
                      <a:lnTo>
                        <a:pt x="421" y="259"/>
                      </a:lnTo>
                      <a:lnTo>
                        <a:pt x="425" y="257"/>
                      </a:lnTo>
                      <a:lnTo>
                        <a:pt x="428" y="255"/>
                      </a:lnTo>
                      <a:lnTo>
                        <a:pt x="432" y="252"/>
                      </a:lnTo>
                      <a:lnTo>
                        <a:pt x="434" y="248"/>
                      </a:lnTo>
                      <a:lnTo>
                        <a:pt x="438" y="240"/>
                      </a:lnTo>
                      <a:lnTo>
                        <a:pt x="441" y="234"/>
                      </a:lnTo>
                      <a:lnTo>
                        <a:pt x="445" y="233"/>
                      </a:lnTo>
                      <a:lnTo>
                        <a:pt x="447" y="233"/>
                      </a:lnTo>
                      <a:lnTo>
                        <a:pt x="451" y="234"/>
                      </a:lnTo>
                      <a:lnTo>
                        <a:pt x="455" y="236"/>
                      </a:lnTo>
                      <a:lnTo>
                        <a:pt x="459" y="240"/>
                      </a:lnTo>
                      <a:lnTo>
                        <a:pt x="463" y="241"/>
                      </a:lnTo>
                      <a:lnTo>
                        <a:pt x="466" y="242"/>
                      </a:lnTo>
                      <a:lnTo>
                        <a:pt x="470" y="242"/>
                      </a:lnTo>
                      <a:lnTo>
                        <a:pt x="472" y="241"/>
                      </a:lnTo>
                      <a:lnTo>
                        <a:pt x="474" y="240"/>
                      </a:lnTo>
                      <a:lnTo>
                        <a:pt x="476" y="237"/>
                      </a:lnTo>
                      <a:lnTo>
                        <a:pt x="478" y="235"/>
                      </a:lnTo>
                      <a:lnTo>
                        <a:pt x="483" y="228"/>
                      </a:lnTo>
                      <a:lnTo>
                        <a:pt x="485" y="219"/>
                      </a:lnTo>
                      <a:lnTo>
                        <a:pt x="485" y="211"/>
                      </a:lnTo>
                      <a:lnTo>
                        <a:pt x="485" y="203"/>
                      </a:lnTo>
                      <a:lnTo>
                        <a:pt x="483" y="196"/>
                      </a:lnTo>
                      <a:lnTo>
                        <a:pt x="482" y="189"/>
                      </a:lnTo>
                      <a:lnTo>
                        <a:pt x="483" y="186"/>
                      </a:lnTo>
                      <a:lnTo>
                        <a:pt x="484" y="184"/>
                      </a:lnTo>
                      <a:lnTo>
                        <a:pt x="486" y="183"/>
                      </a:lnTo>
                      <a:lnTo>
                        <a:pt x="491" y="183"/>
                      </a:lnTo>
                      <a:lnTo>
                        <a:pt x="495" y="181"/>
                      </a:lnTo>
                      <a:lnTo>
                        <a:pt x="498" y="181"/>
                      </a:lnTo>
                      <a:lnTo>
                        <a:pt x="502" y="179"/>
                      </a:lnTo>
                      <a:lnTo>
                        <a:pt x="503" y="177"/>
                      </a:lnTo>
                      <a:lnTo>
                        <a:pt x="507" y="170"/>
                      </a:lnTo>
                      <a:lnTo>
                        <a:pt x="507" y="160"/>
                      </a:lnTo>
                      <a:lnTo>
                        <a:pt x="507" y="147"/>
                      </a:lnTo>
                      <a:lnTo>
                        <a:pt x="507" y="133"/>
                      </a:lnTo>
                      <a:lnTo>
                        <a:pt x="508" y="118"/>
                      </a:lnTo>
                      <a:lnTo>
                        <a:pt x="510" y="108"/>
                      </a:lnTo>
                      <a:lnTo>
                        <a:pt x="515" y="97"/>
                      </a:lnTo>
                      <a:lnTo>
                        <a:pt x="518" y="83"/>
                      </a:lnTo>
                      <a:lnTo>
                        <a:pt x="522" y="68"/>
                      </a:lnTo>
                      <a:lnTo>
                        <a:pt x="523" y="57"/>
                      </a:lnTo>
                      <a:lnTo>
                        <a:pt x="523" y="42"/>
                      </a:lnTo>
                      <a:lnTo>
                        <a:pt x="521" y="30"/>
                      </a:lnTo>
                      <a:lnTo>
                        <a:pt x="521" y="27"/>
                      </a:lnTo>
                      <a:lnTo>
                        <a:pt x="523" y="23"/>
                      </a:lnTo>
                      <a:lnTo>
                        <a:pt x="527" y="19"/>
                      </a:lnTo>
                      <a:lnTo>
                        <a:pt x="533" y="15"/>
                      </a:lnTo>
                      <a:lnTo>
                        <a:pt x="539" y="10"/>
                      </a:lnTo>
                      <a:lnTo>
                        <a:pt x="548" y="5"/>
                      </a:lnTo>
                      <a:lnTo>
                        <a:pt x="553" y="4"/>
                      </a:lnTo>
                      <a:lnTo>
                        <a:pt x="558" y="2"/>
                      </a:lnTo>
                      <a:lnTo>
                        <a:pt x="564" y="2"/>
                      </a:lnTo>
                      <a:lnTo>
                        <a:pt x="571" y="1"/>
                      </a:lnTo>
                      <a:lnTo>
                        <a:pt x="585" y="1"/>
                      </a:lnTo>
                      <a:lnTo>
                        <a:pt x="598" y="1"/>
                      </a:lnTo>
                      <a:lnTo>
                        <a:pt x="610" y="0"/>
                      </a:lnTo>
                      <a:lnTo>
                        <a:pt x="618" y="0"/>
                      </a:lnTo>
                      <a:lnTo>
                        <a:pt x="622" y="1"/>
                      </a:lnTo>
                      <a:lnTo>
                        <a:pt x="624" y="2"/>
                      </a:lnTo>
                      <a:lnTo>
                        <a:pt x="628" y="4"/>
                      </a:lnTo>
                      <a:lnTo>
                        <a:pt x="631" y="8"/>
                      </a:lnTo>
                      <a:lnTo>
                        <a:pt x="635" y="13"/>
                      </a:lnTo>
                      <a:lnTo>
                        <a:pt x="637" y="19"/>
                      </a:lnTo>
                      <a:lnTo>
                        <a:pt x="640" y="25"/>
                      </a:lnTo>
                      <a:lnTo>
                        <a:pt x="642" y="30"/>
                      </a:lnTo>
                      <a:lnTo>
                        <a:pt x="644" y="38"/>
                      </a:lnTo>
                      <a:lnTo>
                        <a:pt x="648" y="45"/>
                      </a:lnTo>
                      <a:lnTo>
                        <a:pt x="653" y="53"/>
                      </a:lnTo>
                      <a:lnTo>
                        <a:pt x="659" y="60"/>
                      </a:lnTo>
                      <a:lnTo>
                        <a:pt x="665" y="67"/>
                      </a:lnTo>
                      <a:lnTo>
                        <a:pt x="672" y="74"/>
                      </a:lnTo>
                      <a:lnTo>
                        <a:pt x="679" y="79"/>
                      </a:lnTo>
                      <a:lnTo>
                        <a:pt x="686" y="83"/>
                      </a:lnTo>
                      <a:lnTo>
                        <a:pt x="703" y="88"/>
                      </a:lnTo>
                      <a:lnTo>
                        <a:pt x="721" y="91"/>
                      </a:lnTo>
                      <a:lnTo>
                        <a:pt x="730" y="92"/>
                      </a:lnTo>
                      <a:lnTo>
                        <a:pt x="740" y="92"/>
                      </a:lnTo>
                      <a:lnTo>
                        <a:pt x="748" y="91"/>
                      </a:lnTo>
                      <a:lnTo>
                        <a:pt x="756" y="90"/>
                      </a:lnTo>
                      <a:lnTo>
                        <a:pt x="769" y="89"/>
                      </a:lnTo>
                      <a:lnTo>
                        <a:pt x="782" y="88"/>
                      </a:lnTo>
                      <a:lnTo>
                        <a:pt x="788" y="88"/>
                      </a:lnTo>
                      <a:lnTo>
                        <a:pt x="794" y="88"/>
                      </a:lnTo>
                      <a:lnTo>
                        <a:pt x="800" y="90"/>
                      </a:lnTo>
                      <a:lnTo>
                        <a:pt x="806" y="91"/>
                      </a:lnTo>
                      <a:lnTo>
                        <a:pt x="811" y="96"/>
                      </a:lnTo>
                      <a:lnTo>
                        <a:pt x="816" y="101"/>
                      </a:lnTo>
                      <a:lnTo>
                        <a:pt x="819" y="107"/>
                      </a:lnTo>
                      <a:lnTo>
                        <a:pt x="823" y="114"/>
                      </a:lnTo>
                      <a:lnTo>
                        <a:pt x="828" y="128"/>
                      </a:lnTo>
                      <a:lnTo>
                        <a:pt x="832" y="141"/>
                      </a:lnTo>
                      <a:lnTo>
                        <a:pt x="835" y="145"/>
                      </a:lnTo>
                      <a:lnTo>
                        <a:pt x="838" y="147"/>
                      </a:lnTo>
                      <a:lnTo>
                        <a:pt x="842" y="148"/>
                      </a:lnTo>
                      <a:lnTo>
                        <a:pt x="847" y="148"/>
                      </a:lnTo>
                      <a:lnTo>
                        <a:pt x="851" y="147"/>
                      </a:lnTo>
                      <a:lnTo>
                        <a:pt x="856" y="145"/>
                      </a:lnTo>
                      <a:lnTo>
                        <a:pt x="860" y="140"/>
                      </a:lnTo>
                      <a:lnTo>
                        <a:pt x="863" y="135"/>
                      </a:lnTo>
                      <a:lnTo>
                        <a:pt x="869" y="126"/>
                      </a:lnTo>
                      <a:lnTo>
                        <a:pt x="875" y="118"/>
                      </a:lnTo>
                      <a:lnTo>
                        <a:pt x="883" y="114"/>
                      </a:lnTo>
                      <a:lnTo>
                        <a:pt x="895" y="108"/>
                      </a:lnTo>
                      <a:lnTo>
                        <a:pt x="901" y="104"/>
                      </a:lnTo>
                      <a:lnTo>
                        <a:pt x="907" y="99"/>
                      </a:lnTo>
                      <a:lnTo>
                        <a:pt x="913" y="96"/>
                      </a:lnTo>
                      <a:lnTo>
                        <a:pt x="917" y="91"/>
                      </a:lnTo>
                      <a:lnTo>
                        <a:pt x="919" y="86"/>
                      </a:lnTo>
                      <a:lnTo>
                        <a:pt x="921" y="82"/>
                      </a:lnTo>
                      <a:lnTo>
                        <a:pt x="923" y="77"/>
                      </a:lnTo>
                      <a:lnTo>
                        <a:pt x="921" y="73"/>
                      </a:lnTo>
                      <a:lnTo>
                        <a:pt x="920" y="70"/>
                      </a:lnTo>
                      <a:lnTo>
                        <a:pt x="920" y="65"/>
                      </a:lnTo>
                      <a:lnTo>
                        <a:pt x="920" y="60"/>
                      </a:lnTo>
                      <a:lnTo>
                        <a:pt x="921" y="57"/>
                      </a:lnTo>
                      <a:lnTo>
                        <a:pt x="924" y="52"/>
                      </a:lnTo>
                      <a:lnTo>
                        <a:pt x="927" y="48"/>
                      </a:lnTo>
                      <a:lnTo>
                        <a:pt x="931" y="44"/>
                      </a:lnTo>
                      <a:lnTo>
                        <a:pt x="936" y="41"/>
                      </a:lnTo>
                      <a:lnTo>
                        <a:pt x="948" y="35"/>
                      </a:lnTo>
                      <a:lnTo>
                        <a:pt x="963" y="30"/>
                      </a:lnTo>
                      <a:lnTo>
                        <a:pt x="977" y="27"/>
                      </a:lnTo>
                      <a:lnTo>
                        <a:pt x="989" y="25"/>
                      </a:lnTo>
                      <a:lnTo>
                        <a:pt x="994" y="23"/>
                      </a:lnTo>
                      <a:lnTo>
                        <a:pt x="999" y="23"/>
                      </a:lnTo>
                      <a:lnTo>
                        <a:pt x="1003" y="25"/>
                      </a:lnTo>
                      <a:lnTo>
                        <a:pt x="1008" y="26"/>
                      </a:lnTo>
                      <a:lnTo>
                        <a:pt x="1012" y="29"/>
                      </a:lnTo>
                      <a:lnTo>
                        <a:pt x="1015" y="33"/>
                      </a:lnTo>
                      <a:lnTo>
                        <a:pt x="1018" y="39"/>
                      </a:lnTo>
                      <a:lnTo>
                        <a:pt x="1019" y="46"/>
                      </a:lnTo>
                      <a:lnTo>
                        <a:pt x="1020" y="63"/>
                      </a:lnTo>
                      <a:lnTo>
                        <a:pt x="1021" y="78"/>
                      </a:lnTo>
                      <a:lnTo>
                        <a:pt x="1021" y="86"/>
                      </a:lnTo>
                      <a:lnTo>
                        <a:pt x="1022" y="92"/>
                      </a:lnTo>
                      <a:lnTo>
                        <a:pt x="1024" y="98"/>
                      </a:lnTo>
                      <a:lnTo>
                        <a:pt x="1025" y="102"/>
                      </a:lnTo>
                      <a:lnTo>
                        <a:pt x="1028" y="105"/>
                      </a:lnTo>
                      <a:lnTo>
                        <a:pt x="1034" y="108"/>
                      </a:lnTo>
                      <a:lnTo>
                        <a:pt x="1040" y="111"/>
                      </a:lnTo>
                      <a:lnTo>
                        <a:pt x="1049" y="112"/>
                      </a:lnTo>
                      <a:lnTo>
                        <a:pt x="1058" y="115"/>
                      </a:lnTo>
                      <a:lnTo>
                        <a:pt x="1068" y="116"/>
                      </a:lnTo>
                      <a:lnTo>
                        <a:pt x="1076" y="116"/>
                      </a:lnTo>
                      <a:lnTo>
                        <a:pt x="1085" y="116"/>
                      </a:lnTo>
                      <a:lnTo>
                        <a:pt x="1094" y="116"/>
                      </a:lnTo>
                      <a:lnTo>
                        <a:pt x="1102" y="117"/>
                      </a:lnTo>
                      <a:lnTo>
                        <a:pt x="1108" y="120"/>
                      </a:lnTo>
                      <a:lnTo>
                        <a:pt x="1114" y="123"/>
                      </a:lnTo>
                      <a:lnTo>
                        <a:pt x="1120" y="136"/>
                      </a:lnTo>
                      <a:lnTo>
                        <a:pt x="1127" y="155"/>
                      </a:lnTo>
                      <a:lnTo>
                        <a:pt x="1127" y="156"/>
                      </a:lnTo>
                      <a:lnTo>
                        <a:pt x="1126" y="156"/>
                      </a:lnTo>
                      <a:lnTo>
                        <a:pt x="1115" y="161"/>
                      </a:lnTo>
                      <a:lnTo>
                        <a:pt x="1104" y="170"/>
                      </a:lnTo>
                      <a:lnTo>
                        <a:pt x="1100" y="174"/>
                      </a:lnTo>
                      <a:lnTo>
                        <a:pt x="1096" y="179"/>
                      </a:lnTo>
                      <a:lnTo>
                        <a:pt x="1094" y="183"/>
                      </a:lnTo>
                      <a:lnTo>
                        <a:pt x="1093" y="186"/>
                      </a:lnTo>
                      <a:lnTo>
                        <a:pt x="1091" y="193"/>
                      </a:lnTo>
                      <a:lnTo>
                        <a:pt x="1089" y="199"/>
                      </a:lnTo>
                      <a:lnTo>
                        <a:pt x="1087" y="202"/>
                      </a:lnTo>
                      <a:lnTo>
                        <a:pt x="1083" y="204"/>
                      </a:lnTo>
                      <a:lnTo>
                        <a:pt x="1080" y="205"/>
                      </a:lnTo>
                      <a:lnTo>
                        <a:pt x="1076" y="205"/>
                      </a:lnTo>
                      <a:lnTo>
                        <a:pt x="1065" y="206"/>
                      </a:lnTo>
                      <a:lnTo>
                        <a:pt x="1055" y="209"/>
                      </a:lnTo>
                      <a:lnTo>
                        <a:pt x="1049" y="211"/>
                      </a:lnTo>
                      <a:lnTo>
                        <a:pt x="1044" y="215"/>
                      </a:lnTo>
                      <a:lnTo>
                        <a:pt x="1038" y="218"/>
                      </a:lnTo>
                      <a:lnTo>
                        <a:pt x="1033" y="224"/>
                      </a:lnTo>
                      <a:lnTo>
                        <a:pt x="1030" y="230"/>
                      </a:lnTo>
                      <a:lnTo>
                        <a:pt x="1027" y="237"/>
                      </a:lnTo>
                      <a:lnTo>
                        <a:pt x="1026" y="246"/>
                      </a:lnTo>
                      <a:lnTo>
                        <a:pt x="1025" y="255"/>
                      </a:lnTo>
                      <a:lnTo>
                        <a:pt x="1025" y="272"/>
                      </a:lnTo>
                      <a:lnTo>
                        <a:pt x="1026" y="284"/>
                      </a:lnTo>
                      <a:lnTo>
                        <a:pt x="1025" y="288"/>
                      </a:lnTo>
                      <a:lnTo>
                        <a:pt x="1022" y="293"/>
                      </a:lnTo>
                      <a:lnTo>
                        <a:pt x="1019" y="298"/>
                      </a:lnTo>
                      <a:lnTo>
                        <a:pt x="1014" y="303"/>
                      </a:lnTo>
                      <a:lnTo>
                        <a:pt x="1002" y="311"/>
                      </a:lnTo>
                      <a:lnTo>
                        <a:pt x="989" y="319"/>
                      </a:lnTo>
                      <a:lnTo>
                        <a:pt x="983" y="323"/>
                      </a:lnTo>
                      <a:lnTo>
                        <a:pt x="977" y="325"/>
                      </a:lnTo>
                      <a:lnTo>
                        <a:pt x="971" y="328"/>
                      </a:lnTo>
                      <a:lnTo>
                        <a:pt x="967" y="329"/>
                      </a:lnTo>
                      <a:lnTo>
                        <a:pt x="962" y="329"/>
                      </a:lnTo>
                      <a:lnTo>
                        <a:pt x="957" y="328"/>
                      </a:lnTo>
                      <a:lnTo>
                        <a:pt x="952" y="325"/>
                      </a:lnTo>
                      <a:lnTo>
                        <a:pt x="948" y="322"/>
                      </a:lnTo>
                      <a:lnTo>
                        <a:pt x="940" y="316"/>
                      </a:lnTo>
                      <a:lnTo>
                        <a:pt x="931" y="312"/>
                      </a:lnTo>
                      <a:lnTo>
                        <a:pt x="919" y="310"/>
                      </a:lnTo>
                      <a:lnTo>
                        <a:pt x="907" y="309"/>
                      </a:lnTo>
                      <a:lnTo>
                        <a:pt x="893" y="310"/>
                      </a:lnTo>
                      <a:lnTo>
                        <a:pt x="879" y="311"/>
                      </a:lnTo>
                      <a:lnTo>
                        <a:pt x="866" y="312"/>
                      </a:lnTo>
                      <a:lnTo>
                        <a:pt x="852" y="317"/>
                      </a:lnTo>
                      <a:lnTo>
                        <a:pt x="847" y="319"/>
                      </a:lnTo>
                      <a:lnTo>
                        <a:pt x="841" y="323"/>
                      </a:lnTo>
                      <a:lnTo>
                        <a:pt x="835" y="326"/>
                      </a:lnTo>
                      <a:lnTo>
                        <a:pt x="830" y="331"/>
                      </a:lnTo>
                      <a:lnTo>
                        <a:pt x="823" y="342"/>
                      </a:lnTo>
                      <a:lnTo>
                        <a:pt x="817" y="353"/>
                      </a:lnTo>
                      <a:lnTo>
                        <a:pt x="813" y="359"/>
                      </a:lnTo>
                      <a:lnTo>
                        <a:pt x="808" y="364"/>
                      </a:lnTo>
                      <a:lnTo>
                        <a:pt x="801" y="370"/>
                      </a:lnTo>
                      <a:lnTo>
                        <a:pt x="792" y="376"/>
                      </a:lnTo>
                      <a:lnTo>
                        <a:pt x="784" y="381"/>
                      </a:lnTo>
                      <a:lnTo>
                        <a:pt x="780" y="385"/>
                      </a:lnTo>
                      <a:lnTo>
                        <a:pt x="780" y="386"/>
                      </a:lnTo>
                      <a:lnTo>
                        <a:pt x="781" y="386"/>
                      </a:lnTo>
                      <a:lnTo>
                        <a:pt x="782" y="387"/>
                      </a:lnTo>
                      <a:lnTo>
                        <a:pt x="793" y="385"/>
                      </a:lnTo>
                      <a:lnTo>
                        <a:pt x="805" y="381"/>
                      </a:lnTo>
                      <a:lnTo>
                        <a:pt x="814" y="375"/>
                      </a:lnTo>
                      <a:lnTo>
                        <a:pt x="826" y="366"/>
                      </a:lnTo>
                      <a:lnTo>
                        <a:pt x="836" y="355"/>
                      </a:lnTo>
                      <a:lnTo>
                        <a:pt x="841" y="348"/>
                      </a:lnTo>
                      <a:lnTo>
                        <a:pt x="845" y="342"/>
                      </a:lnTo>
                      <a:lnTo>
                        <a:pt x="851" y="337"/>
                      </a:lnTo>
                      <a:lnTo>
                        <a:pt x="856" y="335"/>
                      </a:lnTo>
                      <a:lnTo>
                        <a:pt x="860" y="334"/>
                      </a:lnTo>
                      <a:lnTo>
                        <a:pt x="864" y="332"/>
                      </a:lnTo>
                      <a:lnTo>
                        <a:pt x="869" y="334"/>
                      </a:lnTo>
                      <a:lnTo>
                        <a:pt x="879" y="335"/>
                      </a:lnTo>
                      <a:lnTo>
                        <a:pt x="888" y="337"/>
                      </a:lnTo>
                      <a:lnTo>
                        <a:pt x="898" y="339"/>
                      </a:lnTo>
                      <a:lnTo>
                        <a:pt x="904" y="343"/>
                      </a:lnTo>
                      <a:lnTo>
                        <a:pt x="906" y="345"/>
                      </a:lnTo>
                      <a:lnTo>
                        <a:pt x="907" y="349"/>
                      </a:lnTo>
                      <a:lnTo>
                        <a:pt x="908" y="354"/>
                      </a:lnTo>
                      <a:lnTo>
                        <a:pt x="908" y="359"/>
                      </a:lnTo>
                      <a:lnTo>
                        <a:pt x="907" y="370"/>
                      </a:lnTo>
                      <a:lnTo>
                        <a:pt x="906" y="385"/>
                      </a:lnTo>
                      <a:lnTo>
                        <a:pt x="907" y="392"/>
                      </a:lnTo>
                      <a:lnTo>
                        <a:pt x="908" y="398"/>
                      </a:lnTo>
                      <a:lnTo>
                        <a:pt x="912" y="404"/>
                      </a:lnTo>
                      <a:lnTo>
                        <a:pt x="917" y="407"/>
                      </a:lnTo>
                      <a:lnTo>
                        <a:pt x="921" y="412"/>
                      </a:lnTo>
                      <a:lnTo>
                        <a:pt x="927" y="414"/>
                      </a:lnTo>
                      <a:lnTo>
                        <a:pt x="933" y="417"/>
                      </a:lnTo>
                      <a:lnTo>
                        <a:pt x="939" y="419"/>
                      </a:lnTo>
                      <a:lnTo>
                        <a:pt x="952" y="422"/>
                      </a:lnTo>
                      <a:lnTo>
                        <a:pt x="965" y="424"/>
                      </a:lnTo>
                      <a:lnTo>
                        <a:pt x="973" y="424"/>
                      </a:lnTo>
                      <a:lnTo>
                        <a:pt x="978" y="423"/>
                      </a:lnTo>
                      <a:lnTo>
                        <a:pt x="983" y="422"/>
                      </a:lnTo>
                      <a:lnTo>
                        <a:pt x="987" y="419"/>
                      </a:lnTo>
                      <a:lnTo>
                        <a:pt x="995" y="414"/>
                      </a:lnTo>
                      <a:lnTo>
                        <a:pt x="1003" y="412"/>
                      </a:lnTo>
                      <a:lnTo>
                        <a:pt x="1012" y="411"/>
                      </a:lnTo>
                      <a:lnTo>
                        <a:pt x="1021" y="410"/>
                      </a:lnTo>
                      <a:lnTo>
                        <a:pt x="1026" y="407"/>
                      </a:lnTo>
                      <a:lnTo>
                        <a:pt x="1030" y="405"/>
                      </a:lnTo>
                      <a:lnTo>
                        <a:pt x="1033" y="401"/>
                      </a:lnTo>
                      <a:lnTo>
                        <a:pt x="1036" y="397"/>
                      </a:lnTo>
                      <a:lnTo>
                        <a:pt x="1040" y="388"/>
                      </a:lnTo>
                      <a:lnTo>
                        <a:pt x="1043" y="380"/>
                      </a:lnTo>
                      <a:lnTo>
                        <a:pt x="1044" y="376"/>
                      </a:lnTo>
                      <a:lnTo>
                        <a:pt x="1047" y="373"/>
                      </a:lnTo>
                      <a:lnTo>
                        <a:pt x="1052" y="369"/>
                      </a:lnTo>
                      <a:lnTo>
                        <a:pt x="1057" y="364"/>
                      </a:lnTo>
                      <a:lnTo>
                        <a:pt x="1070" y="356"/>
                      </a:lnTo>
                      <a:lnTo>
                        <a:pt x="1083" y="344"/>
                      </a:lnTo>
                      <a:lnTo>
                        <a:pt x="1090" y="338"/>
                      </a:lnTo>
                      <a:lnTo>
                        <a:pt x="1099" y="334"/>
                      </a:lnTo>
                      <a:lnTo>
                        <a:pt x="1107" y="329"/>
                      </a:lnTo>
                      <a:lnTo>
                        <a:pt x="1115" y="325"/>
                      </a:lnTo>
                      <a:lnTo>
                        <a:pt x="1124" y="322"/>
                      </a:lnTo>
                      <a:lnTo>
                        <a:pt x="1132" y="319"/>
                      </a:lnTo>
                      <a:lnTo>
                        <a:pt x="1139" y="318"/>
                      </a:lnTo>
                      <a:lnTo>
                        <a:pt x="1145" y="317"/>
                      </a:lnTo>
                      <a:lnTo>
                        <a:pt x="1159" y="319"/>
                      </a:lnTo>
                      <a:lnTo>
                        <a:pt x="1175" y="324"/>
                      </a:lnTo>
                      <a:lnTo>
                        <a:pt x="1191" y="330"/>
                      </a:lnTo>
                      <a:lnTo>
                        <a:pt x="1208" y="337"/>
                      </a:lnTo>
                      <a:lnTo>
                        <a:pt x="1215" y="341"/>
                      </a:lnTo>
                      <a:lnTo>
                        <a:pt x="1222" y="347"/>
                      </a:lnTo>
                      <a:lnTo>
                        <a:pt x="1228" y="354"/>
                      </a:lnTo>
                      <a:lnTo>
                        <a:pt x="1235" y="361"/>
                      </a:lnTo>
                      <a:lnTo>
                        <a:pt x="1250" y="379"/>
                      </a:lnTo>
                      <a:lnTo>
                        <a:pt x="1264" y="399"/>
                      </a:lnTo>
                      <a:lnTo>
                        <a:pt x="1271" y="407"/>
                      </a:lnTo>
                      <a:lnTo>
                        <a:pt x="1278" y="414"/>
                      </a:lnTo>
                      <a:lnTo>
                        <a:pt x="1286" y="423"/>
                      </a:lnTo>
                      <a:lnTo>
                        <a:pt x="1296" y="430"/>
                      </a:lnTo>
                      <a:lnTo>
                        <a:pt x="1307" y="437"/>
                      </a:lnTo>
                      <a:lnTo>
                        <a:pt x="1317" y="443"/>
                      </a:lnTo>
                      <a:lnTo>
                        <a:pt x="1329" y="449"/>
                      </a:lnTo>
                      <a:lnTo>
                        <a:pt x="1341" y="454"/>
                      </a:lnTo>
                      <a:lnTo>
                        <a:pt x="1358" y="458"/>
                      </a:lnTo>
                      <a:lnTo>
                        <a:pt x="1374" y="462"/>
                      </a:lnTo>
                      <a:lnTo>
                        <a:pt x="1391" y="463"/>
                      </a:lnTo>
                      <a:lnTo>
                        <a:pt x="1405" y="463"/>
                      </a:lnTo>
                      <a:lnTo>
                        <a:pt x="1415" y="465"/>
                      </a:lnTo>
                      <a:lnTo>
                        <a:pt x="1423" y="469"/>
                      </a:lnTo>
                      <a:lnTo>
                        <a:pt x="1430" y="474"/>
                      </a:lnTo>
                      <a:lnTo>
                        <a:pt x="1437" y="476"/>
                      </a:lnTo>
                      <a:lnTo>
                        <a:pt x="1444" y="476"/>
                      </a:lnTo>
                      <a:lnTo>
                        <a:pt x="1456" y="474"/>
                      </a:lnTo>
                      <a:lnTo>
                        <a:pt x="1469" y="470"/>
                      </a:lnTo>
                      <a:lnTo>
                        <a:pt x="1479" y="467"/>
                      </a:lnTo>
                      <a:lnTo>
                        <a:pt x="1483" y="467"/>
                      </a:lnTo>
                      <a:lnTo>
                        <a:pt x="1486" y="465"/>
                      </a:lnTo>
                      <a:lnTo>
                        <a:pt x="1488" y="467"/>
                      </a:lnTo>
                      <a:lnTo>
                        <a:pt x="1491" y="467"/>
                      </a:lnTo>
                      <a:lnTo>
                        <a:pt x="1492" y="468"/>
                      </a:lnTo>
                      <a:lnTo>
                        <a:pt x="1493" y="470"/>
                      </a:lnTo>
                      <a:lnTo>
                        <a:pt x="1493" y="473"/>
                      </a:lnTo>
                      <a:lnTo>
                        <a:pt x="1493" y="475"/>
                      </a:lnTo>
                      <a:lnTo>
                        <a:pt x="1490" y="481"/>
                      </a:lnTo>
                      <a:lnTo>
                        <a:pt x="1485" y="487"/>
                      </a:lnTo>
                      <a:lnTo>
                        <a:pt x="1477" y="492"/>
                      </a:lnTo>
                      <a:lnTo>
                        <a:pt x="1467" y="498"/>
                      </a:lnTo>
                      <a:lnTo>
                        <a:pt x="1455" y="502"/>
                      </a:lnTo>
                      <a:lnTo>
                        <a:pt x="1439" y="509"/>
                      </a:lnTo>
                      <a:lnTo>
                        <a:pt x="1431" y="513"/>
                      </a:lnTo>
                      <a:lnTo>
                        <a:pt x="1423" y="517"/>
                      </a:lnTo>
                      <a:lnTo>
                        <a:pt x="1416" y="521"/>
                      </a:lnTo>
                      <a:lnTo>
                        <a:pt x="1410" y="525"/>
                      </a:lnTo>
                      <a:lnTo>
                        <a:pt x="1405" y="530"/>
                      </a:lnTo>
                      <a:lnTo>
                        <a:pt x="1403" y="534"/>
                      </a:lnTo>
                      <a:lnTo>
                        <a:pt x="1400" y="538"/>
                      </a:lnTo>
                      <a:lnTo>
                        <a:pt x="1399" y="542"/>
                      </a:lnTo>
                      <a:lnTo>
                        <a:pt x="1398" y="547"/>
                      </a:lnTo>
                      <a:lnTo>
                        <a:pt x="1393" y="556"/>
                      </a:lnTo>
                      <a:lnTo>
                        <a:pt x="1390" y="561"/>
                      </a:lnTo>
                      <a:lnTo>
                        <a:pt x="1389" y="565"/>
                      </a:lnTo>
                      <a:lnTo>
                        <a:pt x="1390" y="569"/>
                      </a:lnTo>
                      <a:lnTo>
                        <a:pt x="1391" y="572"/>
                      </a:lnTo>
                      <a:lnTo>
                        <a:pt x="1395" y="576"/>
                      </a:lnTo>
                      <a:lnTo>
                        <a:pt x="1398" y="578"/>
                      </a:lnTo>
                      <a:lnTo>
                        <a:pt x="1403" y="582"/>
                      </a:lnTo>
                      <a:lnTo>
                        <a:pt x="1409" y="583"/>
                      </a:lnTo>
                      <a:lnTo>
                        <a:pt x="1431" y="589"/>
                      </a:lnTo>
                      <a:lnTo>
                        <a:pt x="1444" y="591"/>
                      </a:lnTo>
                      <a:lnTo>
                        <a:pt x="1448" y="593"/>
                      </a:lnTo>
                      <a:lnTo>
                        <a:pt x="1450" y="595"/>
                      </a:lnTo>
                      <a:lnTo>
                        <a:pt x="1450" y="599"/>
                      </a:lnTo>
                      <a:lnTo>
                        <a:pt x="1450" y="602"/>
                      </a:lnTo>
                      <a:lnTo>
                        <a:pt x="1444" y="610"/>
                      </a:lnTo>
                      <a:lnTo>
                        <a:pt x="1437" y="620"/>
                      </a:lnTo>
                      <a:lnTo>
                        <a:pt x="1434" y="624"/>
                      </a:lnTo>
                      <a:lnTo>
                        <a:pt x="1428" y="627"/>
                      </a:lnTo>
                      <a:lnTo>
                        <a:pt x="1423" y="628"/>
                      </a:lnTo>
                      <a:lnTo>
                        <a:pt x="1417" y="628"/>
                      </a:lnTo>
                      <a:lnTo>
                        <a:pt x="1405" y="627"/>
                      </a:lnTo>
                      <a:lnTo>
                        <a:pt x="1396" y="625"/>
                      </a:lnTo>
                      <a:lnTo>
                        <a:pt x="1385" y="622"/>
                      </a:lnTo>
                      <a:lnTo>
                        <a:pt x="1373" y="621"/>
                      </a:lnTo>
                      <a:lnTo>
                        <a:pt x="1360" y="621"/>
                      </a:lnTo>
                      <a:lnTo>
                        <a:pt x="1347" y="621"/>
                      </a:lnTo>
                      <a:lnTo>
                        <a:pt x="1339" y="622"/>
                      </a:lnTo>
                      <a:lnTo>
                        <a:pt x="1330" y="625"/>
                      </a:lnTo>
                      <a:lnTo>
                        <a:pt x="1323" y="627"/>
                      </a:lnTo>
                      <a:lnTo>
                        <a:pt x="1317" y="631"/>
                      </a:lnTo>
                      <a:lnTo>
                        <a:pt x="1315" y="635"/>
                      </a:lnTo>
                      <a:lnTo>
                        <a:pt x="1314" y="641"/>
                      </a:lnTo>
                      <a:lnTo>
                        <a:pt x="1314" y="644"/>
                      </a:lnTo>
                      <a:lnTo>
                        <a:pt x="1314" y="647"/>
                      </a:lnTo>
                      <a:lnTo>
                        <a:pt x="1316" y="650"/>
                      </a:lnTo>
                      <a:lnTo>
                        <a:pt x="1317" y="652"/>
                      </a:lnTo>
                      <a:lnTo>
                        <a:pt x="1320" y="654"/>
                      </a:lnTo>
                      <a:lnTo>
                        <a:pt x="1323" y="656"/>
                      </a:lnTo>
                      <a:lnTo>
                        <a:pt x="1326" y="657"/>
                      </a:lnTo>
                      <a:lnTo>
                        <a:pt x="1329" y="657"/>
                      </a:lnTo>
                      <a:lnTo>
                        <a:pt x="1337" y="656"/>
                      </a:lnTo>
                      <a:lnTo>
                        <a:pt x="1343" y="657"/>
                      </a:lnTo>
                      <a:lnTo>
                        <a:pt x="1351" y="658"/>
                      </a:lnTo>
                      <a:lnTo>
                        <a:pt x="1355" y="660"/>
                      </a:lnTo>
                      <a:lnTo>
                        <a:pt x="1360" y="664"/>
                      </a:lnTo>
                      <a:lnTo>
                        <a:pt x="1364" y="669"/>
                      </a:lnTo>
                      <a:lnTo>
                        <a:pt x="1366" y="671"/>
                      </a:lnTo>
                      <a:lnTo>
                        <a:pt x="1368" y="672"/>
                      </a:lnTo>
                      <a:lnTo>
                        <a:pt x="1371" y="672"/>
                      </a:lnTo>
                      <a:lnTo>
                        <a:pt x="1372" y="672"/>
                      </a:lnTo>
                      <a:lnTo>
                        <a:pt x="1378" y="666"/>
                      </a:lnTo>
                      <a:lnTo>
                        <a:pt x="1383" y="660"/>
                      </a:lnTo>
                      <a:lnTo>
                        <a:pt x="1389" y="656"/>
                      </a:lnTo>
                      <a:lnTo>
                        <a:pt x="1395" y="652"/>
                      </a:lnTo>
                      <a:lnTo>
                        <a:pt x="1402" y="650"/>
                      </a:lnTo>
                      <a:lnTo>
                        <a:pt x="1409" y="649"/>
                      </a:lnTo>
                      <a:lnTo>
                        <a:pt x="1417" y="647"/>
                      </a:lnTo>
                      <a:lnTo>
                        <a:pt x="1427" y="647"/>
                      </a:lnTo>
                      <a:lnTo>
                        <a:pt x="1436" y="649"/>
                      </a:lnTo>
                      <a:lnTo>
                        <a:pt x="1443" y="650"/>
                      </a:lnTo>
                      <a:lnTo>
                        <a:pt x="1447" y="652"/>
                      </a:lnTo>
                      <a:lnTo>
                        <a:pt x="1449" y="653"/>
                      </a:lnTo>
                      <a:lnTo>
                        <a:pt x="1450" y="656"/>
                      </a:lnTo>
                      <a:lnTo>
                        <a:pt x="1450" y="658"/>
                      </a:lnTo>
                      <a:lnTo>
                        <a:pt x="1450" y="664"/>
                      </a:lnTo>
                      <a:lnTo>
                        <a:pt x="1448" y="669"/>
                      </a:lnTo>
                      <a:lnTo>
                        <a:pt x="1443" y="675"/>
                      </a:lnTo>
                      <a:lnTo>
                        <a:pt x="1435" y="683"/>
                      </a:lnTo>
                      <a:lnTo>
                        <a:pt x="1431" y="687"/>
                      </a:lnTo>
                      <a:lnTo>
                        <a:pt x="1430" y="690"/>
                      </a:lnTo>
                      <a:lnTo>
                        <a:pt x="1429" y="694"/>
                      </a:lnTo>
                      <a:lnTo>
                        <a:pt x="1430" y="696"/>
                      </a:lnTo>
                      <a:lnTo>
                        <a:pt x="1435" y="702"/>
                      </a:lnTo>
                      <a:lnTo>
                        <a:pt x="1441" y="707"/>
                      </a:lnTo>
                      <a:lnTo>
                        <a:pt x="1447" y="710"/>
                      </a:lnTo>
                      <a:lnTo>
                        <a:pt x="1452" y="714"/>
                      </a:lnTo>
                      <a:lnTo>
                        <a:pt x="1453" y="715"/>
                      </a:lnTo>
                      <a:lnTo>
                        <a:pt x="1453" y="717"/>
                      </a:lnTo>
                      <a:lnTo>
                        <a:pt x="1452" y="720"/>
                      </a:lnTo>
                      <a:lnTo>
                        <a:pt x="1449" y="721"/>
                      </a:lnTo>
                      <a:lnTo>
                        <a:pt x="1444" y="727"/>
                      </a:lnTo>
                      <a:lnTo>
                        <a:pt x="1441" y="732"/>
                      </a:lnTo>
                      <a:lnTo>
                        <a:pt x="1441" y="736"/>
                      </a:lnTo>
                      <a:lnTo>
                        <a:pt x="1441" y="741"/>
                      </a:lnTo>
                      <a:lnTo>
                        <a:pt x="1442" y="745"/>
                      </a:lnTo>
                      <a:lnTo>
                        <a:pt x="1443" y="748"/>
                      </a:lnTo>
                      <a:lnTo>
                        <a:pt x="1448" y="748"/>
                      </a:lnTo>
                      <a:lnTo>
                        <a:pt x="1454" y="745"/>
                      </a:lnTo>
                      <a:lnTo>
                        <a:pt x="1459" y="742"/>
                      </a:lnTo>
                      <a:lnTo>
                        <a:pt x="1461" y="742"/>
                      </a:lnTo>
                      <a:lnTo>
                        <a:pt x="1463" y="742"/>
                      </a:lnTo>
                      <a:lnTo>
                        <a:pt x="1466" y="744"/>
                      </a:lnTo>
                      <a:lnTo>
                        <a:pt x="1466" y="745"/>
                      </a:lnTo>
                      <a:lnTo>
                        <a:pt x="1467" y="748"/>
                      </a:lnTo>
                      <a:lnTo>
                        <a:pt x="1466" y="753"/>
                      </a:lnTo>
                      <a:lnTo>
                        <a:pt x="1465" y="758"/>
                      </a:lnTo>
                      <a:lnTo>
                        <a:pt x="1463" y="763"/>
                      </a:lnTo>
                      <a:lnTo>
                        <a:pt x="1460" y="769"/>
                      </a:lnTo>
                      <a:lnTo>
                        <a:pt x="1456" y="773"/>
                      </a:lnTo>
                      <a:lnTo>
                        <a:pt x="1452" y="777"/>
                      </a:lnTo>
                      <a:lnTo>
                        <a:pt x="1442" y="784"/>
                      </a:lnTo>
                      <a:lnTo>
                        <a:pt x="1434" y="789"/>
                      </a:lnTo>
                      <a:lnTo>
                        <a:pt x="1425" y="792"/>
                      </a:lnTo>
                      <a:lnTo>
                        <a:pt x="1418" y="792"/>
                      </a:lnTo>
                      <a:lnTo>
                        <a:pt x="1416" y="792"/>
                      </a:lnTo>
                      <a:lnTo>
                        <a:pt x="1414" y="791"/>
                      </a:lnTo>
                      <a:lnTo>
                        <a:pt x="1411" y="789"/>
                      </a:lnTo>
                      <a:lnTo>
                        <a:pt x="1410" y="786"/>
                      </a:lnTo>
                      <a:lnTo>
                        <a:pt x="1408" y="778"/>
                      </a:lnTo>
                      <a:lnTo>
                        <a:pt x="1406" y="765"/>
                      </a:lnTo>
                      <a:lnTo>
                        <a:pt x="1405" y="753"/>
                      </a:lnTo>
                      <a:lnTo>
                        <a:pt x="1405" y="742"/>
                      </a:lnTo>
                      <a:lnTo>
                        <a:pt x="1405" y="733"/>
                      </a:lnTo>
                      <a:lnTo>
                        <a:pt x="1405" y="726"/>
                      </a:lnTo>
                      <a:lnTo>
                        <a:pt x="1404" y="721"/>
                      </a:lnTo>
                      <a:lnTo>
                        <a:pt x="1403" y="717"/>
                      </a:lnTo>
                      <a:lnTo>
                        <a:pt x="1398" y="714"/>
                      </a:lnTo>
                      <a:lnTo>
                        <a:pt x="1391" y="713"/>
                      </a:lnTo>
                      <a:lnTo>
                        <a:pt x="1385" y="712"/>
                      </a:lnTo>
                      <a:lnTo>
                        <a:pt x="1383" y="713"/>
                      </a:lnTo>
                      <a:lnTo>
                        <a:pt x="1381" y="716"/>
                      </a:lnTo>
                      <a:lnTo>
                        <a:pt x="1384" y="723"/>
                      </a:lnTo>
                      <a:lnTo>
                        <a:pt x="1385" y="735"/>
                      </a:lnTo>
                      <a:lnTo>
                        <a:pt x="1385" y="751"/>
                      </a:lnTo>
                      <a:lnTo>
                        <a:pt x="1385" y="766"/>
                      </a:lnTo>
                      <a:lnTo>
                        <a:pt x="1385" y="779"/>
                      </a:lnTo>
                      <a:lnTo>
                        <a:pt x="1385" y="783"/>
                      </a:lnTo>
                      <a:lnTo>
                        <a:pt x="1383" y="785"/>
                      </a:lnTo>
                      <a:lnTo>
                        <a:pt x="1380" y="788"/>
                      </a:lnTo>
                      <a:lnTo>
                        <a:pt x="1377" y="789"/>
                      </a:lnTo>
                      <a:lnTo>
                        <a:pt x="1370" y="790"/>
                      </a:lnTo>
                      <a:lnTo>
                        <a:pt x="1361" y="792"/>
                      </a:lnTo>
                      <a:lnTo>
                        <a:pt x="1353" y="795"/>
                      </a:lnTo>
                      <a:lnTo>
                        <a:pt x="1345" y="795"/>
                      </a:lnTo>
                      <a:lnTo>
                        <a:pt x="1337" y="792"/>
                      </a:lnTo>
                      <a:lnTo>
                        <a:pt x="1333" y="790"/>
                      </a:lnTo>
                      <a:lnTo>
                        <a:pt x="1330" y="785"/>
                      </a:lnTo>
                      <a:lnTo>
                        <a:pt x="1328" y="779"/>
                      </a:lnTo>
                      <a:lnTo>
                        <a:pt x="1327" y="773"/>
                      </a:lnTo>
                      <a:lnTo>
                        <a:pt x="1326" y="765"/>
                      </a:lnTo>
                      <a:lnTo>
                        <a:pt x="1324" y="759"/>
                      </a:lnTo>
                      <a:lnTo>
                        <a:pt x="1322" y="755"/>
                      </a:lnTo>
                      <a:lnTo>
                        <a:pt x="1320" y="754"/>
                      </a:lnTo>
                      <a:lnTo>
                        <a:pt x="1318" y="754"/>
                      </a:lnTo>
                      <a:lnTo>
                        <a:pt x="1317" y="755"/>
                      </a:lnTo>
                      <a:lnTo>
                        <a:pt x="1316" y="758"/>
                      </a:lnTo>
                      <a:lnTo>
                        <a:pt x="1311" y="763"/>
                      </a:lnTo>
                      <a:lnTo>
                        <a:pt x="1304" y="766"/>
                      </a:lnTo>
                      <a:lnTo>
                        <a:pt x="1297" y="779"/>
                      </a:lnTo>
                      <a:lnTo>
                        <a:pt x="1286" y="803"/>
                      </a:lnTo>
                      <a:lnTo>
                        <a:pt x="1276" y="827"/>
                      </a:lnTo>
                      <a:lnTo>
                        <a:pt x="1271" y="838"/>
                      </a:lnTo>
                      <a:lnTo>
                        <a:pt x="1271" y="840"/>
                      </a:lnTo>
                      <a:lnTo>
                        <a:pt x="1273" y="841"/>
                      </a:lnTo>
                      <a:lnTo>
                        <a:pt x="1276" y="842"/>
                      </a:lnTo>
                      <a:lnTo>
                        <a:pt x="1279" y="842"/>
                      </a:lnTo>
                      <a:lnTo>
                        <a:pt x="1289" y="841"/>
                      </a:lnTo>
                      <a:lnTo>
                        <a:pt x="1298" y="839"/>
                      </a:lnTo>
                      <a:lnTo>
                        <a:pt x="1305" y="835"/>
                      </a:lnTo>
                      <a:lnTo>
                        <a:pt x="1313" y="834"/>
                      </a:lnTo>
                      <a:lnTo>
                        <a:pt x="1321" y="833"/>
                      </a:lnTo>
                      <a:lnTo>
                        <a:pt x="1332" y="834"/>
                      </a:lnTo>
                      <a:lnTo>
                        <a:pt x="1334" y="835"/>
                      </a:lnTo>
                      <a:lnTo>
                        <a:pt x="1336" y="836"/>
                      </a:lnTo>
                      <a:lnTo>
                        <a:pt x="1337" y="840"/>
                      </a:lnTo>
                      <a:lnTo>
                        <a:pt x="1339" y="842"/>
                      </a:lnTo>
                      <a:lnTo>
                        <a:pt x="1341" y="849"/>
                      </a:lnTo>
                      <a:lnTo>
                        <a:pt x="1345" y="854"/>
                      </a:lnTo>
                      <a:lnTo>
                        <a:pt x="1348" y="858"/>
                      </a:lnTo>
                      <a:lnTo>
                        <a:pt x="1353" y="860"/>
                      </a:lnTo>
                      <a:lnTo>
                        <a:pt x="1357" y="860"/>
                      </a:lnTo>
                      <a:lnTo>
                        <a:pt x="1360" y="861"/>
                      </a:lnTo>
                      <a:lnTo>
                        <a:pt x="1365" y="862"/>
                      </a:lnTo>
                      <a:lnTo>
                        <a:pt x="1368" y="866"/>
                      </a:lnTo>
                      <a:lnTo>
                        <a:pt x="1372" y="872"/>
                      </a:lnTo>
                      <a:lnTo>
                        <a:pt x="1374" y="880"/>
                      </a:lnTo>
                      <a:lnTo>
                        <a:pt x="1376" y="890"/>
                      </a:lnTo>
                      <a:lnTo>
                        <a:pt x="1376" y="902"/>
                      </a:lnTo>
                      <a:lnTo>
                        <a:pt x="1374" y="906"/>
                      </a:lnTo>
                      <a:lnTo>
                        <a:pt x="1373" y="910"/>
                      </a:lnTo>
                      <a:lnTo>
                        <a:pt x="1372" y="912"/>
                      </a:lnTo>
                      <a:lnTo>
                        <a:pt x="1370" y="914"/>
                      </a:lnTo>
                      <a:lnTo>
                        <a:pt x="1367" y="914"/>
                      </a:lnTo>
                      <a:lnTo>
                        <a:pt x="1364" y="914"/>
                      </a:lnTo>
                      <a:lnTo>
                        <a:pt x="1358" y="911"/>
                      </a:lnTo>
                      <a:lnTo>
                        <a:pt x="1352" y="909"/>
                      </a:lnTo>
                      <a:lnTo>
                        <a:pt x="1346" y="905"/>
                      </a:lnTo>
                      <a:lnTo>
                        <a:pt x="1339" y="903"/>
                      </a:lnTo>
                      <a:lnTo>
                        <a:pt x="1330" y="901"/>
                      </a:lnTo>
                      <a:lnTo>
                        <a:pt x="1322" y="899"/>
                      </a:lnTo>
                      <a:lnTo>
                        <a:pt x="1315" y="899"/>
                      </a:lnTo>
                      <a:lnTo>
                        <a:pt x="1309" y="902"/>
                      </a:lnTo>
                      <a:lnTo>
                        <a:pt x="1308" y="903"/>
                      </a:lnTo>
                      <a:lnTo>
                        <a:pt x="1305" y="905"/>
                      </a:lnTo>
                      <a:lnTo>
                        <a:pt x="1305" y="908"/>
                      </a:lnTo>
                      <a:lnTo>
                        <a:pt x="1305" y="911"/>
                      </a:lnTo>
                      <a:lnTo>
                        <a:pt x="1307" y="914"/>
                      </a:lnTo>
                      <a:lnTo>
                        <a:pt x="1308" y="916"/>
                      </a:lnTo>
                      <a:lnTo>
                        <a:pt x="1310" y="918"/>
                      </a:lnTo>
                      <a:lnTo>
                        <a:pt x="1314" y="921"/>
                      </a:lnTo>
                      <a:lnTo>
                        <a:pt x="1321" y="924"/>
                      </a:lnTo>
                      <a:lnTo>
                        <a:pt x="1330" y="928"/>
                      </a:lnTo>
                      <a:lnTo>
                        <a:pt x="1348" y="934"/>
                      </a:lnTo>
                      <a:lnTo>
                        <a:pt x="1361" y="940"/>
                      </a:lnTo>
                      <a:lnTo>
                        <a:pt x="1365" y="943"/>
                      </a:lnTo>
                      <a:lnTo>
                        <a:pt x="1367" y="947"/>
                      </a:lnTo>
                      <a:lnTo>
                        <a:pt x="1370" y="950"/>
                      </a:lnTo>
                      <a:lnTo>
                        <a:pt x="1371" y="955"/>
                      </a:lnTo>
                      <a:lnTo>
                        <a:pt x="1372" y="960"/>
                      </a:lnTo>
                      <a:lnTo>
                        <a:pt x="1371" y="965"/>
                      </a:lnTo>
                      <a:lnTo>
                        <a:pt x="1370" y="971"/>
                      </a:lnTo>
                      <a:lnTo>
                        <a:pt x="1367" y="977"/>
                      </a:lnTo>
                      <a:lnTo>
                        <a:pt x="1360" y="987"/>
                      </a:lnTo>
                      <a:lnTo>
                        <a:pt x="1354" y="993"/>
                      </a:lnTo>
                      <a:lnTo>
                        <a:pt x="1348" y="998"/>
                      </a:lnTo>
                      <a:lnTo>
                        <a:pt x="1343" y="1002"/>
                      </a:lnTo>
                      <a:lnTo>
                        <a:pt x="1340" y="1004"/>
                      </a:lnTo>
                      <a:lnTo>
                        <a:pt x="1335" y="1006"/>
                      </a:lnTo>
                      <a:lnTo>
                        <a:pt x="1330" y="1007"/>
                      </a:lnTo>
                      <a:lnTo>
                        <a:pt x="1326" y="1009"/>
                      </a:lnTo>
                      <a:lnTo>
                        <a:pt x="1315" y="1011"/>
                      </a:lnTo>
                      <a:lnTo>
                        <a:pt x="1304" y="1012"/>
                      </a:lnTo>
                      <a:lnTo>
                        <a:pt x="1299" y="1015"/>
                      </a:lnTo>
                      <a:lnTo>
                        <a:pt x="1297" y="1017"/>
                      </a:lnTo>
                      <a:lnTo>
                        <a:pt x="1297" y="1021"/>
                      </a:lnTo>
                      <a:lnTo>
                        <a:pt x="1298" y="1025"/>
                      </a:lnTo>
                      <a:lnTo>
                        <a:pt x="1302" y="1035"/>
                      </a:lnTo>
                      <a:lnTo>
                        <a:pt x="1308" y="1043"/>
                      </a:lnTo>
                      <a:lnTo>
                        <a:pt x="1315" y="1053"/>
                      </a:lnTo>
                      <a:lnTo>
                        <a:pt x="1324" y="1063"/>
                      </a:lnTo>
                      <a:lnTo>
                        <a:pt x="1336" y="1073"/>
                      </a:lnTo>
                      <a:lnTo>
                        <a:pt x="1345" y="1079"/>
                      </a:lnTo>
                      <a:lnTo>
                        <a:pt x="1353" y="1081"/>
                      </a:lnTo>
                      <a:lnTo>
                        <a:pt x="1360" y="1085"/>
                      </a:lnTo>
                      <a:lnTo>
                        <a:pt x="1364" y="1087"/>
                      </a:lnTo>
                      <a:lnTo>
                        <a:pt x="1365" y="1088"/>
                      </a:lnTo>
                      <a:lnTo>
                        <a:pt x="1365" y="1089"/>
                      </a:lnTo>
                      <a:lnTo>
                        <a:pt x="1364" y="1092"/>
                      </a:lnTo>
                      <a:lnTo>
                        <a:pt x="1360" y="1097"/>
                      </a:lnTo>
                      <a:lnTo>
                        <a:pt x="1358" y="1104"/>
                      </a:lnTo>
                      <a:lnTo>
                        <a:pt x="1355" y="1113"/>
                      </a:lnTo>
                      <a:lnTo>
                        <a:pt x="1354" y="1124"/>
                      </a:lnTo>
                      <a:lnTo>
                        <a:pt x="1355" y="1130"/>
                      </a:lnTo>
                      <a:lnTo>
                        <a:pt x="1358" y="1136"/>
                      </a:lnTo>
                      <a:lnTo>
                        <a:pt x="1361" y="1141"/>
                      </a:lnTo>
                      <a:lnTo>
                        <a:pt x="1366" y="1147"/>
                      </a:lnTo>
                      <a:lnTo>
                        <a:pt x="1376" y="1155"/>
                      </a:lnTo>
                      <a:lnTo>
                        <a:pt x="1381" y="1161"/>
                      </a:lnTo>
                      <a:lnTo>
                        <a:pt x="1385" y="1167"/>
                      </a:lnTo>
                      <a:lnTo>
                        <a:pt x="1390" y="1174"/>
                      </a:lnTo>
                      <a:lnTo>
                        <a:pt x="1392" y="1182"/>
                      </a:lnTo>
                      <a:lnTo>
                        <a:pt x="1393" y="1191"/>
                      </a:lnTo>
                      <a:lnTo>
                        <a:pt x="1393" y="1194"/>
                      </a:lnTo>
                      <a:lnTo>
                        <a:pt x="1392" y="1198"/>
                      </a:lnTo>
                      <a:lnTo>
                        <a:pt x="1391" y="1200"/>
                      </a:lnTo>
                      <a:lnTo>
                        <a:pt x="1389" y="1202"/>
                      </a:lnTo>
                      <a:lnTo>
                        <a:pt x="1383" y="1205"/>
                      </a:lnTo>
                      <a:lnTo>
                        <a:pt x="1378" y="1205"/>
                      </a:lnTo>
                      <a:lnTo>
                        <a:pt x="1372" y="1204"/>
                      </a:lnTo>
                      <a:lnTo>
                        <a:pt x="1366" y="1199"/>
                      </a:lnTo>
                      <a:lnTo>
                        <a:pt x="1360" y="1194"/>
                      </a:lnTo>
                      <a:lnTo>
                        <a:pt x="1355" y="1189"/>
                      </a:lnTo>
                      <a:lnTo>
                        <a:pt x="1351" y="1185"/>
                      </a:lnTo>
                      <a:lnTo>
                        <a:pt x="1345" y="1181"/>
                      </a:lnTo>
                      <a:lnTo>
                        <a:pt x="1341" y="1180"/>
                      </a:lnTo>
                      <a:lnTo>
                        <a:pt x="1337" y="1179"/>
                      </a:lnTo>
                      <a:lnTo>
                        <a:pt x="1333" y="1177"/>
                      </a:lnTo>
                      <a:lnTo>
                        <a:pt x="1328" y="1177"/>
                      </a:lnTo>
                      <a:lnTo>
                        <a:pt x="1322" y="1179"/>
                      </a:lnTo>
                      <a:lnTo>
                        <a:pt x="1318" y="1180"/>
                      </a:lnTo>
                      <a:lnTo>
                        <a:pt x="1316" y="1181"/>
                      </a:lnTo>
                      <a:lnTo>
                        <a:pt x="1314" y="1183"/>
                      </a:lnTo>
                      <a:lnTo>
                        <a:pt x="1311" y="1191"/>
                      </a:lnTo>
                      <a:lnTo>
                        <a:pt x="1310" y="1200"/>
                      </a:lnTo>
                      <a:lnTo>
                        <a:pt x="1309" y="1206"/>
                      </a:lnTo>
                      <a:lnTo>
                        <a:pt x="1308" y="1211"/>
                      </a:lnTo>
                      <a:lnTo>
                        <a:pt x="1307" y="1215"/>
                      </a:lnTo>
                      <a:lnTo>
                        <a:pt x="1304" y="1219"/>
                      </a:lnTo>
                      <a:lnTo>
                        <a:pt x="1302" y="1223"/>
                      </a:lnTo>
                      <a:lnTo>
                        <a:pt x="1298" y="1225"/>
                      </a:lnTo>
                      <a:lnTo>
                        <a:pt x="1296" y="1227"/>
                      </a:lnTo>
                      <a:lnTo>
                        <a:pt x="1292" y="1229"/>
                      </a:lnTo>
                      <a:lnTo>
                        <a:pt x="1290" y="1230"/>
                      </a:lnTo>
                      <a:lnTo>
                        <a:pt x="1289" y="1232"/>
                      </a:lnTo>
                      <a:lnTo>
                        <a:pt x="1290" y="1236"/>
                      </a:lnTo>
                      <a:lnTo>
                        <a:pt x="1292" y="1239"/>
                      </a:lnTo>
                      <a:lnTo>
                        <a:pt x="1295" y="1243"/>
                      </a:lnTo>
                      <a:lnTo>
                        <a:pt x="1296" y="1248"/>
                      </a:lnTo>
                      <a:lnTo>
                        <a:pt x="1297" y="1252"/>
                      </a:lnTo>
                      <a:lnTo>
                        <a:pt x="1298" y="1258"/>
                      </a:lnTo>
                      <a:lnTo>
                        <a:pt x="1297" y="1262"/>
                      </a:lnTo>
                      <a:lnTo>
                        <a:pt x="1295" y="1265"/>
                      </a:lnTo>
                      <a:lnTo>
                        <a:pt x="1291" y="1268"/>
                      </a:lnTo>
                      <a:lnTo>
                        <a:pt x="1288" y="1269"/>
                      </a:lnTo>
                      <a:lnTo>
                        <a:pt x="1284" y="1269"/>
                      </a:lnTo>
                      <a:lnTo>
                        <a:pt x="1280" y="1268"/>
                      </a:lnTo>
                      <a:lnTo>
                        <a:pt x="1277" y="1265"/>
                      </a:lnTo>
                      <a:lnTo>
                        <a:pt x="1276" y="1262"/>
                      </a:lnTo>
                      <a:lnTo>
                        <a:pt x="1273" y="1259"/>
                      </a:lnTo>
                      <a:lnTo>
                        <a:pt x="1271" y="1256"/>
                      </a:lnTo>
                      <a:lnTo>
                        <a:pt x="1269" y="1255"/>
                      </a:lnTo>
                      <a:lnTo>
                        <a:pt x="1266" y="1252"/>
                      </a:lnTo>
                      <a:lnTo>
                        <a:pt x="1264" y="1252"/>
                      </a:lnTo>
                      <a:lnTo>
                        <a:pt x="1261" y="1252"/>
                      </a:lnTo>
                      <a:lnTo>
                        <a:pt x="1259" y="1254"/>
                      </a:lnTo>
                      <a:lnTo>
                        <a:pt x="1257" y="1255"/>
                      </a:lnTo>
                      <a:lnTo>
                        <a:pt x="1254" y="1257"/>
                      </a:lnTo>
                      <a:lnTo>
                        <a:pt x="1253" y="1259"/>
                      </a:lnTo>
                      <a:lnTo>
                        <a:pt x="1252" y="1263"/>
                      </a:lnTo>
                      <a:lnTo>
                        <a:pt x="1251" y="1267"/>
                      </a:lnTo>
                      <a:lnTo>
                        <a:pt x="1251" y="1270"/>
                      </a:lnTo>
                      <a:lnTo>
                        <a:pt x="1252" y="1273"/>
                      </a:lnTo>
                      <a:lnTo>
                        <a:pt x="1253" y="1275"/>
                      </a:lnTo>
                      <a:lnTo>
                        <a:pt x="1255" y="1277"/>
                      </a:lnTo>
                      <a:lnTo>
                        <a:pt x="1259" y="1280"/>
                      </a:lnTo>
                      <a:lnTo>
                        <a:pt x="1261" y="1283"/>
                      </a:lnTo>
                      <a:lnTo>
                        <a:pt x="1261" y="1287"/>
                      </a:lnTo>
                      <a:lnTo>
                        <a:pt x="1261" y="1293"/>
                      </a:lnTo>
                      <a:lnTo>
                        <a:pt x="1261" y="1295"/>
                      </a:lnTo>
                      <a:lnTo>
                        <a:pt x="1260" y="1297"/>
                      </a:lnTo>
                      <a:lnTo>
                        <a:pt x="1259" y="1299"/>
                      </a:lnTo>
                      <a:lnTo>
                        <a:pt x="1257" y="1301"/>
                      </a:lnTo>
                      <a:lnTo>
                        <a:pt x="1251" y="1303"/>
                      </a:lnTo>
                      <a:lnTo>
                        <a:pt x="1244" y="1305"/>
                      </a:lnTo>
                      <a:lnTo>
                        <a:pt x="1238" y="1305"/>
                      </a:lnTo>
                      <a:lnTo>
                        <a:pt x="1233" y="1307"/>
                      </a:lnTo>
                      <a:lnTo>
                        <a:pt x="1229" y="1309"/>
                      </a:lnTo>
                      <a:lnTo>
                        <a:pt x="1223" y="1313"/>
                      </a:lnTo>
                      <a:lnTo>
                        <a:pt x="1220" y="1315"/>
                      </a:lnTo>
                      <a:lnTo>
                        <a:pt x="1216" y="1317"/>
                      </a:lnTo>
                      <a:lnTo>
                        <a:pt x="1214" y="1317"/>
                      </a:lnTo>
                      <a:lnTo>
                        <a:pt x="1210" y="1315"/>
                      </a:lnTo>
                      <a:lnTo>
                        <a:pt x="1207" y="1313"/>
                      </a:lnTo>
                      <a:lnTo>
                        <a:pt x="1203" y="1308"/>
                      </a:lnTo>
                      <a:lnTo>
                        <a:pt x="1201" y="1300"/>
                      </a:lnTo>
                      <a:lnTo>
                        <a:pt x="1198" y="1289"/>
                      </a:lnTo>
                      <a:lnTo>
                        <a:pt x="1200" y="1284"/>
                      </a:lnTo>
                      <a:lnTo>
                        <a:pt x="1202" y="1280"/>
                      </a:lnTo>
                      <a:lnTo>
                        <a:pt x="1206" y="1275"/>
                      </a:lnTo>
                      <a:lnTo>
                        <a:pt x="1211" y="1273"/>
                      </a:lnTo>
                      <a:lnTo>
                        <a:pt x="1215" y="1271"/>
                      </a:lnTo>
                      <a:lnTo>
                        <a:pt x="1217" y="1270"/>
                      </a:lnTo>
                      <a:lnTo>
                        <a:pt x="1220" y="1268"/>
                      </a:lnTo>
                      <a:lnTo>
                        <a:pt x="1222" y="1264"/>
                      </a:lnTo>
                      <a:lnTo>
                        <a:pt x="1226" y="1258"/>
                      </a:lnTo>
                      <a:lnTo>
                        <a:pt x="1229" y="1250"/>
                      </a:lnTo>
                      <a:lnTo>
                        <a:pt x="1239" y="1240"/>
                      </a:lnTo>
                      <a:lnTo>
                        <a:pt x="1250" y="1232"/>
                      </a:lnTo>
                      <a:lnTo>
                        <a:pt x="1251" y="1225"/>
                      </a:lnTo>
                      <a:lnTo>
                        <a:pt x="1250" y="1218"/>
                      </a:lnTo>
                      <a:lnTo>
                        <a:pt x="1248" y="1212"/>
                      </a:lnTo>
                      <a:lnTo>
                        <a:pt x="1248" y="1206"/>
                      </a:lnTo>
                      <a:lnTo>
                        <a:pt x="1247" y="1198"/>
                      </a:lnTo>
                      <a:lnTo>
                        <a:pt x="1247" y="1189"/>
                      </a:lnTo>
                      <a:lnTo>
                        <a:pt x="1245" y="1183"/>
                      </a:lnTo>
                      <a:lnTo>
                        <a:pt x="1242" y="1179"/>
                      </a:lnTo>
                      <a:lnTo>
                        <a:pt x="1234" y="1175"/>
                      </a:lnTo>
                      <a:lnTo>
                        <a:pt x="1222" y="1170"/>
                      </a:lnTo>
                      <a:lnTo>
                        <a:pt x="1220" y="1170"/>
                      </a:lnTo>
                      <a:lnTo>
                        <a:pt x="1217" y="1172"/>
                      </a:lnTo>
                      <a:lnTo>
                        <a:pt x="1213" y="1175"/>
                      </a:lnTo>
                      <a:lnTo>
                        <a:pt x="1209" y="1177"/>
                      </a:lnTo>
                      <a:lnTo>
                        <a:pt x="1202" y="1185"/>
                      </a:lnTo>
                      <a:lnTo>
                        <a:pt x="1198" y="1191"/>
                      </a:lnTo>
                      <a:lnTo>
                        <a:pt x="1195" y="1194"/>
                      </a:lnTo>
                      <a:lnTo>
                        <a:pt x="1190" y="1196"/>
                      </a:lnTo>
                      <a:lnTo>
                        <a:pt x="1185" y="1198"/>
                      </a:lnTo>
                      <a:lnTo>
                        <a:pt x="1178" y="1198"/>
                      </a:lnTo>
                      <a:lnTo>
                        <a:pt x="1172" y="1199"/>
                      </a:lnTo>
                      <a:lnTo>
                        <a:pt x="1167" y="1200"/>
                      </a:lnTo>
                      <a:lnTo>
                        <a:pt x="1163" y="1202"/>
                      </a:lnTo>
                      <a:lnTo>
                        <a:pt x="1162" y="1205"/>
                      </a:lnTo>
                      <a:lnTo>
                        <a:pt x="1162" y="1208"/>
                      </a:lnTo>
                      <a:lnTo>
                        <a:pt x="1162" y="1212"/>
                      </a:lnTo>
                      <a:lnTo>
                        <a:pt x="1164" y="1213"/>
                      </a:lnTo>
                      <a:lnTo>
                        <a:pt x="1165" y="1215"/>
                      </a:lnTo>
                      <a:lnTo>
                        <a:pt x="1171" y="1218"/>
                      </a:lnTo>
                      <a:lnTo>
                        <a:pt x="1178" y="1219"/>
                      </a:lnTo>
                      <a:lnTo>
                        <a:pt x="1183" y="1221"/>
                      </a:lnTo>
                      <a:lnTo>
                        <a:pt x="1187" y="1224"/>
                      </a:lnTo>
                      <a:lnTo>
                        <a:pt x="1189" y="1226"/>
                      </a:lnTo>
                      <a:lnTo>
                        <a:pt x="1192" y="1230"/>
                      </a:lnTo>
                      <a:lnTo>
                        <a:pt x="1195" y="1233"/>
                      </a:lnTo>
                      <a:lnTo>
                        <a:pt x="1196" y="1238"/>
                      </a:lnTo>
                      <a:lnTo>
                        <a:pt x="1196" y="1242"/>
                      </a:lnTo>
                      <a:lnTo>
                        <a:pt x="1196" y="1246"/>
                      </a:lnTo>
                      <a:lnTo>
                        <a:pt x="1195" y="1250"/>
                      </a:lnTo>
                      <a:lnTo>
                        <a:pt x="1192" y="1255"/>
                      </a:lnTo>
                      <a:lnTo>
                        <a:pt x="1190" y="1258"/>
                      </a:lnTo>
                      <a:lnTo>
                        <a:pt x="1187" y="1263"/>
                      </a:lnTo>
                      <a:lnTo>
                        <a:pt x="1178" y="1270"/>
                      </a:lnTo>
                      <a:lnTo>
                        <a:pt x="1169" y="1275"/>
                      </a:lnTo>
                      <a:lnTo>
                        <a:pt x="1165" y="1277"/>
                      </a:lnTo>
                      <a:lnTo>
                        <a:pt x="1162" y="1281"/>
                      </a:lnTo>
                      <a:lnTo>
                        <a:pt x="1159" y="1284"/>
                      </a:lnTo>
                      <a:lnTo>
                        <a:pt x="1157" y="1289"/>
                      </a:lnTo>
                      <a:lnTo>
                        <a:pt x="1156" y="1297"/>
                      </a:lnTo>
                      <a:lnTo>
                        <a:pt x="1156" y="1305"/>
                      </a:lnTo>
                      <a:lnTo>
                        <a:pt x="1157" y="1313"/>
                      </a:lnTo>
                      <a:lnTo>
                        <a:pt x="1157" y="1322"/>
                      </a:lnTo>
                      <a:lnTo>
                        <a:pt x="1156" y="1332"/>
                      </a:lnTo>
                      <a:lnTo>
                        <a:pt x="1153" y="1341"/>
                      </a:lnTo>
                      <a:lnTo>
                        <a:pt x="1151" y="1345"/>
                      </a:lnTo>
                      <a:lnTo>
                        <a:pt x="1148" y="1349"/>
                      </a:lnTo>
                      <a:lnTo>
                        <a:pt x="1145" y="1350"/>
                      </a:lnTo>
                      <a:lnTo>
                        <a:pt x="1143" y="1351"/>
                      </a:lnTo>
                      <a:lnTo>
                        <a:pt x="1139" y="1351"/>
                      </a:lnTo>
                      <a:lnTo>
                        <a:pt x="1135" y="1350"/>
                      </a:lnTo>
                      <a:lnTo>
                        <a:pt x="1132" y="1349"/>
                      </a:lnTo>
                      <a:lnTo>
                        <a:pt x="1128" y="1346"/>
                      </a:lnTo>
                      <a:lnTo>
                        <a:pt x="1126" y="1344"/>
                      </a:lnTo>
                      <a:lnTo>
                        <a:pt x="1122" y="1343"/>
                      </a:lnTo>
                      <a:lnTo>
                        <a:pt x="1118" y="1341"/>
                      </a:lnTo>
                      <a:lnTo>
                        <a:pt x="1114" y="1343"/>
                      </a:lnTo>
                      <a:lnTo>
                        <a:pt x="1104" y="1344"/>
                      </a:lnTo>
                      <a:lnTo>
                        <a:pt x="1096" y="1346"/>
                      </a:lnTo>
                      <a:lnTo>
                        <a:pt x="1088" y="1346"/>
                      </a:lnTo>
                      <a:lnTo>
                        <a:pt x="1078" y="1345"/>
                      </a:lnTo>
                      <a:lnTo>
                        <a:pt x="1070" y="1343"/>
                      </a:lnTo>
                      <a:lnTo>
                        <a:pt x="1061" y="1339"/>
                      </a:lnTo>
                      <a:lnTo>
                        <a:pt x="1056" y="1338"/>
                      </a:lnTo>
                      <a:lnTo>
                        <a:pt x="1052" y="1337"/>
                      </a:lnTo>
                      <a:lnTo>
                        <a:pt x="1050" y="1337"/>
                      </a:lnTo>
                      <a:lnTo>
                        <a:pt x="1047" y="1339"/>
                      </a:lnTo>
                      <a:lnTo>
                        <a:pt x="1046" y="1340"/>
                      </a:lnTo>
                      <a:lnTo>
                        <a:pt x="1046" y="1343"/>
                      </a:lnTo>
                      <a:lnTo>
                        <a:pt x="1047" y="1345"/>
                      </a:lnTo>
                      <a:lnTo>
                        <a:pt x="1049" y="1349"/>
                      </a:lnTo>
                      <a:lnTo>
                        <a:pt x="1056" y="1355"/>
                      </a:lnTo>
                      <a:lnTo>
                        <a:pt x="1064" y="1362"/>
                      </a:lnTo>
                      <a:lnTo>
                        <a:pt x="1069" y="1365"/>
                      </a:lnTo>
                      <a:lnTo>
                        <a:pt x="1074" y="1368"/>
                      </a:lnTo>
                      <a:lnTo>
                        <a:pt x="1078" y="1369"/>
                      </a:lnTo>
                      <a:lnTo>
                        <a:pt x="1082" y="1370"/>
                      </a:lnTo>
                      <a:lnTo>
                        <a:pt x="1089" y="1371"/>
                      </a:lnTo>
                      <a:lnTo>
                        <a:pt x="1097" y="1374"/>
                      </a:lnTo>
                      <a:lnTo>
                        <a:pt x="1101" y="1375"/>
                      </a:lnTo>
                      <a:lnTo>
                        <a:pt x="1103" y="1378"/>
                      </a:lnTo>
                      <a:lnTo>
                        <a:pt x="1107" y="1381"/>
                      </a:lnTo>
                      <a:lnTo>
                        <a:pt x="1109" y="1384"/>
                      </a:lnTo>
                      <a:lnTo>
                        <a:pt x="1109" y="1388"/>
                      </a:lnTo>
                      <a:lnTo>
                        <a:pt x="1109" y="1391"/>
                      </a:lnTo>
                      <a:lnTo>
                        <a:pt x="1109" y="1396"/>
                      </a:lnTo>
                      <a:lnTo>
                        <a:pt x="1108" y="1400"/>
                      </a:lnTo>
                      <a:lnTo>
                        <a:pt x="1104" y="1409"/>
                      </a:lnTo>
                      <a:lnTo>
                        <a:pt x="1101" y="1418"/>
                      </a:lnTo>
                      <a:lnTo>
                        <a:pt x="1094" y="1434"/>
                      </a:lnTo>
                      <a:lnTo>
                        <a:pt x="1087" y="1448"/>
                      </a:lnTo>
                      <a:lnTo>
                        <a:pt x="1082" y="1456"/>
                      </a:lnTo>
                      <a:lnTo>
                        <a:pt x="1078" y="1462"/>
                      </a:lnTo>
                      <a:lnTo>
                        <a:pt x="1074" y="1466"/>
                      </a:lnTo>
                      <a:lnTo>
                        <a:pt x="1069" y="1470"/>
                      </a:lnTo>
                      <a:lnTo>
                        <a:pt x="1059" y="1475"/>
                      </a:lnTo>
                      <a:lnTo>
                        <a:pt x="1053" y="1478"/>
                      </a:lnTo>
                      <a:lnTo>
                        <a:pt x="1052" y="1481"/>
                      </a:lnTo>
                      <a:lnTo>
                        <a:pt x="1051" y="1486"/>
                      </a:lnTo>
                      <a:lnTo>
                        <a:pt x="1050" y="1497"/>
                      </a:lnTo>
                      <a:lnTo>
                        <a:pt x="1050" y="1511"/>
                      </a:lnTo>
                      <a:lnTo>
                        <a:pt x="1050" y="1516"/>
                      </a:lnTo>
                      <a:lnTo>
                        <a:pt x="1049" y="1521"/>
                      </a:lnTo>
                      <a:lnTo>
                        <a:pt x="1046" y="1525"/>
                      </a:lnTo>
                      <a:lnTo>
                        <a:pt x="1044" y="1527"/>
                      </a:lnTo>
                      <a:lnTo>
                        <a:pt x="1037" y="1530"/>
                      </a:lnTo>
                      <a:lnTo>
                        <a:pt x="1028" y="1532"/>
                      </a:lnTo>
                      <a:lnTo>
                        <a:pt x="1025" y="1533"/>
                      </a:lnTo>
                      <a:lnTo>
                        <a:pt x="1022" y="1535"/>
                      </a:lnTo>
                      <a:lnTo>
                        <a:pt x="1021" y="1536"/>
                      </a:lnTo>
                      <a:lnTo>
                        <a:pt x="1020" y="1539"/>
                      </a:lnTo>
                      <a:lnTo>
                        <a:pt x="1020" y="1545"/>
                      </a:lnTo>
                      <a:lnTo>
                        <a:pt x="1021" y="1551"/>
                      </a:lnTo>
                      <a:lnTo>
                        <a:pt x="1025" y="1555"/>
                      </a:lnTo>
                      <a:lnTo>
                        <a:pt x="1028" y="1561"/>
                      </a:lnTo>
                      <a:lnTo>
                        <a:pt x="1033" y="1565"/>
                      </a:lnTo>
                      <a:lnTo>
                        <a:pt x="1038" y="1567"/>
                      </a:lnTo>
                      <a:lnTo>
                        <a:pt x="1047" y="1570"/>
                      </a:lnTo>
                      <a:lnTo>
                        <a:pt x="1057" y="1574"/>
                      </a:lnTo>
                      <a:lnTo>
                        <a:pt x="1061" y="1578"/>
                      </a:lnTo>
                      <a:lnTo>
                        <a:pt x="1062" y="1580"/>
                      </a:lnTo>
                      <a:lnTo>
                        <a:pt x="1063" y="1583"/>
                      </a:lnTo>
                      <a:lnTo>
                        <a:pt x="1063" y="1586"/>
                      </a:lnTo>
                      <a:lnTo>
                        <a:pt x="1059" y="1591"/>
                      </a:lnTo>
                      <a:lnTo>
                        <a:pt x="1056" y="1597"/>
                      </a:lnTo>
                      <a:lnTo>
                        <a:pt x="1055" y="1604"/>
                      </a:lnTo>
                      <a:lnTo>
                        <a:pt x="1053" y="1612"/>
                      </a:lnTo>
                      <a:lnTo>
                        <a:pt x="1055" y="1621"/>
                      </a:lnTo>
                      <a:lnTo>
                        <a:pt x="1055" y="1628"/>
                      </a:lnTo>
                      <a:lnTo>
                        <a:pt x="1055" y="1630"/>
                      </a:lnTo>
                      <a:lnTo>
                        <a:pt x="1053" y="1633"/>
                      </a:lnTo>
                      <a:lnTo>
                        <a:pt x="1052" y="1634"/>
                      </a:lnTo>
                      <a:lnTo>
                        <a:pt x="1050" y="1635"/>
                      </a:lnTo>
                      <a:lnTo>
                        <a:pt x="1045" y="1634"/>
                      </a:lnTo>
                      <a:lnTo>
                        <a:pt x="1039" y="1631"/>
                      </a:lnTo>
                      <a:lnTo>
                        <a:pt x="1032" y="1628"/>
                      </a:lnTo>
                      <a:lnTo>
                        <a:pt x="1025" y="1624"/>
                      </a:lnTo>
                      <a:lnTo>
                        <a:pt x="1021" y="1623"/>
                      </a:lnTo>
                      <a:lnTo>
                        <a:pt x="1018" y="1623"/>
                      </a:lnTo>
                      <a:lnTo>
                        <a:pt x="1017" y="1626"/>
                      </a:lnTo>
                      <a:lnTo>
                        <a:pt x="1015" y="1629"/>
                      </a:lnTo>
                      <a:lnTo>
                        <a:pt x="1013" y="1637"/>
                      </a:lnTo>
                      <a:lnTo>
                        <a:pt x="1012" y="1643"/>
                      </a:lnTo>
                      <a:lnTo>
                        <a:pt x="1011" y="1647"/>
                      </a:lnTo>
                      <a:lnTo>
                        <a:pt x="1009" y="1652"/>
                      </a:lnTo>
                      <a:lnTo>
                        <a:pt x="1011" y="1653"/>
                      </a:lnTo>
                      <a:lnTo>
                        <a:pt x="1011" y="1655"/>
                      </a:lnTo>
                      <a:lnTo>
                        <a:pt x="1012" y="1656"/>
                      </a:lnTo>
                      <a:lnTo>
                        <a:pt x="1014" y="1656"/>
                      </a:lnTo>
                      <a:lnTo>
                        <a:pt x="1017" y="1658"/>
                      </a:lnTo>
                      <a:lnTo>
                        <a:pt x="1019" y="1659"/>
                      </a:lnTo>
                      <a:lnTo>
                        <a:pt x="1020" y="1661"/>
                      </a:lnTo>
                      <a:lnTo>
                        <a:pt x="1020" y="1664"/>
                      </a:lnTo>
                      <a:lnTo>
                        <a:pt x="1020" y="1667"/>
                      </a:lnTo>
                      <a:lnTo>
                        <a:pt x="1018" y="1671"/>
                      </a:lnTo>
                      <a:lnTo>
                        <a:pt x="1015" y="1674"/>
                      </a:lnTo>
                      <a:lnTo>
                        <a:pt x="1013" y="1678"/>
                      </a:lnTo>
                      <a:lnTo>
                        <a:pt x="1011" y="1683"/>
                      </a:lnTo>
                      <a:lnTo>
                        <a:pt x="1011" y="1689"/>
                      </a:lnTo>
                      <a:lnTo>
                        <a:pt x="1011" y="1696"/>
                      </a:lnTo>
                      <a:lnTo>
                        <a:pt x="1009" y="1704"/>
                      </a:lnTo>
                      <a:lnTo>
                        <a:pt x="1008" y="1712"/>
                      </a:lnTo>
                      <a:lnTo>
                        <a:pt x="1006" y="1717"/>
                      </a:lnTo>
                      <a:lnTo>
                        <a:pt x="1002" y="1722"/>
                      </a:lnTo>
                      <a:lnTo>
                        <a:pt x="998" y="1724"/>
                      </a:lnTo>
                      <a:lnTo>
                        <a:pt x="995" y="1724"/>
                      </a:lnTo>
                      <a:lnTo>
                        <a:pt x="993" y="1724"/>
                      </a:lnTo>
                      <a:lnTo>
                        <a:pt x="992" y="1723"/>
                      </a:lnTo>
                      <a:lnTo>
                        <a:pt x="989" y="1721"/>
                      </a:lnTo>
                      <a:lnTo>
                        <a:pt x="988" y="1715"/>
                      </a:lnTo>
                      <a:lnTo>
                        <a:pt x="988" y="1711"/>
                      </a:lnTo>
                      <a:lnTo>
                        <a:pt x="988" y="1709"/>
                      </a:lnTo>
                      <a:lnTo>
                        <a:pt x="987" y="1709"/>
                      </a:lnTo>
                      <a:lnTo>
                        <a:pt x="986" y="1710"/>
                      </a:lnTo>
                      <a:lnTo>
                        <a:pt x="984" y="1718"/>
                      </a:lnTo>
                      <a:lnTo>
                        <a:pt x="984" y="1731"/>
                      </a:lnTo>
                      <a:close/>
                    </a:path>
                  </a:pathLst>
                </a:custGeom>
                <a:solidFill>
                  <a:srgbClr val="DDEBF7"/>
                </a:solidFill>
                <a:ln w="9525">
                  <a:solidFill>
                    <a:srgbClr val="AFABAB"/>
                  </a:solidFill>
                  <a:round/>
                  <a:headEnd/>
                  <a:tailEnd/>
                </a:ln>
              </p:spPr>
              <p:txBody>
                <a:bodyPr/>
                <a:lstStyle/>
                <a:p>
                  <a:endParaRPr lang="zh-CN" altLang="en-US"/>
                </a:p>
              </p:txBody>
            </p:sp>
            <p:sp>
              <p:nvSpPr>
                <p:cNvPr id="50" name="广东">
                  <a:extLst>
                    <a:ext uri="{FF2B5EF4-FFF2-40B4-BE49-F238E27FC236}">
                      <a16:creationId xmlns:a16="http://schemas.microsoft.com/office/drawing/2014/main" id="{B6AAF6B0-1B4D-4EE8-AA50-DFE0D9CB60D0}"/>
                    </a:ext>
                  </a:extLst>
                </p:cNvPr>
                <p:cNvSpPr>
                  <a:spLocks noEditPoints="1"/>
                </p:cNvSpPr>
                <p:nvPr/>
              </p:nvSpPr>
              <p:spPr bwMode="auto">
                <a:xfrm>
                  <a:off x="3086138" y="3295822"/>
                  <a:ext cx="790585" cy="609632"/>
                </a:xfrm>
                <a:custGeom>
                  <a:avLst/>
                  <a:gdLst>
                    <a:gd name="T0" fmla="*/ 2147483646 w 2993"/>
                    <a:gd name="T1" fmla="*/ 2147483646 h 2287"/>
                    <a:gd name="T2" fmla="*/ 2147483646 w 2993"/>
                    <a:gd name="T3" fmla="*/ 2147483646 h 2287"/>
                    <a:gd name="T4" fmla="*/ 2147483646 w 2993"/>
                    <a:gd name="T5" fmla="*/ 2147483646 h 2287"/>
                    <a:gd name="T6" fmla="*/ 2147483646 w 2993"/>
                    <a:gd name="T7" fmla="*/ 2147483646 h 2287"/>
                    <a:gd name="T8" fmla="*/ 2147483646 w 2993"/>
                    <a:gd name="T9" fmla="*/ 2147483646 h 2287"/>
                    <a:gd name="T10" fmla="*/ 2147483646 w 2993"/>
                    <a:gd name="T11" fmla="*/ 2147483646 h 2287"/>
                    <a:gd name="T12" fmla="*/ 2147483646 w 2993"/>
                    <a:gd name="T13" fmla="*/ 2147483646 h 2287"/>
                    <a:gd name="T14" fmla="*/ 2147483646 w 2993"/>
                    <a:gd name="T15" fmla="*/ 2147483646 h 2287"/>
                    <a:gd name="T16" fmla="*/ 2147483646 w 2993"/>
                    <a:gd name="T17" fmla="*/ 2147483646 h 2287"/>
                    <a:gd name="T18" fmla="*/ 2147483646 w 2993"/>
                    <a:gd name="T19" fmla="*/ 2147483646 h 2287"/>
                    <a:gd name="T20" fmla="*/ 2147483646 w 2993"/>
                    <a:gd name="T21" fmla="*/ 2147483646 h 2287"/>
                    <a:gd name="T22" fmla="*/ 2147483646 w 2993"/>
                    <a:gd name="T23" fmla="*/ 2147483646 h 2287"/>
                    <a:gd name="T24" fmla="*/ 2147483646 w 2993"/>
                    <a:gd name="T25" fmla="*/ 2147483646 h 2287"/>
                    <a:gd name="T26" fmla="*/ 2147483646 w 2993"/>
                    <a:gd name="T27" fmla="*/ 2147483646 h 2287"/>
                    <a:gd name="T28" fmla="*/ 2147483646 w 2993"/>
                    <a:gd name="T29" fmla="*/ 2147483646 h 2287"/>
                    <a:gd name="T30" fmla="*/ 2147483646 w 2993"/>
                    <a:gd name="T31" fmla="*/ 2147483646 h 2287"/>
                    <a:gd name="T32" fmla="*/ 2147483646 w 2993"/>
                    <a:gd name="T33" fmla="*/ 2147483646 h 2287"/>
                    <a:gd name="T34" fmla="*/ 2147483646 w 2993"/>
                    <a:gd name="T35" fmla="*/ 2147483646 h 2287"/>
                    <a:gd name="T36" fmla="*/ 2147483646 w 2993"/>
                    <a:gd name="T37" fmla="*/ 2147483646 h 2287"/>
                    <a:gd name="T38" fmla="*/ 2147483646 w 2993"/>
                    <a:gd name="T39" fmla="*/ 2147483646 h 2287"/>
                    <a:gd name="T40" fmla="*/ 2147483646 w 2993"/>
                    <a:gd name="T41" fmla="*/ 0 h 2287"/>
                    <a:gd name="T42" fmla="*/ 2147483646 w 2993"/>
                    <a:gd name="T43" fmla="*/ 2147483646 h 2287"/>
                    <a:gd name="T44" fmla="*/ 2147483646 w 2993"/>
                    <a:gd name="T45" fmla="*/ 2147483646 h 2287"/>
                    <a:gd name="T46" fmla="*/ 2147483646 w 2993"/>
                    <a:gd name="T47" fmla="*/ 2147483646 h 2287"/>
                    <a:gd name="T48" fmla="*/ 2147483646 w 2993"/>
                    <a:gd name="T49" fmla="*/ 2147483646 h 2287"/>
                    <a:gd name="T50" fmla="*/ 2147483646 w 2993"/>
                    <a:gd name="T51" fmla="*/ 2147483646 h 2287"/>
                    <a:gd name="T52" fmla="*/ 2147483646 w 2993"/>
                    <a:gd name="T53" fmla="*/ 2147483646 h 2287"/>
                    <a:gd name="T54" fmla="*/ 2147483646 w 2993"/>
                    <a:gd name="T55" fmla="*/ 2147483646 h 2287"/>
                    <a:gd name="T56" fmla="*/ 2147483646 w 2993"/>
                    <a:gd name="T57" fmla="*/ 2147483646 h 2287"/>
                    <a:gd name="T58" fmla="*/ 2147483646 w 2993"/>
                    <a:gd name="T59" fmla="*/ 2147483646 h 2287"/>
                    <a:gd name="T60" fmla="*/ 2147483646 w 2993"/>
                    <a:gd name="T61" fmla="*/ 2147483646 h 2287"/>
                    <a:gd name="T62" fmla="*/ 2147483646 w 2993"/>
                    <a:gd name="T63" fmla="*/ 2147483646 h 2287"/>
                    <a:gd name="T64" fmla="*/ 2147483646 w 2993"/>
                    <a:gd name="T65" fmla="*/ 2147483646 h 2287"/>
                    <a:gd name="T66" fmla="*/ 2147483646 w 2993"/>
                    <a:gd name="T67" fmla="*/ 2147483646 h 2287"/>
                    <a:gd name="T68" fmla="*/ 2147483646 w 2993"/>
                    <a:gd name="T69" fmla="*/ 2147483646 h 2287"/>
                    <a:gd name="T70" fmla="*/ 2147483646 w 2993"/>
                    <a:gd name="T71" fmla="*/ 2147483646 h 2287"/>
                    <a:gd name="T72" fmla="*/ 2147483646 w 2993"/>
                    <a:gd name="T73" fmla="*/ 2147483646 h 2287"/>
                    <a:gd name="T74" fmla="*/ 2147483646 w 2993"/>
                    <a:gd name="T75" fmla="*/ 2147483646 h 2287"/>
                    <a:gd name="T76" fmla="*/ 2147483646 w 2993"/>
                    <a:gd name="T77" fmla="*/ 2147483646 h 2287"/>
                    <a:gd name="T78" fmla="*/ 2147483646 w 2993"/>
                    <a:gd name="T79" fmla="*/ 2147483646 h 2287"/>
                    <a:gd name="T80" fmla="*/ 2147483646 w 2993"/>
                    <a:gd name="T81" fmla="*/ 2147483646 h 2287"/>
                    <a:gd name="T82" fmla="*/ 2147483646 w 2993"/>
                    <a:gd name="T83" fmla="*/ 2147483646 h 2287"/>
                    <a:gd name="T84" fmla="*/ 2147483646 w 2993"/>
                    <a:gd name="T85" fmla="*/ 2147483646 h 2287"/>
                    <a:gd name="T86" fmla="*/ 2147483646 w 2993"/>
                    <a:gd name="T87" fmla="*/ 2147483646 h 2287"/>
                    <a:gd name="T88" fmla="*/ 2147483646 w 2993"/>
                    <a:gd name="T89" fmla="*/ 2147483646 h 2287"/>
                    <a:gd name="T90" fmla="*/ 2147483646 w 2993"/>
                    <a:gd name="T91" fmla="*/ 2147483646 h 2287"/>
                    <a:gd name="T92" fmla="*/ 2147483646 w 2993"/>
                    <a:gd name="T93" fmla="*/ 2147483646 h 2287"/>
                    <a:gd name="T94" fmla="*/ 2147483646 w 2993"/>
                    <a:gd name="T95" fmla="*/ 2147483646 h 2287"/>
                    <a:gd name="T96" fmla="*/ 2147483646 w 2993"/>
                    <a:gd name="T97" fmla="*/ 2147483646 h 2287"/>
                    <a:gd name="T98" fmla="*/ 2147483646 w 2993"/>
                    <a:gd name="T99" fmla="*/ 2147483646 h 2287"/>
                    <a:gd name="T100" fmla="*/ 2147483646 w 2993"/>
                    <a:gd name="T101" fmla="*/ 2147483646 h 2287"/>
                    <a:gd name="T102" fmla="*/ 2147483646 w 2993"/>
                    <a:gd name="T103" fmla="*/ 2147483646 h 2287"/>
                    <a:gd name="T104" fmla="*/ 2147483646 w 2993"/>
                    <a:gd name="T105" fmla="*/ 2147483646 h 2287"/>
                    <a:gd name="T106" fmla="*/ 2147483646 w 2993"/>
                    <a:gd name="T107" fmla="*/ 2147483646 h 2287"/>
                    <a:gd name="T108" fmla="*/ 2147483646 w 2993"/>
                    <a:gd name="T109" fmla="*/ 2147483646 h 2287"/>
                    <a:gd name="T110" fmla="*/ 2147483646 w 2993"/>
                    <a:gd name="T111" fmla="*/ 2147483646 h 2287"/>
                    <a:gd name="T112" fmla="*/ 2147483646 w 2993"/>
                    <a:gd name="T113" fmla="*/ 2147483646 h 2287"/>
                    <a:gd name="T114" fmla="*/ 2147483646 w 2993"/>
                    <a:gd name="T115" fmla="*/ 2147483646 h 2287"/>
                    <a:gd name="T116" fmla="*/ 2147483646 w 2993"/>
                    <a:gd name="T117" fmla="*/ 2147483646 h 2287"/>
                    <a:gd name="T118" fmla="*/ 2147483646 w 2993"/>
                    <a:gd name="T119" fmla="*/ 2147483646 h 2287"/>
                    <a:gd name="T120" fmla="*/ 2147483646 w 2993"/>
                    <a:gd name="T121" fmla="*/ 2147483646 h 2287"/>
                    <a:gd name="T122" fmla="*/ 2147483646 w 2993"/>
                    <a:gd name="T123" fmla="*/ 2147483646 h 2287"/>
                    <a:gd name="T124" fmla="*/ 2147483646 w 2993"/>
                    <a:gd name="T125" fmla="*/ 2147483646 h 22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993" h="2287">
                      <a:moveTo>
                        <a:pt x="1852" y="1263"/>
                      </a:moveTo>
                      <a:lnTo>
                        <a:pt x="1853" y="1261"/>
                      </a:lnTo>
                      <a:lnTo>
                        <a:pt x="1854" y="1259"/>
                      </a:lnTo>
                      <a:lnTo>
                        <a:pt x="1858" y="1256"/>
                      </a:lnTo>
                      <a:lnTo>
                        <a:pt x="1863" y="1253"/>
                      </a:lnTo>
                      <a:lnTo>
                        <a:pt x="1875" y="1244"/>
                      </a:lnTo>
                      <a:lnTo>
                        <a:pt x="1890" y="1236"/>
                      </a:lnTo>
                      <a:lnTo>
                        <a:pt x="1895" y="1235"/>
                      </a:lnTo>
                      <a:lnTo>
                        <a:pt x="1901" y="1234"/>
                      </a:lnTo>
                      <a:lnTo>
                        <a:pt x="1906" y="1234"/>
                      </a:lnTo>
                      <a:lnTo>
                        <a:pt x="1910" y="1234"/>
                      </a:lnTo>
                      <a:lnTo>
                        <a:pt x="1922" y="1236"/>
                      </a:lnTo>
                      <a:lnTo>
                        <a:pt x="1937" y="1242"/>
                      </a:lnTo>
                      <a:lnTo>
                        <a:pt x="1944" y="1245"/>
                      </a:lnTo>
                      <a:lnTo>
                        <a:pt x="1948" y="1249"/>
                      </a:lnTo>
                      <a:lnTo>
                        <a:pt x="1951" y="1254"/>
                      </a:lnTo>
                      <a:lnTo>
                        <a:pt x="1953" y="1259"/>
                      </a:lnTo>
                      <a:lnTo>
                        <a:pt x="1956" y="1269"/>
                      </a:lnTo>
                      <a:lnTo>
                        <a:pt x="1956" y="1280"/>
                      </a:lnTo>
                      <a:lnTo>
                        <a:pt x="1957" y="1285"/>
                      </a:lnTo>
                      <a:lnTo>
                        <a:pt x="1958" y="1288"/>
                      </a:lnTo>
                      <a:lnTo>
                        <a:pt x="1959" y="1291"/>
                      </a:lnTo>
                      <a:lnTo>
                        <a:pt x="1961" y="1293"/>
                      </a:lnTo>
                      <a:lnTo>
                        <a:pt x="1964" y="1293"/>
                      </a:lnTo>
                      <a:lnTo>
                        <a:pt x="1966" y="1292"/>
                      </a:lnTo>
                      <a:lnTo>
                        <a:pt x="1970" y="1291"/>
                      </a:lnTo>
                      <a:lnTo>
                        <a:pt x="1973" y="1287"/>
                      </a:lnTo>
                      <a:lnTo>
                        <a:pt x="1990" y="1280"/>
                      </a:lnTo>
                      <a:lnTo>
                        <a:pt x="2003" y="1273"/>
                      </a:lnTo>
                      <a:lnTo>
                        <a:pt x="2003" y="1270"/>
                      </a:lnTo>
                      <a:lnTo>
                        <a:pt x="2003" y="1267"/>
                      </a:lnTo>
                      <a:lnTo>
                        <a:pt x="2002" y="1265"/>
                      </a:lnTo>
                      <a:lnTo>
                        <a:pt x="2001" y="1262"/>
                      </a:lnTo>
                      <a:lnTo>
                        <a:pt x="1996" y="1257"/>
                      </a:lnTo>
                      <a:lnTo>
                        <a:pt x="1989" y="1255"/>
                      </a:lnTo>
                      <a:lnTo>
                        <a:pt x="1983" y="1253"/>
                      </a:lnTo>
                      <a:lnTo>
                        <a:pt x="1978" y="1249"/>
                      </a:lnTo>
                      <a:lnTo>
                        <a:pt x="1977" y="1245"/>
                      </a:lnTo>
                      <a:lnTo>
                        <a:pt x="1977" y="1242"/>
                      </a:lnTo>
                      <a:lnTo>
                        <a:pt x="1978" y="1237"/>
                      </a:lnTo>
                      <a:lnTo>
                        <a:pt x="1980" y="1232"/>
                      </a:lnTo>
                      <a:lnTo>
                        <a:pt x="1985" y="1226"/>
                      </a:lnTo>
                      <a:lnTo>
                        <a:pt x="1990" y="1221"/>
                      </a:lnTo>
                      <a:lnTo>
                        <a:pt x="1990" y="1218"/>
                      </a:lnTo>
                      <a:lnTo>
                        <a:pt x="1989" y="1217"/>
                      </a:lnTo>
                      <a:lnTo>
                        <a:pt x="1986" y="1216"/>
                      </a:lnTo>
                      <a:lnTo>
                        <a:pt x="1983" y="1216"/>
                      </a:lnTo>
                      <a:lnTo>
                        <a:pt x="1975" y="1215"/>
                      </a:lnTo>
                      <a:lnTo>
                        <a:pt x="1967" y="1216"/>
                      </a:lnTo>
                      <a:lnTo>
                        <a:pt x="1964" y="1216"/>
                      </a:lnTo>
                      <a:lnTo>
                        <a:pt x="1961" y="1216"/>
                      </a:lnTo>
                      <a:lnTo>
                        <a:pt x="1960" y="1215"/>
                      </a:lnTo>
                      <a:lnTo>
                        <a:pt x="1958" y="1213"/>
                      </a:lnTo>
                      <a:lnTo>
                        <a:pt x="1957" y="1212"/>
                      </a:lnTo>
                      <a:lnTo>
                        <a:pt x="1957" y="1210"/>
                      </a:lnTo>
                      <a:lnTo>
                        <a:pt x="1957" y="1207"/>
                      </a:lnTo>
                      <a:lnTo>
                        <a:pt x="1957" y="1204"/>
                      </a:lnTo>
                      <a:lnTo>
                        <a:pt x="1959" y="1196"/>
                      </a:lnTo>
                      <a:lnTo>
                        <a:pt x="1964" y="1185"/>
                      </a:lnTo>
                      <a:lnTo>
                        <a:pt x="1967" y="1179"/>
                      </a:lnTo>
                      <a:lnTo>
                        <a:pt x="1971" y="1174"/>
                      </a:lnTo>
                      <a:lnTo>
                        <a:pt x="1976" y="1169"/>
                      </a:lnTo>
                      <a:lnTo>
                        <a:pt x="1982" y="1166"/>
                      </a:lnTo>
                      <a:lnTo>
                        <a:pt x="2002" y="1156"/>
                      </a:lnTo>
                      <a:lnTo>
                        <a:pt x="2028" y="1146"/>
                      </a:lnTo>
                      <a:lnTo>
                        <a:pt x="2052" y="1135"/>
                      </a:lnTo>
                      <a:lnTo>
                        <a:pt x="2066" y="1127"/>
                      </a:lnTo>
                      <a:lnTo>
                        <a:pt x="2070" y="1124"/>
                      </a:lnTo>
                      <a:lnTo>
                        <a:pt x="2073" y="1124"/>
                      </a:lnTo>
                      <a:lnTo>
                        <a:pt x="2077" y="1125"/>
                      </a:lnTo>
                      <a:lnTo>
                        <a:pt x="2079" y="1129"/>
                      </a:lnTo>
                      <a:lnTo>
                        <a:pt x="2080" y="1133"/>
                      </a:lnTo>
                      <a:lnTo>
                        <a:pt x="2082" y="1137"/>
                      </a:lnTo>
                      <a:lnTo>
                        <a:pt x="2082" y="1142"/>
                      </a:lnTo>
                      <a:lnTo>
                        <a:pt x="2079" y="1146"/>
                      </a:lnTo>
                      <a:lnTo>
                        <a:pt x="2064" y="1159"/>
                      </a:lnTo>
                      <a:lnTo>
                        <a:pt x="2052" y="1167"/>
                      </a:lnTo>
                      <a:lnTo>
                        <a:pt x="2051" y="1173"/>
                      </a:lnTo>
                      <a:lnTo>
                        <a:pt x="2052" y="1182"/>
                      </a:lnTo>
                      <a:lnTo>
                        <a:pt x="2053" y="1193"/>
                      </a:lnTo>
                      <a:lnTo>
                        <a:pt x="2053" y="1203"/>
                      </a:lnTo>
                      <a:lnTo>
                        <a:pt x="2053" y="1213"/>
                      </a:lnTo>
                      <a:lnTo>
                        <a:pt x="2054" y="1225"/>
                      </a:lnTo>
                      <a:lnTo>
                        <a:pt x="2055" y="1230"/>
                      </a:lnTo>
                      <a:lnTo>
                        <a:pt x="2058" y="1235"/>
                      </a:lnTo>
                      <a:lnTo>
                        <a:pt x="2059" y="1236"/>
                      </a:lnTo>
                      <a:lnTo>
                        <a:pt x="2061" y="1236"/>
                      </a:lnTo>
                      <a:lnTo>
                        <a:pt x="2063" y="1237"/>
                      </a:lnTo>
                      <a:lnTo>
                        <a:pt x="2065" y="1236"/>
                      </a:lnTo>
                      <a:lnTo>
                        <a:pt x="2076" y="1231"/>
                      </a:lnTo>
                      <a:lnTo>
                        <a:pt x="2089" y="1225"/>
                      </a:lnTo>
                      <a:lnTo>
                        <a:pt x="2095" y="1224"/>
                      </a:lnTo>
                      <a:lnTo>
                        <a:pt x="2101" y="1223"/>
                      </a:lnTo>
                      <a:lnTo>
                        <a:pt x="2102" y="1224"/>
                      </a:lnTo>
                      <a:lnTo>
                        <a:pt x="2104" y="1224"/>
                      </a:lnTo>
                      <a:lnTo>
                        <a:pt x="2105" y="1226"/>
                      </a:lnTo>
                      <a:lnTo>
                        <a:pt x="2108" y="1229"/>
                      </a:lnTo>
                      <a:lnTo>
                        <a:pt x="2111" y="1237"/>
                      </a:lnTo>
                      <a:lnTo>
                        <a:pt x="2115" y="1244"/>
                      </a:lnTo>
                      <a:lnTo>
                        <a:pt x="2117" y="1245"/>
                      </a:lnTo>
                      <a:lnTo>
                        <a:pt x="2118" y="1245"/>
                      </a:lnTo>
                      <a:lnTo>
                        <a:pt x="2120" y="1245"/>
                      </a:lnTo>
                      <a:lnTo>
                        <a:pt x="2122" y="1243"/>
                      </a:lnTo>
                      <a:lnTo>
                        <a:pt x="2123" y="1235"/>
                      </a:lnTo>
                      <a:lnTo>
                        <a:pt x="2123" y="1224"/>
                      </a:lnTo>
                      <a:lnTo>
                        <a:pt x="2123" y="1219"/>
                      </a:lnTo>
                      <a:lnTo>
                        <a:pt x="2124" y="1213"/>
                      </a:lnTo>
                      <a:lnTo>
                        <a:pt x="2127" y="1209"/>
                      </a:lnTo>
                      <a:lnTo>
                        <a:pt x="2130" y="1205"/>
                      </a:lnTo>
                      <a:lnTo>
                        <a:pt x="2134" y="1200"/>
                      </a:lnTo>
                      <a:lnTo>
                        <a:pt x="2141" y="1191"/>
                      </a:lnTo>
                      <a:lnTo>
                        <a:pt x="2149" y="1181"/>
                      </a:lnTo>
                      <a:lnTo>
                        <a:pt x="2158" y="1171"/>
                      </a:lnTo>
                      <a:lnTo>
                        <a:pt x="2161" y="1166"/>
                      </a:lnTo>
                      <a:lnTo>
                        <a:pt x="2164" y="1162"/>
                      </a:lnTo>
                      <a:lnTo>
                        <a:pt x="2165" y="1159"/>
                      </a:lnTo>
                      <a:lnTo>
                        <a:pt x="2165" y="1155"/>
                      </a:lnTo>
                      <a:lnTo>
                        <a:pt x="2165" y="1150"/>
                      </a:lnTo>
                      <a:lnTo>
                        <a:pt x="2165" y="1146"/>
                      </a:lnTo>
                      <a:lnTo>
                        <a:pt x="2166" y="1142"/>
                      </a:lnTo>
                      <a:lnTo>
                        <a:pt x="2168" y="1139"/>
                      </a:lnTo>
                      <a:lnTo>
                        <a:pt x="2171" y="1136"/>
                      </a:lnTo>
                      <a:lnTo>
                        <a:pt x="2174" y="1134"/>
                      </a:lnTo>
                      <a:lnTo>
                        <a:pt x="2179" y="1131"/>
                      </a:lnTo>
                      <a:lnTo>
                        <a:pt x="2184" y="1130"/>
                      </a:lnTo>
                      <a:lnTo>
                        <a:pt x="2194" y="1128"/>
                      </a:lnTo>
                      <a:lnTo>
                        <a:pt x="2206" y="1127"/>
                      </a:lnTo>
                      <a:lnTo>
                        <a:pt x="2219" y="1128"/>
                      </a:lnTo>
                      <a:lnTo>
                        <a:pt x="2233" y="1129"/>
                      </a:lnTo>
                      <a:lnTo>
                        <a:pt x="2255" y="1131"/>
                      </a:lnTo>
                      <a:lnTo>
                        <a:pt x="2271" y="1135"/>
                      </a:lnTo>
                      <a:lnTo>
                        <a:pt x="2275" y="1137"/>
                      </a:lnTo>
                      <a:lnTo>
                        <a:pt x="2280" y="1139"/>
                      </a:lnTo>
                      <a:lnTo>
                        <a:pt x="2282" y="1141"/>
                      </a:lnTo>
                      <a:lnTo>
                        <a:pt x="2284" y="1143"/>
                      </a:lnTo>
                      <a:lnTo>
                        <a:pt x="2286" y="1154"/>
                      </a:lnTo>
                      <a:lnTo>
                        <a:pt x="2293" y="1167"/>
                      </a:lnTo>
                      <a:lnTo>
                        <a:pt x="2300" y="1169"/>
                      </a:lnTo>
                      <a:lnTo>
                        <a:pt x="2317" y="1172"/>
                      </a:lnTo>
                      <a:lnTo>
                        <a:pt x="2326" y="1173"/>
                      </a:lnTo>
                      <a:lnTo>
                        <a:pt x="2336" y="1174"/>
                      </a:lnTo>
                      <a:lnTo>
                        <a:pt x="2344" y="1177"/>
                      </a:lnTo>
                      <a:lnTo>
                        <a:pt x="2353" y="1179"/>
                      </a:lnTo>
                      <a:lnTo>
                        <a:pt x="2356" y="1181"/>
                      </a:lnTo>
                      <a:lnTo>
                        <a:pt x="2360" y="1182"/>
                      </a:lnTo>
                      <a:lnTo>
                        <a:pt x="2363" y="1184"/>
                      </a:lnTo>
                      <a:lnTo>
                        <a:pt x="2367" y="1184"/>
                      </a:lnTo>
                      <a:lnTo>
                        <a:pt x="2372" y="1182"/>
                      </a:lnTo>
                      <a:lnTo>
                        <a:pt x="2375" y="1180"/>
                      </a:lnTo>
                      <a:lnTo>
                        <a:pt x="2380" y="1177"/>
                      </a:lnTo>
                      <a:lnTo>
                        <a:pt x="2385" y="1172"/>
                      </a:lnTo>
                      <a:lnTo>
                        <a:pt x="2386" y="1169"/>
                      </a:lnTo>
                      <a:lnTo>
                        <a:pt x="2387" y="1166"/>
                      </a:lnTo>
                      <a:lnTo>
                        <a:pt x="2387" y="1163"/>
                      </a:lnTo>
                      <a:lnTo>
                        <a:pt x="2386" y="1160"/>
                      </a:lnTo>
                      <a:lnTo>
                        <a:pt x="2383" y="1155"/>
                      </a:lnTo>
                      <a:lnTo>
                        <a:pt x="2378" y="1149"/>
                      </a:lnTo>
                      <a:lnTo>
                        <a:pt x="2364" y="1139"/>
                      </a:lnTo>
                      <a:lnTo>
                        <a:pt x="2353" y="1129"/>
                      </a:lnTo>
                      <a:lnTo>
                        <a:pt x="2349" y="1123"/>
                      </a:lnTo>
                      <a:lnTo>
                        <a:pt x="2347" y="1118"/>
                      </a:lnTo>
                      <a:lnTo>
                        <a:pt x="2345" y="1114"/>
                      </a:lnTo>
                      <a:lnTo>
                        <a:pt x="2345" y="1109"/>
                      </a:lnTo>
                      <a:lnTo>
                        <a:pt x="2347" y="1102"/>
                      </a:lnTo>
                      <a:lnTo>
                        <a:pt x="2349" y="1095"/>
                      </a:lnTo>
                      <a:lnTo>
                        <a:pt x="2353" y="1090"/>
                      </a:lnTo>
                      <a:lnTo>
                        <a:pt x="2357" y="1085"/>
                      </a:lnTo>
                      <a:lnTo>
                        <a:pt x="2360" y="1084"/>
                      </a:lnTo>
                      <a:lnTo>
                        <a:pt x="2363" y="1083"/>
                      </a:lnTo>
                      <a:lnTo>
                        <a:pt x="2367" y="1083"/>
                      </a:lnTo>
                      <a:lnTo>
                        <a:pt x="2370" y="1084"/>
                      </a:lnTo>
                      <a:lnTo>
                        <a:pt x="2388" y="1097"/>
                      </a:lnTo>
                      <a:lnTo>
                        <a:pt x="2416" y="1118"/>
                      </a:lnTo>
                      <a:lnTo>
                        <a:pt x="2430" y="1129"/>
                      </a:lnTo>
                      <a:lnTo>
                        <a:pt x="2444" y="1140"/>
                      </a:lnTo>
                      <a:lnTo>
                        <a:pt x="2458" y="1148"/>
                      </a:lnTo>
                      <a:lnTo>
                        <a:pt x="2471" y="1153"/>
                      </a:lnTo>
                      <a:lnTo>
                        <a:pt x="2475" y="1153"/>
                      </a:lnTo>
                      <a:lnTo>
                        <a:pt x="2477" y="1153"/>
                      </a:lnTo>
                      <a:lnTo>
                        <a:pt x="2480" y="1152"/>
                      </a:lnTo>
                      <a:lnTo>
                        <a:pt x="2482" y="1150"/>
                      </a:lnTo>
                      <a:lnTo>
                        <a:pt x="2487" y="1146"/>
                      </a:lnTo>
                      <a:lnTo>
                        <a:pt x="2490" y="1140"/>
                      </a:lnTo>
                      <a:lnTo>
                        <a:pt x="2498" y="1128"/>
                      </a:lnTo>
                      <a:lnTo>
                        <a:pt x="2500" y="1123"/>
                      </a:lnTo>
                      <a:lnTo>
                        <a:pt x="2515" y="1106"/>
                      </a:lnTo>
                      <a:lnTo>
                        <a:pt x="2529" y="1096"/>
                      </a:lnTo>
                      <a:lnTo>
                        <a:pt x="2539" y="1087"/>
                      </a:lnTo>
                      <a:lnTo>
                        <a:pt x="2546" y="1084"/>
                      </a:lnTo>
                      <a:lnTo>
                        <a:pt x="2552" y="1083"/>
                      </a:lnTo>
                      <a:lnTo>
                        <a:pt x="2558" y="1083"/>
                      </a:lnTo>
                      <a:lnTo>
                        <a:pt x="2576" y="1086"/>
                      </a:lnTo>
                      <a:lnTo>
                        <a:pt x="2590" y="1091"/>
                      </a:lnTo>
                      <a:lnTo>
                        <a:pt x="2594" y="1091"/>
                      </a:lnTo>
                      <a:lnTo>
                        <a:pt x="2597" y="1090"/>
                      </a:lnTo>
                      <a:lnTo>
                        <a:pt x="2600" y="1089"/>
                      </a:lnTo>
                      <a:lnTo>
                        <a:pt x="2602" y="1086"/>
                      </a:lnTo>
                      <a:lnTo>
                        <a:pt x="2607" y="1081"/>
                      </a:lnTo>
                      <a:lnTo>
                        <a:pt x="2611" y="1077"/>
                      </a:lnTo>
                      <a:lnTo>
                        <a:pt x="2619" y="1065"/>
                      </a:lnTo>
                      <a:lnTo>
                        <a:pt x="2633" y="1046"/>
                      </a:lnTo>
                      <a:lnTo>
                        <a:pt x="2641" y="1037"/>
                      </a:lnTo>
                      <a:lnTo>
                        <a:pt x="2650" y="1029"/>
                      </a:lnTo>
                      <a:lnTo>
                        <a:pt x="2657" y="1023"/>
                      </a:lnTo>
                      <a:lnTo>
                        <a:pt x="2663" y="1021"/>
                      </a:lnTo>
                      <a:lnTo>
                        <a:pt x="2666" y="1021"/>
                      </a:lnTo>
                      <a:lnTo>
                        <a:pt x="2671" y="1023"/>
                      </a:lnTo>
                      <a:lnTo>
                        <a:pt x="2676" y="1026"/>
                      </a:lnTo>
                      <a:lnTo>
                        <a:pt x="2681" y="1029"/>
                      </a:lnTo>
                      <a:lnTo>
                        <a:pt x="2688" y="1032"/>
                      </a:lnTo>
                      <a:lnTo>
                        <a:pt x="2695" y="1034"/>
                      </a:lnTo>
                      <a:lnTo>
                        <a:pt x="2703" y="1035"/>
                      </a:lnTo>
                      <a:lnTo>
                        <a:pt x="2714" y="1034"/>
                      </a:lnTo>
                      <a:lnTo>
                        <a:pt x="2721" y="1032"/>
                      </a:lnTo>
                      <a:lnTo>
                        <a:pt x="2729" y="1028"/>
                      </a:lnTo>
                      <a:lnTo>
                        <a:pt x="2738" y="1021"/>
                      </a:lnTo>
                      <a:lnTo>
                        <a:pt x="2746" y="1014"/>
                      </a:lnTo>
                      <a:lnTo>
                        <a:pt x="2762" y="999"/>
                      </a:lnTo>
                      <a:lnTo>
                        <a:pt x="2773" y="985"/>
                      </a:lnTo>
                      <a:lnTo>
                        <a:pt x="2775" y="983"/>
                      </a:lnTo>
                      <a:lnTo>
                        <a:pt x="2776" y="978"/>
                      </a:lnTo>
                      <a:lnTo>
                        <a:pt x="2776" y="973"/>
                      </a:lnTo>
                      <a:lnTo>
                        <a:pt x="2776" y="967"/>
                      </a:lnTo>
                      <a:lnTo>
                        <a:pt x="2775" y="954"/>
                      </a:lnTo>
                      <a:lnTo>
                        <a:pt x="2773" y="941"/>
                      </a:lnTo>
                      <a:lnTo>
                        <a:pt x="2772" y="928"/>
                      </a:lnTo>
                      <a:lnTo>
                        <a:pt x="2771" y="916"/>
                      </a:lnTo>
                      <a:lnTo>
                        <a:pt x="2771" y="911"/>
                      </a:lnTo>
                      <a:lnTo>
                        <a:pt x="2772" y="908"/>
                      </a:lnTo>
                      <a:lnTo>
                        <a:pt x="2773" y="906"/>
                      </a:lnTo>
                      <a:lnTo>
                        <a:pt x="2776" y="903"/>
                      </a:lnTo>
                      <a:lnTo>
                        <a:pt x="2779" y="903"/>
                      </a:lnTo>
                      <a:lnTo>
                        <a:pt x="2783" y="904"/>
                      </a:lnTo>
                      <a:lnTo>
                        <a:pt x="2785" y="908"/>
                      </a:lnTo>
                      <a:lnTo>
                        <a:pt x="2786" y="911"/>
                      </a:lnTo>
                      <a:lnTo>
                        <a:pt x="2790" y="921"/>
                      </a:lnTo>
                      <a:lnTo>
                        <a:pt x="2794" y="929"/>
                      </a:lnTo>
                      <a:lnTo>
                        <a:pt x="2795" y="931"/>
                      </a:lnTo>
                      <a:lnTo>
                        <a:pt x="2797" y="931"/>
                      </a:lnTo>
                      <a:lnTo>
                        <a:pt x="2801" y="931"/>
                      </a:lnTo>
                      <a:lnTo>
                        <a:pt x="2805" y="929"/>
                      </a:lnTo>
                      <a:lnTo>
                        <a:pt x="2815" y="927"/>
                      </a:lnTo>
                      <a:lnTo>
                        <a:pt x="2827" y="922"/>
                      </a:lnTo>
                      <a:lnTo>
                        <a:pt x="2847" y="913"/>
                      </a:lnTo>
                      <a:lnTo>
                        <a:pt x="2858" y="907"/>
                      </a:lnTo>
                      <a:lnTo>
                        <a:pt x="2861" y="903"/>
                      </a:lnTo>
                      <a:lnTo>
                        <a:pt x="2864" y="900"/>
                      </a:lnTo>
                      <a:lnTo>
                        <a:pt x="2864" y="897"/>
                      </a:lnTo>
                      <a:lnTo>
                        <a:pt x="2864" y="896"/>
                      </a:lnTo>
                      <a:lnTo>
                        <a:pt x="2861" y="895"/>
                      </a:lnTo>
                      <a:lnTo>
                        <a:pt x="2859" y="894"/>
                      </a:lnTo>
                      <a:lnTo>
                        <a:pt x="2854" y="891"/>
                      </a:lnTo>
                      <a:lnTo>
                        <a:pt x="2851" y="888"/>
                      </a:lnTo>
                      <a:lnTo>
                        <a:pt x="2848" y="883"/>
                      </a:lnTo>
                      <a:lnTo>
                        <a:pt x="2847" y="878"/>
                      </a:lnTo>
                      <a:lnTo>
                        <a:pt x="2846" y="876"/>
                      </a:lnTo>
                      <a:lnTo>
                        <a:pt x="2845" y="873"/>
                      </a:lnTo>
                      <a:lnTo>
                        <a:pt x="2842" y="872"/>
                      </a:lnTo>
                      <a:lnTo>
                        <a:pt x="2840" y="870"/>
                      </a:lnTo>
                      <a:lnTo>
                        <a:pt x="2834" y="869"/>
                      </a:lnTo>
                      <a:lnTo>
                        <a:pt x="2828" y="868"/>
                      </a:lnTo>
                      <a:lnTo>
                        <a:pt x="2819" y="869"/>
                      </a:lnTo>
                      <a:lnTo>
                        <a:pt x="2807" y="870"/>
                      </a:lnTo>
                      <a:lnTo>
                        <a:pt x="2794" y="871"/>
                      </a:lnTo>
                      <a:lnTo>
                        <a:pt x="2782" y="871"/>
                      </a:lnTo>
                      <a:lnTo>
                        <a:pt x="2777" y="871"/>
                      </a:lnTo>
                      <a:lnTo>
                        <a:pt x="2772" y="869"/>
                      </a:lnTo>
                      <a:lnTo>
                        <a:pt x="2767" y="865"/>
                      </a:lnTo>
                      <a:lnTo>
                        <a:pt x="2764" y="862"/>
                      </a:lnTo>
                      <a:lnTo>
                        <a:pt x="2760" y="857"/>
                      </a:lnTo>
                      <a:lnTo>
                        <a:pt x="2757" y="852"/>
                      </a:lnTo>
                      <a:lnTo>
                        <a:pt x="2754" y="847"/>
                      </a:lnTo>
                      <a:lnTo>
                        <a:pt x="2753" y="841"/>
                      </a:lnTo>
                      <a:lnTo>
                        <a:pt x="2753" y="837"/>
                      </a:lnTo>
                      <a:lnTo>
                        <a:pt x="2753" y="834"/>
                      </a:lnTo>
                      <a:lnTo>
                        <a:pt x="2754" y="832"/>
                      </a:lnTo>
                      <a:lnTo>
                        <a:pt x="2756" y="831"/>
                      </a:lnTo>
                      <a:lnTo>
                        <a:pt x="2759" y="832"/>
                      </a:lnTo>
                      <a:lnTo>
                        <a:pt x="2765" y="834"/>
                      </a:lnTo>
                      <a:lnTo>
                        <a:pt x="2773" y="839"/>
                      </a:lnTo>
                      <a:lnTo>
                        <a:pt x="2785" y="841"/>
                      </a:lnTo>
                      <a:lnTo>
                        <a:pt x="2797" y="844"/>
                      </a:lnTo>
                      <a:lnTo>
                        <a:pt x="2810" y="844"/>
                      </a:lnTo>
                      <a:lnTo>
                        <a:pt x="2821" y="845"/>
                      </a:lnTo>
                      <a:lnTo>
                        <a:pt x="2830" y="847"/>
                      </a:lnTo>
                      <a:lnTo>
                        <a:pt x="2835" y="848"/>
                      </a:lnTo>
                      <a:lnTo>
                        <a:pt x="2840" y="850"/>
                      </a:lnTo>
                      <a:lnTo>
                        <a:pt x="2844" y="848"/>
                      </a:lnTo>
                      <a:lnTo>
                        <a:pt x="2848" y="846"/>
                      </a:lnTo>
                      <a:lnTo>
                        <a:pt x="2857" y="838"/>
                      </a:lnTo>
                      <a:lnTo>
                        <a:pt x="2863" y="828"/>
                      </a:lnTo>
                      <a:lnTo>
                        <a:pt x="2868" y="819"/>
                      </a:lnTo>
                      <a:lnTo>
                        <a:pt x="2873" y="810"/>
                      </a:lnTo>
                      <a:lnTo>
                        <a:pt x="2878" y="802"/>
                      </a:lnTo>
                      <a:lnTo>
                        <a:pt x="2883" y="791"/>
                      </a:lnTo>
                      <a:lnTo>
                        <a:pt x="2885" y="780"/>
                      </a:lnTo>
                      <a:lnTo>
                        <a:pt x="2886" y="770"/>
                      </a:lnTo>
                      <a:lnTo>
                        <a:pt x="2885" y="758"/>
                      </a:lnTo>
                      <a:lnTo>
                        <a:pt x="2884" y="743"/>
                      </a:lnTo>
                      <a:lnTo>
                        <a:pt x="2884" y="737"/>
                      </a:lnTo>
                      <a:lnTo>
                        <a:pt x="2884" y="730"/>
                      </a:lnTo>
                      <a:lnTo>
                        <a:pt x="2886" y="725"/>
                      </a:lnTo>
                      <a:lnTo>
                        <a:pt x="2889" y="721"/>
                      </a:lnTo>
                      <a:lnTo>
                        <a:pt x="2892" y="720"/>
                      </a:lnTo>
                      <a:lnTo>
                        <a:pt x="2896" y="720"/>
                      </a:lnTo>
                      <a:lnTo>
                        <a:pt x="2899" y="720"/>
                      </a:lnTo>
                      <a:lnTo>
                        <a:pt x="2903" y="723"/>
                      </a:lnTo>
                      <a:lnTo>
                        <a:pt x="2910" y="726"/>
                      </a:lnTo>
                      <a:lnTo>
                        <a:pt x="2918" y="731"/>
                      </a:lnTo>
                      <a:lnTo>
                        <a:pt x="2929" y="728"/>
                      </a:lnTo>
                      <a:lnTo>
                        <a:pt x="2952" y="726"/>
                      </a:lnTo>
                      <a:lnTo>
                        <a:pt x="2965" y="728"/>
                      </a:lnTo>
                      <a:lnTo>
                        <a:pt x="2974" y="731"/>
                      </a:lnTo>
                      <a:lnTo>
                        <a:pt x="2978" y="731"/>
                      </a:lnTo>
                      <a:lnTo>
                        <a:pt x="2981" y="731"/>
                      </a:lnTo>
                      <a:lnTo>
                        <a:pt x="2983" y="728"/>
                      </a:lnTo>
                      <a:lnTo>
                        <a:pt x="2985" y="725"/>
                      </a:lnTo>
                      <a:lnTo>
                        <a:pt x="2984" y="721"/>
                      </a:lnTo>
                      <a:lnTo>
                        <a:pt x="2981" y="719"/>
                      </a:lnTo>
                      <a:lnTo>
                        <a:pt x="2977" y="717"/>
                      </a:lnTo>
                      <a:lnTo>
                        <a:pt x="2971" y="714"/>
                      </a:lnTo>
                      <a:lnTo>
                        <a:pt x="2960" y="709"/>
                      </a:lnTo>
                      <a:lnTo>
                        <a:pt x="2951" y="705"/>
                      </a:lnTo>
                      <a:lnTo>
                        <a:pt x="2946" y="699"/>
                      </a:lnTo>
                      <a:lnTo>
                        <a:pt x="2942" y="692"/>
                      </a:lnTo>
                      <a:lnTo>
                        <a:pt x="2940" y="684"/>
                      </a:lnTo>
                      <a:lnTo>
                        <a:pt x="2939" y="676"/>
                      </a:lnTo>
                      <a:lnTo>
                        <a:pt x="2936" y="668"/>
                      </a:lnTo>
                      <a:lnTo>
                        <a:pt x="2934" y="661"/>
                      </a:lnTo>
                      <a:lnTo>
                        <a:pt x="2930" y="652"/>
                      </a:lnTo>
                      <a:lnTo>
                        <a:pt x="2924" y="645"/>
                      </a:lnTo>
                      <a:lnTo>
                        <a:pt x="2914" y="631"/>
                      </a:lnTo>
                      <a:lnTo>
                        <a:pt x="2907" y="618"/>
                      </a:lnTo>
                      <a:lnTo>
                        <a:pt x="2904" y="611"/>
                      </a:lnTo>
                      <a:lnTo>
                        <a:pt x="2902" y="605"/>
                      </a:lnTo>
                      <a:lnTo>
                        <a:pt x="2901" y="599"/>
                      </a:lnTo>
                      <a:lnTo>
                        <a:pt x="2901" y="593"/>
                      </a:lnTo>
                      <a:lnTo>
                        <a:pt x="2899" y="582"/>
                      </a:lnTo>
                      <a:lnTo>
                        <a:pt x="2897" y="572"/>
                      </a:lnTo>
                      <a:lnTo>
                        <a:pt x="2893" y="563"/>
                      </a:lnTo>
                      <a:lnTo>
                        <a:pt x="2888" y="555"/>
                      </a:lnTo>
                      <a:lnTo>
                        <a:pt x="2885" y="550"/>
                      </a:lnTo>
                      <a:lnTo>
                        <a:pt x="2884" y="544"/>
                      </a:lnTo>
                      <a:lnTo>
                        <a:pt x="2883" y="539"/>
                      </a:lnTo>
                      <a:lnTo>
                        <a:pt x="2883" y="534"/>
                      </a:lnTo>
                      <a:lnTo>
                        <a:pt x="2884" y="528"/>
                      </a:lnTo>
                      <a:lnTo>
                        <a:pt x="2885" y="522"/>
                      </a:lnTo>
                      <a:lnTo>
                        <a:pt x="2889" y="516"/>
                      </a:lnTo>
                      <a:lnTo>
                        <a:pt x="2893" y="511"/>
                      </a:lnTo>
                      <a:lnTo>
                        <a:pt x="2898" y="506"/>
                      </a:lnTo>
                      <a:lnTo>
                        <a:pt x="2901" y="503"/>
                      </a:lnTo>
                      <a:lnTo>
                        <a:pt x="2902" y="498"/>
                      </a:lnTo>
                      <a:lnTo>
                        <a:pt x="2902" y="493"/>
                      </a:lnTo>
                      <a:lnTo>
                        <a:pt x="2901" y="490"/>
                      </a:lnTo>
                      <a:lnTo>
                        <a:pt x="2898" y="485"/>
                      </a:lnTo>
                      <a:lnTo>
                        <a:pt x="2895" y="481"/>
                      </a:lnTo>
                      <a:lnTo>
                        <a:pt x="2890" y="476"/>
                      </a:lnTo>
                      <a:lnTo>
                        <a:pt x="2882" y="468"/>
                      </a:lnTo>
                      <a:lnTo>
                        <a:pt x="2876" y="460"/>
                      </a:lnTo>
                      <a:lnTo>
                        <a:pt x="2872" y="454"/>
                      </a:lnTo>
                      <a:lnTo>
                        <a:pt x="2870" y="448"/>
                      </a:lnTo>
                      <a:lnTo>
                        <a:pt x="2868" y="442"/>
                      </a:lnTo>
                      <a:lnTo>
                        <a:pt x="2866" y="434"/>
                      </a:lnTo>
                      <a:lnTo>
                        <a:pt x="2864" y="421"/>
                      </a:lnTo>
                      <a:lnTo>
                        <a:pt x="2860" y="413"/>
                      </a:lnTo>
                      <a:lnTo>
                        <a:pt x="2855" y="410"/>
                      </a:lnTo>
                      <a:lnTo>
                        <a:pt x="2851" y="406"/>
                      </a:lnTo>
                      <a:lnTo>
                        <a:pt x="2847" y="404"/>
                      </a:lnTo>
                      <a:lnTo>
                        <a:pt x="2846" y="402"/>
                      </a:lnTo>
                      <a:lnTo>
                        <a:pt x="2844" y="398"/>
                      </a:lnTo>
                      <a:lnTo>
                        <a:pt x="2842" y="393"/>
                      </a:lnTo>
                      <a:lnTo>
                        <a:pt x="2841" y="385"/>
                      </a:lnTo>
                      <a:lnTo>
                        <a:pt x="2839" y="375"/>
                      </a:lnTo>
                      <a:lnTo>
                        <a:pt x="2836" y="368"/>
                      </a:lnTo>
                      <a:lnTo>
                        <a:pt x="2833" y="364"/>
                      </a:lnTo>
                      <a:lnTo>
                        <a:pt x="2828" y="361"/>
                      </a:lnTo>
                      <a:lnTo>
                        <a:pt x="2821" y="359"/>
                      </a:lnTo>
                      <a:lnTo>
                        <a:pt x="2817" y="358"/>
                      </a:lnTo>
                      <a:lnTo>
                        <a:pt x="2814" y="355"/>
                      </a:lnTo>
                      <a:lnTo>
                        <a:pt x="2813" y="352"/>
                      </a:lnTo>
                      <a:lnTo>
                        <a:pt x="2810" y="347"/>
                      </a:lnTo>
                      <a:lnTo>
                        <a:pt x="2809" y="342"/>
                      </a:lnTo>
                      <a:lnTo>
                        <a:pt x="2809" y="336"/>
                      </a:lnTo>
                      <a:lnTo>
                        <a:pt x="2810" y="330"/>
                      </a:lnTo>
                      <a:lnTo>
                        <a:pt x="2811" y="324"/>
                      </a:lnTo>
                      <a:lnTo>
                        <a:pt x="2815" y="312"/>
                      </a:lnTo>
                      <a:lnTo>
                        <a:pt x="2819" y="303"/>
                      </a:lnTo>
                      <a:lnTo>
                        <a:pt x="2820" y="296"/>
                      </a:lnTo>
                      <a:lnTo>
                        <a:pt x="2819" y="290"/>
                      </a:lnTo>
                      <a:lnTo>
                        <a:pt x="2817" y="289"/>
                      </a:lnTo>
                      <a:lnTo>
                        <a:pt x="2815" y="287"/>
                      </a:lnTo>
                      <a:lnTo>
                        <a:pt x="2811" y="287"/>
                      </a:lnTo>
                      <a:lnTo>
                        <a:pt x="2807" y="289"/>
                      </a:lnTo>
                      <a:lnTo>
                        <a:pt x="2797" y="291"/>
                      </a:lnTo>
                      <a:lnTo>
                        <a:pt x="2785" y="293"/>
                      </a:lnTo>
                      <a:lnTo>
                        <a:pt x="2773" y="297"/>
                      </a:lnTo>
                      <a:lnTo>
                        <a:pt x="2762" y="301"/>
                      </a:lnTo>
                      <a:lnTo>
                        <a:pt x="2750" y="305"/>
                      </a:lnTo>
                      <a:lnTo>
                        <a:pt x="2739" y="311"/>
                      </a:lnTo>
                      <a:lnTo>
                        <a:pt x="2732" y="316"/>
                      </a:lnTo>
                      <a:lnTo>
                        <a:pt x="2726" y="320"/>
                      </a:lnTo>
                      <a:lnTo>
                        <a:pt x="2721" y="321"/>
                      </a:lnTo>
                      <a:lnTo>
                        <a:pt x="2715" y="322"/>
                      </a:lnTo>
                      <a:lnTo>
                        <a:pt x="2710" y="322"/>
                      </a:lnTo>
                      <a:lnTo>
                        <a:pt x="2708" y="321"/>
                      </a:lnTo>
                      <a:lnTo>
                        <a:pt x="2706" y="318"/>
                      </a:lnTo>
                      <a:lnTo>
                        <a:pt x="2703" y="315"/>
                      </a:lnTo>
                      <a:lnTo>
                        <a:pt x="2701" y="308"/>
                      </a:lnTo>
                      <a:lnTo>
                        <a:pt x="2697" y="298"/>
                      </a:lnTo>
                      <a:lnTo>
                        <a:pt x="2695" y="289"/>
                      </a:lnTo>
                      <a:lnTo>
                        <a:pt x="2690" y="280"/>
                      </a:lnTo>
                      <a:lnTo>
                        <a:pt x="2683" y="272"/>
                      </a:lnTo>
                      <a:lnTo>
                        <a:pt x="2674" y="265"/>
                      </a:lnTo>
                      <a:lnTo>
                        <a:pt x="2663" y="258"/>
                      </a:lnTo>
                      <a:lnTo>
                        <a:pt x="2652" y="252"/>
                      </a:lnTo>
                      <a:lnTo>
                        <a:pt x="2649" y="248"/>
                      </a:lnTo>
                      <a:lnTo>
                        <a:pt x="2646" y="246"/>
                      </a:lnTo>
                      <a:lnTo>
                        <a:pt x="2645" y="244"/>
                      </a:lnTo>
                      <a:lnTo>
                        <a:pt x="2646" y="241"/>
                      </a:lnTo>
                      <a:lnTo>
                        <a:pt x="2656" y="232"/>
                      </a:lnTo>
                      <a:lnTo>
                        <a:pt x="2663" y="222"/>
                      </a:lnTo>
                      <a:lnTo>
                        <a:pt x="2664" y="220"/>
                      </a:lnTo>
                      <a:lnTo>
                        <a:pt x="2663" y="217"/>
                      </a:lnTo>
                      <a:lnTo>
                        <a:pt x="2662" y="216"/>
                      </a:lnTo>
                      <a:lnTo>
                        <a:pt x="2660" y="215"/>
                      </a:lnTo>
                      <a:lnTo>
                        <a:pt x="2655" y="217"/>
                      </a:lnTo>
                      <a:lnTo>
                        <a:pt x="2645" y="222"/>
                      </a:lnTo>
                      <a:lnTo>
                        <a:pt x="2631" y="238"/>
                      </a:lnTo>
                      <a:lnTo>
                        <a:pt x="2620" y="248"/>
                      </a:lnTo>
                      <a:lnTo>
                        <a:pt x="2614" y="249"/>
                      </a:lnTo>
                      <a:lnTo>
                        <a:pt x="2608" y="248"/>
                      </a:lnTo>
                      <a:lnTo>
                        <a:pt x="2603" y="246"/>
                      </a:lnTo>
                      <a:lnTo>
                        <a:pt x="2597" y="241"/>
                      </a:lnTo>
                      <a:lnTo>
                        <a:pt x="2593" y="235"/>
                      </a:lnTo>
                      <a:lnTo>
                        <a:pt x="2586" y="232"/>
                      </a:lnTo>
                      <a:lnTo>
                        <a:pt x="2577" y="229"/>
                      </a:lnTo>
                      <a:lnTo>
                        <a:pt x="2565" y="228"/>
                      </a:lnTo>
                      <a:lnTo>
                        <a:pt x="2551" y="229"/>
                      </a:lnTo>
                      <a:lnTo>
                        <a:pt x="2536" y="228"/>
                      </a:lnTo>
                      <a:lnTo>
                        <a:pt x="2530" y="228"/>
                      </a:lnTo>
                      <a:lnTo>
                        <a:pt x="2523" y="226"/>
                      </a:lnTo>
                      <a:lnTo>
                        <a:pt x="2517" y="224"/>
                      </a:lnTo>
                      <a:lnTo>
                        <a:pt x="2512" y="221"/>
                      </a:lnTo>
                      <a:lnTo>
                        <a:pt x="2504" y="214"/>
                      </a:lnTo>
                      <a:lnTo>
                        <a:pt x="2494" y="209"/>
                      </a:lnTo>
                      <a:lnTo>
                        <a:pt x="2483" y="205"/>
                      </a:lnTo>
                      <a:lnTo>
                        <a:pt x="2470" y="202"/>
                      </a:lnTo>
                      <a:lnTo>
                        <a:pt x="2463" y="198"/>
                      </a:lnTo>
                      <a:lnTo>
                        <a:pt x="2456" y="195"/>
                      </a:lnTo>
                      <a:lnTo>
                        <a:pt x="2452" y="195"/>
                      </a:lnTo>
                      <a:lnTo>
                        <a:pt x="2451" y="197"/>
                      </a:lnTo>
                      <a:lnTo>
                        <a:pt x="2450" y="202"/>
                      </a:lnTo>
                      <a:lnTo>
                        <a:pt x="2450" y="210"/>
                      </a:lnTo>
                      <a:lnTo>
                        <a:pt x="2450" y="215"/>
                      </a:lnTo>
                      <a:lnTo>
                        <a:pt x="2449" y="217"/>
                      </a:lnTo>
                      <a:lnTo>
                        <a:pt x="2449" y="220"/>
                      </a:lnTo>
                      <a:lnTo>
                        <a:pt x="2446" y="221"/>
                      </a:lnTo>
                      <a:lnTo>
                        <a:pt x="2445" y="221"/>
                      </a:lnTo>
                      <a:lnTo>
                        <a:pt x="2443" y="221"/>
                      </a:lnTo>
                      <a:lnTo>
                        <a:pt x="2442" y="220"/>
                      </a:lnTo>
                      <a:lnTo>
                        <a:pt x="2439" y="217"/>
                      </a:lnTo>
                      <a:lnTo>
                        <a:pt x="2437" y="215"/>
                      </a:lnTo>
                      <a:lnTo>
                        <a:pt x="2435" y="215"/>
                      </a:lnTo>
                      <a:lnTo>
                        <a:pt x="2431" y="215"/>
                      </a:lnTo>
                      <a:lnTo>
                        <a:pt x="2427" y="216"/>
                      </a:lnTo>
                      <a:lnTo>
                        <a:pt x="2424" y="219"/>
                      </a:lnTo>
                      <a:lnTo>
                        <a:pt x="2420" y="222"/>
                      </a:lnTo>
                      <a:lnTo>
                        <a:pt x="2417" y="227"/>
                      </a:lnTo>
                      <a:lnTo>
                        <a:pt x="2413" y="233"/>
                      </a:lnTo>
                      <a:lnTo>
                        <a:pt x="2407" y="248"/>
                      </a:lnTo>
                      <a:lnTo>
                        <a:pt x="2402" y="265"/>
                      </a:lnTo>
                      <a:lnTo>
                        <a:pt x="2399" y="279"/>
                      </a:lnTo>
                      <a:lnTo>
                        <a:pt x="2397" y="287"/>
                      </a:lnTo>
                      <a:lnTo>
                        <a:pt x="2404" y="298"/>
                      </a:lnTo>
                      <a:lnTo>
                        <a:pt x="2407" y="308"/>
                      </a:lnTo>
                      <a:lnTo>
                        <a:pt x="2404" y="314"/>
                      </a:lnTo>
                      <a:lnTo>
                        <a:pt x="2402" y="320"/>
                      </a:lnTo>
                      <a:lnTo>
                        <a:pt x="2402" y="322"/>
                      </a:lnTo>
                      <a:lnTo>
                        <a:pt x="2404" y="324"/>
                      </a:lnTo>
                      <a:lnTo>
                        <a:pt x="2406" y="327"/>
                      </a:lnTo>
                      <a:lnTo>
                        <a:pt x="2411" y="329"/>
                      </a:lnTo>
                      <a:lnTo>
                        <a:pt x="2416" y="331"/>
                      </a:lnTo>
                      <a:lnTo>
                        <a:pt x="2420" y="335"/>
                      </a:lnTo>
                      <a:lnTo>
                        <a:pt x="2424" y="337"/>
                      </a:lnTo>
                      <a:lnTo>
                        <a:pt x="2426" y="341"/>
                      </a:lnTo>
                      <a:lnTo>
                        <a:pt x="2429" y="345"/>
                      </a:lnTo>
                      <a:lnTo>
                        <a:pt x="2430" y="348"/>
                      </a:lnTo>
                      <a:lnTo>
                        <a:pt x="2431" y="352"/>
                      </a:lnTo>
                      <a:lnTo>
                        <a:pt x="2431" y="355"/>
                      </a:lnTo>
                      <a:lnTo>
                        <a:pt x="2430" y="358"/>
                      </a:lnTo>
                      <a:lnTo>
                        <a:pt x="2429" y="360"/>
                      </a:lnTo>
                      <a:lnTo>
                        <a:pt x="2426" y="362"/>
                      </a:lnTo>
                      <a:lnTo>
                        <a:pt x="2424" y="364"/>
                      </a:lnTo>
                      <a:lnTo>
                        <a:pt x="2417" y="366"/>
                      </a:lnTo>
                      <a:lnTo>
                        <a:pt x="2408" y="366"/>
                      </a:lnTo>
                      <a:lnTo>
                        <a:pt x="2400" y="366"/>
                      </a:lnTo>
                      <a:lnTo>
                        <a:pt x="2393" y="365"/>
                      </a:lnTo>
                      <a:lnTo>
                        <a:pt x="2386" y="361"/>
                      </a:lnTo>
                      <a:lnTo>
                        <a:pt x="2380" y="356"/>
                      </a:lnTo>
                      <a:lnTo>
                        <a:pt x="2373" y="350"/>
                      </a:lnTo>
                      <a:lnTo>
                        <a:pt x="2363" y="345"/>
                      </a:lnTo>
                      <a:lnTo>
                        <a:pt x="2355" y="340"/>
                      </a:lnTo>
                      <a:lnTo>
                        <a:pt x="2348" y="337"/>
                      </a:lnTo>
                      <a:lnTo>
                        <a:pt x="2342" y="335"/>
                      </a:lnTo>
                      <a:lnTo>
                        <a:pt x="2335" y="328"/>
                      </a:lnTo>
                      <a:lnTo>
                        <a:pt x="2328" y="320"/>
                      </a:lnTo>
                      <a:lnTo>
                        <a:pt x="2320" y="310"/>
                      </a:lnTo>
                      <a:lnTo>
                        <a:pt x="2313" y="301"/>
                      </a:lnTo>
                      <a:lnTo>
                        <a:pt x="2305" y="291"/>
                      </a:lnTo>
                      <a:lnTo>
                        <a:pt x="2297" y="283"/>
                      </a:lnTo>
                      <a:lnTo>
                        <a:pt x="2288" y="278"/>
                      </a:lnTo>
                      <a:lnTo>
                        <a:pt x="2280" y="276"/>
                      </a:lnTo>
                      <a:lnTo>
                        <a:pt x="2269" y="274"/>
                      </a:lnTo>
                      <a:lnTo>
                        <a:pt x="2265" y="276"/>
                      </a:lnTo>
                      <a:lnTo>
                        <a:pt x="2260" y="277"/>
                      </a:lnTo>
                      <a:lnTo>
                        <a:pt x="2255" y="278"/>
                      </a:lnTo>
                      <a:lnTo>
                        <a:pt x="2252" y="282"/>
                      </a:lnTo>
                      <a:lnTo>
                        <a:pt x="2246" y="287"/>
                      </a:lnTo>
                      <a:lnTo>
                        <a:pt x="2241" y="291"/>
                      </a:lnTo>
                      <a:lnTo>
                        <a:pt x="2236" y="293"/>
                      </a:lnTo>
                      <a:lnTo>
                        <a:pt x="2229" y="293"/>
                      </a:lnTo>
                      <a:lnTo>
                        <a:pt x="2222" y="293"/>
                      </a:lnTo>
                      <a:lnTo>
                        <a:pt x="2215" y="293"/>
                      </a:lnTo>
                      <a:lnTo>
                        <a:pt x="2209" y="296"/>
                      </a:lnTo>
                      <a:lnTo>
                        <a:pt x="2203" y="302"/>
                      </a:lnTo>
                      <a:lnTo>
                        <a:pt x="2194" y="310"/>
                      </a:lnTo>
                      <a:lnTo>
                        <a:pt x="2186" y="318"/>
                      </a:lnTo>
                      <a:lnTo>
                        <a:pt x="2181" y="322"/>
                      </a:lnTo>
                      <a:lnTo>
                        <a:pt x="2177" y="324"/>
                      </a:lnTo>
                      <a:lnTo>
                        <a:pt x="2171" y="326"/>
                      </a:lnTo>
                      <a:lnTo>
                        <a:pt x="2164" y="327"/>
                      </a:lnTo>
                      <a:lnTo>
                        <a:pt x="2150" y="327"/>
                      </a:lnTo>
                      <a:lnTo>
                        <a:pt x="2136" y="327"/>
                      </a:lnTo>
                      <a:lnTo>
                        <a:pt x="2123" y="327"/>
                      </a:lnTo>
                      <a:lnTo>
                        <a:pt x="2111" y="327"/>
                      </a:lnTo>
                      <a:lnTo>
                        <a:pt x="2105" y="328"/>
                      </a:lnTo>
                      <a:lnTo>
                        <a:pt x="2099" y="329"/>
                      </a:lnTo>
                      <a:lnTo>
                        <a:pt x="2095" y="331"/>
                      </a:lnTo>
                      <a:lnTo>
                        <a:pt x="2090" y="334"/>
                      </a:lnTo>
                      <a:lnTo>
                        <a:pt x="2086" y="337"/>
                      </a:lnTo>
                      <a:lnTo>
                        <a:pt x="2083" y="341"/>
                      </a:lnTo>
                      <a:lnTo>
                        <a:pt x="2079" y="346"/>
                      </a:lnTo>
                      <a:lnTo>
                        <a:pt x="2077" y="350"/>
                      </a:lnTo>
                      <a:lnTo>
                        <a:pt x="2073" y="359"/>
                      </a:lnTo>
                      <a:lnTo>
                        <a:pt x="2071" y="366"/>
                      </a:lnTo>
                      <a:lnTo>
                        <a:pt x="2070" y="371"/>
                      </a:lnTo>
                      <a:lnTo>
                        <a:pt x="2066" y="374"/>
                      </a:lnTo>
                      <a:lnTo>
                        <a:pt x="2064" y="375"/>
                      </a:lnTo>
                      <a:lnTo>
                        <a:pt x="2060" y="374"/>
                      </a:lnTo>
                      <a:lnTo>
                        <a:pt x="2057" y="373"/>
                      </a:lnTo>
                      <a:lnTo>
                        <a:pt x="2053" y="372"/>
                      </a:lnTo>
                      <a:lnTo>
                        <a:pt x="2045" y="367"/>
                      </a:lnTo>
                      <a:lnTo>
                        <a:pt x="2036" y="364"/>
                      </a:lnTo>
                      <a:lnTo>
                        <a:pt x="2028" y="361"/>
                      </a:lnTo>
                      <a:lnTo>
                        <a:pt x="2021" y="361"/>
                      </a:lnTo>
                      <a:lnTo>
                        <a:pt x="2019" y="362"/>
                      </a:lnTo>
                      <a:lnTo>
                        <a:pt x="2015" y="364"/>
                      </a:lnTo>
                      <a:lnTo>
                        <a:pt x="2014" y="366"/>
                      </a:lnTo>
                      <a:lnTo>
                        <a:pt x="2011" y="369"/>
                      </a:lnTo>
                      <a:lnTo>
                        <a:pt x="2008" y="381"/>
                      </a:lnTo>
                      <a:lnTo>
                        <a:pt x="2004" y="389"/>
                      </a:lnTo>
                      <a:lnTo>
                        <a:pt x="2001" y="391"/>
                      </a:lnTo>
                      <a:lnTo>
                        <a:pt x="1996" y="391"/>
                      </a:lnTo>
                      <a:lnTo>
                        <a:pt x="1992" y="390"/>
                      </a:lnTo>
                      <a:lnTo>
                        <a:pt x="1988" y="385"/>
                      </a:lnTo>
                      <a:lnTo>
                        <a:pt x="1985" y="383"/>
                      </a:lnTo>
                      <a:lnTo>
                        <a:pt x="1983" y="381"/>
                      </a:lnTo>
                      <a:lnTo>
                        <a:pt x="1979" y="381"/>
                      </a:lnTo>
                      <a:lnTo>
                        <a:pt x="1976" y="383"/>
                      </a:lnTo>
                      <a:lnTo>
                        <a:pt x="1967" y="385"/>
                      </a:lnTo>
                      <a:lnTo>
                        <a:pt x="1959" y="390"/>
                      </a:lnTo>
                      <a:lnTo>
                        <a:pt x="1948" y="394"/>
                      </a:lnTo>
                      <a:lnTo>
                        <a:pt x="1935" y="400"/>
                      </a:lnTo>
                      <a:lnTo>
                        <a:pt x="1922" y="406"/>
                      </a:lnTo>
                      <a:lnTo>
                        <a:pt x="1910" y="412"/>
                      </a:lnTo>
                      <a:lnTo>
                        <a:pt x="1904" y="415"/>
                      </a:lnTo>
                      <a:lnTo>
                        <a:pt x="1900" y="417"/>
                      </a:lnTo>
                      <a:lnTo>
                        <a:pt x="1895" y="417"/>
                      </a:lnTo>
                      <a:lnTo>
                        <a:pt x="1890" y="417"/>
                      </a:lnTo>
                      <a:lnTo>
                        <a:pt x="1887" y="416"/>
                      </a:lnTo>
                      <a:lnTo>
                        <a:pt x="1883" y="415"/>
                      </a:lnTo>
                      <a:lnTo>
                        <a:pt x="1881" y="412"/>
                      </a:lnTo>
                      <a:lnTo>
                        <a:pt x="1879" y="409"/>
                      </a:lnTo>
                      <a:lnTo>
                        <a:pt x="1877" y="402"/>
                      </a:lnTo>
                      <a:lnTo>
                        <a:pt x="1872" y="392"/>
                      </a:lnTo>
                      <a:lnTo>
                        <a:pt x="1870" y="387"/>
                      </a:lnTo>
                      <a:lnTo>
                        <a:pt x="1866" y="384"/>
                      </a:lnTo>
                      <a:lnTo>
                        <a:pt x="1863" y="381"/>
                      </a:lnTo>
                      <a:lnTo>
                        <a:pt x="1859" y="379"/>
                      </a:lnTo>
                      <a:lnTo>
                        <a:pt x="1850" y="378"/>
                      </a:lnTo>
                      <a:lnTo>
                        <a:pt x="1843" y="377"/>
                      </a:lnTo>
                      <a:lnTo>
                        <a:pt x="1839" y="377"/>
                      </a:lnTo>
                      <a:lnTo>
                        <a:pt x="1835" y="375"/>
                      </a:lnTo>
                      <a:lnTo>
                        <a:pt x="1833" y="373"/>
                      </a:lnTo>
                      <a:lnTo>
                        <a:pt x="1831" y="369"/>
                      </a:lnTo>
                      <a:lnTo>
                        <a:pt x="1827" y="364"/>
                      </a:lnTo>
                      <a:lnTo>
                        <a:pt x="1822" y="359"/>
                      </a:lnTo>
                      <a:lnTo>
                        <a:pt x="1818" y="356"/>
                      </a:lnTo>
                      <a:lnTo>
                        <a:pt x="1811" y="354"/>
                      </a:lnTo>
                      <a:lnTo>
                        <a:pt x="1805" y="353"/>
                      </a:lnTo>
                      <a:lnTo>
                        <a:pt x="1800" y="350"/>
                      </a:lnTo>
                      <a:lnTo>
                        <a:pt x="1797" y="348"/>
                      </a:lnTo>
                      <a:lnTo>
                        <a:pt x="1797" y="346"/>
                      </a:lnTo>
                      <a:lnTo>
                        <a:pt x="1797" y="343"/>
                      </a:lnTo>
                      <a:lnTo>
                        <a:pt x="1799" y="340"/>
                      </a:lnTo>
                      <a:lnTo>
                        <a:pt x="1801" y="336"/>
                      </a:lnTo>
                      <a:lnTo>
                        <a:pt x="1806" y="334"/>
                      </a:lnTo>
                      <a:lnTo>
                        <a:pt x="1811" y="331"/>
                      </a:lnTo>
                      <a:lnTo>
                        <a:pt x="1816" y="329"/>
                      </a:lnTo>
                      <a:lnTo>
                        <a:pt x="1830" y="324"/>
                      </a:lnTo>
                      <a:lnTo>
                        <a:pt x="1840" y="318"/>
                      </a:lnTo>
                      <a:lnTo>
                        <a:pt x="1849" y="309"/>
                      </a:lnTo>
                      <a:lnTo>
                        <a:pt x="1858" y="297"/>
                      </a:lnTo>
                      <a:lnTo>
                        <a:pt x="1865" y="285"/>
                      </a:lnTo>
                      <a:lnTo>
                        <a:pt x="1870" y="276"/>
                      </a:lnTo>
                      <a:lnTo>
                        <a:pt x="1871" y="266"/>
                      </a:lnTo>
                      <a:lnTo>
                        <a:pt x="1872" y="258"/>
                      </a:lnTo>
                      <a:lnTo>
                        <a:pt x="1871" y="248"/>
                      </a:lnTo>
                      <a:lnTo>
                        <a:pt x="1871" y="240"/>
                      </a:lnTo>
                      <a:lnTo>
                        <a:pt x="1870" y="233"/>
                      </a:lnTo>
                      <a:lnTo>
                        <a:pt x="1871" y="226"/>
                      </a:lnTo>
                      <a:lnTo>
                        <a:pt x="1874" y="221"/>
                      </a:lnTo>
                      <a:lnTo>
                        <a:pt x="1876" y="216"/>
                      </a:lnTo>
                      <a:lnTo>
                        <a:pt x="1881" y="211"/>
                      </a:lnTo>
                      <a:lnTo>
                        <a:pt x="1888" y="204"/>
                      </a:lnTo>
                      <a:lnTo>
                        <a:pt x="1901" y="191"/>
                      </a:lnTo>
                      <a:lnTo>
                        <a:pt x="1914" y="182"/>
                      </a:lnTo>
                      <a:lnTo>
                        <a:pt x="1926" y="173"/>
                      </a:lnTo>
                      <a:lnTo>
                        <a:pt x="1939" y="167"/>
                      </a:lnTo>
                      <a:lnTo>
                        <a:pt x="1953" y="161"/>
                      </a:lnTo>
                      <a:lnTo>
                        <a:pt x="1965" y="156"/>
                      </a:lnTo>
                      <a:lnTo>
                        <a:pt x="1977" y="148"/>
                      </a:lnTo>
                      <a:lnTo>
                        <a:pt x="1988" y="139"/>
                      </a:lnTo>
                      <a:lnTo>
                        <a:pt x="1991" y="134"/>
                      </a:lnTo>
                      <a:lnTo>
                        <a:pt x="1994" y="131"/>
                      </a:lnTo>
                      <a:lnTo>
                        <a:pt x="1995" y="127"/>
                      </a:lnTo>
                      <a:lnTo>
                        <a:pt x="1995" y="123"/>
                      </a:lnTo>
                      <a:lnTo>
                        <a:pt x="1994" y="121"/>
                      </a:lnTo>
                      <a:lnTo>
                        <a:pt x="1991" y="119"/>
                      </a:lnTo>
                      <a:lnTo>
                        <a:pt x="1989" y="118"/>
                      </a:lnTo>
                      <a:lnTo>
                        <a:pt x="1986" y="116"/>
                      </a:lnTo>
                      <a:lnTo>
                        <a:pt x="1984" y="115"/>
                      </a:lnTo>
                      <a:lnTo>
                        <a:pt x="1983" y="114"/>
                      </a:lnTo>
                      <a:lnTo>
                        <a:pt x="1982" y="112"/>
                      </a:lnTo>
                      <a:lnTo>
                        <a:pt x="1983" y="109"/>
                      </a:lnTo>
                      <a:lnTo>
                        <a:pt x="1985" y="103"/>
                      </a:lnTo>
                      <a:lnTo>
                        <a:pt x="1990" y="95"/>
                      </a:lnTo>
                      <a:lnTo>
                        <a:pt x="1992" y="90"/>
                      </a:lnTo>
                      <a:lnTo>
                        <a:pt x="1995" y="85"/>
                      </a:lnTo>
                      <a:lnTo>
                        <a:pt x="1996" y="81"/>
                      </a:lnTo>
                      <a:lnTo>
                        <a:pt x="1996" y="76"/>
                      </a:lnTo>
                      <a:lnTo>
                        <a:pt x="1996" y="71"/>
                      </a:lnTo>
                      <a:lnTo>
                        <a:pt x="1995" y="68"/>
                      </a:lnTo>
                      <a:lnTo>
                        <a:pt x="1992" y="64"/>
                      </a:lnTo>
                      <a:lnTo>
                        <a:pt x="1989" y="60"/>
                      </a:lnTo>
                      <a:lnTo>
                        <a:pt x="1978" y="55"/>
                      </a:lnTo>
                      <a:lnTo>
                        <a:pt x="1967" y="47"/>
                      </a:lnTo>
                      <a:lnTo>
                        <a:pt x="1956" y="40"/>
                      </a:lnTo>
                      <a:lnTo>
                        <a:pt x="1946" y="32"/>
                      </a:lnTo>
                      <a:lnTo>
                        <a:pt x="1937" y="25"/>
                      </a:lnTo>
                      <a:lnTo>
                        <a:pt x="1928" y="19"/>
                      </a:lnTo>
                      <a:lnTo>
                        <a:pt x="1923" y="16"/>
                      </a:lnTo>
                      <a:lnTo>
                        <a:pt x="1919" y="15"/>
                      </a:lnTo>
                      <a:lnTo>
                        <a:pt x="1915" y="14"/>
                      </a:lnTo>
                      <a:lnTo>
                        <a:pt x="1910" y="14"/>
                      </a:lnTo>
                      <a:lnTo>
                        <a:pt x="1906" y="14"/>
                      </a:lnTo>
                      <a:lnTo>
                        <a:pt x="1901" y="16"/>
                      </a:lnTo>
                      <a:lnTo>
                        <a:pt x="1897" y="19"/>
                      </a:lnTo>
                      <a:lnTo>
                        <a:pt x="1893" y="22"/>
                      </a:lnTo>
                      <a:lnTo>
                        <a:pt x="1884" y="31"/>
                      </a:lnTo>
                      <a:lnTo>
                        <a:pt x="1878" y="39"/>
                      </a:lnTo>
                      <a:lnTo>
                        <a:pt x="1871" y="47"/>
                      </a:lnTo>
                      <a:lnTo>
                        <a:pt x="1864" y="56"/>
                      </a:lnTo>
                      <a:lnTo>
                        <a:pt x="1854" y="62"/>
                      </a:lnTo>
                      <a:lnTo>
                        <a:pt x="1845" y="66"/>
                      </a:lnTo>
                      <a:lnTo>
                        <a:pt x="1835" y="69"/>
                      </a:lnTo>
                      <a:lnTo>
                        <a:pt x="1825" y="70"/>
                      </a:lnTo>
                      <a:lnTo>
                        <a:pt x="1813" y="70"/>
                      </a:lnTo>
                      <a:lnTo>
                        <a:pt x="1802" y="68"/>
                      </a:lnTo>
                      <a:lnTo>
                        <a:pt x="1791" y="66"/>
                      </a:lnTo>
                      <a:lnTo>
                        <a:pt x="1782" y="64"/>
                      </a:lnTo>
                      <a:lnTo>
                        <a:pt x="1777" y="64"/>
                      </a:lnTo>
                      <a:lnTo>
                        <a:pt x="1771" y="65"/>
                      </a:lnTo>
                      <a:lnTo>
                        <a:pt x="1765" y="66"/>
                      </a:lnTo>
                      <a:lnTo>
                        <a:pt x="1759" y="69"/>
                      </a:lnTo>
                      <a:lnTo>
                        <a:pt x="1749" y="76"/>
                      </a:lnTo>
                      <a:lnTo>
                        <a:pt x="1740" y="81"/>
                      </a:lnTo>
                      <a:lnTo>
                        <a:pt x="1734" y="84"/>
                      </a:lnTo>
                      <a:lnTo>
                        <a:pt x="1728" y="85"/>
                      </a:lnTo>
                      <a:lnTo>
                        <a:pt x="1726" y="84"/>
                      </a:lnTo>
                      <a:lnTo>
                        <a:pt x="1725" y="81"/>
                      </a:lnTo>
                      <a:lnTo>
                        <a:pt x="1725" y="76"/>
                      </a:lnTo>
                      <a:lnTo>
                        <a:pt x="1725" y="71"/>
                      </a:lnTo>
                      <a:lnTo>
                        <a:pt x="1726" y="58"/>
                      </a:lnTo>
                      <a:lnTo>
                        <a:pt x="1725" y="47"/>
                      </a:lnTo>
                      <a:lnTo>
                        <a:pt x="1720" y="38"/>
                      </a:lnTo>
                      <a:lnTo>
                        <a:pt x="1713" y="28"/>
                      </a:lnTo>
                      <a:lnTo>
                        <a:pt x="1706" y="20"/>
                      </a:lnTo>
                      <a:lnTo>
                        <a:pt x="1700" y="14"/>
                      </a:lnTo>
                      <a:lnTo>
                        <a:pt x="1696" y="12"/>
                      </a:lnTo>
                      <a:lnTo>
                        <a:pt x="1693" y="9"/>
                      </a:lnTo>
                      <a:lnTo>
                        <a:pt x="1688" y="7"/>
                      </a:lnTo>
                      <a:lnTo>
                        <a:pt x="1684" y="7"/>
                      </a:lnTo>
                      <a:lnTo>
                        <a:pt x="1681" y="8"/>
                      </a:lnTo>
                      <a:lnTo>
                        <a:pt x="1677" y="11"/>
                      </a:lnTo>
                      <a:lnTo>
                        <a:pt x="1674" y="13"/>
                      </a:lnTo>
                      <a:lnTo>
                        <a:pt x="1669" y="18"/>
                      </a:lnTo>
                      <a:lnTo>
                        <a:pt x="1665" y="25"/>
                      </a:lnTo>
                      <a:lnTo>
                        <a:pt x="1664" y="33"/>
                      </a:lnTo>
                      <a:lnTo>
                        <a:pt x="1662" y="44"/>
                      </a:lnTo>
                      <a:lnTo>
                        <a:pt x="1657" y="57"/>
                      </a:lnTo>
                      <a:lnTo>
                        <a:pt x="1654" y="63"/>
                      </a:lnTo>
                      <a:lnTo>
                        <a:pt x="1649" y="68"/>
                      </a:lnTo>
                      <a:lnTo>
                        <a:pt x="1643" y="70"/>
                      </a:lnTo>
                      <a:lnTo>
                        <a:pt x="1637" y="72"/>
                      </a:lnTo>
                      <a:lnTo>
                        <a:pt x="1630" y="72"/>
                      </a:lnTo>
                      <a:lnTo>
                        <a:pt x="1624" y="72"/>
                      </a:lnTo>
                      <a:lnTo>
                        <a:pt x="1619" y="70"/>
                      </a:lnTo>
                      <a:lnTo>
                        <a:pt x="1614" y="68"/>
                      </a:lnTo>
                      <a:lnTo>
                        <a:pt x="1610" y="65"/>
                      </a:lnTo>
                      <a:lnTo>
                        <a:pt x="1606" y="64"/>
                      </a:lnTo>
                      <a:lnTo>
                        <a:pt x="1600" y="64"/>
                      </a:lnTo>
                      <a:lnTo>
                        <a:pt x="1595" y="65"/>
                      </a:lnTo>
                      <a:lnTo>
                        <a:pt x="1586" y="69"/>
                      </a:lnTo>
                      <a:lnTo>
                        <a:pt x="1579" y="74"/>
                      </a:lnTo>
                      <a:lnTo>
                        <a:pt x="1574" y="75"/>
                      </a:lnTo>
                      <a:lnTo>
                        <a:pt x="1570" y="76"/>
                      </a:lnTo>
                      <a:lnTo>
                        <a:pt x="1566" y="77"/>
                      </a:lnTo>
                      <a:lnTo>
                        <a:pt x="1561" y="77"/>
                      </a:lnTo>
                      <a:lnTo>
                        <a:pt x="1556" y="76"/>
                      </a:lnTo>
                      <a:lnTo>
                        <a:pt x="1551" y="74"/>
                      </a:lnTo>
                      <a:lnTo>
                        <a:pt x="1548" y="71"/>
                      </a:lnTo>
                      <a:lnTo>
                        <a:pt x="1545" y="69"/>
                      </a:lnTo>
                      <a:lnTo>
                        <a:pt x="1542" y="66"/>
                      </a:lnTo>
                      <a:lnTo>
                        <a:pt x="1539" y="64"/>
                      </a:lnTo>
                      <a:lnTo>
                        <a:pt x="1537" y="63"/>
                      </a:lnTo>
                      <a:lnTo>
                        <a:pt x="1534" y="62"/>
                      </a:lnTo>
                      <a:lnTo>
                        <a:pt x="1524" y="62"/>
                      </a:lnTo>
                      <a:lnTo>
                        <a:pt x="1511" y="63"/>
                      </a:lnTo>
                      <a:lnTo>
                        <a:pt x="1504" y="63"/>
                      </a:lnTo>
                      <a:lnTo>
                        <a:pt x="1497" y="63"/>
                      </a:lnTo>
                      <a:lnTo>
                        <a:pt x="1492" y="62"/>
                      </a:lnTo>
                      <a:lnTo>
                        <a:pt x="1487" y="60"/>
                      </a:lnTo>
                      <a:lnTo>
                        <a:pt x="1478" y="56"/>
                      </a:lnTo>
                      <a:lnTo>
                        <a:pt x="1469" y="50"/>
                      </a:lnTo>
                      <a:lnTo>
                        <a:pt x="1460" y="43"/>
                      </a:lnTo>
                      <a:lnTo>
                        <a:pt x="1450" y="34"/>
                      </a:lnTo>
                      <a:lnTo>
                        <a:pt x="1447" y="30"/>
                      </a:lnTo>
                      <a:lnTo>
                        <a:pt x="1443" y="25"/>
                      </a:lnTo>
                      <a:lnTo>
                        <a:pt x="1441" y="19"/>
                      </a:lnTo>
                      <a:lnTo>
                        <a:pt x="1438" y="13"/>
                      </a:lnTo>
                      <a:lnTo>
                        <a:pt x="1436" y="8"/>
                      </a:lnTo>
                      <a:lnTo>
                        <a:pt x="1432" y="3"/>
                      </a:lnTo>
                      <a:lnTo>
                        <a:pt x="1429" y="1"/>
                      </a:lnTo>
                      <a:lnTo>
                        <a:pt x="1425" y="0"/>
                      </a:lnTo>
                      <a:lnTo>
                        <a:pt x="1415" y="0"/>
                      </a:lnTo>
                      <a:lnTo>
                        <a:pt x="1404" y="1"/>
                      </a:lnTo>
                      <a:lnTo>
                        <a:pt x="1393" y="2"/>
                      </a:lnTo>
                      <a:lnTo>
                        <a:pt x="1385" y="6"/>
                      </a:lnTo>
                      <a:lnTo>
                        <a:pt x="1377" y="9"/>
                      </a:lnTo>
                      <a:lnTo>
                        <a:pt x="1372" y="15"/>
                      </a:lnTo>
                      <a:lnTo>
                        <a:pt x="1366" y="24"/>
                      </a:lnTo>
                      <a:lnTo>
                        <a:pt x="1361" y="34"/>
                      </a:lnTo>
                      <a:lnTo>
                        <a:pt x="1355" y="47"/>
                      </a:lnTo>
                      <a:lnTo>
                        <a:pt x="1352" y="57"/>
                      </a:lnTo>
                      <a:lnTo>
                        <a:pt x="1349" y="60"/>
                      </a:lnTo>
                      <a:lnTo>
                        <a:pt x="1346" y="64"/>
                      </a:lnTo>
                      <a:lnTo>
                        <a:pt x="1342" y="65"/>
                      </a:lnTo>
                      <a:lnTo>
                        <a:pt x="1337" y="66"/>
                      </a:lnTo>
                      <a:lnTo>
                        <a:pt x="1328" y="68"/>
                      </a:lnTo>
                      <a:lnTo>
                        <a:pt x="1320" y="69"/>
                      </a:lnTo>
                      <a:lnTo>
                        <a:pt x="1302" y="81"/>
                      </a:lnTo>
                      <a:lnTo>
                        <a:pt x="1286" y="88"/>
                      </a:lnTo>
                      <a:lnTo>
                        <a:pt x="1279" y="87"/>
                      </a:lnTo>
                      <a:lnTo>
                        <a:pt x="1272" y="87"/>
                      </a:lnTo>
                      <a:lnTo>
                        <a:pt x="1268" y="87"/>
                      </a:lnTo>
                      <a:lnTo>
                        <a:pt x="1266" y="89"/>
                      </a:lnTo>
                      <a:lnTo>
                        <a:pt x="1264" y="91"/>
                      </a:lnTo>
                      <a:lnTo>
                        <a:pt x="1261" y="94"/>
                      </a:lnTo>
                      <a:lnTo>
                        <a:pt x="1261" y="97"/>
                      </a:lnTo>
                      <a:lnTo>
                        <a:pt x="1260" y="101"/>
                      </a:lnTo>
                      <a:lnTo>
                        <a:pt x="1261" y="106"/>
                      </a:lnTo>
                      <a:lnTo>
                        <a:pt x="1262" y="109"/>
                      </a:lnTo>
                      <a:lnTo>
                        <a:pt x="1265" y="113"/>
                      </a:lnTo>
                      <a:lnTo>
                        <a:pt x="1268" y="116"/>
                      </a:lnTo>
                      <a:lnTo>
                        <a:pt x="1273" y="120"/>
                      </a:lnTo>
                      <a:lnTo>
                        <a:pt x="1279" y="122"/>
                      </a:lnTo>
                      <a:lnTo>
                        <a:pt x="1286" y="123"/>
                      </a:lnTo>
                      <a:lnTo>
                        <a:pt x="1293" y="123"/>
                      </a:lnTo>
                      <a:lnTo>
                        <a:pt x="1301" y="123"/>
                      </a:lnTo>
                      <a:lnTo>
                        <a:pt x="1308" y="122"/>
                      </a:lnTo>
                      <a:lnTo>
                        <a:pt x="1315" y="121"/>
                      </a:lnTo>
                      <a:lnTo>
                        <a:pt x="1320" y="121"/>
                      </a:lnTo>
                      <a:lnTo>
                        <a:pt x="1324" y="121"/>
                      </a:lnTo>
                      <a:lnTo>
                        <a:pt x="1328" y="123"/>
                      </a:lnTo>
                      <a:lnTo>
                        <a:pt x="1330" y="127"/>
                      </a:lnTo>
                      <a:lnTo>
                        <a:pt x="1330" y="131"/>
                      </a:lnTo>
                      <a:lnTo>
                        <a:pt x="1330" y="133"/>
                      </a:lnTo>
                      <a:lnTo>
                        <a:pt x="1330" y="137"/>
                      </a:lnTo>
                      <a:lnTo>
                        <a:pt x="1327" y="141"/>
                      </a:lnTo>
                      <a:lnTo>
                        <a:pt x="1321" y="148"/>
                      </a:lnTo>
                      <a:lnTo>
                        <a:pt x="1318" y="153"/>
                      </a:lnTo>
                      <a:lnTo>
                        <a:pt x="1316" y="159"/>
                      </a:lnTo>
                      <a:lnTo>
                        <a:pt x="1316" y="166"/>
                      </a:lnTo>
                      <a:lnTo>
                        <a:pt x="1317" y="176"/>
                      </a:lnTo>
                      <a:lnTo>
                        <a:pt x="1320" y="194"/>
                      </a:lnTo>
                      <a:lnTo>
                        <a:pt x="1322" y="209"/>
                      </a:lnTo>
                      <a:lnTo>
                        <a:pt x="1325" y="222"/>
                      </a:lnTo>
                      <a:lnTo>
                        <a:pt x="1330" y="235"/>
                      </a:lnTo>
                      <a:lnTo>
                        <a:pt x="1335" y="247"/>
                      </a:lnTo>
                      <a:lnTo>
                        <a:pt x="1339" y="257"/>
                      </a:lnTo>
                      <a:lnTo>
                        <a:pt x="1339" y="261"/>
                      </a:lnTo>
                      <a:lnTo>
                        <a:pt x="1337" y="266"/>
                      </a:lnTo>
                      <a:lnTo>
                        <a:pt x="1335" y="268"/>
                      </a:lnTo>
                      <a:lnTo>
                        <a:pt x="1331" y="271"/>
                      </a:lnTo>
                      <a:lnTo>
                        <a:pt x="1328" y="272"/>
                      </a:lnTo>
                      <a:lnTo>
                        <a:pt x="1323" y="272"/>
                      </a:lnTo>
                      <a:lnTo>
                        <a:pt x="1318" y="271"/>
                      </a:lnTo>
                      <a:lnTo>
                        <a:pt x="1315" y="267"/>
                      </a:lnTo>
                      <a:lnTo>
                        <a:pt x="1311" y="264"/>
                      </a:lnTo>
                      <a:lnTo>
                        <a:pt x="1306" y="261"/>
                      </a:lnTo>
                      <a:lnTo>
                        <a:pt x="1301" y="261"/>
                      </a:lnTo>
                      <a:lnTo>
                        <a:pt x="1296" y="263"/>
                      </a:lnTo>
                      <a:lnTo>
                        <a:pt x="1282" y="266"/>
                      </a:lnTo>
                      <a:lnTo>
                        <a:pt x="1265" y="272"/>
                      </a:lnTo>
                      <a:lnTo>
                        <a:pt x="1260" y="273"/>
                      </a:lnTo>
                      <a:lnTo>
                        <a:pt x="1257" y="274"/>
                      </a:lnTo>
                      <a:lnTo>
                        <a:pt x="1253" y="274"/>
                      </a:lnTo>
                      <a:lnTo>
                        <a:pt x="1249" y="273"/>
                      </a:lnTo>
                      <a:lnTo>
                        <a:pt x="1245" y="270"/>
                      </a:lnTo>
                      <a:lnTo>
                        <a:pt x="1240" y="265"/>
                      </a:lnTo>
                      <a:lnTo>
                        <a:pt x="1233" y="252"/>
                      </a:lnTo>
                      <a:lnTo>
                        <a:pt x="1227" y="239"/>
                      </a:lnTo>
                      <a:lnTo>
                        <a:pt x="1221" y="228"/>
                      </a:lnTo>
                      <a:lnTo>
                        <a:pt x="1216" y="217"/>
                      </a:lnTo>
                      <a:lnTo>
                        <a:pt x="1213" y="205"/>
                      </a:lnTo>
                      <a:lnTo>
                        <a:pt x="1207" y="192"/>
                      </a:lnTo>
                      <a:lnTo>
                        <a:pt x="1203" y="186"/>
                      </a:lnTo>
                      <a:lnTo>
                        <a:pt x="1198" y="182"/>
                      </a:lnTo>
                      <a:lnTo>
                        <a:pt x="1192" y="178"/>
                      </a:lnTo>
                      <a:lnTo>
                        <a:pt x="1186" y="176"/>
                      </a:lnTo>
                      <a:lnTo>
                        <a:pt x="1171" y="173"/>
                      </a:lnTo>
                      <a:lnTo>
                        <a:pt x="1153" y="172"/>
                      </a:lnTo>
                      <a:lnTo>
                        <a:pt x="1145" y="164"/>
                      </a:lnTo>
                      <a:lnTo>
                        <a:pt x="1134" y="153"/>
                      </a:lnTo>
                      <a:lnTo>
                        <a:pt x="1117" y="163"/>
                      </a:lnTo>
                      <a:lnTo>
                        <a:pt x="1102" y="172"/>
                      </a:lnTo>
                      <a:lnTo>
                        <a:pt x="1096" y="161"/>
                      </a:lnTo>
                      <a:lnTo>
                        <a:pt x="1090" y="152"/>
                      </a:lnTo>
                      <a:lnTo>
                        <a:pt x="1087" y="152"/>
                      </a:lnTo>
                      <a:lnTo>
                        <a:pt x="1083" y="153"/>
                      </a:lnTo>
                      <a:lnTo>
                        <a:pt x="1077" y="156"/>
                      </a:lnTo>
                      <a:lnTo>
                        <a:pt x="1072" y="158"/>
                      </a:lnTo>
                      <a:lnTo>
                        <a:pt x="1068" y="161"/>
                      </a:lnTo>
                      <a:lnTo>
                        <a:pt x="1063" y="164"/>
                      </a:lnTo>
                      <a:lnTo>
                        <a:pt x="1058" y="165"/>
                      </a:lnTo>
                      <a:lnTo>
                        <a:pt x="1053" y="166"/>
                      </a:lnTo>
                      <a:lnTo>
                        <a:pt x="1043" y="163"/>
                      </a:lnTo>
                      <a:lnTo>
                        <a:pt x="1032" y="158"/>
                      </a:lnTo>
                      <a:lnTo>
                        <a:pt x="1016" y="156"/>
                      </a:lnTo>
                      <a:lnTo>
                        <a:pt x="1005" y="156"/>
                      </a:lnTo>
                      <a:lnTo>
                        <a:pt x="1002" y="156"/>
                      </a:lnTo>
                      <a:lnTo>
                        <a:pt x="1000" y="157"/>
                      </a:lnTo>
                      <a:lnTo>
                        <a:pt x="999" y="159"/>
                      </a:lnTo>
                      <a:lnTo>
                        <a:pt x="997" y="160"/>
                      </a:lnTo>
                      <a:lnTo>
                        <a:pt x="995" y="166"/>
                      </a:lnTo>
                      <a:lnTo>
                        <a:pt x="994" y="173"/>
                      </a:lnTo>
                      <a:lnTo>
                        <a:pt x="993" y="188"/>
                      </a:lnTo>
                      <a:lnTo>
                        <a:pt x="991" y="200"/>
                      </a:lnTo>
                      <a:lnTo>
                        <a:pt x="988" y="214"/>
                      </a:lnTo>
                      <a:lnTo>
                        <a:pt x="986" y="230"/>
                      </a:lnTo>
                      <a:lnTo>
                        <a:pt x="984" y="239"/>
                      </a:lnTo>
                      <a:lnTo>
                        <a:pt x="984" y="247"/>
                      </a:lnTo>
                      <a:lnTo>
                        <a:pt x="986" y="254"/>
                      </a:lnTo>
                      <a:lnTo>
                        <a:pt x="988" y="260"/>
                      </a:lnTo>
                      <a:lnTo>
                        <a:pt x="989" y="265"/>
                      </a:lnTo>
                      <a:lnTo>
                        <a:pt x="990" y="271"/>
                      </a:lnTo>
                      <a:lnTo>
                        <a:pt x="991" y="276"/>
                      </a:lnTo>
                      <a:lnTo>
                        <a:pt x="990" y="282"/>
                      </a:lnTo>
                      <a:lnTo>
                        <a:pt x="989" y="286"/>
                      </a:lnTo>
                      <a:lnTo>
                        <a:pt x="987" y="291"/>
                      </a:lnTo>
                      <a:lnTo>
                        <a:pt x="983" y="296"/>
                      </a:lnTo>
                      <a:lnTo>
                        <a:pt x="980" y="301"/>
                      </a:lnTo>
                      <a:lnTo>
                        <a:pt x="966" y="311"/>
                      </a:lnTo>
                      <a:lnTo>
                        <a:pt x="951" y="324"/>
                      </a:lnTo>
                      <a:lnTo>
                        <a:pt x="944" y="331"/>
                      </a:lnTo>
                      <a:lnTo>
                        <a:pt x="939" y="336"/>
                      </a:lnTo>
                      <a:lnTo>
                        <a:pt x="936" y="341"/>
                      </a:lnTo>
                      <a:lnTo>
                        <a:pt x="933" y="347"/>
                      </a:lnTo>
                      <a:lnTo>
                        <a:pt x="927" y="352"/>
                      </a:lnTo>
                      <a:lnTo>
                        <a:pt x="919" y="355"/>
                      </a:lnTo>
                      <a:lnTo>
                        <a:pt x="914" y="359"/>
                      </a:lnTo>
                      <a:lnTo>
                        <a:pt x="909" y="364"/>
                      </a:lnTo>
                      <a:lnTo>
                        <a:pt x="906" y="369"/>
                      </a:lnTo>
                      <a:lnTo>
                        <a:pt x="903" y="377"/>
                      </a:lnTo>
                      <a:lnTo>
                        <a:pt x="901" y="392"/>
                      </a:lnTo>
                      <a:lnTo>
                        <a:pt x="899" y="405"/>
                      </a:lnTo>
                      <a:lnTo>
                        <a:pt x="899" y="410"/>
                      </a:lnTo>
                      <a:lnTo>
                        <a:pt x="900" y="413"/>
                      </a:lnTo>
                      <a:lnTo>
                        <a:pt x="901" y="417"/>
                      </a:lnTo>
                      <a:lnTo>
                        <a:pt x="905" y="421"/>
                      </a:lnTo>
                      <a:lnTo>
                        <a:pt x="913" y="424"/>
                      </a:lnTo>
                      <a:lnTo>
                        <a:pt x="923" y="428"/>
                      </a:lnTo>
                      <a:lnTo>
                        <a:pt x="927" y="431"/>
                      </a:lnTo>
                      <a:lnTo>
                        <a:pt x="931" y="435"/>
                      </a:lnTo>
                      <a:lnTo>
                        <a:pt x="933" y="440"/>
                      </a:lnTo>
                      <a:lnTo>
                        <a:pt x="936" y="447"/>
                      </a:lnTo>
                      <a:lnTo>
                        <a:pt x="937" y="460"/>
                      </a:lnTo>
                      <a:lnTo>
                        <a:pt x="939" y="472"/>
                      </a:lnTo>
                      <a:lnTo>
                        <a:pt x="943" y="481"/>
                      </a:lnTo>
                      <a:lnTo>
                        <a:pt x="946" y="492"/>
                      </a:lnTo>
                      <a:lnTo>
                        <a:pt x="950" y="503"/>
                      </a:lnTo>
                      <a:lnTo>
                        <a:pt x="952" y="511"/>
                      </a:lnTo>
                      <a:lnTo>
                        <a:pt x="951" y="515"/>
                      </a:lnTo>
                      <a:lnTo>
                        <a:pt x="951" y="519"/>
                      </a:lnTo>
                      <a:lnTo>
                        <a:pt x="949" y="523"/>
                      </a:lnTo>
                      <a:lnTo>
                        <a:pt x="946" y="529"/>
                      </a:lnTo>
                      <a:lnTo>
                        <a:pt x="942" y="534"/>
                      </a:lnTo>
                      <a:lnTo>
                        <a:pt x="937" y="538"/>
                      </a:lnTo>
                      <a:lnTo>
                        <a:pt x="931" y="543"/>
                      </a:lnTo>
                      <a:lnTo>
                        <a:pt x="924" y="548"/>
                      </a:lnTo>
                      <a:lnTo>
                        <a:pt x="909" y="556"/>
                      </a:lnTo>
                      <a:lnTo>
                        <a:pt x="895" y="564"/>
                      </a:lnTo>
                      <a:lnTo>
                        <a:pt x="889" y="569"/>
                      </a:lnTo>
                      <a:lnTo>
                        <a:pt x="886" y="573"/>
                      </a:lnTo>
                      <a:lnTo>
                        <a:pt x="882" y="577"/>
                      </a:lnTo>
                      <a:lnTo>
                        <a:pt x="880" y="581"/>
                      </a:lnTo>
                      <a:lnTo>
                        <a:pt x="879" y="586"/>
                      </a:lnTo>
                      <a:lnTo>
                        <a:pt x="879" y="591"/>
                      </a:lnTo>
                      <a:lnTo>
                        <a:pt x="879" y="595"/>
                      </a:lnTo>
                      <a:lnTo>
                        <a:pt x="880" y="601"/>
                      </a:lnTo>
                      <a:lnTo>
                        <a:pt x="886" y="614"/>
                      </a:lnTo>
                      <a:lnTo>
                        <a:pt x="893" y="629"/>
                      </a:lnTo>
                      <a:lnTo>
                        <a:pt x="901" y="643"/>
                      </a:lnTo>
                      <a:lnTo>
                        <a:pt x="907" y="652"/>
                      </a:lnTo>
                      <a:lnTo>
                        <a:pt x="909" y="657"/>
                      </a:lnTo>
                      <a:lnTo>
                        <a:pt x="911" y="661"/>
                      </a:lnTo>
                      <a:lnTo>
                        <a:pt x="911" y="665"/>
                      </a:lnTo>
                      <a:lnTo>
                        <a:pt x="911" y="669"/>
                      </a:lnTo>
                      <a:lnTo>
                        <a:pt x="909" y="674"/>
                      </a:lnTo>
                      <a:lnTo>
                        <a:pt x="908" y="677"/>
                      </a:lnTo>
                      <a:lnTo>
                        <a:pt x="905" y="681"/>
                      </a:lnTo>
                      <a:lnTo>
                        <a:pt x="901" y="683"/>
                      </a:lnTo>
                      <a:lnTo>
                        <a:pt x="892" y="688"/>
                      </a:lnTo>
                      <a:lnTo>
                        <a:pt x="884" y="693"/>
                      </a:lnTo>
                      <a:lnTo>
                        <a:pt x="881" y="695"/>
                      </a:lnTo>
                      <a:lnTo>
                        <a:pt x="877" y="699"/>
                      </a:lnTo>
                      <a:lnTo>
                        <a:pt x="875" y="703"/>
                      </a:lnTo>
                      <a:lnTo>
                        <a:pt x="873" y="711"/>
                      </a:lnTo>
                      <a:lnTo>
                        <a:pt x="870" y="723"/>
                      </a:lnTo>
                      <a:lnTo>
                        <a:pt x="869" y="730"/>
                      </a:lnTo>
                      <a:lnTo>
                        <a:pt x="869" y="732"/>
                      </a:lnTo>
                      <a:lnTo>
                        <a:pt x="867" y="734"/>
                      </a:lnTo>
                      <a:lnTo>
                        <a:pt x="863" y="737"/>
                      </a:lnTo>
                      <a:lnTo>
                        <a:pt x="858" y="738"/>
                      </a:lnTo>
                      <a:lnTo>
                        <a:pt x="846" y="740"/>
                      </a:lnTo>
                      <a:lnTo>
                        <a:pt x="836" y="740"/>
                      </a:lnTo>
                      <a:lnTo>
                        <a:pt x="824" y="740"/>
                      </a:lnTo>
                      <a:lnTo>
                        <a:pt x="812" y="740"/>
                      </a:lnTo>
                      <a:lnTo>
                        <a:pt x="806" y="742"/>
                      </a:lnTo>
                      <a:lnTo>
                        <a:pt x="801" y="744"/>
                      </a:lnTo>
                      <a:lnTo>
                        <a:pt x="798" y="746"/>
                      </a:lnTo>
                      <a:lnTo>
                        <a:pt x="795" y="749"/>
                      </a:lnTo>
                      <a:lnTo>
                        <a:pt x="793" y="753"/>
                      </a:lnTo>
                      <a:lnTo>
                        <a:pt x="792" y="757"/>
                      </a:lnTo>
                      <a:lnTo>
                        <a:pt x="792" y="762"/>
                      </a:lnTo>
                      <a:lnTo>
                        <a:pt x="793" y="766"/>
                      </a:lnTo>
                      <a:lnTo>
                        <a:pt x="794" y="778"/>
                      </a:lnTo>
                      <a:lnTo>
                        <a:pt x="796" y="791"/>
                      </a:lnTo>
                      <a:lnTo>
                        <a:pt x="796" y="799"/>
                      </a:lnTo>
                      <a:lnTo>
                        <a:pt x="795" y="805"/>
                      </a:lnTo>
                      <a:lnTo>
                        <a:pt x="793" y="809"/>
                      </a:lnTo>
                      <a:lnTo>
                        <a:pt x="789" y="814"/>
                      </a:lnTo>
                      <a:lnTo>
                        <a:pt x="777" y="819"/>
                      </a:lnTo>
                      <a:lnTo>
                        <a:pt x="761" y="825"/>
                      </a:lnTo>
                      <a:lnTo>
                        <a:pt x="754" y="828"/>
                      </a:lnTo>
                      <a:lnTo>
                        <a:pt x="747" y="832"/>
                      </a:lnTo>
                      <a:lnTo>
                        <a:pt x="742" y="837"/>
                      </a:lnTo>
                      <a:lnTo>
                        <a:pt x="738" y="841"/>
                      </a:lnTo>
                      <a:lnTo>
                        <a:pt x="735" y="853"/>
                      </a:lnTo>
                      <a:lnTo>
                        <a:pt x="731" y="864"/>
                      </a:lnTo>
                      <a:lnTo>
                        <a:pt x="730" y="870"/>
                      </a:lnTo>
                      <a:lnTo>
                        <a:pt x="728" y="875"/>
                      </a:lnTo>
                      <a:lnTo>
                        <a:pt x="724" y="879"/>
                      </a:lnTo>
                      <a:lnTo>
                        <a:pt x="720" y="884"/>
                      </a:lnTo>
                      <a:lnTo>
                        <a:pt x="711" y="892"/>
                      </a:lnTo>
                      <a:lnTo>
                        <a:pt x="703" y="898"/>
                      </a:lnTo>
                      <a:lnTo>
                        <a:pt x="700" y="901"/>
                      </a:lnTo>
                      <a:lnTo>
                        <a:pt x="697" y="906"/>
                      </a:lnTo>
                      <a:lnTo>
                        <a:pt x="694" y="910"/>
                      </a:lnTo>
                      <a:lnTo>
                        <a:pt x="693" y="916"/>
                      </a:lnTo>
                      <a:lnTo>
                        <a:pt x="692" y="933"/>
                      </a:lnTo>
                      <a:lnTo>
                        <a:pt x="692" y="955"/>
                      </a:lnTo>
                      <a:lnTo>
                        <a:pt x="692" y="978"/>
                      </a:lnTo>
                      <a:lnTo>
                        <a:pt x="692" y="996"/>
                      </a:lnTo>
                      <a:lnTo>
                        <a:pt x="692" y="1010"/>
                      </a:lnTo>
                      <a:lnTo>
                        <a:pt x="692" y="1022"/>
                      </a:lnTo>
                      <a:lnTo>
                        <a:pt x="692" y="1033"/>
                      </a:lnTo>
                      <a:lnTo>
                        <a:pt x="692" y="1043"/>
                      </a:lnTo>
                      <a:lnTo>
                        <a:pt x="693" y="1053"/>
                      </a:lnTo>
                      <a:lnTo>
                        <a:pt x="695" y="1059"/>
                      </a:lnTo>
                      <a:lnTo>
                        <a:pt x="700" y="1062"/>
                      </a:lnTo>
                      <a:lnTo>
                        <a:pt x="706" y="1067"/>
                      </a:lnTo>
                      <a:lnTo>
                        <a:pt x="709" y="1070"/>
                      </a:lnTo>
                      <a:lnTo>
                        <a:pt x="711" y="1073"/>
                      </a:lnTo>
                      <a:lnTo>
                        <a:pt x="713" y="1077"/>
                      </a:lnTo>
                      <a:lnTo>
                        <a:pt x="714" y="1081"/>
                      </a:lnTo>
                      <a:lnTo>
                        <a:pt x="716" y="1086"/>
                      </a:lnTo>
                      <a:lnTo>
                        <a:pt x="716" y="1091"/>
                      </a:lnTo>
                      <a:lnTo>
                        <a:pt x="713" y="1096"/>
                      </a:lnTo>
                      <a:lnTo>
                        <a:pt x="711" y="1100"/>
                      </a:lnTo>
                      <a:lnTo>
                        <a:pt x="703" y="1114"/>
                      </a:lnTo>
                      <a:lnTo>
                        <a:pt x="691" y="1131"/>
                      </a:lnTo>
                      <a:lnTo>
                        <a:pt x="676" y="1152"/>
                      </a:lnTo>
                      <a:lnTo>
                        <a:pt x="661" y="1171"/>
                      </a:lnTo>
                      <a:lnTo>
                        <a:pt x="648" y="1186"/>
                      </a:lnTo>
                      <a:lnTo>
                        <a:pt x="638" y="1197"/>
                      </a:lnTo>
                      <a:lnTo>
                        <a:pt x="630" y="1205"/>
                      </a:lnTo>
                      <a:lnTo>
                        <a:pt x="622" y="1210"/>
                      </a:lnTo>
                      <a:lnTo>
                        <a:pt x="612" y="1212"/>
                      </a:lnTo>
                      <a:lnTo>
                        <a:pt x="602" y="1213"/>
                      </a:lnTo>
                      <a:lnTo>
                        <a:pt x="591" y="1215"/>
                      </a:lnTo>
                      <a:lnTo>
                        <a:pt x="583" y="1215"/>
                      </a:lnTo>
                      <a:lnTo>
                        <a:pt x="575" y="1216"/>
                      </a:lnTo>
                      <a:lnTo>
                        <a:pt x="572" y="1218"/>
                      </a:lnTo>
                      <a:lnTo>
                        <a:pt x="572" y="1219"/>
                      </a:lnTo>
                      <a:lnTo>
                        <a:pt x="572" y="1222"/>
                      </a:lnTo>
                      <a:lnTo>
                        <a:pt x="573" y="1225"/>
                      </a:lnTo>
                      <a:lnTo>
                        <a:pt x="575" y="1229"/>
                      </a:lnTo>
                      <a:lnTo>
                        <a:pt x="580" y="1236"/>
                      </a:lnTo>
                      <a:lnTo>
                        <a:pt x="584" y="1243"/>
                      </a:lnTo>
                      <a:lnTo>
                        <a:pt x="584" y="1245"/>
                      </a:lnTo>
                      <a:lnTo>
                        <a:pt x="583" y="1248"/>
                      </a:lnTo>
                      <a:lnTo>
                        <a:pt x="581" y="1250"/>
                      </a:lnTo>
                      <a:lnTo>
                        <a:pt x="579" y="1251"/>
                      </a:lnTo>
                      <a:lnTo>
                        <a:pt x="569" y="1253"/>
                      </a:lnTo>
                      <a:lnTo>
                        <a:pt x="556" y="1254"/>
                      </a:lnTo>
                      <a:lnTo>
                        <a:pt x="549" y="1254"/>
                      </a:lnTo>
                      <a:lnTo>
                        <a:pt x="542" y="1255"/>
                      </a:lnTo>
                      <a:lnTo>
                        <a:pt x="535" y="1257"/>
                      </a:lnTo>
                      <a:lnTo>
                        <a:pt x="529" y="1261"/>
                      </a:lnTo>
                      <a:lnTo>
                        <a:pt x="518" y="1268"/>
                      </a:lnTo>
                      <a:lnTo>
                        <a:pt x="510" y="1274"/>
                      </a:lnTo>
                      <a:lnTo>
                        <a:pt x="506" y="1278"/>
                      </a:lnTo>
                      <a:lnTo>
                        <a:pt x="502" y="1280"/>
                      </a:lnTo>
                      <a:lnTo>
                        <a:pt x="496" y="1281"/>
                      </a:lnTo>
                      <a:lnTo>
                        <a:pt x="487" y="1282"/>
                      </a:lnTo>
                      <a:lnTo>
                        <a:pt x="472" y="1284"/>
                      </a:lnTo>
                      <a:lnTo>
                        <a:pt x="460" y="1284"/>
                      </a:lnTo>
                      <a:lnTo>
                        <a:pt x="457" y="1284"/>
                      </a:lnTo>
                      <a:lnTo>
                        <a:pt x="453" y="1285"/>
                      </a:lnTo>
                      <a:lnTo>
                        <a:pt x="451" y="1287"/>
                      </a:lnTo>
                      <a:lnTo>
                        <a:pt x="451" y="1291"/>
                      </a:lnTo>
                      <a:lnTo>
                        <a:pt x="451" y="1300"/>
                      </a:lnTo>
                      <a:lnTo>
                        <a:pt x="452" y="1310"/>
                      </a:lnTo>
                      <a:lnTo>
                        <a:pt x="451" y="1318"/>
                      </a:lnTo>
                      <a:lnTo>
                        <a:pt x="449" y="1325"/>
                      </a:lnTo>
                      <a:lnTo>
                        <a:pt x="447" y="1326"/>
                      </a:lnTo>
                      <a:lnTo>
                        <a:pt x="446" y="1327"/>
                      </a:lnTo>
                      <a:lnTo>
                        <a:pt x="445" y="1327"/>
                      </a:lnTo>
                      <a:lnTo>
                        <a:pt x="442" y="1327"/>
                      </a:lnTo>
                      <a:lnTo>
                        <a:pt x="439" y="1326"/>
                      </a:lnTo>
                      <a:lnTo>
                        <a:pt x="433" y="1325"/>
                      </a:lnTo>
                      <a:lnTo>
                        <a:pt x="429" y="1325"/>
                      </a:lnTo>
                      <a:lnTo>
                        <a:pt x="427" y="1326"/>
                      </a:lnTo>
                      <a:lnTo>
                        <a:pt x="426" y="1329"/>
                      </a:lnTo>
                      <a:lnTo>
                        <a:pt x="424" y="1331"/>
                      </a:lnTo>
                      <a:lnTo>
                        <a:pt x="423" y="1337"/>
                      </a:lnTo>
                      <a:lnTo>
                        <a:pt x="426" y="1344"/>
                      </a:lnTo>
                      <a:lnTo>
                        <a:pt x="428" y="1354"/>
                      </a:lnTo>
                      <a:lnTo>
                        <a:pt x="433" y="1368"/>
                      </a:lnTo>
                      <a:lnTo>
                        <a:pt x="435" y="1375"/>
                      </a:lnTo>
                      <a:lnTo>
                        <a:pt x="437" y="1382"/>
                      </a:lnTo>
                      <a:lnTo>
                        <a:pt x="441" y="1388"/>
                      </a:lnTo>
                      <a:lnTo>
                        <a:pt x="443" y="1393"/>
                      </a:lnTo>
                      <a:lnTo>
                        <a:pt x="451" y="1399"/>
                      </a:lnTo>
                      <a:lnTo>
                        <a:pt x="454" y="1405"/>
                      </a:lnTo>
                      <a:lnTo>
                        <a:pt x="454" y="1407"/>
                      </a:lnTo>
                      <a:lnTo>
                        <a:pt x="454" y="1410"/>
                      </a:lnTo>
                      <a:lnTo>
                        <a:pt x="453" y="1412"/>
                      </a:lnTo>
                      <a:lnTo>
                        <a:pt x="449" y="1414"/>
                      </a:lnTo>
                      <a:lnTo>
                        <a:pt x="440" y="1417"/>
                      </a:lnTo>
                      <a:lnTo>
                        <a:pt x="430" y="1417"/>
                      </a:lnTo>
                      <a:lnTo>
                        <a:pt x="427" y="1418"/>
                      </a:lnTo>
                      <a:lnTo>
                        <a:pt x="422" y="1418"/>
                      </a:lnTo>
                      <a:lnTo>
                        <a:pt x="418" y="1420"/>
                      </a:lnTo>
                      <a:lnTo>
                        <a:pt x="415" y="1423"/>
                      </a:lnTo>
                      <a:lnTo>
                        <a:pt x="403" y="1439"/>
                      </a:lnTo>
                      <a:lnTo>
                        <a:pt x="395" y="1452"/>
                      </a:lnTo>
                      <a:lnTo>
                        <a:pt x="392" y="1455"/>
                      </a:lnTo>
                      <a:lnTo>
                        <a:pt x="390" y="1456"/>
                      </a:lnTo>
                      <a:lnTo>
                        <a:pt x="389" y="1457"/>
                      </a:lnTo>
                      <a:lnTo>
                        <a:pt x="386" y="1457"/>
                      </a:lnTo>
                      <a:lnTo>
                        <a:pt x="382" y="1456"/>
                      </a:lnTo>
                      <a:lnTo>
                        <a:pt x="377" y="1453"/>
                      </a:lnTo>
                      <a:lnTo>
                        <a:pt x="372" y="1450"/>
                      </a:lnTo>
                      <a:lnTo>
                        <a:pt x="367" y="1449"/>
                      </a:lnTo>
                      <a:lnTo>
                        <a:pt x="365" y="1449"/>
                      </a:lnTo>
                      <a:lnTo>
                        <a:pt x="364" y="1450"/>
                      </a:lnTo>
                      <a:lnTo>
                        <a:pt x="361" y="1451"/>
                      </a:lnTo>
                      <a:lnTo>
                        <a:pt x="359" y="1455"/>
                      </a:lnTo>
                      <a:lnTo>
                        <a:pt x="355" y="1462"/>
                      </a:lnTo>
                      <a:lnTo>
                        <a:pt x="352" y="1467"/>
                      </a:lnTo>
                      <a:lnTo>
                        <a:pt x="351" y="1468"/>
                      </a:lnTo>
                      <a:lnTo>
                        <a:pt x="348" y="1468"/>
                      </a:lnTo>
                      <a:lnTo>
                        <a:pt x="345" y="1467"/>
                      </a:lnTo>
                      <a:lnTo>
                        <a:pt x="341" y="1464"/>
                      </a:lnTo>
                      <a:lnTo>
                        <a:pt x="333" y="1458"/>
                      </a:lnTo>
                      <a:lnTo>
                        <a:pt x="323" y="1453"/>
                      </a:lnTo>
                      <a:lnTo>
                        <a:pt x="319" y="1451"/>
                      </a:lnTo>
                      <a:lnTo>
                        <a:pt x="313" y="1450"/>
                      </a:lnTo>
                      <a:lnTo>
                        <a:pt x="307" y="1449"/>
                      </a:lnTo>
                      <a:lnTo>
                        <a:pt x="301" y="1449"/>
                      </a:lnTo>
                      <a:lnTo>
                        <a:pt x="295" y="1450"/>
                      </a:lnTo>
                      <a:lnTo>
                        <a:pt x="289" y="1451"/>
                      </a:lnTo>
                      <a:lnTo>
                        <a:pt x="285" y="1453"/>
                      </a:lnTo>
                      <a:lnTo>
                        <a:pt x="282" y="1456"/>
                      </a:lnTo>
                      <a:lnTo>
                        <a:pt x="279" y="1458"/>
                      </a:lnTo>
                      <a:lnTo>
                        <a:pt x="278" y="1462"/>
                      </a:lnTo>
                      <a:lnTo>
                        <a:pt x="278" y="1467"/>
                      </a:lnTo>
                      <a:lnTo>
                        <a:pt x="278" y="1471"/>
                      </a:lnTo>
                      <a:lnTo>
                        <a:pt x="278" y="1482"/>
                      </a:lnTo>
                      <a:lnTo>
                        <a:pt x="279" y="1494"/>
                      </a:lnTo>
                      <a:lnTo>
                        <a:pt x="279" y="1505"/>
                      </a:lnTo>
                      <a:lnTo>
                        <a:pt x="279" y="1514"/>
                      </a:lnTo>
                      <a:lnTo>
                        <a:pt x="279" y="1524"/>
                      </a:lnTo>
                      <a:lnTo>
                        <a:pt x="281" y="1532"/>
                      </a:lnTo>
                      <a:lnTo>
                        <a:pt x="283" y="1539"/>
                      </a:lnTo>
                      <a:lnTo>
                        <a:pt x="288" y="1546"/>
                      </a:lnTo>
                      <a:lnTo>
                        <a:pt x="292" y="1552"/>
                      </a:lnTo>
                      <a:lnTo>
                        <a:pt x="295" y="1558"/>
                      </a:lnTo>
                      <a:lnTo>
                        <a:pt x="295" y="1565"/>
                      </a:lnTo>
                      <a:lnTo>
                        <a:pt x="295" y="1571"/>
                      </a:lnTo>
                      <a:lnTo>
                        <a:pt x="294" y="1575"/>
                      </a:lnTo>
                      <a:lnTo>
                        <a:pt x="291" y="1576"/>
                      </a:lnTo>
                      <a:lnTo>
                        <a:pt x="289" y="1576"/>
                      </a:lnTo>
                      <a:lnTo>
                        <a:pt x="285" y="1576"/>
                      </a:lnTo>
                      <a:lnTo>
                        <a:pt x="277" y="1572"/>
                      </a:lnTo>
                      <a:lnTo>
                        <a:pt x="271" y="1569"/>
                      </a:lnTo>
                      <a:lnTo>
                        <a:pt x="265" y="1565"/>
                      </a:lnTo>
                      <a:lnTo>
                        <a:pt x="259" y="1564"/>
                      </a:lnTo>
                      <a:lnTo>
                        <a:pt x="256" y="1565"/>
                      </a:lnTo>
                      <a:lnTo>
                        <a:pt x="252" y="1566"/>
                      </a:lnTo>
                      <a:lnTo>
                        <a:pt x="250" y="1568"/>
                      </a:lnTo>
                      <a:lnTo>
                        <a:pt x="247" y="1571"/>
                      </a:lnTo>
                      <a:lnTo>
                        <a:pt x="244" y="1574"/>
                      </a:lnTo>
                      <a:lnTo>
                        <a:pt x="241" y="1576"/>
                      </a:lnTo>
                      <a:lnTo>
                        <a:pt x="238" y="1577"/>
                      </a:lnTo>
                      <a:lnTo>
                        <a:pt x="233" y="1578"/>
                      </a:lnTo>
                      <a:lnTo>
                        <a:pt x="226" y="1578"/>
                      </a:lnTo>
                      <a:lnTo>
                        <a:pt x="219" y="1576"/>
                      </a:lnTo>
                      <a:lnTo>
                        <a:pt x="212" y="1574"/>
                      </a:lnTo>
                      <a:lnTo>
                        <a:pt x="205" y="1571"/>
                      </a:lnTo>
                      <a:lnTo>
                        <a:pt x="201" y="1570"/>
                      </a:lnTo>
                      <a:lnTo>
                        <a:pt x="197" y="1571"/>
                      </a:lnTo>
                      <a:lnTo>
                        <a:pt x="194" y="1572"/>
                      </a:lnTo>
                      <a:lnTo>
                        <a:pt x="190" y="1576"/>
                      </a:lnTo>
                      <a:lnTo>
                        <a:pt x="184" y="1583"/>
                      </a:lnTo>
                      <a:lnTo>
                        <a:pt x="180" y="1588"/>
                      </a:lnTo>
                      <a:lnTo>
                        <a:pt x="177" y="1590"/>
                      </a:lnTo>
                      <a:lnTo>
                        <a:pt x="174" y="1591"/>
                      </a:lnTo>
                      <a:lnTo>
                        <a:pt x="170" y="1591"/>
                      </a:lnTo>
                      <a:lnTo>
                        <a:pt x="165" y="1591"/>
                      </a:lnTo>
                      <a:lnTo>
                        <a:pt x="153" y="1589"/>
                      </a:lnTo>
                      <a:lnTo>
                        <a:pt x="144" y="1587"/>
                      </a:lnTo>
                      <a:lnTo>
                        <a:pt x="139" y="1587"/>
                      </a:lnTo>
                      <a:lnTo>
                        <a:pt x="134" y="1588"/>
                      </a:lnTo>
                      <a:lnTo>
                        <a:pt x="131" y="1589"/>
                      </a:lnTo>
                      <a:lnTo>
                        <a:pt x="127" y="1593"/>
                      </a:lnTo>
                      <a:lnTo>
                        <a:pt x="124" y="1598"/>
                      </a:lnTo>
                      <a:lnTo>
                        <a:pt x="121" y="1603"/>
                      </a:lnTo>
                      <a:lnTo>
                        <a:pt x="119" y="1609"/>
                      </a:lnTo>
                      <a:lnTo>
                        <a:pt x="118" y="1616"/>
                      </a:lnTo>
                      <a:lnTo>
                        <a:pt x="114" y="1628"/>
                      </a:lnTo>
                      <a:lnTo>
                        <a:pt x="112" y="1640"/>
                      </a:lnTo>
                      <a:lnTo>
                        <a:pt x="109" y="1650"/>
                      </a:lnTo>
                      <a:lnTo>
                        <a:pt x="105" y="1659"/>
                      </a:lnTo>
                      <a:lnTo>
                        <a:pt x="100" y="1667"/>
                      </a:lnTo>
                      <a:lnTo>
                        <a:pt x="94" y="1675"/>
                      </a:lnTo>
                      <a:lnTo>
                        <a:pt x="89" y="1677"/>
                      </a:lnTo>
                      <a:lnTo>
                        <a:pt x="86" y="1679"/>
                      </a:lnTo>
                      <a:lnTo>
                        <a:pt x="81" y="1681"/>
                      </a:lnTo>
                      <a:lnTo>
                        <a:pt x="76" y="1683"/>
                      </a:lnTo>
                      <a:lnTo>
                        <a:pt x="65" y="1684"/>
                      </a:lnTo>
                      <a:lnTo>
                        <a:pt x="56" y="1688"/>
                      </a:lnTo>
                      <a:lnTo>
                        <a:pt x="51" y="1690"/>
                      </a:lnTo>
                      <a:lnTo>
                        <a:pt x="45" y="1694"/>
                      </a:lnTo>
                      <a:lnTo>
                        <a:pt x="40" y="1698"/>
                      </a:lnTo>
                      <a:lnTo>
                        <a:pt x="36" y="1703"/>
                      </a:lnTo>
                      <a:lnTo>
                        <a:pt x="38" y="1701"/>
                      </a:lnTo>
                      <a:lnTo>
                        <a:pt x="39" y="1701"/>
                      </a:lnTo>
                      <a:lnTo>
                        <a:pt x="39" y="1702"/>
                      </a:lnTo>
                      <a:lnTo>
                        <a:pt x="40" y="1705"/>
                      </a:lnTo>
                      <a:lnTo>
                        <a:pt x="42" y="1713"/>
                      </a:lnTo>
                      <a:lnTo>
                        <a:pt x="45" y="1720"/>
                      </a:lnTo>
                      <a:lnTo>
                        <a:pt x="50" y="1726"/>
                      </a:lnTo>
                      <a:lnTo>
                        <a:pt x="55" y="1730"/>
                      </a:lnTo>
                      <a:lnTo>
                        <a:pt x="56" y="1733"/>
                      </a:lnTo>
                      <a:lnTo>
                        <a:pt x="57" y="1736"/>
                      </a:lnTo>
                      <a:lnTo>
                        <a:pt x="58" y="1740"/>
                      </a:lnTo>
                      <a:lnTo>
                        <a:pt x="59" y="1745"/>
                      </a:lnTo>
                      <a:lnTo>
                        <a:pt x="59" y="1754"/>
                      </a:lnTo>
                      <a:lnTo>
                        <a:pt x="62" y="1760"/>
                      </a:lnTo>
                      <a:lnTo>
                        <a:pt x="64" y="1763"/>
                      </a:lnTo>
                      <a:lnTo>
                        <a:pt x="67" y="1763"/>
                      </a:lnTo>
                      <a:lnTo>
                        <a:pt x="70" y="1763"/>
                      </a:lnTo>
                      <a:lnTo>
                        <a:pt x="74" y="1760"/>
                      </a:lnTo>
                      <a:lnTo>
                        <a:pt x="80" y="1757"/>
                      </a:lnTo>
                      <a:lnTo>
                        <a:pt x="84" y="1755"/>
                      </a:lnTo>
                      <a:lnTo>
                        <a:pt x="89" y="1755"/>
                      </a:lnTo>
                      <a:lnTo>
                        <a:pt x="94" y="1757"/>
                      </a:lnTo>
                      <a:lnTo>
                        <a:pt x="99" y="1759"/>
                      </a:lnTo>
                      <a:lnTo>
                        <a:pt x="102" y="1761"/>
                      </a:lnTo>
                      <a:lnTo>
                        <a:pt x="105" y="1765"/>
                      </a:lnTo>
                      <a:lnTo>
                        <a:pt x="106" y="1770"/>
                      </a:lnTo>
                      <a:lnTo>
                        <a:pt x="105" y="1783"/>
                      </a:lnTo>
                      <a:lnTo>
                        <a:pt x="105" y="1795"/>
                      </a:lnTo>
                      <a:lnTo>
                        <a:pt x="106" y="1801"/>
                      </a:lnTo>
                      <a:lnTo>
                        <a:pt x="105" y="1805"/>
                      </a:lnTo>
                      <a:lnTo>
                        <a:pt x="103" y="1807"/>
                      </a:lnTo>
                      <a:lnTo>
                        <a:pt x="102" y="1808"/>
                      </a:lnTo>
                      <a:lnTo>
                        <a:pt x="100" y="1808"/>
                      </a:lnTo>
                      <a:lnTo>
                        <a:pt x="96" y="1808"/>
                      </a:lnTo>
                      <a:lnTo>
                        <a:pt x="86" y="1807"/>
                      </a:lnTo>
                      <a:lnTo>
                        <a:pt x="73" y="1808"/>
                      </a:lnTo>
                      <a:lnTo>
                        <a:pt x="58" y="1808"/>
                      </a:lnTo>
                      <a:lnTo>
                        <a:pt x="49" y="1808"/>
                      </a:lnTo>
                      <a:lnTo>
                        <a:pt x="46" y="1809"/>
                      </a:lnTo>
                      <a:lnTo>
                        <a:pt x="44" y="1809"/>
                      </a:lnTo>
                      <a:lnTo>
                        <a:pt x="43" y="1810"/>
                      </a:lnTo>
                      <a:lnTo>
                        <a:pt x="42" y="1812"/>
                      </a:lnTo>
                      <a:lnTo>
                        <a:pt x="42" y="1817"/>
                      </a:lnTo>
                      <a:lnTo>
                        <a:pt x="43" y="1823"/>
                      </a:lnTo>
                      <a:lnTo>
                        <a:pt x="44" y="1831"/>
                      </a:lnTo>
                      <a:lnTo>
                        <a:pt x="44" y="1845"/>
                      </a:lnTo>
                      <a:lnTo>
                        <a:pt x="43" y="1858"/>
                      </a:lnTo>
                      <a:lnTo>
                        <a:pt x="42" y="1871"/>
                      </a:lnTo>
                      <a:lnTo>
                        <a:pt x="40" y="1881"/>
                      </a:lnTo>
                      <a:lnTo>
                        <a:pt x="38" y="1887"/>
                      </a:lnTo>
                      <a:lnTo>
                        <a:pt x="35" y="1892"/>
                      </a:lnTo>
                      <a:lnTo>
                        <a:pt x="30" y="1894"/>
                      </a:lnTo>
                      <a:lnTo>
                        <a:pt x="24" y="1896"/>
                      </a:lnTo>
                      <a:lnTo>
                        <a:pt x="18" y="1897"/>
                      </a:lnTo>
                      <a:lnTo>
                        <a:pt x="15" y="1898"/>
                      </a:lnTo>
                      <a:lnTo>
                        <a:pt x="13" y="1899"/>
                      </a:lnTo>
                      <a:lnTo>
                        <a:pt x="11" y="1902"/>
                      </a:lnTo>
                      <a:lnTo>
                        <a:pt x="8" y="1904"/>
                      </a:lnTo>
                      <a:lnTo>
                        <a:pt x="5" y="1913"/>
                      </a:lnTo>
                      <a:lnTo>
                        <a:pt x="2" y="1927"/>
                      </a:lnTo>
                      <a:lnTo>
                        <a:pt x="1" y="1943"/>
                      </a:lnTo>
                      <a:lnTo>
                        <a:pt x="0" y="1960"/>
                      </a:lnTo>
                      <a:lnTo>
                        <a:pt x="0" y="1991"/>
                      </a:lnTo>
                      <a:lnTo>
                        <a:pt x="0" y="2006"/>
                      </a:lnTo>
                      <a:lnTo>
                        <a:pt x="2" y="2016"/>
                      </a:lnTo>
                      <a:lnTo>
                        <a:pt x="5" y="2025"/>
                      </a:lnTo>
                      <a:lnTo>
                        <a:pt x="8" y="2034"/>
                      </a:lnTo>
                      <a:lnTo>
                        <a:pt x="13" y="2043"/>
                      </a:lnTo>
                      <a:lnTo>
                        <a:pt x="20" y="2058"/>
                      </a:lnTo>
                      <a:lnTo>
                        <a:pt x="26" y="2073"/>
                      </a:lnTo>
                      <a:lnTo>
                        <a:pt x="27" y="2081"/>
                      </a:lnTo>
                      <a:lnTo>
                        <a:pt x="29" y="2088"/>
                      </a:lnTo>
                      <a:lnTo>
                        <a:pt x="29" y="2095"/>
                      </a:lnTo>
                      <a:lnTo>
                        <a:pt x="27" y="2100"/>
                      </a:lnTo>
                      <a:lnTo>
                        <a:pt x="27" y="2106"/>
                      </a:lnTo>
                      <a:lnTo>
                        <a:pt x="27" y="2111"/>
                      </a:lnTo>
                      <a:lnTo>
                        <a:pt x="29" y="2116"/>
                      </a:lnTo>
                      <a:lnTo>
                        <a:pt x="30" y="2120"/>
                      </a:lnTo>
                      <a:lnTo>
                        <a:pt x="45" y="2150"/>
                      </a:lnTo>
                      <a:lnTo>
                        <a:pt x="57" y="2180"/>
                      </a:lnTo>
                      <a:lnTo>
                        <a:pt x="69" y="2206"/>
                      </a:lnTo>
                      <a:lnTo>
                        <a:pt x="78" y="2231"/>
                      </a:lnTo>
                      <a:lnTo>
                        <a:pt x="87" y="2252"/>
                      </a:lnTo>
                      <a:lnTo>
                        <a:pt x="93" y="2268"/>
                      </a:lnTo>
                      <a:lnTo>
                        <a:pt x="99" y="2280"/>
                      </a:lnTo>
                      <a:lnTo>
                        <a:pt x="102" y="2286"/>
                      </a:lnTo>
                      <a:lnTo>
                        <a:pt x="108" y="2287"/>
                      </a:lnTo>
                      <a:lnTo>
                        <a:pt x="114" y="2287"/>
                      </a:lnTo>
                      <a:lnTo>
                        <a:pt x="120" y="2286"/>
                      </a:lnTo>
                      <a:lnTo>
                        <a:pt x="125" y="2282"/>
                      </a:lnTo>
                      <a:lnTo>
                        <a:pt x="137" y="2275"/>
                      </a:lnTo>
                      <a:lnTo>
                        <a:pt x="149" y="2270"/>
                      </a:lnTo>
                      <a:lnTo>
                        <a:pt x="158" y="2269"/>
                      </a:lnTo>
                      <a:lnTo>
                        <a:pt x="168" y="2268"/>
                      </a:lnTo>
                      <a:lnTo>
                        <a:pt x="171" y="2268"/>
                      </a:lnTo>
                      <a:lnTo>
                        <a:pt x="175" y="2268"/>
                      </a:lnTo>
                      <a:lnTo>
                        <a:pt x="178" y="2270"/>
                      </a:lnTo>
                      <a:lnTo>
                        <a:pt x="181" y="2272"/>
                      </a:lnTo>
                      <a:lnTo>
                        <a:pt x="185" y="2275"/>
                      </a:lnTo>
                      <a:lnTo>
                        <a:pt x="190" y="2278"/>
                      </a:lnTo>
                      <a:lnTo>
                        <a:pt x="196" y="2281"/>
                      </a:lnTo>
                      <a:lnTo>
                        <a:pt x="202" y="2282"/>
                      </a:lnTo>
                      <a:lnTo>
                        <a:pt x="209" y="2283"/>
                      </a:lnTo>
                      <a:lnTo>
                        <a:pt x="215" y="2283"/>
                      </a:lnTo>
                      <a:lnTo>
                        <a:pt x="221" y="2282"/>
                      </a:lnTo>
                      <a:lnTo>
                        <a:pt x="226" y="2280"/>
                      </a:lnTo>
                      <a:lnTo>
                        <a:pt x="234" y="2275"/>
                      </a:lnTo>
                      <a:lnTo>
                        <a:pt x="244" y="2271"/>
                      </a:lnTo>
                      <a:lnTo>
                        <a:pt x="254" y="2268"/>
                      </a:lnTo>
                      <a:lnTo>
                        <a:pt x="265" y="2264"/>
                      </a:lnTo>
                      <a:lnTo>
                        <a:pt x="288" y="2259"/>
                      </a:lnTo>
                      <a:lnTo>
                        <a:pt x="309" y="2252"/>
                      </a:lnTo>
                      <a:lnTo>
                        <a:pt x="315" y="2249"/>
                      </a:lnTo>
                      <a:lnTo>
                        <a:pt x="322" y="2244"/>
                      </a:lnTo>
                      <a:lnTo>
                        <a:pt x="328" y="2238"/>
                      </a:lnTo>
                      <a:lnTo>
                        <a:pt x="333" y="2232"/>
                      </a:lnTo>
                      <a:lnTo>
                        <a:pt x="342" y="2218"/>
                      </a:lnTo>
                      <a:lnTo>
                        <a:pt x="348" y="2206"/>
                      </a:lnTo>
                      <a:lnTo>
                        <a:pt x="352" y="2195"/>
                      </a:lnTo>
                      <a:lnTo>
                        <a:pt x="353" y="2183"/>
                      </a:lnTo>
                      <a:lnTo>
                        <a:pt x="353" y="2174"/>
                      </a:lnTo>
                      <a:lnTo>
                        <a:pt x="352" y="2165"/>
                      </a:lnTo>
                      <a:lnTo>
                        <a:pt x="351" y="2161"/>
                      </a:lnTo>
                      <a:lnTo>
                        <a:pt x="350" y="2157"/>
                      </a:lnTo>
                      <a:lnTo>
                        <a:pt x="347" y="2152"/>
                      </a:lnTo>
                      <a:lnTo>
                        <a:pt x="344" y="2149"/>
                      </a:lnTo>
                      <a:lnTo>
                        <a:pt x="341" y="2146"/>
                      </a:lnTo>
                      <a:lnTo>
                        <a:pt x="336" y="2144"/>
                      </a:lnTo>
                      <a:lnTo>
                        <a:pt x="333" y="2142"/>
                      </a:lnTo>
                      <a:lnTo>
                        <a:pt x="328" y="2142"/>
                      </a:lnTo>
                      <a:lnTo>
                        <a:pt x="320" y="2140"/>
                      </a:lnTo>
                      <a:lnTo>
                        <a:pt x="313" y="2138"/>
                      </a:lnTo>
                      <a:lnTo>
                        <a:pt x="310" y="2136"/>
                      </a:lnTo>
                      <a:lnTo>
                        <a:pt x="308" y="2133"/>
                      </a:lnTo>
                      <a:lnTo>
                        <a:pt x="306" y="2130"/>
                      </a:lnTo>
                      <a:lnTo>
                        <a:pt x="304" y="2126"/>
                      </a:lnTo>
                      <a:lnTo>
                        <a:pt x="302" y="2120"/>
                      </a:lnTo>
                      <a:lnTo>
                        <a:pt x="300" y="2114"/>
                      </a:lnTo>
                      <a:lnTo>
                        <a:pt x="297" y="2111"/>
                      </a:lnTo>
                      <a:lnTo>
                        <a:pt x="295" y="2108"/>
                      </a:lnTo>
                      <a:lnTo>
                        <a:pt x="291" y="2108"/>
                      </a:lnTo>
                      <a:lnTo>
                        <a:pt x="288" y="2111"/>
                      </a:lnTo>
                      <a:lnTo>
                        <a:pt x="285" y="2113"/>
                      </a:lnTo>
                      <a:lnTo>
                        <a:pt x="282" y="2117"/>
                      </a:lnTo>
                      <a:lnTo>
                        <a:pt x="278" y="2119"/>
                      </a:lnTo>
                      <a:lnTo>
                        <a:pt x="276" y="2120"/>
                      </a:lnTo>
                      <a:lnTo>
                        <a:pt x="273" y="2120"/>
                      </a:lnTo>
                      <a:lnTo>
                        <a:pt x="269" y="2119"/>
                      </a:lnTo>
                      <a:lnTo>
                        <a:pt x="264" y="2117"/>
                      </a:lnTo>
                      <a:lnTo>
                        <a:pt x="259" y="2113"/>
                      </a:lnTo>
                      <a:lnTo>
                        <a:pt x="258" y="2112"/>
                      </a:lnTo>
                      <a:lnTo>
                        <a:pt x="258" y="2110"/>
                      </a:lnTo>
                      <a:lnTo>
                        <a:pt x="258" y="2106"/>
                      </a:lnTo>
                      <a:lnTo>
                        <a:pt x="260" y="2104"/>
                      </a:lnTo>
                      <a:lnTo>
                        <a:pt x="264" y="2098"/>
                      </a:lnTo>
                      <a:lnTo>
                        <a:pt x="268" y="2092"/>
                      </a:lnTo>
                      <a:lnTo>
                        <a:pt x="269" y="2089"/>
                      </a:lnTo>
                      <a:lnTo>
                        <a:pt x="270" y="2086"/>
                      </a:lnTo>
                      <a:lnTo>
                        <a:pt x="270" y="2082"/>
                      </a:lnTo>
                      <a:lnTo>
                        <a:pt x="270" y="2077"/>
                      </a:lnTo>
                      <a:lnTo>
                        <a:pt x="269" y="2070"/>
                      </a:lnTo>
                      <a:lnTo>
                        <a:pt x="268" y="2066"/>
                      </a:lnTo>
                      <a:lnTo>
                        <a:pt x="269" y="2062"/>
                      </a:lnTo>
                      <a:lnTo>
                        <a:pt x="271" y="2061"/>
                      </a:lnTo>
                      <a:lnTo>
                        <a:pt x="275" y="2060"/>
                      </a:lnTo>
                      <a:lnTo>
                        <a:pt x="278" y="2060"/>
                      </a:lnTo>
                      <a:lnTo>
                        <a:pt x="281" y="2060"/>
                      </a:lnTo>
                      <a:lnTo>
                        <a:pt x="282" y="2062"/>
                      </a:lnTo>
                      <a:lnTo>
                        <a:pt x="283" y="2066"/>
                      </a:lnTo>
                      <a:lnTo>
                        <a:pt x="283" y="2070"/>
                      </a:lnTo>
                      <a:lnTo>
                        <a:pt x="283" y="2075"/>
                      </a:lnTo>
                      <a:lnTo>
                        <a:pt x="284" y="2079"/>
                      </a:lnTo>
                      <a:lnTo>
                        <a:pt x="285" y="2082"/>
                      </a:lnTo>
                      <a:lnTo>
                        <a:pt x="287" y="2083"/>
                      </a:lnTo>
                      <a:lnTo>
                        <a:pt x="290" y="2086"/>
                      </a:lnTo>
                      <a:lnTo>
                        <a:pt x="294" y="2086"/>
                      </a:lnTo>
                      <a:lnTo>
                        <a:pt x="296" y="2085"/>
                      </a:lnTo>
                      <a:lnTo>
                        <a:pt x="297" y="2082"/>
                      </a:lnTo>
                      <a:lnTo>
                        <a:pt x="297" y="2077"/>
                      </a:lnTo>
                      <a:lnTo>
                        <a:pt x="298" y="2073"/>
                      </a:lnTo>
                      <a:lnTo>
                        <a:pt x="297" y="2061"/>
                      </a:lnTo>
                      <a:lnTo>
                        <a:pt x="296" y="2050"/>
                      </a:lnTo>
                      <a:lnTo>
                        <a:pt x="294" y="2045"/>
                      </a:lnTo>
                      <a:lnTo>
                        <a:pt x="292" y="2042"/>
                      </a:lnTo>
                      <a:lnTo>
                        <a:pt x="290" y="2039"/>
                      </a:lnTo>
                      <a:lnTo>
                        <a:pt x="288" y="2036"/>
                      </a:lnTo>
                      <a:lnTo>
                        <a:pt x="285" y="2035"/>
                      </a:lnTo>
                      <a:lnTo>
                        <a:pt x="281" y="2034"/>
                      </a:lnTo>
                      <a:lnTo>
                        <a:pt x="277" y="2032"/>
                      </a:lnTo>
                      <a:lnTo>
                        <a:pt x="271" y="2032"/>
                      </a:lnTo>
                      <a:lnTo>
                        <a:pt x="259" y="2032"/>
                      </a:lnTo>
                      <a:lnTo>
                        <a:pt x="246" y="2031"/>
                      </a:lnTo>
                      <a:lnTo>
                        <a:pt x="234" y="2031"/>
                      </a:lnTo>
                      <a:lnTo>
                        <a:pt x="225" y="2030"/>
                      </a:lnTo>
                      <a:lnTo>
                        <a:pt x="219" y="2029"/>
                      </a:lnTo>
                      <a:lnTo>
                        <a:pt x="215" y="2026"/>
                      </a:lnTo>
                      <a:lnTo>
                        <a:pt x="214" y="2022"/>
                      </a:lnTo>
                      <a:lnTo>
                        <a:pt x="214" y="2016"/>
                      </a:lnTo>
                      <a:lnTo>
                        <a:pt x="214" y="2005"/>
                      </a:lnTo>
                      <a:lnTo>
                        <a:pt x="214" y="1987"/>
                      </a:lnTo>
                      <a:lnTo>
                        <a:pt x="215" y="1967"/>
                      </a:lnTo>
                      <a:lnTo>
                        <a:pt x="216" y="1946"/>
                      </a:lnTo>
                      <a:lnTo>
                        <a:pt x="219" y="1936"/>
                      </a:lnTo>
                      <a:lnTo>
                        <a:pt x="221" y="1929"/>
                      </a:lnTo>
                      <a:lnTo>
                        <a:pt x="225" y="1923"/>
                      </a:lnTo>
                      <a:lnTo>
                        <a:pt x="229" y="1917"/>
                      </a:lnTo>
                      <a:lnTo>
                        <a:pt x="234" y="1913"/>
                      </a:lnTo>
                      <a:lnTo>
                        <a:pt x="240" y="1911"/>
                      </a:lnTo>
                      <a:lnTo>
                        <a:pt x="245" y="1910"/>
                      </a:lnTo>
                      <a:lnTo>
                        <a:pt x="251" y="1910"/>
                      </a:lnTo>
                      <a:lnTo>
                        <a:pt x="257" y="1912"/>
                      </a:lnTo>
                      <a:lnTo>
                        <a:pt x="263" y="1916"/>
                      </a:lnTo>
                      <a:lnTo>
                        <a:pt x="264" y="1919"/>
                      </a:lnTo>
                      <a:lnTo>
                        <a:pt x="265" y="1924"/>
                      </a:lnTo>
                      <a:lnTo>
                        <a:pt x="266" y="1930"/>
                      </a:lnTo>
                      <a:lnTo>
                        <a:pt x="265" y="1937"/>
                      </a:lnTo>
                      <a:lnTo>
                        <a:pt x="264" y="1944"/>
                      </a:lnTo>
                      <a:lnTo>
                        <a:pt x="262" y="1950"/>
                      </a:lnTo>
                      <a:lnTo>
                        <a:pt x="258" y="1956"/>
                      </a:lnTo>
                      <a:lnTo>
                        <a:pt x="256" y="1961"/>
                      </a:lnTo>
                      <a:lnTo>
                        <a:pt x="250" y="1967"/>
                      </a:lnTo>
                      <a:lnTo>
                        <a:pt x="247" y="1971"/>
                      </a:lnTo>
                      <a:lnTo>
                        <a:pt x="247" y="1974"/>
                      </a:lnTo>
                      <a:lnTo>
                        <a:pt x="250" y="1975"/>
                      </a:lnTo>
                      <a:lnTo>
                        <a:pt x="253" y="1976"/>
                      </a:lnTo>
                      <a:lnTo>
                        <a:pt x="258" y="1976"/>
                      </a:lnTo>
                      <a:lnTo>
                        <a:pt x="268" y="1976"/>
                      </a:lnTo>
                      <a:lnTo>
                        <a:pt x="275" y="1975"/>
                      </a:lnTo>
                      <a:lnTo>
                        <a:pt x="284" y="1972"/>
                      </a:lnTo>
                      <a:lnTo>
                        <a:pt x="295" y="1967"/>
                      </a:lnTo>
                      <a:lnTo>
                        <a:pt x="304" y="1963"/>
                      </a:lnTo>
                      <a:lnTo>
                        <a:pt x="314" y="1962"/>
                      </a:lnTo>
                      <a:lnTo>
                        <a:pt x="320" y="1962"/>
                      </a:lnTo>
                      <a:lnTo>
                        <a:pt x="323" y="1962"/>
                      </a:lnTo>
                      <a:lnTo>
                        <a:pt x="327" y="1963"/>
                      </a:lnTo>
                      <a:lnTo>
                        <a:pt x="329" y="1966"/>
                      </a:lnTo>
                      <a:lnTo>
                        <a:pt x="332" y="1973"/>
                      </a:lnTo>
                      <a:lnTo>
                        <a:pt x="335" y="1980"/>
                      </a:lnTo>
                      <a:lnTo>
                        <a:pt x="338" y="1985"/>
                      </a:lnTo>
                      <a:lnTo>
                        <a:pt x="340" y="1988"/>
                      </a:lnTo>
                      <a:lnTo>
                        <a:pt x="344" y="1991"/>
                      </a:lnTo>
                      <a:lnTo>
                        <a:pt x="347" y="1992"/>
                      </a:lnTo>
                      <a:lnTo>
                        <a:pt x="351" y="1992"/>
                      </a:lnTo>
                      <a:lnTo>
                        <a:pt x="353" y="1992"/>
                      </a:lnTo>
                      <a:lnTo>
                        <a:pt x="355" y="1991"/>
                      </a:lnTo>
                      <a:lnTo>
                        <a:pt x="358" y="1987"/>
                      </a:lnTo>
                      <a:lnTo>
                        <a:pt x="364" y="1973"/>
                      </a:lnTo>
                      <a:lnTo>
                        <a:pt x="366" y="1961"/>
                      </a:lnTo>
                      <a:lnTo>
                        <a:pt x="367" y="1956"/>
                      </a:lnTo>
                      <a:lnTo>
                        <a:pt x="367" y="1952"/>
                      </a:lnTo>
                      <a:lnTo>
                        <a:pt x="366" y="1948"/>
                      </a:lnTo>
                      <a:lnTo>
                        <a:pt x="365" y="1944"/>
                      </a:lnTo>
                      <a:lnTo>
                        <a:pt x="360" y="1940"/>
                      </a:lnTo>
                      <a:lnTo>
                        <a:pt x="355" y="1936"/>
                      </a:lnTo>
                      <a:lnTo>
                        <a:pt x="348" y="1934"/>
                      </a:lnTo>
                      <a:lnTo>
                        <a:pt x="340" y="1931"/>
                      </a:lnTo>
                      <a:lnTo>
                        <a:pt x="323" y="1929"/>
                      </a:lnTo>
                      <a:lnTo>
                        <a:pt x="308" y="1928"/>
                      </a:lnTo>
                      <a:lnTo>
                        <a:pt x="301" y="1925"/>
                      </a:lnTo>
                      <a:lnTo>
                        <a:pt x="296" y="1922"/>
                      </a:lnTo>
                      <a:lnTo>
                        <a:pt x="294" y="1921"/>
                      </a:lnTo>
                      <a:lnTo>
                        <a:pt x="291" y="1918"/>
                      </a:lnTo>
                      <a:lnTo>
                        <a:pt x="290" y="1915"/>
                      </a:lnTo>
                      <a:lnTo>
                        <a:pt x="290" y="1911"/>
                      </a:lnTo>
                      <a:lnTo>
                        <a:pt x="290" y="1903"/>
                      </a:lnTo>
                      <a:lnTo>
                        <a:pt x="294" y="1894"/>
                      </a:lnTo>
                      <a:lnTo>
                        <a:pt x="297" y="1887"/>
                      </a:lnTo>
                      <a:lnTo>
                        <a:pt x="300" y="1880"/>
                      </a:lnTo>
                      <a:lnTo>
                        <a:pt x="301" y="1872"/>
                      </a:lnTo>
                      <a:lnTo>
                        <a:pt x="301" y="1865"/>
                      </a:lnTo>
                      <a:lnTo>
                        <a:pt x="300" y="1859"/>
                      </a:lnTo>
                      <a:lnTo>
                        <a:pt x="297" y="1852"/>
                      </a:lnTo>
                      <a:lnTo>
                        <a:pt x="295" y="1845"/>
                      </a:lnTo>
                      <a:lnTo>
                        <a:pt x="292" y="1840"/>
                      </a:lnTo>
                      <a:lnTo>
                        <a:pt x="290" y="1833"/>
                      </a:lnTo>
                      <a:lnTo>
                        <a:pt x="290" y="1823"/>
                      </a:lnTo>
                      <a:lnTo>
                        <a:pt x="290" y="1812"/>
                      </a:lnTo>
                      <a:lnTo>
                        <a:pt x="292" y="1802"/>
                      </a:lnTo>
                      <a:lnTo>
                        <a:pt x="294" y="1798"/>
                      </a:lnTo>
                      <a:lnTo>
                        <a:pt x="297" y="1795"/>
                      </a:lnTo>
                      <a:lnTo>
                        <a:pt x="301" y="1791"/>
                      </a:lnTo>
                      <a:lnTo>
                        <a:pt x="307" y="1790"/>
                      </a:lnTo>
                      <a:lnTo>
                        <a:pt x="316" y="1787"/>
                      </a:lnTo>
                      <a:lnTo>
                        <a:pt x="322" y="1787"/>
                      </a:lnTo>
                      <a:lnTo>
                        <a:pt x="325" y="1789"/>
                      </a:lnTo>
                      <a:lnTo>
                        <a:pt x="325" y="1790"/>
                      </a:lnTo>
                      <a:lnTo>
                        <a:pt x="325" y="1792"/>
                      </a:lnTo>
                      <a:lnTo>
                        <a:pt x="322" y="1796"/>
                      </a:lnTo>
                      <a:lnTo>
                        <a:pt x="319" y="1803"/>
                      </a:lnTo>
                      <a:lnTo>
                        <a:pt x="316" y="1808"/>
                      </a:lnTo>
                      <a:lnTo>
                        <a:pt x="314" y="1814"/>
                      </a:lnTo>
                      <a:lnTo>
                        <a:pt x="314" y="1821"/>
                      </a:lnTo>
                      <a:lnTo>
                        <a:pt x="314" y="1824"/>
                      </a:lnTo>
                      <a:lnTo>
                        <a:pt x="315" y="1827"/>
                      </a:lnTo>
                      <a:lnTo>
                        <a:pt x="316" y="1828"/>
                      </a:lnTo>
                      <a:lnTo>
                        <a:pt x="319" y="1828"/>
                      </a:lnTo>
                      <a:lnTo>
                        <a:pt x="321" y="1828"/>
                      </a:lnTo>
                      <a:lnTo>
                        <a:pt x="323" y="1827"/>
                      </a:lnTo>
                      <a:lnTo>
                        <a:pt x="326" y="1824"/>
                      </a:lnTo>
                      <a:lnTo>
                        <a:pt x="327" y="1821"/>
                      </a:lnTo>
                      <a:lnTo>
                        <a:pt x="329" y="1817"/>
                      </a:lnTo>
                      <a:lnTo>
                        <a:pt x="332" y="1816"/>
                      </a:lnTo>
                      <a:lnTo>
                        <a:pt x="333" y="1816"/>
                      </a:lnTo>
                      <a:lnTo>
                        <a:pt x="334" y="1816"/>
                      </a:lnTo>
                      <a:lnTo>
                        <a:pt x="335" y="1821"/>
                      </a:lnTo>
                      <a:lnTo>
                        <a:pt x="336" y="1827"/>
                      </a:lnTo>
                      <a:lnTo>
                        <a:pt x="336" y="1830"/>
                      </a:lnTo>
                      <a:lnTo>
                        <a:pt x="336" y="1834"/>
                      </a:lnTo>
                      <a:lnTo>
                        <a:pt x="335" y="1837"/>
                      </a:lnTo>
                      <a:lnTo>
                        <a:pt x="333" y="1841"/>
                      </a:lnTo>
                      <a:lnTo>
                        <a:pt x="329" y="1845"/>
                      </a:lnTo>
                      <a:lnTo>
                        <a:pt x="325" y="1847"/>
                      </a:lnTo>
                      <a:lnTo>
                        <a:pt x="321" y="1849"/>
                      </a:lnTo>
                      <a:lnTo>
                        <a:pt x="320" y="1854"/>
                      </a:lnTo>
                      <a:lnTo>
                        <a:pt x="320" y="1859"/>
                      </a:lnTo>
                      <a:lnTo>
                        <a:pt x="322" y="1862"/>
                      </a:lnTo>
                      <a:lnTo>
                        <a:pt x="326" y="1865"/>
                      </a:lnTo>
                      <a:lnTo>
                        <a:pt x="331" y="1865"/>
                      </a:lnTo>
                      <a:lnTo>
                        <a:pt x="342" y="1858"/>
                      </a:lnTo>
                      <a:lnTo>
                        <a:pt x="355" y="1849"/>
                      </a:lnTo>
                      <a:lnTo>
                        <a:pt x="361" y="1848"/>
                      </a:lnTo>
                      <a:lnTo>
                        <a:pt x="366" y="1847"/>
                      </a:lnTo>
                      <a:lnTo>
                        <a:pt x="371" y="1847"/>
                      </a:lnTo>
                      <a:lnTo>
                        <a:pt x="374" y="1848"/>
                      </a:lnTo>
                      <a:lnTo>
                        <a:pt x="378" y="1849"/>
                      </a:lnTo>
                      <a:lnTo>
                        <a:pt x="380" y="1852"/>
                      </a:lnTo>
                      <a:lnTo>
                        <a:pt x="383" y="1854"/>
                      </a:lnTo>
                      <a:lnTo>
                        <a:pt x="384" y="1858"/>
                      </a:lnTo>
                      <a:lnTo>
                        <a:pt x="384" y="1861"/>
                      </a:lnTo>
                      <a:lnTo>
                        <a:pt x="384" y="1865"/>
                      </a:lnTo>
                      <a:lnTo>
                        <a:pt x="383" y="1867"/>
                      </a:lnTo>
                      <a:lnTo>
                        <a:pt x="382" y="1871"/>
                      </a:lnTo>
                      <a:lnTo>
                        <a:pt x="379" y="1874"/>
                      </a:lnTo>
                      <a:lnTo>
                        <a:pt x="376" y="1877"/>
                      </a:lnTo>
                      <a:lnTo>
                        <a:pt x="372" y="1878"/>
                      </a:lnTo>
                      <a:lnTo>
                        <a:pt x="367" y="1879"/>
                      </a:lnTo>
                      <a:lnTo>
                        <a:pt x="354" y="1880"/>
                      </a:lnTo>
                      <a:lnTo>
                        <a:pt x="341" y="1881"/>
                      </a:lnTo>
                      <a:lnTo>
                        <a:pt x="335" y="1883"/>
                      </a:lnTo>
                      <a:lnTo>
                        <a:pt x="331" y="1884"/>
                      </a:lnTo>
                      <a:lnTo>
                        <a:pt x="327" y="1886"/>
                      </a:lnTo>
                      <a:lnTo>
                        <a:pt x="325" y="1889"/>
                      </a:lnTo>
                      <a:lnTo>
                        <a:pt x="325" y="1891"/>
                      </a:lnTo>
                      <a:lnTo>
                        <a:pt x="326" y="1892"/>
                      </a:lnTo>
                      <a:lnTo>
                        <a:pt x="327" y="1894"/>
                      </a:lnTo>
                      <a:lnTo>
                        <a:pt x="329" y="1897"/>
                      </a:lnTo>
                      <a:lnTo>
                        <a:pt x="335" y="1903"/>
                      </a:lnTo>
                      <a:lnTo>
                        <a:pt x="342" y="1909"/>
                      </a:lnTo>
                      <a:lnTo>
                        <a:pt x="351" y="1913"/>
                      </a:lnTo>
                      <a:lnTo>
                        <a:pt x="360" y="1917"/>
                      </a:lnTo>
                      <a:lnTo>
                        <a:pt x="367" y="1919"/>
                      </a:lnTo>
                      <a:lnTo>
                        <a:pt x="373" y="1921"/>
                      </a:lnTo>
                      <a:lnTo>
                        <a:pt x="378" y="1918"/>
                      </a:lnTo>
                      <a:lnTo>
                        <a:pt x="382" y="1916"/>
                      </a:lnTo>
                      <a:lnTo>
                        <a:pt x="385" y="1911"/>
                      </a:lnTo>
                      <a:lnTo>
                        <a:pt x="388" y="1905"/>
                      </a:lnTo>
                      <a:lnTo>
                        <a:pt x="394" y="1892"/>
                      </a:lnTo>
                      <a:lnTo>
                        <a:pt x="397" y="1881"/>
                      </a:lnTo>
                      <a:lnTo>
                        <a:pt x="403" y="1860"/>
                      </a:lnTo>
                      <a:lnTo>
                        <a:pt x="410" y="1843"/>
                      </a:lnTo>
                      <a:lnTo>
                        <a:pt x="417" y="1829"/>
                      </a:lnTo>
                      <a:lnTo>
                        <a:pt x="424" y="1818"/>
                      </a:lnTo>
                      <a:lnTo>
                        <a:pt x="432" y="1811"/>
                      </a:lnTo>
                      <a:lnTo>
                        <a:pt x="439" y="1805"/>
                      </a:lnTo>
                      <a:lnTo>
                        <a:pt x="446" y="1802"/>
                      </a:lnTo>
                      <a:lnTo>
                        <a:pt x="453" y="1799"/>
                      </a:lnTo>
                      <a:lnTo>
                        <a:pt x="468" y="1798"/>
                      </a:lnTo>
                      <a:lnTo>
                        <a:pt x="483" y="1797"/>
                      </a:lnTo>
                      <a:lnTo>
                        <a:pt x="489" y="1797"/>
                      </a:lnTo>
                      <a:lnTo>
                        <a:pt x="496" y="1795"/>
                      </a:lnTo>
                      <a:lnTo>
                        <a:pt x="502" y="1792"/>
                      </a:lnTo>
                      <a:lnTo>
                        <a:pt x="508" y="1787"/>
                      </a:lnTo>
                      <a:lnTo>
                        <a:pt x="515" y="1780"/>
                      </a:lnTo>
                      <a:lnTo>
                        <a:pt x="523" y="1776"/>
                      </a:lnTo>
                      <a:lnTo>
                        <a:pt x="528" y="1773"/>
                      </a:lnTo>
                      <a:lnTo>
                        <a:pt x="533" y="1772"/>
                      </a:lnTo>
                      <a:lnTo>
                        <a:pt x="539" y="1772"/>
                      </a:lnTo>
                      <a:lnTo>
                        <a:pt x="544" y="1772"/>
                      </a:lnTo>
                      <a:lnTo>
                        <a:pt x="550" y="1772"/>
                      </a:lnTo>
                      <a:lnTo>
                        <a:pt x="558" y="1770"/>
                      </a:lnTo>
                      <a:lnTo>
                        <a:pt x="565" y="1768"/>
                      </a:lnTo>
                      <a:lnTo>
                        <a:pt x="573" y="1766"/>
                      </a:lnTo>
                      <a:lnTo>
                        <a:pt x="586" y="1761"/>
                      </a:lnTo>
                      <a:lnTo>
                        <a:pt x="598" y="1758"/>
                      </a:lnTo>
                      <a:lnTo>
                        <a:pt x="610" y="1746"/>
                      </a:lnTo>
                      <a:lnTo>
                        <a:pt x="621" y="1735"/>
                      </a:lnTo>
                      <a:lnTo>
                        <a:pt x="627" y="1735"/>
                      </a:lnTo>
                      <a:lnTo>
                        <a:pt x="634" y="1734"/>
                      </a:lnTo>
                      <a:lnTo>
                        <a:pt x="638" y="1734"/>
                      </a:lnTo>
                      <a:lnTo>
                        <a:pt x="642" y="1734"/>
                      </a:lnTo>
                      <a:lnTo>
                        <a:pt x="646" y="1735"/>
                      </a:lnTo>
                      <a:lnTo>
                        <a:pt x="649" y="1736"/>
                      </a:lnTo>
                      <a:lnTo>
                        <a:pt x="651" y="1739"/>
                      </a:lnTo>
                      <a:lnTo>
                        <a:pt x="654" y="1742"/>
                      </a:lnTo>
                      <a:lnTo>
                        <a:pt x="655" y="1746"/>
                      </a:lnTo>
                      <a:lnTo>
                        <a:pt x="656" y="1751"/>
                      </a:lnTo>
                      <a:lnTo>
                        <a:pt x="657" y="1758"/>
                      </a:lnTo>
                      <a:lnTo>
                        <a:pt x="660" y="1763"/>
                      </a:lnTo>
                      <a:lnTo>
                        <a:pt x="661" y="1766"/>
                      </a:lnTo>
                      <a:lnTo>
                        <a:pt x="663" y="1767"/>
                      </a:lnTo>
                      <a:lnTo>
                        <a:pt x="665" y="1768"/>
                      </a:lnTo>
                      <a:lnTo>
                        <a:pt x="667" y="1768"/>
                      </a:lnTo>
                      <a:lnTo>
                        <a:pt x="672" y="1767"/>
                      </a:lnTo>
                      <a:lnTo>
                        <a:pt x="679" y="1763"/>
                      </a:lnTo>
                      <a:lnTo>
                        <a:pt x="686" y="1759"/>
                      </a:lnTo>
                      <a:lnTo>
                        <a:pt x="691" y="1754"/>
                      </a:lnTo>
                      <a:lnTo>
                        <a:pt x="694" y="1751"/>
                      </a:lnTo>
                      <a:lnTo>
                        <a:pt x="695" y="1745"/>
                      </a:lnTo>
                      <a:lnTo>
                        <a:pt x="694" y="1736"/>
                      </a:lnTo>
                      <a:lnTo>
                        <a:pt x="693" y="1729"/>
                      </a:lnTo>
                      <a:lnTo>
                        <a:pt x="693" y="1727"/>
                      </a:lnTo>
                      <a:lnTo>
                        <a:pt x="693" y="1723"/>
                      </a:lnTo>
                      <a:lnTo>
                        <a:pt x="694" y="1721"/>
                      </a:lnTo>
                      <a:lnTo>
                        <a:pt x="697" y="1719"/>
                      </a:lnTo>
                      <a:lnTo>
                        <a:pt x="712" y="1711"/>
                      </a:lnTo>
                      <a:lnTo>
                        <a:pt x="709" y="1714"/>
                      </a:lnTo>
                      <a:lnTo>
                        <a:pt x="706" y="1714"/>
                      </a:lnTo>
                      <a:lnTo>
                        <a:pt x="706" y="1713"/>
                      </a:lnTo>
                      <a:lnTo>
                        <a:pt x="711" y="1709"/>
                      </a:lnTo>
                      <a:lnTo>
                        <a:pt x="722" y="1701"/>
                      </a:lnTo>
                      <a:lnTo>
                        <a:pt x="724" y="1700"/>
                      </a:lnTo>
                      <a:lnTo>
                        <a:pt x="726" y="1698"/>
                      </a:lnTo>
                      <a:lnTo>
                        <a:pt x="729" y="1700"/>
                      </a:lnTo>
                      <a:lnTo>
                        <a:pt x="730" y="1701"/>
                      </a:lnTo>
                      <a:lnTo>
                        <a:pt x="732" y="1705"/>
                      </a:lnTo>
                      <a:lnTo>
                        <a:pt x="732" y="1711"/>
                      </a:lnTo>
                      <a:lnTo>
                        <a:pt x="732" y="1719"/>
                      </a:lnTo>
                      <a:lnTo>
                        <a:pt x="733" y="1726"/>
                      </a:lnTo>
                      <a:lnTo>
                        <a:pt x="736" y="1728"/>
                      </a:lnTo>
                      <a:lnTo>
                        <a:pt x="738" y="1730"/>
                      </a:lnTo>
                      <a:lnTo>
                        <a:pt x="742" y="1733"/>
                      </a:lnTo>
                      <a:lnTo>
                        <a:pt x="747" y="1734"/>
                      </a:lnTo>
                      <a:lnTo>
                        <a:pt x="761" y="1735"/>
                      </a:lnTo>
                      <a:lnTo>
                        <a:pt x="776" y="1735"/>
                      </a:lnTo>
                      <a:lnTo>
                        <a:pt x="782" y="1734"/>
                      </a:lnTo>
                      <a:lnTo>
                        <a:pt x="787" y="1732"/>
                      </a:lnTo>
                      <a:lnTo>
                        <a:pt x="788" y="1730"/>
                      </a:lnTo>
                      <a:lnTo>
                        <a:pt x="789" y="1729"/>
                      </a:lnTo>
                      <a:lnTo>
                        <a:pt x="789" y="1727"/>
                      </a:lnTo>
                      <a:lnTo>
                        <a:pt x="789" y="1724"/>
                      </a:lnTo>
                      <a:lnTo>
                        <a:pt x="788" y="1720"/>
                      </a:lnTo>
                      <a:lnTo>
                        <a:pt x="787" y="1716"/>
                      </a:lnTo>
                      <a:lnTo>
                        <a:pt x="788" y="1713"/>
                      </a:lnTo>
                      <a:lnTo>
                        <a:pt x="788" y="1709"/>
                      </a:lnTo>
                      <a:lnTo>
                        <a:pt x="791" y="1708"/>
                      </a:lnTo>
                      <a:lnTo>
                        <a:pt x="792" y="1708"/>
                      </a:lnTo>
                      <a:lnTo>
                        <a:pt x="794" y="1709"/>
                      </a:lnTo>
                      <a:lnTo>
                        <a:pt x="798" y="1713"/>
                      </a:lnTo>
                      <a:lnTo>
                        <a:pt x="802" y="1721"/>
                      </a:lnTo>
                      <a:lnTo>
                        <a:pt x="807" y="1728"/>
                      </a:lnTo>
                      <a:lnTo>
                        <a:pt x="811" y="1730"/>
                      </a:lnTo>
                      <a:lnTo>
                        <a:pt x="812" y="1732"/>
                      </a:lnTo>
                      <a:lnTo>
                        <a:pt x="814" y="1730"/>
                      </a:lnTo>
                      <a:lnTo>
                        <a:pt x="817" y="1728"/>
                      </a:lnTo>
                      <a:lnTo>
                        <a:pt x="820" y="1719"/>
                      </a:lnTo>
                      <a:lnTo>
                        <a:pt x="823" y="1708"/>
                      </a:lnTo>
                      <a:lnTo>
                        <a:pt x="825" y="1702"/>
                      </a:lnTo>
                      <a:lnTo>
                        <a:pt x="827" y="1697"/>
                      </a:lnTo>
                      <a:lnTo>
                        <a:pt x="831" y="1694"/>
                      </a:lnTo>
                      <a:lnTo>
                        <a:pt x="836" y="1692"/>
                      </a:lnTo>
                      <a:lnTo>
                        <a:pt x="845" y="1688"/>
                      </a:lnTo>
                      <a:lnTo>
                        <a:pt x="856" y="1682"/>
                      </a:lnTo>
                      <a:lnTo>
                        <a:pt x="860" y="1678"/>
                      </a:lnTo>
                      <a:lnTo>
                        <a:pt x="863" y="1675"/>
                      </a:lnTo>
                      <a:lnTo>
                        <a:pt x="867" y="1670"/>
                      </a:lnTo>
                      <a:lnTo>
                        <a:pt x="868" y="1665"/>
                      </a:lnTo>
                      <a:lnTo>
                        <a:pt x="869" y="1660"/>
                      </a:lnTo>
                      <a:lnTo>
                        <a:pt x="868" y="1656"/>
                      </a:lnTo>
                      <a:lnTo>
                        <a:pt x="868" y="1651"/>
                      </a:lnTo>
                      <a:lnTo>
                        <a:pt x="865" y="1648"/>
                      </a:lnTo>
                      <a:lnTo>
                        <a:pt x="863" y="1645"/>
                      </a:lnTo>
                      <a:lnTo>
                        <a:pt x="860" y="1644"/>
                      </a:lnTo>
                      <a:lnTo>
                        <a:pt x="856" y="1642"/>
                      </a:lnTo>
                      <a:lnTo>
                        <a:pt x="852" y="1644"/>
                      </a:lnTo>
                      <a:lnTo>
                        <a:pt x="845" y="1645"/>
                      </a:lnTo>
                      <a:lnTo>
                        <a:pt x="839" y="1644"/>
                      </a:lnTo>
                      <a:lnTo>
                        <a:pt x="835" y="1641"/>
                      </a:lnTo>
                      <a:lnTo>
                        <a:pt x="831" y="1635"/>
                      </a:lnTo>
                      <a:lnTo>
                        <a:pt x="829" y="1632"/>
                      </a:lnTo>
                      <a:lnTo>
                        <a:pt x="829" y="1628"/>
                      </a:lnTo>
                      <a:lnTo>
                        <a:pt x="830" y="1625"/>
                      </a:lnTo>
                      <a:lnTo>
                        <a:pt x="831" y="1622"/>
                      </a:lnTo>
                      <a:lnTo>
                        <a:pt x="833" y="1621"/>
                      </a:lnTo>
                      <a:lnTo>
                        <a:pt x="836" y="1620"/>
                      </a:lnTo>
                      <a:lnTo>
                        <a:pt x="838" y="1619"/>
                      </a:lnTo>
                      <a:lnTo>
                        <a:pt x="842" y="1618"/>
                      </a:lnTo>
                      <a:lnTo>
                        <a:pt x="857" y="1618"/>
                      </a:lnTo>
                      <a:lnTo>
                        <a:pt x="877" y="1620"/>
                      </a:lnTo>
                      <a:lnTo>
                        <a:pt x="886" y="1621"/>
                      </a:lnTo>
                      <a:lnTo>
                        <a:pt x="892" y="1623"/>
                      </a:lnTo>
                      <a:lnTo>
                        <a:pt x="894" y="1625"/>
                      </a:lnTo>
                      <a:lnTo>
                        <a:pt x="895" y="1626"/>
                      </a:lnTo>
                      <a:lnTo>
                        <a:pt x="895" y="1627"/>
                      </a:lnTo>
                      <a:lnTo>
                        <a:pt x="894" y="1629"/>
                      </a:lnTo>
                      <a:lnTo>
                        <a:pt x="889" y="1634"/>
                      </a:lnTo>
                      <a:lnTo>
                        <a:pt x="888" y="1638"/>
                      </a:lnTo>
                      <a:lnTo>
                        <a:pt x="887" y="1644"/>
                      </a:lnTo>
                      <a:lnTo>
                        <a:pt x="887" y="1650"/>
                      </a:lnTo>
                      <a:lnTo>
                        <a:pt x="887" y="1652"/>
                      </a:lnTo>
                      <a:lnTo>
                        <a:pt x="888" y="1654"/>
                      </a:lnTo>
                      <a:lnTo>
                        <a:pt x="889" y="1656"/>
                      </a:lnTo>
                      <a:lnTo>
                        <a:pt x="892" y="1657"/>
                      </a:lnTo>
                      <a:lnTo>
                        <a:pt x="898" y="1658"/>
                      </a:lnTo>
                      <a:lnTo>
                        <a:pt x="903" y="1661"/>
                      </a:lnTo>
                      <a:lnTo>
                        <a:pt x="905" y="1664"/>
                      </a:lnTo>
                      <a:lnTo>
                        <a:pt x="906" y="1666"/>
                      </a:lnTo>
                      <a:lnTo>
                        <a:pt x="906" y="1670"/>
                      </a:lnTo>
                      <a:lnTo>
                        <a:pt x="905" y="1673"/>
                      </a:lnTo>
                      <a:lnTo>
                        <a:pt x="902" y="1682"/>
                      </a:lnTo>
                      <a:lnTo>
                        <a:pt x="900" y="1688"/>
                      </a:lnTo>
                      <a:lnTo>
                        <a:pt x="893" y="1696"/>
                      </a:lnTo>
                      <a:lnTo>
                        <a:pt x="881" y="1705"/>
                      </a:lnTo>
                      <a:lnTo>
                        <a:pt x="877" y="1711"/>
                      </a:lnTo>
                      <a:lnTo>
                        <a:pt x="876" y="1714"/>
                      </a:lnTo>
                      <a:lnTo>
                        <a:pt x="877" y="1715"/>
                      </a:lnTo>
                      <a:lnTo>
                        <a:pt x="880" y="1716"/>
                      </a:lnTo>
                      <a:lnTo>
                        <a:pt x="882" y="1716"/>
                      </a:lnTo>
                      <a:lnTo>
                        <a:pt x="887" y="1715"/>
                      </a:lnTo>
                      <a:lnTo>
                        <a:pt x="893" y="1714"/>
                      </a:lnTo>
                      <a:lnTo>
                        <a:pt x="899" y="1711"/>
                      </a:lnTo>
                      <a:lnTo>
                        <a:pt x="906" y="1708"/>
                      </a:lnTo>
                      <a:lnTo>
                        <a:pt x="912" y="1704"/>
                      </a:lnTo>
                      <a:lnTo>
                        <a:pt x="919" y="1700"/>
                      </a:lnTo>
                      <a:lnTo>
                        <a:pt x="926" y="1697"/>
                      </a:lnTo>
                      <a:lnTo>
                        <a:pt x="932" y="1694"/>
                      </a:lnTo>
                      <a:lnTo>
                        <a:pt x="939" y="1692"/>
                      </a:lnTo>
                      <a:lnTo>
                        <a:pt x="949" y="1692"/>
                      </a:lnTo>
                      <a:lnTo>
                        <a:pt x="955" y="1690"/>
                      </a:lnTo>
                      <a:lnTo>
                        <a:pt x="957" y="1689"/>
                      </a:lnTo>
                      <a:lnTo>
                        <a:pt x="959" y="1688"/>
                      </a:lnTo>
                      <a:lnTo>
                        <a:pt x="961" y="1685"/>
                      </a:lnTo>
                      <a:lnTo>
                        <a:pt x="961" y="1683"/>
                      </a:lnTo>
                      <a:lnTo>
                        <a:pt x="962" y="1677"/>
                      </a:lnTo>
                      <a:lnTo>
                        <a:pt x="959" y="1672"/>
                      </a:lnTo>
                      <a:lnTo>
                        <a:pt x="958" y="1670"/>
                      </a:lnTo>
                      <a:lnTo>
                        <a:pt x="956" y="1669"/>
                      </a:lnTo>
                      <a:lnTo>
                        <a:pt x="952" y="1667"/>
                      </a:lnTo>
                      <a:lnTo>
                        <a:pt x="949" y="1667"/>
                      </a:lnTo>
                      <a:lnTo>
                        <a:pt x="940" y="1669"/>
                      </a:lnTo>
                      <a:lnTo>
                        <a:pt x="934" y="1666"/>
                      </a:lnTo>
                      <a:lnTo>
                        <a:pt x="932" y="1665"/>
                      </a:lnTo>
                      <a:lnTo>
                        <a:pt x="930" y="1663"/>
                      </a:lnTo>
                      <a:lnTo>
                        <a:pt x="927" y="1660"/>
                      </a:lnTo>
                      <a:lnTo>
                        <a:pt x="926" y="1656"/>
                      </a:lnTo>
                      <a:lnTo>
                        <a:pt x="926" y="1652"/>
                      </a:lnTo>
                      <a:lnTo>
                        <a:pt x="926" y="1648"/>
                      </a:lnTo>
                      <a:lnTo>
                        <a:pt x="927" y="1645"/>
                      </a:lnTo>
                      <a:lnTo>
                        <a:pt x="928" y="1641"/>
                      </a:lnTo>
                      <a:lnTo>
                        <a:pt x="933" y="1635"/>
                      </a:lnTo>
                      <a:lnTo>
                        <a:pt x="940" y="1631"/>
                      </a:lnTo>
                      <a:lnTo>
                        <a:pt x="946" y="1625"/>
                      </a:lnTo>
                      <a:lnTo>
                        <a:pt x="950" y="1621"/>
                      </a:lnTo>
                      <a:lnTo>
                        <a:pt x="950" y="1619"/>
                      </a:lnTo>
                      <a:lnTo>
                        <a:pt x="950" y="1616"/>
                      </a:lnTo>
                      <a:lnTo>
                        <a:pt x="947" y="1615"/>
                      </a:lnTo>
                      <a:lnTo>
                        <a:pt x="944" y="1613"/>
                      </a:lnTo>
                      <a:lnTo>
                        <a:pt x="936" y="1607"/>
                      </a:lnTo>
                      <a:lnTo>
                        <a:pt x="928" y="1600"/>
                      </a:lnTo>
                      <a:lnTo>
                        <a:pt x="923" y="1593"/>
                      </a:lnTo>
                      <a:lnTo>
                        <a:pt x="919" y="1584"/>
                      </a:lnTo>
                      <a:lnTo>
                        <a:pt x="917" y="1582"/>
                      </a:lnTo>
                      <a:lnTo>
                        <a:pt x="917" y="1578"/>
                      </a:lnTo>
                      <a:lnTo>
                        <a:pt x="918" y="1576"/>
                      </a:lnTo>
                      <a:lnTo>
                        <a:pt x="919" y="1574"/>
                      </a:lnTo>
                      <a:lnTo>
                        <a:pt x="921" y="1572"/>
                      </a:lnTo>
                      <a:lnTo>
                        <a:pt x="925" y="1571"/>
                      </a:lnTo>
                      <a:lnTo>
                        <a:pt x="928" y="1571"/>
                      </a:lnTo>
                      <a:lnTo>
                        <a:pt x="934" y="1571"/>
                      </a:lnTo>
                      <a:lnTo>
                        <a:pt x="939" y="1572"/>
                      </a:lnTo>
                      <a:lnTo>
                        <a:pt x="943" y="1575"/>
                      </a:lnTo>
                      <a:lnTo>
                        <a:pt x="947" y="1578"/>
                      </a:lnTo>
                      <a:lnTo>
                        <a:pt x="951" y="1582"/>
                      </a:lnTo>
                      <a:lnTo>
                        <a:pt x="957" y="1590"/>
                      </a:lnTo>
                      <a:lnTo>
                        <a:pt x="963" y="1600"/>
                      </a:lnTo>
                      <a:lnTo>
                        <a:pt x="965" y="1603"/>
                      </a:lnTo>
                      <a:lnTo>
                        <a:pt x="968" y="1607"/>
                      </a:lnTo>
                      <a:lnTo>
                        <a:pt x="970" y="1609"/>
                      </a:lnTo>
                      <a:lnTo>
                        <a:pt x="974" y="1610"/>
                      </a:lnTo>
                      <a:lnTo>
                        <a:pt x="977" y="1612"/>
                      </a:lnTo>
                      <a:lnTo>
                        <a:pt x="980" y="1612"/>
                      </a:lnTo>
                      <a:lnTo>
                        <a:pt x="983" y="1612"/>
                      </a:lnTo>
                      <a:lnTo>
                        <a:pt x="987" y="1609"/>
                      </a:lnTo>
                      <a:lnTo>
                        <a:pt x="995" y="1607"/>
                      </a:lnTo>
                      <a:lnTo>
                        <a:pt x="1007" y="1606"/>
                      </a:lnTo>
                      <a:lnTo>
                        <a:pt x="1018" y="1606"/>
                      </a:lnTo>
                      <a:lnTo>
                        <a:pt x="1026" y="1606"/>
                      </a:lnTo>
                      <a:lnTo>
                        <a:pt x="1029" y="1606"/>
                      </a:lnTo>
                      <a:lnTo>
                        <a:pt x="1032" y="1607"/>
                      </a:lnTo>
                      <a:lnTo>
                        <a:pt x="1034" y="1608"/>
                      </a:lnTo>
                      <a:lnTo>
                        <a:pt x="1035" y="1610"/>
                      </a:lnTo>
                      <a:lnTo>
                        <a:pt x="1039" y="1616"/>
                      </a:lnTo>
                      <a:lnTo>
                        <a:pt x="1040" y="1626"/>
                      </a:lnTo>
                      <a:lnTo>
                        <a:pt x="1041" y="1629"/>
                      </a:lnTo>
                      <a:lnTo>
                        <a:pt x="1044" y="1634"/>
                      </a:lnTo>
                      <a:lnTo>
                        <a:pt x="1047" y="1639"/>
                      </a:lnTo>
                      <a:lnTo>
                        <a:pt x="1053" y="1644"/>
                      </a:lnTo>
                      <a:lnTo>
                        <a:pt x="1059" y="1647"/>
                      </a:lnTo>
                      <a:lnTo>
                        <a:pt x="1066" y="1650"/>
                      </a:lnTo>
                      <a:lnTo>
                        <a:pt x="1075" y="1651"/>
                      </a:lnTo>
                      <a:lnTo>
                        <a:pt x="1083" y="1651"/>
                      </a:lnTo>
                      <a:lnTo>
                        <a:pt x="1090" y="1648"/>
                      </a:lnTo>
                      <a:lnTo>
                        <a:pt x="1097" y="1645"/>
                      </a:lnTo>
                      <a:lnTo>
                        <a:pt x="1102" y="1640"/>
                      </a:lnTo>
                      <a:lnTo>
                        <a:pt x="1106" y="1634"/>
                      </a:lnTo>
                      <a:lnTo>
                        <a:pt x="1109" y="1628"/>
                      </a:lnTo>
                      <a:lnTo>
                        <a:pt x="1110" y="1621"/>
                      </a:lnTo>
                      <a:lnTo>
                        <a:pt x="1110" y="1613"/>
                      </a:lnTo>
                      <a:lnTo>
                        <a:pt x="1110" y="1606"/>
                      </a:lnTo>
                      <a:lnTo>
                        <a:pt x="1108" y="1588"/>
                      </a:lnTo>
                      <a:lnTo>
                        <a:pt x="1106" y="1570"/>
                      </a:lnTo>
                      <a:lnTo>
                        <a:pt x="1103" y="1553"/>
                      </a:lnTo>
                      <a:lnTo>
                        <a:pt x="1102" y="1540"/>
                      </a:lnTo>
                      <a:lnTo>
                        <a:pt x="1101" y="1533"/>
                      </a:lnTo>
                      <a:lnTo>
                        <a:pt x="1100" y="1525"/>
                      </a:lnTo>
                      <a:lnTo>
                        <a:pt x="1101" y="1521"/>
                      </a:lnTo>
                      <a:lnTo>
                        <a:pt x="1103" y="1518"/>
                      </a:lnTo>
                      <a:lnTo>
                        <a:pt x="1106" y="1515"/>
                      </a:lnTo>
                      <a:lnTo>
                        <a:pt x="1110" y="1514"/>
                      </a:lnTo>
                      <a:lnTo>
                        <a:pt x="1114" y="1514"/>
                      </a:lnTo>
                      <a:lnTo>
                        <a:pt x="1115" y="1514"/>
                      </a:lnTo>
                      <a:lnTo>
                        <a:pt x="1117" y="1515"/>
                      </a:lnTo>
                      <a:lnTo>
                        <a:pt x="1119" y="1516"/>
                      </a:lnTo>
                      <a:lnTo>
                        <a:pt x="1121" y="1521"/>
                      </a:lnTo>
                      <a:lnTo>
                        <a:pt x="1122" y="1526"/>
                      </a:lnTo>
                      <a:lnTo>
                        <a:pt x="1123" y="1536"/>
                      </a:lnTo>
                      <a:lnTo>
                        <a:pt x="1125" y="1540"/>
                      </a:lnTo>
                      <a:lnTo>
                        <a:pt x="1128" y="1541"/>
                      </a:lnTo>
                      <a:lnTo>
                        <a:pt x="1132" y="1541"/>
                      </a:lnTo>
                      <a:lnTo>
                        <a:pt x="1135" y="1541"/>
                      </a:lnTo>
                      <a:lnTo>
                        <a:pt x="1139" y="1540"/>
                      </a:lnTo>
                      <a:lnTo>
                        <a:pt x="1147" y="1537"/>
                      </a:lnTo>
                      <a:lnTo>
                        <a:pt x="1152" y="1532"/>
                      </a:lnTo>
                      <a:lnTo>
                        <a:pt x="1154" y="1530"/>
                      </a:lnTo>
                      <a:lnTo>
                        <a:pt x="1157" y="1528"/>
                      </a:lnTo>
                      <a:lnTo>
                        <a:pt x="1159" y="1528"/>
                      </a:lnTo>
                      <a:lnTo>
                        <a:pt x="1160" y="1528"/>
                      </a:lnTo>
                      <a:lnTo>
                        <a:pt x="1163" y="1531"/>
                      </a:lnTo>
                      <a:lnTo>
                        <a:pt x="1164" y="1536"/>
                      </a:lnTo>
                      <a:lnTo>
                        <a:pt x="1163" y="1540"/>
                      </a:lnTo>
                      <a:lnTo>
                        <a:pt x="1161" y="1543"/>
                      </a:lnTo>
                      <a:lnTo>
                        <a:pt x="1158" y="1545"/>
                      </a:lnTo>
                      <a:lnTo>
                        <a:pt x="1152" y="1547"/>
                      </a:lnTo>
                      <a:lnTo>
                        <a:pt x="1145" y="1551"/>
                      </a:lnTo>
                      <a:lnTo>
                        <a:pt x="1140" y="1555"/>
                      </a:lnTo>
                      <a:lnTo>
                        <a:pt x="1135" y="1559"/>
                      </a:lnTo>
                      <a:lnTo>
                        <a:pt x="1132" y="1566"/>
                      </a:lnTo>
                      <a:lnTo>
                        <a:pt x="1131" y="1574"/>
                      </a:lnTo>
                      <a:lnTo>
                        <a:pt x="1132" y="1582"/>
                      </a:lnTo>
                      <a:lnTo>
                        <a:pt x="1133" y="1585"/>
                      </a:lnTo>
                      <a:lnTo>
                        <a:pt x="1134" y="1589"/>
                      </a:lnTo>
                      <a:lnTo>
                        <a:pt x="1138" y="1591"/>
                      </a:lnTo>
                      <a:lnTo>
                        <a:pt x="1141" y="1594"/>
                      </a:lnTo>
                      <a:lnTo>
                        <a:pt x="1156" y="1601"/>
                      </a:lnTo>
                      <a:lnTo>
                        <a:pt x="1170" y="1610"/>
                      </a:lnTo>
                      <a:lnTo>
                        <a:pt x="1177" y="1615"/>
                      </a:lnTo>
                      <a:lnTo>
                        <a:pt x="1184" y="1619"/>
                      </a:lnTo>
                      <a:lnTo>
                        <a:pt x="1191" y="1621"/>
                      </a:lnTo>
                      <a:lnTo>
                        <a:pt x="1198" y="1622"/>
                      </a:lnTo>
                      <a:lnTo>
                        <a:pt x="1202" y="1621"/>
                      </a:lnTo>
                      <a:lnTo>
                        <a:pt x="1205" y="1620"/>
                      </a:lnTo>
                      <a:lnTo>
                        <a:pt x="1209" y="1618"/>
                      </a:lnTo>
                      <a:lnTo>
                        <a:pt x="1214" y="1615"/>
                      </a:lnTo>
                      <a:lnTo>
                        <a:pt x="1219" y="1610"/>
                      </a:lnTo>
                      <a:lnTo>
                        <a:pt x="1222" y="1606"/>
                      </a:lnTo>
                      <a:lnTo>
                        <a:pt x="1227" y="1600"/>
                      </a:lnTo>
                      <a:lnTo>
                        <a:pt x="1232" y="1593"/>
                      </a:lnTo>
                      <a:lnTo>
                        <a:pt x="1238" y="1581"/>
                      </a:lnTo>
                      <a:lnTo>
                        <a:pt x="1249" y="1563"/>
                      </a:lnTo>
                      <a:lnTo>
                        <a:pt x="1255" y="1555"/>
                      </a:lnTo>
                      <a:lnTo>
                        <a:pt x="1262" y="1547"/>
                      </a:lnTo>
                      <a:lnTo>
                        <a:pt x="1268" y="1541"/>
                      </a:lnTo>
                      <a:lnTo>
                        <a:pt x="1273" y="1539"/>
                      </a:lnTo>
                      <a:lnTo>
                        <a:pt x="1283" y="1536"/>
                      </a:lnTo>
                      <a:lnTo>
                        <a:pt x="1295" y="1534"/>
                      </a:lnTo>
                      <a:lnTo>
                        <a:pt x="1301" y="1536"/>
                      </a:lnTo>
                      <a:lnTo>
                        <a:pt x="1305" y="1538"/>
                      </a:lnTo>
                      <a:lnTo>
                        <a:pt x="1308" y="1540"/>
                      </a:lnTo>
                      <a:lnTo>
                        <a:pt x="1309" y="1543"/>
                      </a:lnTo>
                      <a:lnTo>
                        <a:pt x="1311" y="1545"/>
                      </a:lnTo>
                      <a:lnTo>
                        <a:pt x="1312" y="1549"/>
                      </a:lnTo>
                      <a:lnTo>
                        <a:pt x="1316" y="1563"/>
                      </a:lnTo>
                      <a:lnTo>
                        <a:pt x="1320" y="1572"/>
                      </a:lnTo>
                      <a:lnTo>
                        <a:pt x="1322" y="1575"/>
                      </a:lnTo>
                      <a:lnTo>
                        <a:pt x="1325" y="1577"/>
                      </a:lnTo>
                      <a:lnTo>
                        <a:pt x="1329" y="1577"/>
                      </a:lnTo>
                      <a:lnTo>
                        <a:pt x="1334" y="1576"/>
                      </a:lnTo>
                      <a:lnTo>
                        <a:pt x="1342" y="1572"/>
                      </a:lnTo>
                      <a:lnTo>
                        <a:pt x="1349" y="1568"/>
                      </a:lnTo>
                      <a:lnTo>
                        <a:pt x="1354" y="1563"/>
                      </a:lnTo>
                      <a:lnTo>
                        <a:pt x="1359" y="1556"/>
                      </a:lnTo>
                      <a:lnTo>
                        <a:pt x="1364" y="1547"/>
                      </a:lnTo>
                      <a:lnTo>
                        <a:pt x="1371" y="1539"/>
                      </a:lnTo>
                      <a:lnTo>
                        <a:pt x="1374" y="1536"/>
                      </a:lnTo>
                      <a:lnTo>
                        <a:pt x="1377" y="1532"/>
                      </a:lnTo>
                      <a:lnTo>
                        <a:pt x="1377" y="1528"/>
                      </a:lnTo>
                      <a:lnTo>
                        <a:pt x="1375" y="1527"/>
                      </a:lnTo>
                      <a:lnTo>
                        <a:pt x="1372" y="1520"/>
                      </a:lnTo>
                      <a:lnTo>
                        <a:pt x="1367" y="1505"/>
                      </a:lnTo>
                      <a:lnTo>
                        <a:pt x="1364" y="1488"/>
                      </a:lnTo>
                      <a:lnTo>
                        <a:pt x="1362" y="1476"/>
                      </a:lnTo>
                      <a:lnTo>
                        <a:pt x="1364" y="1465"/>
                      </a:lnTo>
                      <a:lnTo>
                        <a:pt x="1366" y="1452"/>
                      </a:lnTo>
                      <a:lnTo>
                        <a:pt x="1371" y="1439"/>
                      </a:lnTo>
                      <a:lnTo>
                        <a:pt x="1377" y="1430"/>
                      </a:lnTo>
                      <a:lnTo>
                        <a:pt x="1378" y="1426"/>
                      </a:lnTo>
                      <a:lnTo>
                        <a:pt x="1379" y="1423"/>
                      </a:lnTo>
                      <a:lnTo>
                        <a:pt x="1380" y="1419"/>
                      </a:lnTo>
                      <a:lnTo>
                        <a:pt x="1380" y="1415"/>
                      </a:lnTo>
                      <a:lnTo>
                        <a:pt x="1379" y="1405"/>
                      </a:lnTo>
                      <a:lnTo>
                        <a:pt x="1378" y="1388"/>
                      </a:lnTo>
                      <a:lnTo>
                        <a:pt x="1375" y="1370"/>
                      </a:lnTo>
                      <a:lnTo>
                        <a:pt x="1371" y="1356"/>
                      </a:lnTo>
                      <a:lnTo>
                        <a:pt x="1367" y="1343"/>
                      </a:lnTo>
                      <a:lnTo>
                        <a:pt x="1366" y="1333"/>
                      </a:lnTo>
                      <a:lnTo>
                        <a:pt x="1367" y="1325"/>
                      </a:lnTo>
                      <a:lnTo>
                        <a:pt x="1369" y="1317"/>
                      </a:lnTo>
                      <a:lnTo>
                        <a:pt x="1372" y="1313"/>
                      </a:lnTo>
                      <a:lnTo>
                        <a:pt x="1373" y="1310"/>
                      </a:lnTo>
                      <a:lnTo>
                        <a:pt x="1375" y="1307"/>
                      </a:lnTo>
                      <a:lnTo>
                        <a:pt x="1378" y="1307"/>
                      </a:lnTo>
                      <a:lnTo>
                        <a:pt x="1380" y="1307"/>
                      </a:lnTo>
                      <a:lnTo>
                        <a:pt x="1384" y="1310"/>
                      </a:lnTo>
                      <a:lnTo>
                        <a:pt x="1386" y="1314"/>
                      </a:lnTo>
                      <a:lnTo>
                        <a:pt x="1388" y="1319"/>
                      </a:lnTo>
                      <a:lnTo>
                        <a:pt x="1393" y="1332"/>
                      </a:lnTo>
                      <a:lnTo>
                        <a:pt x="1397" y="1347"/>
                      </a:lnTo>
                      <a:lnTo>
                        <a:pt x="1398" y="1356"/>
                      </a:lnTo>
                      <a:lnTo>
                        <a:pt x="1398" y="1371"/>
                      </a:lnTo>
                      <a:lnTo>
                        <a:pt x="1399" y="1392"/>
                      </a:lnTo>
                      <a:lnTo>
                        <a:pt x="1402" y="1413"/>
                      </a:lnTo>
                      <a:lnTo>
                        <a:pt x="1406" y="1438"/>
                      </a:lnTo>
                      <a:lnTo>
                        <a:pt x="1411" y="1458"/>
                      </a:lnTo>
                      <a:lnTo>
                        <a:pt x="1417" y="1474"/>
                      </a:lnTo>
                      <a:lnTo>
                        <a:pt x="1421" y="1480"/>
                      </a:lnTo>
                      <a:lnTo>
                        <a:pt x="1425" y="1483"/>
                      </a:lnTo>
                      <a:lnTo>
                        <a:pt x="1430" y="1486"/>
                      </a:lnTo>
                      <a:lnTo>
                        <a:pt x="1434" y="1488"/>
                      </a:lnTo>
                      <a:lnTo>
                        <a:pt x="1436" y="1492"/>
                      </a:lnTo>
                      <a:lnTo>
                        <a:pt x="1442" y="1505"/>
                      </a:lnTo>
                      <a:lnTo>
                        <a:pt x="1446" y="1515"/>
                      </a:lnTo>
                      <a:lnTo>
                        <a:pt x="1447" y="1516"/>
                      </a:lnTo>
                      <a:lnTo>
                        <a:pt x="1449" y="1518"/>
                      </a:lnTo>
                      <a:lnTo>
                        <a:pt x="1450" y="1518"/>
                      </a:lnTo>
                      <a:lnTo>
                        <a:pt x="1453" y="1518"/>
                      </a:lnTo>
                      <a:lnTo>
                        <a:pt x="1457" y="1515"/>
                      </a:lnTo>
                      <a:lnTo>
                        <a:pt x="1465" y="1508"/>
                      </a:lnTo>
                      <a:lnTo>
                        <a:pt x="1478" y="1496"/>
                      </a:lnTo>
                      <a:lnTo>
                        <a:pt x="1491" y="1481"/>
                      </a:lnTo>
                      <a:lnTo>
                        <a:pt x="1498" y="1473"/>
                      </a:lnTo>
                      <a:lnTo>
                        <a:pt x="1503" y="1463"/>
                      </a:lnTo>
                      <a:lnTo>
                        <a:pt x="1507" y="1453"/>
                      </a:lnTo>
                      <a:lnTo>
                        <a:pt x="1511" y="1444"/>
                      </a:lnTo>
                      <a:lnTo>
                        <a:pt x="1512" y="1437"/>
                      </a:lnTo>
                      <a:lnTo>
                        <a:pt x="1512" y="1430"/>
                      </a:lnTo>
                      <a:lnTo>
                        <a:pt x="1511" y="1424"/>
                      </a:lnTo>
                      <a:lnTo>
                        <a:pt x="1509" y="1418"/>
                      </a:lnTo>
                      <a:lnTo>
                        <a:pt x="1503" y="1405"/>
                      </a:lnTo>
                      <a:lnTo>
                        <a:pt x="1497" y="1393"/>
                      </a:lnTo>
                      <a:lnTo>
                        <a:pt x="1493" y="1382"/>
                      </a:lnTo>
                      <a:lnTo>
                        <a:pt x="1488" y="1371"/>
                      </a:lnTo>
                      <a:lnTo>
                        <a:pt x="1486" y="1367"/>
                      </a:lnTo>
                      <a:lnTo>
                        <a:pt x="1484" y="1362"/>
                      </a:lnTo>
                      <a:lnTo>
                        <a:pt x="1479" y="1358"/>
                      </a:lnTo>
                      <a:lnTo>
                        <a:pt x="1475" y="1355"/>
                      </a:lnTo>
                      <a:lnTo>
                        <a:pt x="1471" y="1352"/>
                      </a:lnTo>
                      <a:lnTo>
                        <a:pt x="1468" y="1350"/>
                      </a:lnTo>
                      <a:lnTo>
                        <a:pt x="1466" y="1348"/>
                      </a:lnTo>
                      <a:lnTo>
                        <a:pt x="1465" y="1344"/>
                      </a:lnTo>
                      <a:lnTo>
                        <a:pt x="1465" y="1342"/>
                      </a:lnTo>
                      <a:lnTo>
                        <a:pt x="1466" y="1339"/>
                      </a:lnTo>
                      <a:lnTo>
                        <a:pt x="1468" y="1338"/>
                      </a:lnTo>
                      <a:lnTo>
                        <a:pt x="1471" y="1337"/>
                      </a:lnTo>
                      <a:lnTo>
                        <a:pt x="1474" y="1338"/>
                      </a:lnTo>
                      <a:lnTo>
                        <a:pt x="1479" y="1339"/>
                      </a:lnTo>
                      <a:lnTo>
                        <a:pt x="1484" y="1343"/>
                      </a:lnTo>
                      <a:lnTo>
                        <a:pt x="1488" y="1348"/>
                      </a:lnTo>
                      <a:lnTo>
                        <a:pt x="1493" y="1354"/>
                      </a:lnTo>
                      <a:lnTo>
                        <a:pt x="1498" y="1360"/>
                      </a:lnTo>
                      <a:lnTo>
                        <a:pt x="1503" y="1367"/>
                      </a:lnTo>
                      <a:lnTo>
                        <a:pt x="1507" y="1374"/>
                      </a:lnTo>
                      <a:lnTo>
                        <a:pt x="1513" y="1388"/>
                      </a:lnTo>
                      <a:lnTo>
                        <a:pt x="1517" y="1399"/>
                      </a:lnTo>
                      <a:lnTo>
                        <a:pt x="1519" y="1407"/>
                      </a:lnTo>
                      <a:lnTo>
                        <a:pt x="1523" y="1412"/>
                      </a:lnTo>
                      <a:lnTo>
                        <a:pt x="1528" y="1413"/>
                      </a:lnTo>
                      <a:lnTo>
                        <a:pt x="1532" y="1415"/>
                      </a:lnTo>
                      <a:lnTo>
                        <a:pt x="1536" y="1418"/>
                      </a:lnTo>
                      <a:lnTo>
                        <a:pt x="1539" y="1424"/>
                      </a:lnTo>
                      <a:lnTo>
                        <a:pt x="1543" y="1429"/>
                      </a:lnTo>
                      <a:lnTo>
                        <a:pt x="1547" y="1432"/>
                      </a:lnTo>
                      <a:lnTo>
                        <a:pt x="1551" y="1433"/>
                      </a:lnTo>
                      <a:lnTo>
                        <a:pt x="1560" y="1434"/>
                      </a:lnTo>
                      <a:lnTo>
                        <a:pt x="1564" y="1433"/>
                      </a:lnTo>
                      <a:lnTo>
                        <a:pt x="1570" y="1432"/>
                      </a:lnTo>
                      <a:lnTo>
                        <a:pt x="1578" y="1429"/>
                      </a:lnTo>
                      <a:lnTo>
                        <a:pt x="1583" y="1425"/>
                      </a:lnTo>
                      <a:lnTo>
                        <a:pt x="1589" y="1420"/>
                      </a:lnTo>
                      <a:lnTo>
                        <a:pt x="1595" y="1415"/>
                      </a:lnTo>
                      <a:lnTo>
                        <a:pt x="1599" y="1411"/>
                      </a:lnTo>
                      <a:lnTo>
                        <a:pt x="1601" y="1405"/>
                      </a:lnTo>
                      <a:lnTo>
                        <a:pt x="1601" y="1400"/>
                      </a:lnTo>
                      <a:lnTo>
                        <a:pt x="1600" y="1394"/>
                      </a:lnTo>
                      <a:lnTo>
                        <a:pt x="1598" y="1390"/>
                      </a:lnTo>
                      <a:lnTo>
                        <a:pt x="1597" y="1386"/>
                      </a:lnTo>
                      <a:lnTo>
                        <a:pt x="1594" y="1382"/>
                      </a:lnTo>
                      <a:lnTo>
                        <a:pt x="1594" y="1379"/>
                      </a:lnTo>
                      <a:lnTo>
                        <a:pt x="1594" y="1376"/>
                      </a:lnTo>
                      <a:lnTo>
                        <a:pt x="1597" y="1375"/>
                      </a:lnTo>
                      <a:lnTo>
                        <a:pt x="1599" y="1373"/>
                      </a:lnTo>
                      <a:lnTo>
                        <a:pt x="1601" y="1370"/>
                      </a:lnTo>
                      <a:lnTo>
                        <a:pt x="1604" y="1367"/>
                      </a:lnTo>
                      <a:lnTo>
                        <a:pt x="1605" y="1362"/>
                      </a:lnTo>
                      <a:lnTo>
                        <a:pt x="1606" y="1357"/>
                      </a:lnTo>
                      <a:lnTo>
                        <a:pt x="1605" y="1354"/>
                      </a:lnTo>
                      <a:lnTo>
                        <a:pt x="1604" y="1350"/>
                      </a:lnTo>
                      <a:lnTo>
                        <a:pt x="1600" y="1347"/>
                      </a:lnTo>
                      <a:lnTo>
                        <a:pt x="1595" y="1343"/>
                      </a:lnTo>
                      <a:lnTo>
                        <a:pt x="1591" y="1339"/>
                      </a:lnTo>
                      <a:lnTo>
                        <a:pt x="1587" y="1336"/>
                      </a:lnTo>
                      <a:lnTo>
                        <a:pt x="1583" y="1331"/>
                      </a:lnTo>
                      <a:lnTo>
                        <a:pt x="1582" y="1326"/>
                      </a:lnTo>
                      <a:lnTo>
                        <a:pt x="1581" y="1320"/>
                      </a:lnTo>
                      <a:lnTo>
                        <a:pt x="1581" y="1313"/>
                      </a:lnTo>
                      <a:lnTo>
                        <a:pt x="1583" y="1304"/>
                      </a:lnTo>
                      <a:lnTo>
                        <a:pt x="1588" y="1288"/>
                      </a:lnTo>
                      <a:lnTo>
                        <a:pt x="1591" y="1275"/>
                      </a:lnTo>
                      <a:lnTo>
                        <a:pt x="1591" y="1270"/>
                      </a:lnTo>
                      <a:lnTo>
                        <a:pt x="1591" y="1267"/>
                      </a:lnTo>
                      <a:lnTo>
                        <a:pt x="1588" y="1263"/>
                      </a:lnTo>
                      <a:lnTo>
                        <a:pt x="1586" y="1261"/>
                      </a:lnTo>
                      <a:lnTo>
                        <a:pt x="1583" y="1260"/>
                      </a:lnTo>
                      <a:lnTo>
                        <a:pt x="1582" y="1256"/>
                      </a:lnTo>
                      <a:lnTo>
                        <a:pt x="1581" y="1253"/>
                      </a:lnTo>
                      <a:lnTo>
                        <a:pt x="1580" y="1248"/>
                      </a:lnTo>
                      <a:lnTo>
                        <a:pt x="1579" y="1240"/>
                      </a:lnTo>
                      <a:lnTo>
                        <a:pt x="1576" y="1232"/>
                      </a:lnTo>
                      <a:lnTo>
                        <a:pt x="1574" y="1229"/>
                      </a:lnTo>
                      <a:lnTo>
                        <a:pt x="1570" y="1226"/>
                      </a:lnTo>
                      <a:lnTo>
                        <a:pt x="1564" y="1223"/>
                      </a:lnTo>
                      <a:lnTo>
                        <a:pt x="1557" y="1219"/>
                      </a:lnTo>
                      <a:lnTo>
                        <a:pt x="1543" y="1213"/>
                      </a:lnTo>
                      <a:lnTo>
                        <a:pt x="1531" y="1209"/>
                      </a:lnTo>
                      <a:lnTo>
                        <a:pt x="1520" y="1205"/>
                      </a:lnTo>
                      <a:lnTo>
                        <a:pt x="1510" y="1202"/>
                      </a:lnTo>
                      <a:lnTo>
                        <a:pt x="1506" y="1199"/>
                      </a:lnTo>
                      <a:lnTo>
                        <a:pt x="1503" y="1196"/>
                      </a:lnTo>
                      <a:lnTo>
                        <a:pt x="1500" y="1192"/>
                      </a:lnTo>
                      <a:lnTo>
                        <a:pt x="1500" y="1187"/>
                      </a:lnTo>
                      <a:lnTo>
                        <a:pt x="1501" y="1185"/>
                      </a:lnTo>
                      <a:lnTo>
                        <a:pt x="1504" y="1182"/>
                      </a:lnTo>
                      <a:lnTo>
                        <a:pt x="1506" y="1180"/>
                      </a:lnTo>
                      <a:lnTo>
                        <a:pt x="1510" y="1179"/>
                      </a:lnTo>
                      <a:lnTo>
                        <a:pt x="1517" y="1178"/>
                      </a:lnTo>
                      <a:lnTo>
                        <a:pt x="1526" y="1177"/>
                      </a:lnTo>
                      <a:lnTo>
                        <a:pt x="1545" y="1177"/>
                      </a:lnTo>
                      <a:lnTo>
                        <a:pt x="1560" y="1175"/>
                      </a:lnTo>
                      <a:lnTo>
                        <a:pt x="1569" y="1174"/>
                      </a:lnTo>
                      <a:lnTo>
                        <a:pt x="1579" y="1174"/>
                      </a:lnTo>
                      <a:lnTo>
                        <a:pt x="1582" y="1173"/>
                      </a:lnTo>
                      <a:lnTo>
                        <a:pt x="1585" y="1172"/>
                      </a:lnTo>
                      <a:lnTo>
                        <a:pt x="1587" y="1171"/>
                      </a:lnTo>
                      <a:lnTo>
                        <a:pt x="1588" y="1167"/>
                      </a:lnTo>
                      <a:lnTo>
                        <a:pt x="1587" y="1162"/>
                      </a:lnTo>
                      <a:lnTo>
                        <a:pt x="1586" y="1159"/>
                      </a:lnTo>
                      <a:lnTo>
                        <a:pt x="1581" y="1156"/>
                      </a:lnTo>
                      <a:lnTo>
                        <a:pt x="1574" y="1154"/>
                      </a:lnTo>
                      <a:lnTo>
                        <a:pt x="1569" y="1153"/>
                      </a:lnTo>
                      <a:lnTo>
                        <a:pt x="1566" y="1149"/>
                      </a:lnTo>
                      <a:lnTo>
                        <a:pt x="1562" y="1146"/>
                      </a:lnTo>
                      <a:lnTo>
                        <a:pt x="1558" y="1141"/>
                      </a:lnTo>
                      <a:lnTo>
                        <a:pt x="1555" y="1135"/>
                      </a:lnTo>
                      <a:lnTo>
                        <a:pt x="1553" y="1130"/>
                      </a:lnTo>
                      <a:lnTo>
                        <a:pt x="1551" y="1124"/>
                      </a:lnTo>
                      <a:lnTo>
                        <a:pt x="1551" y="1119"/>
                      </a:lnTo>
                      <a:lnTo>
                        <a:pt x="1554" y="1108"/>
                      </a:lnTo>
                      <a:lnTo>
                        <a:pt x="1556" y="1095"/>
                      </a:lnTo>
                      <a:lnTo>
                        <a:pt x="1557" y="1087"/>
                      </a:lnTo>
                      <a:lnTo>
                        <a:pt x="1557" y="1080"/>
                      </a:lnTo>
                      <a:lnTo>
                        <a:pt x="1556" y="1074"/>
                      </a:lnTo>
                      <a:lnTo>
                        <a:pt x="1555" y="1068"/>
                      </a:lnTo>
                      <a:lnTo>
                        <a:pt x="1551" y="1060"/>
                      </a:lnTo>
                      <a:lnTo>
                        <a:pt x="1551" y="1054"/>
                      </a:lnTo>
                      <a:lnTo>
                        <a:pt x="1551" y="1053"/>
                      </a:lnTo>
                      <a:lnTo>
                        <a:pt x="1553" y="1052"/>
                      </a:lnTo>
                      <a:lnTo>
                        <a:pt x="1555" y="1051"/>
                      </a:lnTo>
                      <a:lnTo>
                        <a:pt x="1557" y="1051"/>
                      </a:lnTo>
                      <a:lnTo>
                        <a:pt x="1561" y="1052"/>
                      </a:lnTo>
                      <a:lnTo>
                        <a:pt x="1563" y="1055"/>
                      </a:lnTo>
                      <a:lnTo>
                        <a:pt x="1564" y="1060"/>
                      </a:lnTo>
                      <a:lnTo>
                        <a:pt x="1567" y="1065"/>
                      </a:lnTo>
                      <a:lnTo>
                        <a:pt x="1570" y="1077"/>
                      </a:lnTo>
                      <a:lnTo>
                        <a:pt x="1575" y="1089"/>
                      </a:lnTo>
                      <a:lnTo>
                        <a:pt x="1580" y="1096"/>
                      </a:lnTo>
                      <a:lnTo>
                        <a:pt x="1583" y="1100"/>
                      </a:lnTo>
                      <a:lnTo>
                        <a:pt x="1586" y="1102"/>
                      </a:lnTo>
                      <a:lnTo>
                        <a:pt x="1588" y="1100"/>
                      </a:lnTo>
                      <a:lnTo>
                        <a:pt x="1589" y="1099"/>
                      </a:lnTo>
                      <a:lnTo>
                        <a:pt x="1592" y="1097"/>
                      </a:lnTo>
                      <a:lnTo>
                        <a:pt x="1594" y="1093"/>
                      </a:lnTo>
                      <a:lnTo>
                        <a:pt x="1597" y="1092"/>
                      </a:lnTo>
                      <a:lnTo>
                        <a:pt x="1599" y="1092"/>
                      </a:lnTo>
                      <a:lnTo>
                        <a:pt x="1600" y="1095"/>
                      </a:lnTo>
                      <a:lnTo>
                        <a:pt x="1601" y="1097"/>
                      </a:lnTo>
                      <a:lnTo>
                        <a:pt x="1602" y="1102"/>
                      </a:lnTo>
                      <a:lnTo>
                        <a:pt x="1602" y="1108"/>
                      </a:lnTo>
                      <a:lnTo>
                        <a:pt x="1601" y="1115"/>
                      </a:lnTo>
                      <a:lnTo>
                        <a:pt x="1600" y="1129"/>
                      </a:lnTo>
                      <a:lnTo>
                        <a:pt x="1601" y="1140"/>
                      </a:lnTo>
                      <a:lnTo>
                        <a:pt x="1602" y="1144"/>
                      </a:lnTo>
                      <a:lnTo>
                        <a:pt x="1605" y="1148"/>
                      </a:lnTo>
                      <a:lnTo>
                        <a:pt x="1607" y="1152"/>
                      </a:lnTo>
                      <a:lnTo>
                        <a:pt x="1610" y="1155"/>
                      </a:lnTo>
                      <a:lnTo>
                        <a:pt x="1618" y="1161"/>
                      </a:lnTo>
                      <a:lnTo>
                        <a:pt x="1629" y="1166"/>
                      </a:lnTo>
                      <a:lnTo>
                        <a:pt x="1639" y="1169"/>
                      </a:lnTo>
                      <a:lnTo>
                        <a:pt x="1648" y="1173"/>
                      </a:lnTo>
                      <a:lnTo>
                        <a:pt x="1652" y="1175"/>
                      </a:lnTo>
                      <a:lnTo>
                        <a:pt x="1656" y="1177"/>
                      </a:lnTo>
                      <a:lnTo>
                        <a:pt x="1658" y="1179"/>
                      </a:lnTo>
                      <a:lnTo>
                        <a:pt x="1660" y="1181"/>
                      </a:lnTo>
                      <a:lnTo>
                        <a:pt x="1662" y="1184"/>
                      </a:lnTo>
                      <a:lnTo>
                        <a:pt x="1662" y="1188"/>
                      </a:lnTo>
                      <a:lnTo>
                        <a:pt x="1664" y="1200"/>
                      </a:lnTo>
                      <a:lnTo>
                        <a:pt x="1665" y="1210"/>
                      </a:lnTo>
                      <a:lnTo>
                        <a:pt x="1667" y="1215"/>
                      </a:lnTo>
                      <a:lnTo>
                        <a:pt x="1668" y="1219"/>
                      </a:lnTo>
                      <a:lnTo>
                        <a:pt x="1670" y="1224"/>
                      </a:lnTo>
                      <a:lnTo>
                        <a:pt x="1674" y="1228"/>
                      </a:lnTo>
                      <a:lnTo>
                        <a:pt x="1683" y="1236"/>
                      </a:lnTo>
                      <a:lnTo>
                        <a:pt x="1695" y="1247"/>
                      </a:lnTo>
                      <a:lnTo>
                        <a:pt x="1706" y="1257"/>
                      </a:lnTo>
                      <a:lnTo>
                        <a:pt x="1713" y="1268"/>
                      </a:lnTo>
                      <a:lnTo>
                        <a:pt x="1717" y="1273"/>
                      </a:lnTo>
                      <a:lnTo>
                        <a:pt x="1719" y="1279"/>
                      </a:lnTo>
                      <a:lnTo>
                        <a:pt x="1723" y="1284"/>
                      </a:lnTo>
                      <a:lnTo>
                        <a:pt x="1726" y="1286"/>
                      </a:lnTo>
                      <a:lnTo>
                        <a:pt x="1730" y="1286"/>
                      </a:lnTo>
                      <a:lnTo>
                        <a:pt x="1733" y="1284"/>
                      </a:lnTo>
                      <a:lnTo>
                        <a:pt x="1738" y="1280"/>
                      </a:lnTo>
                      <a:lnTo>
                        <a:pt x="1742" y="1276"/>
                      </a:lnTo>
                      <a:lnTo>
                        <a:pt x="1747" y="1273"/>
                      </a:lnTo>
                      <a:lnTo>
                        <a:pt x="1755" y="1270"/>
                      </a:lnTo>
                      <a:lnTo>
                        <a:pt x="1763" y="1270"/>
                      </a:lnTo>
                      <a:lnTo>
                        <a:pt x="1771" y="1273"/>
                      </a:lnTo>
                      <a:lnTo>
                        <a:pt x="1778" y="1278"/>
                      </a:lnTo>
                      <a:lnTo>
                        <a:pt x="1783" y="1279"/>
                      </a:lnTo>
                      <a:lnTo>
                        <a:pt x="1786" y="1278"/>
                      </a:lnTo>
                      <a:lnTo>
                        <a:pt x="1791" y="1274"/>
                      </a:lnTo>
                      <a:lnTo>
                        <a:pt x="1802" y="1269"/>
                      </a:lnTo>
                      <a:lnTo>
                        <a:pt x="1816" y="1267"/>
                      </a:lnTo>
                      <a:lnTo>
                        <a:pt x="1831" y="1266"/>
                      </a:lnTo>
                      <a:lnTo>
                        <a:pt x="1841" y="1265"/>
                      </a:lnTo>
                      <a:lnTo>
                        <a:pt x="1850" y="1263"/>
                      </a:lnTo>
                      <a:lnTo>
                        <a:pt x="1852" y="1263"/>
                      </a:lnTo>
                      <a:close/>
                      <a:moveTo>
                        <a:pt x="386" y="1985"/>
                      </a:moveTo>
                      <a:lnTo>
                        <a:pt x="390" y="1985"/>
                      </a:lnTo>
                      <a:lnTo>
                        <a:pt x="392" y="1986"/>
                      </a:lnTo>
                      <a:lnTo>
                        <a:pt x="395" y="1988"/>
                      </a:lnTo>
                      <a:lnTo>
                        <a:pt x="396" y="1991"/>
                      </a:lnTo>
                      <a:lnTo>
                        <a:pt x="397" y="1997"/>
                      </a:lnTo>
                      <a:lnTo>
                        <a:pt x="396" y="2004"/>
                      </a:lnTo>
                      <a:lnTo>
                        <a:pt x="392" y="2011"/>
                      </a:lnTo>
                      <a:lnTo>
                        <a:pt x="389" y="2015"/>
                      </a:lnTo>
                      <a:lnTo>
                        <a:pt x="384" y="2017"/>
                      </a:lnTo>
                      <a:lnTo>
                        <a:pt x="380" y="2018"/>
                      </a:lnTo>
                      <a:lnTo>
                        <a:pt x="376" y="2017"/>
                      </a:lnTo>
                      <a:lnTo>
                        <a:pt x="372" y="2015"/>
                      </a:lnTo>
                      <a:lnTo>
                        <a:pt x="371" y="2010"/>
                      </a:lnTo>
                      <a:lnTo>
                        <a:pt x="370" y="2005"/>
                      </a:lnTo>
                      <a:lnTo>
                        <a:pt x="370" y="2001"/>
                      </a:lnTo>
                      <a:lnTo>
                        <a:pt x="370" y="1998"/>
                      </a:lnTo>
                      <a:lnTo>
                        <a:pt x="371" y="1994"/>
                      </a:lnTo>
                      <a:lnTo>
                        <a:pt x="373" y="1991"/>
                      </a:lnTo>
                      <a:lnTo>
                        <a:pt x="376" y="1988"/>
                      </a:lnTo>
                      <a:lnTo>
                        <a:pt x="378" y="1987"/>
                      </a:lnTo>
                      <a:lnTo>
                        <a:pt x="383" y="1986"/>
                      </a:lnTo>
                      <a:lnTo>
                        <a:pt x="386" y="1985"/>
                      </a:lnTo>
                      <a:close/>
                      <a:moveTo>
                        <a:pt x="317" y="2101"/>
                      </a:moveTo>
                      <a:lnTo>
                        <a:pt x="317" y="2099"/>
                      </a:lnTo>
                      <a:lnTo>
                        <a:pt x="319" y="2098"/>
                      </a:lnTo>
                      <a:lnTo>
                        <a:pt x="320" y="2097"/>
                      </a:lnTo>
                      <a:lnTo>
                        <a:pt x="321" y="2097"/>
                      </a:lnTo>
                      <a:lnTo>
                        <a:pt x="323" y="2097"/>
                      </a:lnTo>
                      <a:lnTo>
                        <a:pt x="326" y="2100"/>
                      </a:lnTo>
                      <a:lnTo>
                        <a:pt x="328" y="2104"/>
                      </a:lnTo>
                      <a:lnTo>
                        <a:pt x="331" y="2106"/>
                      </a:lnTo>
                      <a:lnTo>
                        <a:pt x="333" y="2106"/>
                      </a:lnTo>
                      <a:lnTo>
                        <a:pt x="334" y="2102"/>
                      </a:lnTo>
                      <a:lnTo>
                        <a:pt x="335" y="2100"/>
                      </a:lnTo>
                      <a:lnTo>
                        <a:pt x="338" y="2098"/>
                      </a:lnTo>
                      <a:lnTo>
                        <a:pt x="339" y="2097"/>
                      </a:lnTo>
                      <a:lnTo>
                        <a:pt x="340" y="2097"/>
                      </a:lnTo>
                      <a:lnTo>
                        <a:pt x="341" y="2098"/>
                      </a:lnTo>
                      <a:lnTo>
                        <a:pt x="341" y="2100"/>
                      </a:lnTo>
                      <a:lnTo>
                        <a:pt x="341" y="2106"/>
                      </a:lnTo>
                      <a:lnTo>
                        <a:pt x="341" y="2112"/>
                      </a:lnTo>
                      <a:lnTo>
                        <a:pt x="340" y="2116"/>
                      </a:lnTo>
                      <a:lnTo>
                        <a:pt x="339" y="2118"/>
                      </a:lnTo>
                      <a:lnTo>
                        <a:pt x="338" y="2119"/>
                      </a:lnTo>
                      <a:lnTo>
                        <a:pt x="335" y="2120"/>
                      </a:lnTo>
                      <a:lnTo>
                        <a:pt x="332" y="2120"/>
                      </a:lnTo>
                      <a:lnTo>
                        <a:pt x="329" y="2119"/>
                      </a:lnTo>
                      <a:lnTo>
                        <a:pt x="326" y="2118"/>
                      </a:lnTo>
                      <a:lnTo>
                        <a:pt x="323" y="2114"/>
                      </a:lnTo>
                      <a:lnTo>
                        <a:pt x="320" y="2108"/>
                      </a:lnTo>
                      <a:lnTo>
                        <a:pt x="317" y="2101"/>
                      </a:lnTo>
                      <a:close/>
                      <a:moveTo>
                        <a:pt x="1834" y="1500"/>
                      </a:moveTo>
                      <a:lnTo>
                        <a:pt x="1832" y="1502"/>
                      </a:lnTo>
                      <a:lnTo>
                        <a:pt x="1828" y="1502"/>
                      </a:lnTo>
                      <a:lnTo>
                        <a:pt x="1826" y="1502"/>
                      </a:lnTo>
                      <a:lnTo>
                        <a:pt x="1824" y="1500"/>
                      </a:lnTo>
                      <a:lnTo>
                        <a:pt x="1824" y="1497"/>
                      </a:lnTo>
                      <a:lnTo>
                        <a:pt x="1824" y="1495"/>
                      </a:lnTo>
                      <a:lnTo>
                        <a:pt x="1826" y="1493"/>
                      </a:lnTo>
                      <a:lnTo>
                        <a:pt x="1828" y="1492"/>
                      </a:lnTo>
                      <a:lnTo>
                        <a:pt x="1837" y="1490"/>
                      </a:lnTo>
                      <a:lnTo>
                        <a:pt x="1843" y="1488"/>
                      </a:lnTo>
                      <a:lnTo>
                        <a:pt x="1846" y="1488"/>
                      </a:lnTo>
                      <a:lnTo>
                        <a:pt x="1850" y="1488"/>
                      </a:lnTo>
                      <a:lnTo>
                        <a:pt x="1852" y="1489"/>
                      </a:lnTo>
                      <a:lnTo>
                        <a:pt x="1853" y="1492"/>
                      </a:lnTo>
                      <a:lnTo>
                        <a:pt x="1853" y="1495"/>
                      </a:lnTo>
                      <a:lnTo>
                        <a:pt x="1851" y="1496"/>
                      </a:lnTo>
                      <a:lnTo>
                        <a:pt x="1849" y="1496"/>
                      </a:lnTo>
                      <a:lnTo>
                        <a:pt x="1846" y="1496"/>
                      </a:lnTo>
                      <a:lnTo>
                        <a:pt x="1840" y="1497"/>
                      </a:lnTo>
                      <a:lnTo>
                        <a:pt x="1834" y="1500"/>
                      </a:lnTo>
                      <a:close/>
                      <a:moveTo>
                        <a:pt x="1882" y="1475"/>
                      </a:moveTo>
                      <a:lnTo>
                        <a:pt x="1878" y="1477"/>
                      </a:lnTo>
                      <a:lnTo>
                        <a:pt x="1871" y="1480"/>
                      </a:lnTo>
                      <a:lnTo>
                        <a:pt x="1869" y="1480"/>
                      </a:lnTo>
                      <a:lnTo>
                        <a:pt x="1868" y="1480"/>
                      </a:lnTo>
                      <a:lnTo>
                        <a:pt x="1866" y="1478"/>
                      </a:lnTo>
                      <a:lnTo>
                        <a:pt x="1866" y="1477"/>
                      </a:lnTo>
                      <a:lnTo>
                        <a:pt x="1868" y="1474"/>
                      </a:lnTo>
                      <a:lnTo>
                        <a:pt x="1871" y="1470"/>
                      </a:lnTo>
                      <a:lnTo>
                        <a:pt x="1878" y="1468"/>
                      </a:lnTo>
                      <a:lnTo>
                        <a:pt x="1887" y="1464"/>
                      </a:lnTo>
                      <a:lnTo>
                        <a:pt x="1894" y="1463"/>
                      </a:lnTo>
                      <a:lnTo>
                        <a:pt x="1898" y="1463"/>
                      </a:lnTo>
                      <a:lnTo>
                        <a:pt x="1900" y="1465"/>
                      </a:lnTo>
                      <a:lnTo>
                        <a:pt x="1900" y="1469"/>
                      </a:lnTo>
                      <a:lnTo>
                        <a:pt x="1897" y="1471"/>
                      </a:lnTo>
                      <a:lnTo>
                        <a:pt x="1894" y="1473"/>
                      </a:lnTo>
                      <a:lnTo>
                        <a:pt x="1887" y="1474"/>
                      </a:lnTo>
                      <a:lnTo>
                        <a:pt x="1882" y="1475"/>
                      </a:lnTo>
                      <a:close/>
                      <a:moveTo>
                        <a:pt x="2931" y="788"/>
                      </a:moveTo>
                      <a:lnTo>
                        <a:pt x="2939" y="788"/>
                      </a:lnTo>
                      <a:lnTo>
                        <a:pt x="2946" y="788"/>
                      </a:lnTo>
                      <a:lnTo>
                        <a:pt x="2948" y="788"/>
                      </a:lnTo>
                      <a:lnTo>
                        <a:pt x="2952" y="786"/>
                      </a:lnTo>
                      <a:lnTo>
                        <a:pt x="2954" y="784"/>
                      </a:lnTo>
                      <a:lnTo>
                        <a:pt x="2956" y="782"/>
                      </a:lnTo>
                      <a:lnTo>
                        <a:pt x="2959" y="778"/>
                      </a:lnTo>
                      <a:lnTo>
                        <a:pt x="2961" y="777"/>
                      </a:lnTo>
                      <a:lnTo>
                        <a:pt x="2965" y="776"/>
                      </a:lnTo>
                      <a:lnTo>
                        <a:pt x="2968" y="776"/>
                      </a:lnTo>
                      <a:lnTo>
                        <a:pt x="2975" y="777"/>
                      </a:lnTo>
                      <a:lnTo>
                        <a:pt x="2981" y="778"/>
                      </a:lnTo>
                      <a:lnTo>
                        <a:pt x="2985" y="781"/>
                      </a:lnTo>
                      <a:lnTo>
                        <a:pt x="2986" y="783"/>
                      </a:lnTo>
                      <a:lnTo>
                        <a:pt x="2989" y="786"/>
                      </a:lnTo>
                      <a:lnTo>
                        <a:pt x="2990" y="788"/>
                      </a:lnTo>
                      <a:lnTo>
                        <a:pt x="2992" y="795"/>
                      </a:lnTo>
                      <a:lnTo>
                        <a:pt x="2993" y="802"/>
                      </a:lnTo>
                      <a:lnTo>
                        <a:pt x="2993" y="805"/>
                      </a:lnTo>
                      <a:lnTo>
                        <a:pt x="2992" y="807"/>
                      </a:lnTo>
                      <a:lnTo>
                        <a:pt x="2991" y="809"/>
                      </a:lnTo>
                      <a:lnTo>
                        <a:pt x="2989" y="810"/>
                      </a:lnTo>
                      <a:lnTo>
                        <a:pt x="2984" y="813"/>
                      </a:lnTo>
                      <a:lnTo>
                        <a:pt x="2979" y="814"/>
                      </a:lnTo>
                      <a:lnTo>
                        <a:pt x="2974" y="814"/>
                      </a:lnTo>
                      <a:lnTo>
                        <a:pt x="2970" y="812"/>
                      </a:lnTo>
                      <a:lnTo>
                        <a:pt x="2965" y="808"/>
                      </a:lnTo>
                      <a:lnTo>
                        <a:pt x="2961" y="805"/>
                      </a:lnTo>
                      <a:lnTo>
                        <a:pt x="2956" y="801"/>
                      </a:lnTo>
                      <a:lnTo>
                        <a:pt x="2954" y="800"/>
                      </a:lnTo>
                      <a:lnTo>
                        <a:pt x="2951" y="800"/>
                      </a:lnTo>
                      <a:lnTo>
                        <a:pt x="2948" y="801"/>
                      </a:lnTo>
                      <a:lnTo>
                        <a:pt x="2946" y="806"/>
                      </a:lnTo>
                      <a:lnTo>
                        <a:pt x="2945" y="812"/>
                      </a:lnTo>
                      <a:lnTo>
                        <a:pt x="2943" y="814"/>
                      </a:lnTo>
                      <a:lnTo>
                        <a:pt x="2942" y="815"/>
                      </a:lnTo>
                      <a:lnTo>
                        <a:pt x="2941" y="816"/>
                      </a:lnTo>
                      <a:lnTo>
                        <a:pt x="2939" y="816"/>
                      </a:lnTo>
                      <a:lnTo>
                        <a:pt x="2933" y="816"/>
                      </a:lnTo>
                      <a:lnTo>
                        <a:pt x="2927" y="815"/>
                      </a:lnTo>
                      <a:lnTo>
                        <a:pt x="2922" y="814"/>
                      </a:lnTo>
                      <a:lnTo>
                        <a:pt x="2917" y="813"/>
                      </a:lnTo>
                      <a:lnTo>
                        <a:pt x="2915" y="809"/>
                      </a:lnTo>
                      <a:lnTo>
                        <a:pt x="2914" y="807"/>
                      </a:lnTo>
                      <a:lnTo>
                        <a:pt x="2912" y="802"/>
                      </a:lnTo>
                      <a:lnTo>
                        <a:pt x="2914" y="799"/>
                      </a:lnTo>
                      <a:lnTo>
                        <a:pt x="2915" y="795"/>
                      </a:lnTo>
                      <a:lnTo>
                        <a:pt x="2917" y="793"/>
                      </a:lnTo>
                      <a:lnTo>
                        <a:pt x="2921" y="790"/>
                      </a:lnTo>
                      <a:lnTo>
                        <a:pt x="2924" y="788"/>
                      </a:lnTo>
                      <a:lnTo>
                        <a:pt x="2928" y="788"/>
                      </a:lnTo>
                      <a:lnTo>
                        <a:pt x="2931" y="788"/>
                      </a:lnTo>
                      <a:close/>
                    </a:path>
                  </a:pathLst>
                </a:custGeom>
                <a:solidFill>
                  <a:srgbClr val="9BC2E6"/>
                </a:solidFill>
                <a:ln w="9525">
                  <a:solidFill>
                    <a:srgbClr val="AFABAB"/>
                  </a:solidFill>
                  <a:round/>
                  <a:headEnd/>
                  <a:tailEnd/>
                </a:ln>
              </p:spPr>
              <p:txBody>
                <a:bodyPr/>
                <a:lstStyle/>
                <a:p>
                  <a:endParaRPr lang="zh-CN" altLang="en-US"/>
                </a:p>
              </p:txBody>
            </p:sp>
            <p:sp>
              <p:nvSpPr>
                <p:cNvPr id="51" name="天津">
                  <a:extLst>
                    <a:ext uri="{FF2B5EF4-FFF2-40B4-BE49-F238E27FC236}">
                      <a16:creationId xmlns:a16="http://schemas.microsoft.com/office/drawing/2014/main" id="{4852A3B0-E404-4A65-B0EE-8319BFC65F05}"/>
                    </a:ext>
                  </a:extLst>
                </p:cNvPr>
                <p:cNvSpPr>
                  <a:spLocks/>
                </p:cNvSpPr>
                <p:nvPr/>
              </p:nvSpPr>
              <p:spPr bwMode="auto">
                <a:xfrm>
                  <a:off x="3714796" y="1571707"/>
                  <a:ext cx="114301" cy="190510"/>
                </a:xfrm>
                <a:custGeom>
                  <a:avLst/>
                  <a:gdLst>
                    <a:gd name="T0" fmla="*/ 2147483646 w 430"/>
                    <a:gd name="T1" fmla="*/ 2147483646 h 726"/>
                    <a:gd name="T2" fmla="*/ 2147483646 w 430"/>
                    <a:gd name="T3" fmla="*/ 2147483646 h 726"/>
                    <a:gd name="T4" fmla="*/ 2147483646 w 430"/>
                    <a:gd name="T5" fmla="*/ 2147483646 h 726"/>
                    <a:gd name="T6" fmla="*/ 2147483646 w 430"/>
                    <a:gd name="T7" fmla="*/ 2147483646 h 726"/>
                    <a:gd name="T8" fmla="*/ 2147483646 w 430"/>
                    <a:gd name="T9" fmla="*/ 2147483646 h 726"/>
                    <a:gd name="T10" fmla="*/ 2147483646 w 430"/>
                    <a:gd name="T11" fmla="*/ 2147483646 h 726"/>
                    <a:gd name="T12" fmla="*/ 2147483646 w 430"/>
                    <a:gd name="T13" fmla="*/ 2147483646 h 726"/>
                    <a:gd name="T14" fmla="*/ 2147483646 w 430"/>
                    <a:gd name="T15" fmla="*/ 2147483646 h 726"/>
                    <a:gd name="T16" fmla="*/ 2147483646 w 430"/>
                    <a:gd name="T17" fmla="*/ 2147483646 h 726"/>
                    <a:gd name="T18" fmla="*/ 2147483646 w 430"/>
                    <a:gd name="T19" fmla="*/ 2147483646 h 726"/>
                    <a:gd name="T20" fmla="*/ 2147483646 w 430"/>
                    <a:gd name="T21" fmla="*/ 2147483646 h 726"/>
                    <a:gd name="T22" fmla="*/ 2147483646 w 430"/>
                    <a:gd name="T23" fmla="*/ 2147483646 h 726"/>
                    <a:gd name="T24" fmla="*/ 2147483646 w 430"/>
                    <a:gd name="T25" fmla="*/ 2147483646 h 726"/>
                    <a:gd name="T26" fmla="*/ 2147483646 w 430"/>
                    <a:gd name="T27" fmla="*/ 2147483646 h 726"/>
                    <a:gd name="T28" fmla="*/ 2147483646 w 430"/>
                    <a:gd name="T29" fmla="*/ 2147483646 h 726"/>
                    <a:gd name="T30" fmla="*/ 2147483646 w 430"/>
                    <a:gd name="T31" fmla="*/ 2147483646 h 726"/>
                    <a:gd name="T32" fmla="*/ 2147483646 w 430"/>
                    <a:gd name="T33" fmla="*/ 2147483646 h 726"/>
                    <a:gd name="T34" fmla="*/ 2147483646 w 430"/>
                    <a:gd name="T35" fmla="*/ 2147483646 h 726"/>
                    <a:gd name="T36" fmla="*/ 2147483646 w 430"/>
                    <a:gd name="T37" fmla="*/ 2147483646 h 726"/>
                    <a:gd name="T38" fmla="*/ 2147483646 w 430"/>
                    <a:gd name="T39" fmla="*/ 2147483646 h 726"/>
                    <a:gd name="T40" fmla="*/ 2147483646 w 430"/>
                    <a:gd name="T41" fmla="*/ 2147483646 h 726"/>
                    <a:gd name="T42" fmla="*/ 2147483646 w 430"/>
                    <a:gd name="T43" fmla="*/ 2147483646 h 726"/>
                    <a:gd name="T44" fmla="*/ 2147483646 w 430"/>
                    <a:gd name="T45" fmla="*/ 2147483646 h 726"/>
                    <a:gd name="T46" fmla="*/ 2147483646 w 430"/>
                    <a:gd name="T47" fmla="*/ 2147483646 h 726"/>
                    <a:gd name="T48" fmla="*/ 2147483646 w 430"/>
                    <a:gd name="T49" fmla="*/ 2147483646 h 726"/>
                    <a:gd name="T50" fmla="*/ 2147483646 w 430"/>
                    <a:gd name="T51" fmla="*/ 2147483646 h 726"/>
                    <a:gd name="T52" fmla="*/ 2147483646 w 430"/>
                    <a:gd name="T53" fmla="*/ 2147483646 h 726"/>
                    <a:gd name="T54" fmla="*/ 2147483646 w 430"/>
                    <a:gd name="T55" fmla="*/ 2147483646 h 726"/>
                    <a:gd name="T56" fmla="*/ 2147483646 w 430"/>
                    <a:gd name="T57" fmla="*/ 2147483646 h 726"/>
                    <a:gd name="T58" fmla="*/ 2147483646 w 430"/>
                    <a:gd name="T59" fmla="*/ 2147483646 h 726"/>
                    <a:gd name="T60" fmla="*/ 2147483646 w 430"/>
                    <a:gd name="T61" fmla="*/ 2147483646 h 726"/>
                    <a:gd name="T62" fmla="*/ 2147483646 w 430"/>
                    <a:gd name="T63" fmla="*/ 2147483646 h 726"/>
                    <a:gd name="T64" fmla="*/ 2147483646 w 430"/>
                    <a:gd name="T65" fmla="*/ 2147483646 h 726"/>
                    <a:gd name="T66" fmla="*/ 2147483646 w 430"/>
                    <a:gd name="T67" fmla="*/ 2147483646 h 726"/>
                    <a:gd name="T68" fmla="*/ 2147483646 w 430"/>
                    <a:gd name="T69" fmla="*/ 2147483646 h 726"/>
                    <a:gd name="T70" fmla="*/ 2147483646 w 430"/>
                    <a:gd name="T71" fmla="*/ 2147483646 h 726"/>
                    <a:gd name="T72" fmla="*/ 2147483646 w 430"/>
                    <a:gd name="T73" fmla="*/ 2147483646 h 726"/>
                    <a:gd name="T74" fmla="*/ 2147483646 w 430"/>
                    <a:gd name="T75" fmla="*/ 2147483646 h 726"/>
                    <a:gd name="T76" fmla="*/ 2147483646 w 430"/>
                    <a:gd name="T77" fmla="*/ 2147483646 h 726"/>
                    <a:gd name="T78" fmla="*/ 2147483646 w 430"/>
                    <a:gd name="T79" fmla="*/ 2147483646 h 726"/>
                    <a:gd name="T80" fmla="*/ 2147483646 w 430"/>
                    <a:gd name="T81" fmla="*/ 2147483646 h 726"/>
                    <a:gd name="T82" fmla="*/ 2147483646 w 430"/>
                    <a:gd name="T83" fmla="*/ 2147483646 h 726"/>
                    <a:gd name="T84" fmla="*/ 2147483646 w 430"/>
                    <a:gd name="T85" fmla="*/ 2147483646 h 726"/>
                    <a:gd name="T86" fmla="*/ 2147483646 w 430"/>
                    <a:gd name="T87" fmla="*/ 2147483646 h 726"/>
                    <a:gd name="T88" fmla="*/ 2147483646 w 430"/>
                    <a:gd name="T89" fmla="*/ 2147483646 h 726"/>
                    <a:gd name="T90" fmla="*/ 2147483646 w 430"/>
                    <a:gd name="T91" fmla="*/ 2147483646 h 726"/>
                    <a:gd name="T92" fmla="*/ 2147483646 w 430"/>
                    <a:gd name="T93" fmla="*/ 2147483646 h 726"/>
                    <a:gd name="T94" fmla="*/ 2147483646 w 430"/>
                    <a:gd name="T95" fmla="*/ 2147483646 h 726"/>
                    <a:gd name="T96" fmla="*/ 2147483646 w 430"/>
                    <a:gd name="T97" fmla="*/ 2147483646 h 726"/>
                    <a:gd name="T98" fmla="*/ 2147483646 w 430"/>
                    <a:gd name="T99" fmla="*/ 2147483646 h 726"/>
                    <a:gd name="T100" fmla="*/ 2147483646 w 430"/>
                    <a:gd name="T101" fmla="*/ 2147483646 h 726"/>
                    <a:gd name="T102" fmla="*/ 2147483646 w 430"/>
                    <a:gd name="T103" fmla="*/ 2147483646 h 726"/>
                    <a:gd name="T104" fmla="*/ 2147483646 w 430"/>
                    <a:gd name="T105" fmla="*/ 2147483646 h 726"/>
                    <a:gd name="T106" fmla="*/ 2147483646 w 430"/>
                    <a:gd name="T107" fmla="*/ 2147483646 h 72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30" h="726">
                      <a:moveTo>
                        <a:pt x="119" y="67"/>
                      </a:moveTo>
                      <a:lnTo>
                        <a:pt x="126" y="63"/>
                      </a:lnTo>
                      <a:lnTo>
                        <a:pt x="132" y="60"/>
                      </a:lnTo>
                      <a:lnTo>
                        <a:pt x="136" y="55"/>
                      </a:lnTo>
                      <a:lnTo>
                        <a:pt x="139" y="49"/>
                      </a:lnTo>
                      <a:lnTo>
                        <a:pt x="141" y="47"/>
                      </a:lnTo>
                      <a:lnTo>
                        <a:pt x="142" y="44"/>
                      </a:lnTo>
                      <a:lnTo>
                        <a:pt x="145" y="43"/>
                      </a:lnTo>
                      <a:lnTo>
                        <a:pt x="148" y="43"/>
                      </a:lnTo>
                      <a:lnTo>
                        <a:pt x="152" y="42"/>
                      </a:lnTo>
                      <a:lnTo>
                        <a:pt x="155" y="41"/>
                      </a:lnTo>
                      <a:lnTo>
                        <a:pt x="160" y="38"/>
                      </a:lnTo>
                      <a:lnTo>
                        <a:pt x="165" y="35"/>
                      </a:lnTo>
                      <a:lnTo>
                        <a:pt x="168" y="30"/>
                      </a:lnTo>
                      <a:lnTo>
                        <a:pt x="171" y="25"/>
                      </a:lnTo>
                      <a:lnTo>
                        <a:pt x="171" y="20"/>
                      </a:lnTo>
                      <a:lnTo>
                        <a:pt x="172" y="15"/>
                      </a:lnTo>
                      <a:lnTo>
                        <a:pt x="172" y="10"/>
                      </a:lnTo>
                      <a:lnTo>
                        <a:pt x="174" y="6"/>
                      </a:lnTo>
                      <a:lnTo>
                        <a:pt x="178" y="4"/>
                      </a:lnTo>
                      <a:lnTo>
                        <a:pt x="184" y="3"/>
                      </a:lnTo>
                      <a:lnTo>
                        <a:pt x="201" y="1"/>
                      </a:lnTo>
                      <a:lnTo>
                        <a:pt x="221" y="0"/>
                      </a:lnTo>
                      <a:lnTo>
                        <a:pt x="230" y="0"/>
                      </a:lnTo>
                      <a:lnTo>
                        <a:pt x="237" y="3"/>
                      </a:lnTo>
                      <a:lnTo>
                        <a:pt x="241" y="4"/>
                      </a:lnTo>
                      <a:lnTo>
                        <a:pt x="245" y="6"/>
                      </a:lnTo>
                      <a:lnTo>
                        <a:pt x="247" y="10"/>
                      </a:lnTo>
                      <a:lnTo>
                        <a:pt x="249" y="13"/>
                      </a:lnTo>
                      <a:lnTo>
                        <a:pt x="253" y="22"/>
                      </a:lnTo>
                      <a:lnTo>
                        <a:pt x="258" y="29"/>
                      </a:lnTo>
                      <a:lnTo>
                        <a:pt x="264" y="36"/>
                      </a:lnTo>
                      <a:lnTo>
                        <a:pt x="271" y="43"/>
                      </a:lnTo>
                      <a:lnTo>
                        <a:pt x="284" y="54"/>
                      </a:lnTo>
                      <a:lnTo>
                        <a:pt x="294" y="62"/>
                      </a:lnTo>
                      <a:lnTo>
                        <a:pt x="298" y="67"/>
                      </a:lnTo>
                      <a:lnTo>
                        <a:pt x="300" y="72"/>
                      </a:lnTo>
                      <a:lnTo>
                        <a:pt x="300" y="78"/>
                      </a:lnTo>
                      <a:lnTo>
                        <a:pt x="298" y="83"/>
                      </a:lnTo>
                      <a:lnTo>
                        <a:pt x="294" y="89"/>
                      </a:lnTo>
                      <a:lnTo>
                        <a:pt x="289" y="94"/>
                      </a:lnTo>
                      <a:lnTo>
                        <a:pt x="285" y="95"/>
                      </a:lnTo>
                      <a:lnTo>
                        <a:pt x="281" y="97"/>
                      </a:lnTo>
                      <a:lnTo>
                        <a:pt x="277" y="98"/>
                      </a:lnTo>
                      <a:lnTo>
                        <a:pt x="271" y="98"/>
                      </a:lnTo>
                      <a:lnTo>
                        <a:pt x="261" y="98"/>
                      </a:lnTo>
                      <a:lnTo>
                        <a:pt x="252" y="99"/>
                      </a:lnTo>
                      <a:lnTo>
                        <a:pt x="243" y="101"/>
                      </a:lnTo>
                      <a:lnTo>
                        <a:pt x="236" y="105"/>
                      </a:lnTo>
                      <a:lnTo>
                        <a:pt x="231" y="110"/>
                      </a:lnTo>
                      <a:lnTo>
                        <a:pt x="227" y="116"/>
                      </a:lnTo>
                      <a:lnTo>
                        <a:pt x="224" y="124"/>
                      </a:lnTo>
                      <a:lnTo>
                        <a:pt x="224" y="133"/>
                      </a:lnTo>
                      <a:lnTo>
                        <a:pt x="224" y="143"/>
                      </a:lnTo>
                      <a:lnTo>
                        <a:pt x="227" y="152"/>
                      </a:lnTo>
                      <a:lnTo>
                        <a:pt x="230" y="161"/>
                      </a:lnTo>
                      <a:lnTo>
                        <a:pt x="235" y="169"/>
                      </a:lnTo>
                      <a:lnTo>
                        <a:pt x="246" y="183"/>
                      </a:lnTo>
                      <a:lnTo>
                        <a:pt x="255" y="198"/>
                      </a:lnTo>
                      <a:lnTo>
                        <a:pt x="266" y="212"/>
                      </a:lnTo>
                      <a:lnTo>
                        <a:pt x="274" y="223"/>
                      </a:lnTo>
                      <a:lnTo>
                        <a:pt x="279" y="227"/>
                      </a:lnTo>
                      <a:lnTo>
                        <a:pt x="283" y="233"/>
                      </a:lnTo>
                      <a:lnTo>
                        <a:pt x="285" y="239"/>
                      </a:lnTo>
                      <a:lnTo>
                        <a:pt x="286" y="245"/>
                      </a:lnTo>
                      <a:lnTo>
                        <a:pt x="287" y="258"/>
                      </a:lnTo>
                      <a:lnTo>
                        <a:pt x="290" y="269"/>
                      </a:lnTo>
                      <a:lnTo>
                        <a:pt x="291" y="274"/>
                      </a:lnTo>
                      <a:lnTo>
                        <a:pt x="293" y="277"/>
                      </a:lnTo>
                      <a:lnTo>
                        <a:pt x="297" y="281"/>
                      </a:lnTo>
                      <a:lnTo>
                        <a:pt x="302" y="284"/>
                      </a:lnTo>
                      <a:lnTo>
                        <a:pt x="304" y="286"/>
                      </a:lnTo>
                      <a:lnTo>
                        <a:pt x="306" y="286"/>
                      </a:lnTo>
                      <a:lnTo>
                        <a:pt x="310" y="286"/>
                      </a:lnTo>
                      <a:lnTo>
                        <a:pt x="313" y="284"/>
                      </a:lnTo>
                      <a:lnTo>
                        <a:pt x="321" y="281"/>
                      </a:lnTo>
                      <a:lnTo>
                        <a:pt x="330" y="277"/>
                      </a:lnTo>
                      <a:lnTo>
                        <a:pt x="338" y="274"/>
                      </a:lnTo>
                      <a:lnTo>
                        <a:pt x="348" y="270"/>
                      </a:lnTo>
                      <a:lnTo>
                        <a:pt x="357" y="268"/>
                      </a:lnTo>
                      <a:lnTo>
                        <a:pt x="367" y="266"/>
                      </a:lnTo>
                      <a:lnTo>
                        <a:pt x="372" y="268"/>
                      </a:lnTo>
                      <a:lnTo>
                        <a:pt x="374" y="270"/>
                      </a:lnTo>
                      <a:lnTo>
                        <a:pt x="376" y="272"/>
                      </a:lnTo>
                      <a:lnTo>
                        <a:pt x="378" y="276"/>
                      </a:lnTo>
                      <a:lnTo>
                        <a:pt x="378" y="284"/>
                      </a:lnTo>
                      <a:lnTo>
                        <a:pt x="375" y="293"/>
                      </a:lnTo>
                      <a:lnTo>
                        <a:pt x="372" y="303"/>
                      </a:lnTo>
                      <a:lnTo>
                        <a:pt x="369" y="313"/>
                      </a:lnTo>
                      <a:lnTo>
                        <a:pt x="367" y="321"/>
                      </a:lnTo>
                      <a:lnTo>
                        <a:pt x="367" y="327"/>
                      </a:lnTo>
                      <a:lnTo>
                        <a:pt x="368" y="331"/>
                      </a:lnTo>
                      <a:lnTo>
                        <a:pt x="371" y="332"/>
                      </a:lnTo>
                      <a:lnTo>
                        <a:pt x="373" y="333"/>
                      </a:lnTo>
                      <a:lnTo>
                        <a:pt x="378" y="333"/>
                      </a:lnTo>
                      <a:lnTo>
                        <a:pt x="382" y="334"/>
                      </a:lnTo>
                      <a:lnTo>
                        <a:pt x="390" y="337"/>
                      </a:lnTo>
                      <a:lnTo>
                        <a:pt x="398" y="340"/>
                      </a:lnTo>
                      <a:lnTo>
                        <a:pt x="407" y="347"/>
                      </a:lnTo>
                      <a:lnTo>
                        <a:pt x="417" y="356"/>
                      </a:lnTo>
                      <a:lnTo>
                        <a:pt x="423" y="365"/>
                      </a:lnTo>
                      <a:lnTo>
                        <a:pt x="428" y="375"/>
                      </a:lnTo>
                      <a:lnTo>
                        <a:pt x="430" y="384"/>
                      </a:lnTo>
                      <a:lnTo>
                        <a:pt x="430" y="394"/>
                      </a:lnTo>
                      <a:lnTo>
                        <a:pt x="429" y="403"/>
                      </a:lnTo>
                      <a:lnTo>
                        <a:pt x="428" y="414"/>
                      </a:lnTo>
                      <a:lnTo>
                        <a:pt x="424" y="423"/>
                      </a:lnTo>
                      <a:lnTo>
                        <a:pt x="416" y="425"/>
                      </a:lnTo>
                      <a:lnTo>
                        <a:pt x="405" y="427"/>
                      </a:lnTo>
                      <a:lnTo>
                        <a:pt x="396" y="431"/>
                      </a:lnTo>
                      <a:lnTo>
                        <a:pt x="385" y="434"/>
                      </a:lnTo>
                      <a:lnTo>
                        <a:pt x="375" y="439"/>
                      </a:lnTo>
                      <a:lnTo>
                        <a:pt x="366" y="445"/>
                      </a:lnTo>
                      <a:lnTo>
                        <a:pt x="356" y="452"/>
                      </a:lnTo>
                      <a:lnTo>
                        <a:pt x="348" y="460"/>
                      </a:lnTo>
                      <a:lnTo>
                        <a:pt x="341" y="467"/>
                      </a:lnTo>
                      <a:lnTo>
                        <a:pt x="337" y="476"/>
                      </a:lnTo>
                      <a:lnTo>
                        <a:pt x="335" y="483"/>
                      </a:lnTo>
                      <a:lnTo>
                        <a:pt x="334" y="489"/>
                      </a:lnTo>
                      <a:lnTo>
                        <a:pt x="335" y="503"/>
                      </a:lnTo>
                      <a:lnTo>
                        <a:pt x="336" y="518"/>
                      </a:lnTo>
                      <a:lnTo>
                        <a:pt x="335" y="527"/>
                      </a:lnTo>
                      <a:lnTo>
                        <a:pt x="332" y="536"/>
                      </a:lnTo>
                      <a:lnTo>
                        <a:pt x="329" y="546"/>
                      </a:lnTo>
                      <a:lnTo>
                        <a:pt x="324" y="557"/>
                      </a:lnTo>
                      <a:lnTo>
                        <a:pt x="312" y="577"/>
                      </a:lnTo>
                      <a:lnTo>
                        <a:pt x="300" y="598"/>
                      </a:lnTo>
                      <a:lnTo>
                        <a:pt x="294" y="609"/>
                      </a:lnTo>
                      <a:lnTo>
                        <a:pt x="291" y="620"/>
                      </a:lnTo>
                      <a:lnTo>
                        <a:pt x="287" y="630"/>
                      </a:lnTo>
                      <a:lnTo>
                        <a:pt x="285" y="640"/>
                      </a:lnTo>
                      <a:lnTo>
                        <a:pt x="283" y="659"/>
                      </a:lnTo>
                      <a:lnTo>
                        <a:pt x="280" y="677"/>
                      </a:lnTo>
                      <a:lnTo>
                        <a:pt x="280" y="686"/>
                      </a:lnTo>
                      <a:lnTo>
                        <a:pt x="279" y="693"/>
                      </a:lnTo>
                      <a:lnTo>
                        <a:pt x="267" y="697"/>
                      </a:lnTo>
                      <a:lnTo>
                        <a:pt x="255" y="700"/>
                      </a:lnTo>
                      <a:lnTo>
                        <a:pt x="245" y="705"/>
                      </a:lnTo>
                      <a:lnTo>
                        <a:pt x="236" y="709"/>
                      </a:lnTo>
                      <a:lnTo>
                        <a:pt x="223" y="716"/>
                      </a:lnTo>
                      <a:lnTo>
                        <a:pt x="210" y="722"/>
                      </a:lnTo>
                      <a:lnTo>
                        <a:pt x="203" y="724"/>
                      </a:lnTo>
                      <a:lnTo>
                        <a:pt x="197" y="724"/>
                      </a:lnTo>
                      <a:lnTo>
                        <a:pt x="195" y="724"/>
                      </a:lnTo>
                      <a:lnTo>
                        <a:pt x="192" y="723"/>
                      </a:lnTo>
                      <a:lnTo>
                        <a:pt x="190" y="722"/>
                      </a:lnTo>
                      <a:lnTo>
                        <a:pt x="189" y="719"/>
                      </a:lnTo>
                      <a:lnTo>
                        <a:pt x="186" y="716"/>
                      </a:lnTo>
                      <a:lnTo>
                        <a:pt x="184" y="713"/>
                      </a:lnTo>
                      <a:lnTo>
                        <a:pt x="182" y="711"/>
                      </a:lnTo>
                      <a:lnTo>
                        <a:pt x="179" y="710"/>
                      </a:lnTo>
                      <a:lnTo>
                        <a:pt x="173" y="709"/>
                      </a:lnTo>
                      <a:lnTo>
                        <a:pt x="166" y="709"/>
                      </a:lnTo>
                      <a:lnTo>
                        <a:pt x="160" y="711"/>
                      </a:lnTo>
                      <a:lnTo>
                        <a:pt x="153" y="715"/>
                      </a:lnTo>
                      <a:lnTo>
                        <a:pt x="147" y="719"/>
                      </a:lnTo>
                      <a:lnTo>
                        <a:pt x="141" y="724"/>
                      </a:lnTo>
                      <a:lnTo>
                        <a:pt x="139" y="725"/>
                      </a:lnTo>
                      <a:lnTo>
                        <a:pt x="135" y="726"/>
                      </a:lnTo>
                      <a:lnTo>
                        <a:pt x="133" y="726"/>
                      </a:lnTo>
                      <a:lnTo>
                        <a:pt x="130" y="725"/>
                      </a:lnTo>
                      <a:lnTo>
                        <a:pt x="127" y="722"/>
                      </a:lnTo>
                      <a:lnTo>
                        <a:pt x="124" y="716"/>
                      </a:lnTo>
                      <a:lnTo>
                        <a:pt x="120" y="699"/>
                      </a:lnTo>
                      <a:lnTo>
                        <a:pt x="116" y="681"/>
                      </a:lnTo>
                      <a:lnTo>
                        <a:pt x="115" y="679"/>
                      </a:lnTo>
                      <a:lnTo>
                        <a:pt x="113" y="677"/>
                      </a:lnTo>
                      <a:lnTo>
                        <a:pt x="109" y="675"/>
                      </a:lnTo>
                      <a:lnTo>
                        <a:pt x="105" y="674"/>
                      </a:lnTo>
                      <a:lnTo>
                        <a:pt x="95" y="674"/>
                      </a:lnTo>
                      <a:lnTo>
                        <a:pt x="82" y="674"/>
                      </a:lnTo>
                      <a:lnTo>
                        <a:pt x="67" y="675"/>
                      </a:lnTo>
                      <a:lnTo>
                        <a:pt x="54" y="675"/>
                      </a:lnTo>
                      <a:lnTo>
                        <a:pt x="42" y="674"/>
                      </a:lnTo>
                      <a:lnTo>
                        <a:pt x="32" y="672"/>
                      </a:lnTo>
                      <a:lnTo>
                        <a:pt x="25" y="667"/>
                      </a:lnTo>
                      <a:lnTo>
                        <a:pt x="19" y="661"/>
                      </a:lnTo>
                      <a:lnTo>
                        <a:pt x="14" y="653"/>
                      </a:lnTo>
                      <a:lnTo>
                        <a:pt x="10" y="644"/>
                      </a:lnTo>
                      <a:lnTo>
                        <a:pt x="8" y="635"/>
                      </a:lnTo>
                      <a:lnTo>
                        <a:pt x="6" y="625"/>
                      </a:lnTo>
                      <a:lnTo>
                        <a:pt x="4" y="615"/>
                      </a:lnTo>
                      <a:lnTo>
                        <a:pt x="4" y="605"/>
                      </a:lnTo>
                      <a:lnTo>
                        <a:pt x="3" y="591"/>
                      </a:lnTo>
                      <a:lnTo>
                        <a:pt x="3" y="578"/>
                      </a:lnTo>
                      <a:lnTo>
                        <a:pt x="2" y="565"/>
                      </a:lnTo>
                      <a:lnTo>
                        <a:pt x="1" y="554"/>
                      </a:lnTo>
                      <a:lnTo>
                        <a:pt x="0" y="545"/>
                      </a:lnTo>
                      <a:lnTo>
                        <a:pt x="0" y="539"/>
                      </a:lnTo>
                      <a:lnTo>
                        <a:pt x="1" y="536"/>
                      </a:lnTo>
                      <a:lnTo>
                        <a:pt x="3" y="534"/>
                      </a:lnTo>
                      <a:lnTo>
                        <a:pt x="6" y="533"/>
                      </a:lnTo>
                      <a:lnTo>
                        <a:pt x="10" y="533"/>
                      </a:lnTo>
                      <a:lnTo>
                        <a:pt x="20" y="532"/>
                      </a:lnTo>
                      <a:lnTo>
                        <a:pt x="31" y="532"/>
                      </a:lnTo>
                      <a:lnTo>
                        <a:pt x="34" y="530"/>
                      </a:lnTo>
                      <a:lnTo>
                        <a:pt x="38" y="529"/>
                      </a:lnTo>
                      <a:lnTo>
                        <a:pt x="41" y="528"/>
                      </a:lnTo>
                      <a:lnTo>
                        <a:pt x="44" y="524"/>
                      </a:lnTo>
                      <a:lnTo>
                        <a:pt x="45" y="518"/>
                      </a:lnTo>
                      <a:lnTo>
                        <a:pt x="45" y="509"/>
                      </a:lnTo>
                      <a:lnTo>
                        <a:pt x="44" y="498"/>
                      </a:lnTo>
                      <a:lnTo>
                        <a:pt x="42" y="486"/>
                      </a:lnTo>
                      <a:lnTo>
                        <a:pt x="38" y="459"/>
                      </a:lnTo>
                      <a:lnTo>
                        <a:pt x="33" y="431"/>
                      </a:lnTo>
                      <a:lnTo>
                        <a:pt x="29" y="394"/>
                      </a:lnTo>
                      <a:lnTo>
                        <a:pt x="26" y="357"/>
                      </a:lnTo>
                      <a:lnTo>
                        <a:pt x="21" y="324"/>
                      </a:lnTo>
                      <a:lnTo>
                        <a:pt x="16" y="297"/>
                      </a:lnTo>
                      <a:lnTo>
                        <a:pt x="16" y="290"/>
                      </a:lnTo>
                      <a:lnTo>
                        <a:pt x="16" y="284"/>
                      </a:lnTo>
                      <a:lnTo>
                        <a:pt x="17" y="281"/>
                      </a:lnTo>
                      <a:lnTo>
                        <a:pt x="19" y="278"/>
                      </a:lnTo>
                      <a:lnTo>
                        <a:pt x="20" y="277"/>
                      </a:lnTo>
                      <a:lnTo>
                        <a:pt x="22" y="275"/>
                      </a:lnTo>
                      <a:lnTo>
                        <a:pt x="23" y="271"/>
                      </a:lnTo>
                      <a:lnTo>
                        <a:pt x="23" y="268"/>
                      </a:lnTo>
                      <a:lnTo>
                        <a:pt x="25" y="265"/>
                      </a:lnTo>
                      <a:lnTo>
                        <a:pt x="26" y="261"/>
                      </a:lnTo>
                      <a:lnTo>
                        <a:pt x="29" y="259"/>
                      </a:lnTo>
                      <a:lnTo>
                        <a:pt x="36" y="258"/>
                      </a:lnTo>
                      <a:lnTo>
                        <a:pt x="41" y="259"/>
                      </a:lnTo>
                      <a:lnTo>
                        <a:pt x="45" y="262"/>
                      </a:lnTo>
                      <a:lnTo>
                        <a:pt x="47" y="265"/>
                      </a:lnTo>
                      <a:lnTo>
                        <a:pt x="51" y="271"/>
                      </a:lnTo>
                      <a:lnTo>
                        <a:pt x="52" y="275"/>
                      </a:lnTo>
                      <a:lnTo>
                        <a:pt x="54" y="276"/>
                      </a:lnTo>
                      <a:lnTo>
                        <a:pt x="57" y="278"/>
                      </a:lnTo>
                      <a:lnTo>
                        <a:pt x="58" y="278"/>
                      </a:lnTo>
                      <a:lnTo>
                        <a:pt x="64" y="280"/>
                      </a:lnTo>
                      <a:lnTo>
                        <a:pt x="70" y="278"/>
                      </a:lnTo>
                      <a:lnTo>
                        <a:pt x="80" y="276"/>
                      </a:lnTo>
                      <a:lnTo>
                        <a:pt x="94" y="274"/>
                      </a:lnTo>
                      <a:lnTo>
                        <a:pt x="101" y="272"/>
                      </a:lnTo>
                      <a:lnTo>
                        <a:pt x="108" y="270"/>
                      </a:lnTo>
                      <a:lnTo>
                        <a:pt x="114" y="268"/>
                      </a:lnTo>
                      <a:lnTo>
                        <a:pt x="117" y="265"/>
                      </a:lnTo>
                      <a:lnTo>
                        <a:pt x="121" y="262"/>
                      </a:lnTo>
                      <a:lnTo>
                        <a:pt x="123" y="257"/>
                      </a:lnTo>
                      <a:lnTo>
                        <a:pt x="126" y="252"/>
                      </a:lnTo>
                      <a:lnTo>
                        <a:pt x="128" y="247"/>
                      </a:lnTo>
                      <a:lnTo>
                        <a:pt x="130" y="236"/>
                      </a:lnTo>
                      <a:lnTo>
                        <a:pt x="130" y="225"/>
                      </a:lnTo>
                      <a:lnTo>
                        <a:pt x="129" y="213"/>
                      </a:lnTo>
                      <a:lnTo>
                        <a:pt x="128" y="200"/>
                      </a:lnTo>
                      <a:lnTo>
                        <a:pt x="126" y="188"/>
                      </a:lnTo>
                      <a:lnTo>
                        <a:pt x="126" y="180"/>
                      </a:lnTo>
                      <a:lnTo>
                        <a:pt x="126" y="177"/>
                      </a:lnTo>
                      <a:lnTo>
                        <a:pt x="127" y="175"/>
                      </a:lnTo>
                      <a:lnTo>
                        <a:pt x="129" y="174"/>
                      </a:lnTo>
                      <a:lnTo>
                        <a:pt x="132" y="171"/>
                      </a:lnTo>
                      <a:lnTo>
                        <a:pt x="138" y="169"/>
                      </a:lnTo>
                      <a:lnTo>
                        <a:pt x="141" y="168"/>
                      </a:lnTo>
                      <a:lnTo>
                        <a:pt x="142" y="167"/>
                      </a:lnTo>
                      <a:lnTo>
                        <a:pt x="141" y="165"/>
                      </a:lnTo>
                      <a:lnTo>
                        <a:pt x="138" y="162"/>
                      </a:lnTo>
                      <a:lnTo>
                        <a:pt x="134" y="160"/>
                      </a:lnTo>
                      <a:lnTo>
                        <a:pt x="124" y="154"/>
                      </a:lnTo>
                      <a:lnTo>
                        <a:pt x="116" y="149"/>
                      </a:lnTo>
                      <a:lnTo>
                        <a:pt x="114" y="146"/>
                      </a:lnTo>
                      <a:lnTo>
                        <a:pt x="111" y="144"/>
                      </a:lnTo>
                      <a:lnTo>
                        <a:pt x="110" y="142"/>
                      </a:lnTo>
                      <a:lnTo>
                        <a:pt x="110" y="138"/>
                      </a:lnTo>
                      <a:lnTo>
                        <a:pt x="110" y="133"/>
                      </a:lnTo>
                      <a:lnTo>
                        <a:pt x="110" y="131"/>
                      </a:lnTo>
                      <a:lnTo>
                        <a:pt x="114" y="123"/>
                      </a:lnTo>
                      <a:lnTo>
                        <a:pt x="121" y="104"/>
                      </a:lnTo>
                      <a:lnTo>
                        <a:pt x="122" y="97"/>
                      </a:lnTo>
                      <a:lnTo>
                        <a:pt x="122" y="91"/>
                      </a:lnTo>
                      <a:lnTo>
                        <a:pt x="122" y="85"/>
                      </a:lnTo>
                      <a:lnTo>
                        <a:pt x="121" y="79"/>
                      </a:lnTo>
                      <a:lnTo>
                        <a:pt x="120" y="70"/>
                      </a:lnTo>
                      <a:lnTo>
                        <a:pt x="119" y="67"/>
                      </a:lnTo>
                      <a:close/>
                    </a:path>
                  </a:pathLst>
                </a:custGeom>
                <a:solidFill>
                  <a:srgbClr val="9BC2E6"/>
                </a:solidFill>
                <a:ln w="9525">
                  <a:solidFill>
                    <a:srgbClr val="FFFFFF"/>
                  </a:solidFill>
                  <a:round/>
                  <a:headEnd/>
                  <a:tailEnd/>
                </a:ln>
              </p:spPr>
              <p:txBody>
                <a:bodyPr/>
                <a:lstStyle/>
                <a:p>
                  <a:endParaRPr lang="zh-CN" altLang="en-US"/>
                </a:p>
              </p:txBody>
            </p:sp>
            <p:sp>
              <p:nvSpPr>
                <p:cNvPr id="52" name="北京">
                  <a:extLst>
                    <a:ext uri="{FF2B5EF4-FFF2-40B4-BE49-F238E27FC236}">
                      <a16:creationId xmlns:a16="http://schemas.microsoft.com/office/drawing/2014/main" id="{63D775D7-96CB-4A69-95BD-0D6CF24F27E0}"/>
                    </a:ext>
                  </a:extLst>
                </p:cNvPr>
                <p:cNvSpPr>
                  <a:spLocks/>
                </p:cNvSpPr>
                <p:nvPr/>
              </p:nvSpPr>
              <p:spPr bwMode="auto">
                <a:xfrm>
                  <a:off x="3590969" y="1476452"/>
                  <a:ext cx="171452" cy="190510"/>
                </a:xfrm>
                <a:custGeom>
                  <a:avLst/>
                  <a:gdLst>
                    <a:gd name="T0" fmla="*/ 2147483646 w 636"/>
                    <a:gd name="T1" fmla="*/ 2147483646 h 711"/>
                    <a:gd name="T2" fmla="*/ 2147483646 w 636"/>
                    <a:gd name="T3" fmla="*/ 2147483646 h 711"/>
                    <a:gd name="T4" fmla="*/ 2147483646 w 636"/>
                    <a:gd name="T5" fmla="*/ 2147483646 h 711"/>
                    <a:gd name="T6" fmla="*/ 2147483646 w 636"/>
                    <a:gd name="T7" fmla="*/ 2147483646 h 711"/>
                    <a:gd name="T8" fmla="*/ 2147483646 w 636"/>
                    <a:gd name="T9" fmla="*/ 2147483646 h 711"/>
                    <a:gd name="T10" fmla="*/ 2147483646 w 636"/>
                    <a:gd name="T11" fmla="*/ 2147483646 h 711"/>
                    <a:gd name="T12" fmla="*/ 2147483646 w 636"/>
                    <a:gd name="T13" fmla="*/ 2147483646 h 711"/>
                    <a:gd name="T14" fmla="*/ 2147483646 w 636"/>
                    <a:gd name="T15" fmla="*/ 2147483646 h 711"/>
                    <a:gd name="T16" fmla="*/ 2147483646 w 636"/>
                    <a:gd name="T17" fmla="*/ 2147483646 h 711"/>
                    <a:gd name="T18" fmla="*/ 2147483646 w 636"/>
                    <a:gd name="T19" fmla="*/ 2147483646 h 711"/>
                    <a:gd name="T20" fmla="*/ 2147483646 w 636"/>
                    <a:gd name="T21" fmla="*/ 2147483646 h 711"/>
                    <a:gd name="T22" fmla="*/ 2147483646 w 636"/>
                    <a:gd name="T23" fmla="*/ 2147483646 h 711"/>
                    <a:gd name="T24" fmla="*/ 2147483646 w 636"/>
                    <a:gd name="T25" fmla="*/ 2147483646 h 711"/>
                    <a:gd name="T26" fmla="*/ 2147483646 w 636"/>
                    <a:gd name="T27" fmla="*/ 2147483646 h 711"/>
                    <a:gd name="T28" fmla="*/ 2147483646 w 636"/>
                    <a:gd name="T29" fmla="*/ 2147483646 h 711"/>
                    <a:gd name="T30" fmla="*/ 2147483646 w 636"/>
                    <a:gd name="T31" fmla="*/ 2147483646 h 711"/>
                    <a:gd name="T32" fmla="*/ 2147483646 w 636"/>
                    <a:gd name="T33" fmla="*/ 2147483646 h 711"/>
                    <a:gd name="T34" fmla="*/ 2147483646 w 636"/>
                    <a:gd name="T35" fmla="*/ 2147483646 h 711"/>
                    <a:gd name="T36" fmla="*/ 2147483646 w 636"/>
                    <a:gd name="T37" fmla="*/ 2147483646 h 711"/>
                    <a:gd name="T38" fmla="*/ 2147483646 w 636"/>
                    <a:gd name="T39" fmla="*/ 2147483646 h 711"/>
                    <a:gd name="T40" fmla="*/ 2147483646 w 636"/>
                    <a:gd name="T41" fmla="*/ 2147483646 h 711"/>
                    <a:gd name="T42" fmla="*/ 2147483646 w 636"/>
                    <a:gd name="T43" fmla="*/ 2147483646 h 711"/>
                    <a:gd name="T44" fmla="*/ 2147483646 w 636"/>
                    <a:gd name="T45" fmla="*/ 2147483646 h 711"/>
                    <a:gd name="T46" fmla="*/ 2147483646 w 636"/>
                    <a:gd name="T47" fmla="*/ 2147483646 h 711"/>
                    <a:gd name="T48" fmla="*/ 2147483646 w 636"/>
                    <a:gd name="T49" fmla="*/ 2147483646 h 711"/>
                    <a:gd name="T50" fmla="*/ 2147483646 w 636"/>
                    <a:gd name="T51" fmla="*/ 2147483646 h 711"/>
                    <a:gd name="T52" fmla="*/ 2147483646 w 636"/>
                    <a:gd name="T53" fmla="*/ 2147483646 h 711"/>
                    <a:gd name="T54" fmla="*/ 2147483646 w 636"/>
                    <a:gd name="T55" fmla="*/ 2147483646 h 711"/>
                    <a:gd name="T56" fmla="*/ 2147483646 w 636"/>
                    <a:gd name="T57" fmla="*/ 2147483646 h 711"/>
                    <a:gd name="T58" fmla="*/ 2147483646 w 636"/>
                    <a:gd name="T59" fmla="*/ 2147483646 h 711"/>
                    <a:gd name="T60" fmla="*/ 2147483646 w 636"/>
                    <a:gd name="T61" fmla="*/ 2147483646 h 711"/>
                    <a:gd name="T62" fmla="*/ 2147483646 w 636"/>
                    <a:gd name="T63" fmla="*/ 2147483646 h 711"/>
                    <a:gd name="T64" fmla="*/ 2147483646 w 636"/>
                    <a:gd name="T65" fmla="*/ 2147483646 h 711"/>
                    <a:gd name="T66" fmla="*/ 2147483646 w 636"/>
                    <a:gd name="T67" fmla="*/ 2147483646 h 711"/>
                    <a:gd name="T68" fmla="*/ 2147483646 w 636"/>
                    <a:gd name="T69" fmla="*/ 2147483646 h 711"/>
                    <a:gd name="T70" fmla="*/ 2147483646 w 636"/>
                    <a:gd name="T71" fmla="*/ 2147483646 h 711"/>
                    <a:gd name="T72" fmla="*/ 2147483646 w 636"/>
                    <a:gd name="T73" fmla="*/ 2147483646 h 711"/>
                    <a:gd name="T74" fmla="*/ 2147483646 w 636"/>
                    <a:gd name="T75" fmla="*/ 2147483646 h 711"/>
                    <a:gd name="T76" fmla="*/ 2147483646 w 636"/>
                    <a:gd name="T77" fmla="*/ 2147483646 h 711"/>
                    <a:gd name="T78" fmla="*/ 2147483646 w 636"/>
                    <a:gd name="T79" fmla="*/ 2147483646 h 711"/>
                    <a:gd name="T80" fmla="*/ 2147483646 w 636"/>
                    <a:gd name="T81" fmla="*/ 2147483646 h 711"/>
                    <a:gd name="T82" fmla="*/ 2147483646 w 636"/>
                    <a:gd name="T83" fmla="*/ 2147483646 h 711"/>
                    <a:gd name="T84" fmla="*/ 2147483646 w 636"/>
                    <a:gd name="T85" fmla="*/ 2147483646 h 711"/>
                    <a:gd name="T86" fmla="*/ 2147483646 w 636"/>
                    <a:gd name="T87" fmla="*/ 2147483646 h 711"/>
                    <a:gd name="T88" fmla="*/ 2147483646 w 636"/>
                    <a:gd name="T89" fmla="*/ 2147483646 h 711"/>
                    <a:gd name="T90" fmla="*/ 2147483646 w 636"/>
                    <a:gd name="T91" fmla="*/ 2147483646 h 711"/>
                    <a:gd name="T92" fmla="*/ 2147483646 w 636"/>
                    <a:gd name="T93" fmla="*/ 2147483646 h 711"/>
                    <a:gd name="T94" fmla="*/ 2147483646 w 636"/>
                    <a:gd name="T95" fmla="*/ 2147483646 h 711"/>
                    <a:gd name="T96" fmla="*/ 2147483646 w 636"/>
                    <a:gd name="T97" fmla="*/ 2147483646 h 711"/>
                    <a:gd name="T98" fmla="*/ 2147483646 w 636"/>
                    <a:gd name="T99" fmla="*/ 2147483646 h 711"/>
                    <a:gd name="T100" fmla="*/ 0 w 636"/>
                    <a:gd name="T101" fmla="*/ 2147483646 h 711"/>
                    <a:gd name="T102" fmla="*/ 2147483646 w 636"/>
                    <a:gd name="T103" fmla="*/ 2147483646 h 711"/>
                    <a:gd name="T104" fmla="*/ 2147483646 w 636"/>
                    <a:gd name="T105" fmla="*/ 2147483646 h 711"/>
                    <a:gd name="T106" fmla="*/ 2147483646 w 636"/>
                    <a:gd name="T107" fmla="*/ 2147483646 h 711"/>
                    <a:gd name="T108" fmla="*/ 2147483646 w 636"/>
                    <a:gd name="T109" fmla="*/ 2147483646 h 711"/>
                    <a:gd name="T110" fmla="*/ 2147483646 w 636"/>
                    <a:gd name="T111" fmla="*/ 2147483646 h 711"/>
                    <a:gd name="T112" fmla="*/ 2147483646 w 636"/>
                    <a:gd name="T113" fmla="*/ 2147483646 h 711"/>
                    <a:gd name="T114" fmla="*/ 2147483646 w 636"/>
                    <a:gd name="T115" fmla="*/ 2147483646 h 711"/>
                    <a:gd name="T116" fmla="*/ 2147483646 w 636"/>
                    <a:gd name="T117" fmla="*/ 2147483646 h 711"/>
                    <a:gd name="T118" fmla="*/ 2147483646 w 636"/>
                    <a:gd name="T119" fmla="*/ 2147483646 h 711"/>
                    <a:gd name="T120" fmla="*/ 2147483646 w 636"/>
                    <a:gd name="T121" fmla="*/ 2147483646 h 71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636" h="711">
                      <a:moveTo>
                        <a:pt x="237" y="646"/>
                      </a:moveTo>
                      <a:lnTo>
                        <a:pt x="245" y="646"/>
                      </a:lnTo>
                      <a:lnTo>
                        <a:pt x="252" y="646"/>
                      </a:lnTo>
                      <a:lnTo>
                        <a:pt x="257" y="646"/>
                      </a:lnTo>
                      <a:lnTo>
                        <a:pt x="262" y="648"/>
                      </a:lnTo>
                      <a:lnTo>
                        <a:pt x="265" y="650"/>
                      </a:lnTo>
                      <a:lnTo>
                        <a:pt x="268" y="655"/>
                      </a:lnTo>
                      <a:lnTo>
                        <a:pt x="270" y="659"/>
                      </a:lnTo>
                      <a:lnTo>
                        <a:pt x="272" y="668"/>
                      </a:lnTo>
                      <a:lnTo>
                        <a:pt x="275" y="678"/>
                      </a:lnTo>
                      <a:lnTo>
                        <a:pt x="279" y="689"/>
                      </a:lnTo>
                      <a:lnTo>
                        <a:pt x="282" y="694"/>
                      </a:lnTo>
                      <a:lnTo>
                        <a:pt x="285" y="699"/>
                      </a:lnTo>
                      <a:lnTo>
                        <a:pt x="289" y="703"/>
                      </a:lnTo>
                      <a:lnTo>
                        <a:pt x="291" y="706"/>
                      </a:lnTo>
                      <a:lnTo>
                        <a:pt x="296" y="708"/>
                      </a:lnTo>
                      <a:lnTo>
                        <a:pt x="300" y="709"/>
                      </a:lnTo>
                      <a:lnTo>
                        <a:pt x="304" y="711"/>
                      </a:lnTo>
                      <a:lnTo>
                        <a:pt x="308" y="711"/>
                      </a:lnTo>
                      <a:lnTo>
                        <a:pt x="312" y="711"/>
                      </a:lnTo>
                      <a:lnTo>
                        <a:pt x="315" y="708"/>
                      </a:lnTo>
                      <a:lnTo>
                        <a:pt x="319" y="707"/>
                      </a:lnTo>
                      <a:lnTo>
                        <a:pt x="321" y="703"/>
                      </a:lnTo>
                      <a:lnTo>
                        <a:pt x="325" y="696"/>
                      </a:lnTo>
                      <a:lnTo>
                        <a:pt x="331" y="689"/>
                      </a:lnTo>
                      <a:lnTo>
                        <a:pt x="337" y="681"/>
                      </a:lnTo>
                      <a:lnTo>
                        <a:pt x="344" y="675"/>
                      </a:lnTo>
                      <a:lnTo>
                        <a:pt x="354" y="664"/>
                      </a:lnTo>
                      <a:lnTo>
                        <a:pt x="364" y="655"/>
                      </a:lnTo>
                      <a:lnTo>
                        <a:pt x="372" y="646"/>
                      </a:lnTo>
                      <a:lnTo>
                        <a:pt x="379" y="639"/>
                      </a:lnTo>
                      <a:lnTo>
                        <a:pt x="383" y="637"/>
                      </a:lnTo>
                      <a:lnTo>
                        <a:pt x="386" y="635"/>
                      </a:lnTo>
                      <a:lnTo>
                        <a:pt x="390" y="633"/>
                      </a:lnTo>
                      <a:lnTo>
                        <a:pt x="394" y="633"/>
                      </a:lnTo>
                      <a:lnTo>
                        <a:pt x="401" y="633"/>
                      </a:lnTo>
                      <a:lnTo>
                        <a:pt x="409" y="636"/>
                      </a:lnTo>
                      <a:lnTo>
                        <a:pt x="413" y="637"/>
                      </a:lnTo>
                      <a:lnTo>
                        <a:pt x="416" y="637"/>
                      </a:lnTo>
                      <a:lnTo>
                        <a:pt x="420" y="636"/>
                      </a:lnTo>
                      <a:lnTo>
                        <a:pt x="422" y="636"/>
                      </a:lnTo>
                      <a:lnTo>
                        <a:pt x="428" y="631"/>
                      </a:lnTo>
                      <a:lnTo>
                        <a:pt x="434" y="625"/>
                      </a:lnTo>
                      <a:lnTo>
                        <a:pt x="436" y="623"/>
                      </a:lnTo>
                      <a:lnTo>
                        <a:pt x="439" y="621"/>
                      </a:lnTo>
                      <a:lnTo>
                        <a:pt x="441" y="621"/>
                      </a:lnTo>
                      <a:lnTo>
                        <a:pt x="444" y="621"/>
                      </a:lnTo>
                      <a:lnTo>
                        <a:pt x="448" y="625"/>
                      </a:lnTo>
                      <a:lnTo>
                        <a:pt x="453" y="631"/>
                      </a:lnTo>
                      <a:lnTo>
                        <a:pt x="457" y="632"/>
                      </a:lnTo>
                      <a:lnTo>
                        <a:pt x="460" y="633"/>
                      </a:lnTo>
                      <a:lnTo>
                        <a:pt x="464" y="632"/>
                      </a:lnTo>
                      <a:lnTo>
                        <a:pt x="467" y="630"/>
                      </a:lnTo>
                      <a:lnTo>
                        <a:pt x="471" y="626"/>
                      </a:lnTo>
                      <a:lnTo>
                        <a:pt x="474" y="621"/>
                      </a:lnTo>
                      <a:lnTo>
                        <a:pt x="477" y="615"/>
                      </a:lnTo>
                      <a:lnTo>
                        <a:pt x="478" y="608"/>
                      </a:lnTo>
                      <a:lnTo>
                        <a:pt x="479" y="593"/>
                      </a:lnTo>
                      <a:lnTo>
                        <a:pt x="482" y="580"/>
                      </a:lnTo>
                      <a:lnTo>
                        <a:pt x="486" y="568"/>
                      </a:lnTo>
                      <a:lnTo>
                        <a:pt x="492" y="556"/>
                      </a:lnTo>
                      <a:lnTo>
                        <a:pt x="499" y="547"/>
                      </a:lnTo>
                      <a:lnTo>
                        <a:pt x="503" y="542"/>
                      </a:lnTo>
                      <a:lnTo>
                        <a:pt x="503" y="539"/>
                      </a:lnTo>
                      <a:lnTo>
                        <a:pt x="501" y="537"/>
                      </a:lnTo>
                      <a:lnTo>
                        <a:pt x="496" y="535"/>
                      </a:lnTo>
                      <a:lnTo>
                        <a:pt x="489" y="532"/>
                      </a:lnTo>
                      <a:lnTo>
                        <a:pt x="478" y="528"/>
                      </a:lnTo>
                      <a:lnTo>
                        <a:pt x="467" y="524"/>
                      </a:lnTo>
                      <a:lnTo>
                        <a:pt x="458" y="519"/>
                      </a:lnTo>
                      <a:lnTo>
                        <a:pt x="449" y="516"/>
                      </a:lnTo>
                      <a:lnTo>
                        <a:pt x="446" y="513"/>
                      </a:lnTo>
                      <a:lnTo>
                        <a:pt x="442" y="509"/>
                      </a:lnTo>
                      <a:lnTo>
                        <a:pt x="440" y="504"/>
                      </a:lnTo>
                      <a:lnTo>
                        <a:pt x="438" y="499"/>
                      </a:lnTo>
                      <a:lnTo>
                        <a:pt x="435" y="488"/>
                      </a:lnTo>
                      <a:lnTo>
                        <a:pt x="435" y="479"/>
                      </a:lnTo>
                      <a:lnTo>
                        <a:pt x="435" y="469"/>
                      </a:lnTo>
                      <a:lnTo>
                        <a:pt x="434" y="460"/>
                      </a:lnTo>
                      <a:lnTo>
                        <a:pt x="434" y="455"/>
                      </a:lnTo>
                      <a:lnTo>
                        <a:pt x="435" y="450"/>
                      </a:lnTo>
                      <a:lnTo>
                        <a:pt x="436" y="447"/>
                      </a:lnTo>
                      <a:lnTo>
                        <a:pt x="440" y="444"/>
                      </a:lnTo>
                      <a:lnTo>
                        <a:pt x="446" y="441"/>
                      </a:lnTo>
                      <a:lnTo>
                        <a:pt x="454" y="436"/>
                      </a:lnTo>
                      <a:lnTo>
                        <a:pt x="460" y="435"/>
                      </a:lnTo>
                      <a:lnTo>
                        <a:pt x="465" y="434"/>
                      </a:lnTo>
                      <a:lnTo>
                        <a:pt x="472" y="434"/>
                      </a:lnTo>
                      <a:lnTo>
                        <a:pt x="480" y="435"/>
                      </a:lnTo>
                      <a:lnTo>
                        <a:pt x="496" y="436"/>
                      </a:lnTo>
                      <a:lnTo>
                        <a:pt x="510" y="435"/>
                      </a:lnTo>
                      <a:lnTo>
                        <a:pt x="523" y="432"/>
                      </a:lnTo>
                      <a:lnTo>
                        <a:pt x="534" y="428"/>
                      </a:lnTo>
                      <a:lnTo>
                        <a:pt x="546" y="423"/>
                      </a:lnTo>
                      <a:lnTo>
                        <a:pt x="559" y="419"/>
                      </a:lnTo>
                      <a:lnTo>
                        <a:pt x="572" y="416"/>
                      </a:lnTo>
                      <a:lnTo>
                        <a:pt x="583" y="410"/>
                      </a:lnTo>
                      <a:lnTo>
                        <a:pt x="589" y="404"/>
                      </a:lnTo>
                      <a:lnTo>
                        <a:pt x="592" y="397"/>
                      </a:lnTo>
                      <a:lnTo>
                        <a:pt x="593" y="394"/>
                      </a:lnTo>
                      <a:lnTo>
                        <a:pt x="596" y="392"/>
                      </a:lnTo>
                      <a:lnTo>
                        <a:pt x="599" y="391"/>
                      </a:lnTo>
                      <a:lnTo>
                        <a:pt x="604" y="390"/>
                      </a:lnTo>
                      <a:lnTo>
                        <a:pt x="612" y="388"/>
                      </a:lnTo>
                      <a:lnTo>
                        <a:pt x="617" y="386"/>
                      </a:lnTo>
                      <a:lnTo>
                        <a:pt x="619" y="381"/>
                      </a:lnTo>
                      <a:lnTo>
                        <a:pt x="619" y="374"/>
                      </a:lnTo>
                      <a:lnTo>
                        <a:pt x="619" y="366"/>
                      </a:lnTo>
                      <a:lnTo>
                        <a:pt x="619" y="358"/>
                      </a:lnTo>
                      <a:lnTo>
                        <a:pt x="617" y="348"/>
                      </a:lnTo>
                      <a:lnTo>
                        <a:pt x="615" y="341"/>
                      </a:lnTo>
                      <a:lnTo>
                        <a:pt x="614" y="334"/>
                      </a:lnTo>
                      <a:lnTo>
                        <a:pt x="611" y="330"/>
                      </a:lnTo>
                      <a:lnTo>
                        <a:pt x="602" y="320"/>
                      </a:lnTo>
                      <a:lnTo>
                        <a:pt x="592" y="306"/>
                      </a:lnTo>
                      <a:lnTo>
                        <a:pt x="589" y="299"/>
                      </a:lnTo>
                      <a:lnTo>
                        <a:pt x="586" y="293"/>
                      </a:lnTo>
                      <a:lnTo>
                        <a:pt x="584" y="287"/>
                      </a:lnTo>
                      <a:lnTo>
                        <a:pt x="583" y="281"/>
                      </a:lnTo>
                      <a:lnTo>
                        <a:pt x="594" y="270"/>
                      </a:lnTo>
                      <a:lnTo>
                        <a:pt x="606" y="260"/>
                      </a:lnTo>
                      <a:lnTo>
                        <a:pt x="606" y="257"/>
                      </a:lnTo>
                      <a:lnTo>
                        <a:pt x="605" y="254"/>
                      </a:lnTo>
                      <a:lnTo>
                        <a:pt x="603" y="252"/>
                      </a:lnTo>
                      <a:lnTo>
                        <a:pt x="600" y="249"/>
                      </a:lnTo>
                      <a:lnTo>
                        <a:pt x="597" y="248"/>
                      </a:lnTo>
                      <a:lnTo>
                        <a:pt x="593" y="248"/>
                      </a:lnTo>
                      <a:lnTo>
                        <a:pt x="589" y="249"/>
                      </a:lnTo>
                      <a:lnTo>
                        <a:pt x="585" y="252"/>
                      </a:lnTo>
                      <a:lnTo>
                        <a:pt x="580" y="253"/>
                      </a:lnTo>
                      <a:lnTo>
                        <a:pt x="577" y="253"/>
                      </a:lnTo>
                      <a:lnTo>
                        <a:pt x="574" y="252"/>
                      </a:lnTo>
                      <a:lnTo>
                        <a:pt x="572" y="248"/>
                      </a:lnTo>
                      <a:lnTo>
                        <a:pt x="570" y="245"/>
                      </a:lnTo>
                      <a:lnTo>
                        <a:pt x="568" y="239"/>
                      </a:lnTo>
                      <a:lnTo>
                        <a:pt x="568" y="233"/>
                      </a:lnTo>
                      <a:lnTo>
                        <a:pt x="568" y="227"/>
                      </a:lnTo>
                      <a:lnTo>
                        <a:pt x="570" y="220"/>
                      </a:lnTo>
                      <a:lnTo>
                        <a:pt x="573" y="215"/>
                      </a:lnTo>
                      <a:lnTo>
                        <a:pt x="575" y="210"/>
                      </a:lnTo>
                      <a:lnTo>
                        <a:pt x="579" y="205"/>
                      </a:lnTo>
                      <a:lnTo>
                        <a:pt x="584" y="203"/>
                      </a:lnTo>
                      <a:lnTo>
                        <a:pt x="589" y="201"/>
                      </a:lnTo>
                      <a:lnTo>
                        <a:pt x="592" y="199"/>
                      </a:lnTo>
                      <a:lnTo>
                        <a:pt x="597" y="198"/>
                      </a:lnTo>
                      <a:lnTo>
                        <a:pt x="606" y="198"/>
                      </a:lnTo>
                      <a:lnTo>
                        <a:pt x="615" y="198"/>
                      </a:lnTo>
                      <a:lnTo>
                        <a:pt x="619" y="197"/>
                      </a:lnTo>
                      <a:lnTo>
                        <a:pt x="623" y="196"/>
                      </a:lnTo>
                      <a:lnTo>
                        <a:pt x="627" y="194"/>
                      </a:lnTo>
                      <a:lnTo>
                        <a:pt x="629" y="191"/>
                      </a:lnTo>
                      <a:lnTo>
                        <a:pt x="633" y="184"/>
                      </a:lnTo>
                      <a:lnTo>
                        <a:pt x="635" y="177"/>
                      </a:lnTo>
                      <a:lnTo>
                        <a:pt x="636" y="171"/>
                      </a:lnTo>
                      <a:lnTo>
                        <a:pt x="635" y="165"/>
                      </a:lnTo>
                      <a:lnTo>
                        <a:pt x="633" y="161"/>
                      </a:lnTo>
                      <a:lnTo>
                        <a:pt x="629" y="158"/>
                      </a:lnTo>
                      <a:lnTo>
                        <a:pt x="623" y="154"/>
                      </a:lnTo>
                      <a:lnTo>
                        <a:pt x="615" y="152"/>
                      </a:lnTo>
                      <a:lnTo>
                        <a:pt x="592" y="148"/>
                      </a:lnTo>
                      <a:lnTo>
                        <a:pt x="567" y="147"/>
                      </a:lnTo>
                      <a:lnTo>
                        <a:pt x="545" y="147"/>
                      </a:lnTo>
                      <a:lnTo>
                        <a:pt x="530" y="147"/>
                      </a:lnTo>
                      <a:lnTo>
                        <a:pt x="518" y="150"/>
                      </a:lnTo>
                      <a:lnTo>
                        <a:pt x="508" y="151"/>
                      </a:lnTo>
                      <a:lnTo>
                        <a:pt x="498" y="150"/>
                      </a:lnTo>
                      <a:lnTo>
                        <a:pt x="486" y="147"/>
                      </a:lnTo>
                      <a:lnTo>
                        <a:pt x="474" y="142"/>
                      </a:lnTo>
                      <a:lnTo>
                        <a:pt x="464" y="135"/>
                      </a:lnTo>
                      <a:lnTo>
                        <a:pt x="454" y="127"/>
                      </a:lnTo>
                      <a:lnTo>
                        <a:pt x="448" y="117"/>
                      </a:lnTo>
                      <a:lnTo>
                        <a:pt x="442" y="109"/>
                      </a:lnTo>
                      <a:lnTo>
                        <a:pt x="436" y="101"/>
                      </a:lnTo>
                      <a:lnTo>
                        <a:pt x="429" y="93"/>
                      </a:lnTo>
                      <a:lnTo>
                        <a:pt x="422" y="87"/>
                      </a:lnTo>
                      <a:lnTo>
                        <a:pt x="413" y="79"/>
                      </a:lnTo>
                      <a:lnTo>
                        <a:pt x="404" y="73"/>
                      </a:lnTo>
                      <a:lnTo>
                        <a:pt x="396" y="66"/>
                      </a:lnTo>
                      <a:lnTo>
                        <a:pt x="388" y="58"/>
                      </a:lnTo>
                      <a:lnTo>
                        <a:pt x="382" y="49"/>
                      </a:lnTo>
                      <a:lnTo>
                        <a:pt x="377" y="40"/>
                      </a:lnTo>
                      <a:lnTo>
                        <a:pt x="373" y="31"/>
                      </a:lnTo>
                      <a:lnTo>
                        <a:pt x="371" y="21"/>
                      </a:lnTo>
                      <a:lnTo>
                        <a:pt x="370" y="13"/>
                      </a:lnTo>
                      <a:lnTo>
                        <a:pt x="367" y="6"/>
                      </a:lnTo>
                      <a:lnTo>
                        <a:pt x="366" y="3"/>
                      </a:lnTo>
                      <a:lnTo>
                        <a:pt x="364" y="1"/>
                      </a:lnTo>
                      <a:lnTo>
                        <a:pt x="361" y="0"/>
                      </a:lnTo>
                      <a:lnTo>
                        <a:pt x="359" y="0"/>
                      </a:lnTo>
                      <a:lnTo>
                        <a:pt x="357" y="0"/>
                      </a:lnTo>
                      <a:lnTo>
                        <a:pt x="354" y="1"/>
                      </a:lnTo>
                      <a:lnTo>
                        <a:pt x="353" y="3"/>
                      </a:lnTo>
                      <a:lnTo>
                        <a:pt x="352" y="6"/>
                      </a:lnTo>
                      <a:lnTo>
                        <a:pt x="350" y="10"/>
                      </a:lnTo>
                      <a:lnTo>
                        <a:pt x="348" y="16"/>
                      </a:lnTo>
                      <a:lnTo>
                        <a:pt x="346" y="22"/>
                      </a:lnTo>
                      <a:lnTo>
                        <a:pt x="342" y="27"/>
                      </a:lnTo>
                      <a:lnTo>
                        <a:pt x="340" y="28"/>
                      </a:lnTo>
                      <a:lnTo>
                        <a:pt x="337" y="30"/>
                      </a:lnTo>
                      <a:lnTo>
                        <a:pt x="332" y="31"/>
                      </a:lnTo>
                      <a:lnTo>
                        <a:pt x="325" y="31"/>
                      </a:lnTo>
                      <a:lnTo>
                        <a:pt x="318" y="32"/>
                      </a:lnTo>
                      <a:lnTo>
                        <a:pt x="313" y="32"/>
                      </a:lnTo>
                      <a:lnTo>
                        <a:pt x="308" y="34"/>
                      </a:lnTo>
                      <a:lnTo>
                        <a:pt x="304" y="35"/>
                      </a:lnTo>
                      <a:lnTo>
                        <a:pt x="303" y="38"/>
                      </a:lnTo>
                      <a:lnTo>
                        <a:pt x="301" y="40"/>
                      </a:lnTo>
                      <a:lnTo>
                        <a:pt x="301" y="44"/>
                      </a:lnTo>
                      <a:lnTo>
                        <a:pt x="301" y="47"/>
                      </a:lnTo>
                      <a:lnTo>
                        <a:pt x="300" y="51"/>
                      </a:lnTo>
                      <a:lnTo>
                        <a:pt x="300" y="53"/>
                      </a:lnTo>
                      <a:lnTo>
                        <a:pt x="297" y="57"/>
                      </a:lnTo>
                      <a:lnTo>
                        <a:pt x="296" y="59"/>
                      </a:lnTo>
                      <a:lnTo>
                        <a:pt x="294" y="62"/>
                      </a:lnTo>
                      <a:lnTo>
                        <a:pt x="290" y="63"/>
                      </a:lnTo>
                      <a:lnTo>
                        <a:pt x="288" y="63"/>
                      </a:lnTo>
                      <a:lnTo>
                        <a:pt x="284" y="63"/>
                      </a:lnTo>
                      <a:lnTo>
                        <a:pt x="276" y="63"/>
                      </a:lnTo>
                      <a:lnTo>
                        <a:pt x="270" y="65"/>
                      </a:lnTo>
                      <a:lnTo>
                        <a:pt x="269" y="68"/>
                      </a:lnTo>
                      <a:lnTo>
                        <a:pt x="266" y="70"/>
                      </a:lnTo>
                      <a:lnTo>
                        <a:pt x="266" y="72"/>
                      </a:lnTo>
                      <a:lnTo>
                        <a:pt x="268" y="76"/>
                      </a:lnTo>
                      <a:lnTo>
                        <a:pt x="272" y="84"/>
                      </a:lnTo>
                      <a:lnTo>
                        <a:pt x="279" y="93"/>
                      </a:lnTo>
                      <a:lnTo>
                        <a:pt x="287" y="101"/>
                      </a:lnTo>
                      <a:lnTo>
                        <a:pt x="295" y="106"/>
                      </a:lnTo>
                      <a:lnTo>
                        <a:pt x="298" y="108"/>
                      </a:lnTo>
                      <a:lnTo>
                        <a:pt x="301" y="112"/>
                      </a:lnTo>
                      <a:lnTo>
                        <a:pt x="303" y="116"/>
                      </a:lnTo>
                      <a:lnTo>
                        <a:pt x="304" y="120"/>
                      </a:lnTo>
                      <a:lnTo>
                        <a:pt x="306" y="123"/>
                      </a:lnTo>
                      <a:lnTo>
                        <a:pt x="304" y="127"/>
                      </a:lnTo>
                      <a:lnTo>
                        <a:pt x="302" y="129"/>
                      </a:lnTo>
                      <a:lnTo>
                        <a:pt x="300" y="131"/>
                      </a:lnTo>
                      <a:lnTo>
                        <a:pt x="282" y="132"/>
                      </a:lnTo>
                      <a:lnTo>
                        <a:pt x="268" y="136"/>
                      </a:lnTo>
                      <a:lnTo>
                        <a:pt x="262" y="138"/>
                      </a:lnTo>
                      <a:lnTo>
                        <a:pt x="255" y="139"/>
                      </a:lnTo>
                      <a:lnTo>
                        <a:pt x="252" y="139"/>
                      </a:lnTo>
                      <a:lnTo>
                        <a:pt x="249" y="138"/>
                      </a:lnTo>
                      <a:lnTo>
                        <a:pt x="245" y="136"/>
                      </a:lnTo>
                      <a:lnTo>
                        <a:pt x="243" y="134"/>
                      </a:lnTo>
                      <a:lnTo>
                        <a:pt x="238" y="129"/>
                      </a:lnTo>
                      <a:lnTo>
                        <a:pt x="234" y="128"/>
                      </a:lnTo>
                      <a:lnTo>
                        <a:pt x="233" y="131"/>
                      </a:lnTo>
                      <a:lnTo>
                        <a:pt x="232" y="138"/>
                      </a:lnTo>
                      <a:lnTo>
                        <a:pt x="232" y="146"/>
                      </a:lnTo>
                      <a:lnTo>
                        <a:pt x="230" y="153"/>
                      </a:lnTo>
                      <a:lnTo>
                        <a:pt x="227" y="159"/>
                      </a:lnTo>
                      <a:lnTo>
                        <a:pt x="222" y="165"/>
                      </a:lnTo>
                      <a:lnTo>
                        <a:pt x="216" y="173"/>
                      </a:lnTo>
                      <a:lnTo>
                        <a:pt x="212" y="183"/>
                      </a:lnTo>
                      <a:lnTo>
                        <a:pt x="205" y="194"/>
                      </a:lnTo>
                      <a:lnTo>
                        <a:pt x="194" y="205"/>
                      </a:lnTo>
                      <a:lnTo>
                        <a:pt x="187" y="211"/>
                      </a:lnTo>
                      <a:lnTo>
                        <a:pt x="181" y="215"/>
                      </a:lnTo>
                      <a:lnTo>
                        <a:pt x="176" y="217"/>
                      </a:lnTo>
                      <a:lnTo>
                        <a:pt x="170" y="219"/>
                      </a:lnTo>
                      <a:lnTo>
                        <a:pt x="165" y="219"/>
                      </a:lnTo>
                      <a:lnTo>
                        <a:pt x="161" y="217"/>
                      </a:lnTo>
                      <a:lnTo>
                        <a:pt x="156" y="215"/>
                      </a:lnTo>
                      <a:lnTo>
                        <a:pt x="150" y="211"/>
                      </a:lnTo>
                      <a:lnTo>
                        <a:pt x="144" y="209"/>
                      </a:lnTo>
                      <a:lnTo>
                        <a:pt x="138" y="209"/>
                      </a:lnTo>
                      <a:lnTo>
                        <a:pt x="132" y="210"/>
                      </a:lnTo>
                      <a:lnTo>
                        <a:pt x="125" y="213"/>
                      </a:lnTo>
                      <a:lnTo>
                        <a:pt x="118" y="216"/>
                      </a:lnTo>
                      <a:lnTo>
                        <a:pt x="112" y="221"/>
                      </a:lnTo>
                      <a:lnTo>
                        <a:pt x="106" y="227"/>
                      </a:lnTo>
                      <a:lnTo>
                        <a:pt x="101" y="232"/>
                      </a:lnTo>
                      <a:lnTo>
                        <a:pt x="98" y="239"/>
                      </a:lnTo>
                      <a:lnTo>
                        <a:pt x="94" y="246"/>
                      </a:lnTo>
                      <a:lnTo>
                        <a:pt x="93" y="254"/>
                      </a:lnTo>
                      <a:lnTo>
                        <a:pt x="92" y="262"/>
                      </a:lnTo>
                      <a:lnTo>
                        <a:pt x="90" y="271"/>
                      </a:lnTo>
                      <a:lnTo>
                        <a:pt x="92" y="278"/>
                      </a:lnTo>
                      <a:lnTo>
                        <a:pt x="94" y="285"/>
                      </a:lnTo>
                      <a:lnTo>
                        <a:pt x="99" y="290"/>
                      </a:lnTo>
                      <a:lnTo>
                        <a:pt x="112" y="301"/>
                      </a:lnTo>
                      <a:lnTo>
                        <a:pt x="130" y="312"/>
                      </a:lnTo>
                      <a:lnTo>
                        <a:pt x="137" y="318"/>
                      </a:lnTo>
                      <a:lnTo>
                        <a:pt x="142" y="323"/>
                      </a:lnTo>
                      <a:lnTo>
                        <a:pt x="145" y="328"/>
                      </a:lnTo>
                      <a:lnTo>
                        <a:pt x="148" y="337"/>
                      </a:lnTo>
                      <a:lnTo>
                        <a:pt x="149" y="349"/>
                      </a:lnTo>
                      <a:lnTo>
                        <a:pt x="148" y="362"/>
                      </a:lnTo>
                      <a:lnTo>
                        <a:pt x="145" y="374"/>
                      </a:lnTo>
                      <a:lnTo>
                        <a:pt x="142" y="386"/>
                      </a:lnTo>
                      <a:lnTo>
                        <a:pt x="137" y="396"/>
                      </a:lnTo>
                      <a:lnTo>
                        <a:pt x="132" y="404"/>
                      </a:lnTo>
                      <a:lnTo>
                        <a:pt x="126" y="409"/>
                      </a:lnTo>
                      <a:lnTo>
                        <a:pt x="121" y="413"/>
                      </a:lnTo>
                      <a:lnTo>
                        <a:pt x="115" y="416"/>
                      </a:lnTo>
                      <a:lnTo>
                        <a:pt x="111" y="417"/>
                      </a:lnTo>
                      <a:lnTo>
                        <a:pt x="104" y="417"/>
                      </a:lnTo>
                      <a:lnTo>
                        <a:pt x="95" y="418"/>
                      </a:lnTo>
                      <a:lnTo>
                        <a:pt x="87" y="421"/>
                      </a:lnTo>
                      <a:lnTo>
                        <a:pt x="76" y="424"/>
                      </a:lnTo>
                      <a:lnTo>
                        <a:pt x="63" y="432"/>
                      </a:lnTo>
                      <a:lnTo>
                        <a:pt x="44" y="443"/>
                      </a:lnTo>
                      <a:lnTo>
                        <a:pt x="26" y="456"/>
                      </a:lnTo>
                      <a:lnTo>
                        <a:pt x="11" y="466"/>
                      </a:lnTo>
                      <a:lnTo>
                        <a:pt x="6" y="470"/>
                      </a:lnTo>
                      <a:lnTo>
                        <a:pt x="2" y="475"/>
                      </a:lnTo>
                      <a:lnTo>
                        <a:pt x="0" y="481"/>
                      </a:lnTo>
                      <a:lnTo>
                        <a:pt x="0" y="486"/>
                      </a:lnTo>
                      <a:lnTo>
                        <a:pt x="0" y="492"/>
                      </a:lnTo>
                      <a:lnTo>
                        <a:pt x="0" y="497"/>
                      </a:lnTo>
                      <a:lnTo>
                        <a:pt x="1" y="501"/>
                      </a:lnTo>
                      <a:lnTo>
                        <a:pt x="4" y="506"/>
                      </a:lnTo>
                      <a:lnTo>
                        <a:pt x="10" y="516"/>
                      </a:lnTo>
                      <a:lnTo>
                        <a:pt x="19" y="528"/>
                      </a:lnTo>
                      <a:lnTo>
                        <a:pt x="29" y="539"/>
                      </a:lnTo>
                      <a:lnTo>
                        <a:pt x="35" y="549"/>
                      </a:lnTo>
                      <a:lnTo>
                        <a:pt x="38" y="557"/>
                      </a:lnTo>
                      <a:lnTo>
                        <a:pt x="41" y="563"/>
                      </a:lnTo>
                      <a:lnTo>
                        <a:pt x="39" y="566"/>
                      </a:lnTo>
                      <a:lnTo>
                        <a:pt x="39" y="567"/>
                      </a:lnTo>
                      <a:lnTo>
                        <a:pt x="37" y="569"/>
                      </a:lnTo>
                      <a:lnTo>
                        <a:pt x="33" y="569"/>
                      </a:lnTo>
                      <a:lnTo>
                        <a:pt x="25" y="570"/>
                      </a:lnTo>
                      <a:lnTo>
                        <a:pt x="19" y="574"/>
                      </a:lnTo>
                      <a:lnTo>
                        <a:pt x="17" y="575"/>
                      </a:lnTo>
                      <a:lnTo>
                        <a:pt x="14" y="577"/>
                      </a:lnTo>
                      <a:lnTo>
                        <a:pt x="13" y="581"/>
                      </a:lnTo>
                      <a:lnTo>
                        <a:pt x="13" y="585"/>
                      </a:lnTo>
                      <a:lnTo>
                        <a:pt x="17" y="593"/>
                      </a:lnTo>
                      <a:lnTo>
                        <a:pt x="22" y="602"/>
                      </a:lnTo>
                      <a:lnTo>
                        <a:pt x="25" y="607"/>
                      </a:lnTo>
                      <a:lnTo>
                        <a:pt x="29" y="611"/>
                      </a:lnTo>
                      <a:lnTo>
                        <a:pt x="30" y="615"/>
                      </a:lnTo>
                      <a:lnTo>
                        <a:pt x="31" y="620"/>
                      </a:lnTo>
                      <a:lnTo>
                        <a:pt x="33" y="631"/>
                      </a:lnTo>
                      <a:lnTo>
                        <a:pt x="35" y="642"/>
                      </a:lnTo>
                      <a:lnTo>
                        <a:pt x="37" y="646"/>
                      </a:lnTo>
                      <a:lnTo>
                        <a:pt x="39" y="651"/>
                      </a:lnTo>
                      <a:lnTo>
                        <a:pt x="42" y="655"/>
                      </a:lnTo>
                      <a:lnTo>
                        <a:pt x="45" y="658"/>
                      </a:lnTo>
                      <a:lnTo>
                        <a:pt x="50" y="659"/>
                      </a:lnTo>
                      <a:lnTo>
                        <a:pt x="57" y="661"/>
                      </a:lnTo>
                      <a:lnTo>
                        <a:pt x="64" y="662"/>
                      </a:lnTo>
                      <a:lnTo>
                        <a:pt x="71" y="662"/>
                      </a:lnTo>
                      <a:lnTo>
                        <a:pt x="79" y="661"/>
                      </a:lnTo>
                      <a:lnTo>
                        <a:pt x="86" y="659"/>
                      </a:lnTo>
                      <a:lnTo>
                        <a:pt x="88" y="661"/>
                      </a:lnTo>
                      <a:lnTo>
                        <a:pt x="90" y="662"/>
                      </a:lnTo>
                      <a:lnTo>
                        <a:pt x="93" y="663"/>
                      </a:lnTo>
                      <a:lnTo>
                        <a:pt x="95" y="667"/>
                      </a:lnTo>
                      <a:lnTo>
                        <a:pt x="99" y="671"/>
                      </a:lnTo>
                      <a:lnTo>
                        <a:pt x="102" y="677"/>
                      </a:lnTo>
                      <a:lnTo>
                        <a:pt x="107" y="682"/>
                      </a:lnTo>
                      <a:lnTo>
                        <a:pt x="112" y="687"/>
                      </a:lnTo>
                      <a:lnTo>
                        <a:pt x="118" y="689"/>
                      </a:lnTo>
                      <a:lnTo>
                        <a:pt x="123" y="689"/>
                      </a:lnTo>
                      <a:lnTo>
                        <a:pt x="128" y="689"/>
                      </a:lnTo>
                      <a:lnTo>
                        <a:pt x="134" y="688"/>
                      </a:lnTo>
                      <a:lnTo>
                        <a:pt x="144" y="683"/>
                      </a:lnTo>
                      <a:lnTo>
                        <a:pt x="150" y="680"/>
                      </a:lnTo>
                      <a:lnTo>
                        <a:pt x="157" y="675"/>
                      </a:lnTo>
                      <a:lnTo>
                        <a:pt x="163" y="669"/>
                      </a:lnTo>
                      <a:lnTo>
                        <a:pt x="171" y="663"/>
                      </a:lnTo>
                      <a:lnTo>
                        <a:pt x="180" y="657"/>
                      </a:lnTo>
                      <a:lnTo>
                        <a:pt x="187" y="654"/>
                      </a:lnTo>
                      <a:lnTo>
                        <a:pt x="194" y="650"/>
                      </a:lnTo>
                      <a:lnTo>
                        <a:pt x="201" y="649"/>
                      </a:lnTo>
                      <a:lnTo>
                        <a:pt x="213" y="648"/>
                      </a:lnTo>
                      <a:lnTo>
                        <a:pt x="225" y="646"/>
                      </a:lnTo>
                      <a:lnTo>
                        <a:pt x="237" y="646"/>
                      </a:lnTo>
                      <a:close/>
                    </a:path>
                  </a:pathLst>
                </a:custGeom>
                <a:solidFill>
                  <a:srgbClr val="FFFFFF"/>
                </a:solidFill>
                <a:ln w="9525">
                  <a:solidFill>
                    <a:srgbClr val="AFABAB"/>
                  </a:solidFill>
                  <a:round/>
                  <a:headEnd/>
                  <a:tailEnd/>
                </a:ln>
              </p:spPr>
              <p:txBody>
                <a:bodyPr/>
                <a:lstStyle/>
                <a:p>
                  <a:endParaRPr lang="zh-CN" altLang="en-US"/>
                </a:p>
              </p:txBody>
            </p:sp>
            <p:sp>
              <p:nvSpPr>
                <p:cNvPr id="53" name="河北">
                  <a:extLst>
                    <a:ext uri="{FF2B5EF4-FFF2-40B4-BE49-F238E27FC236}">
                      <a16:creationId xmlns:a16="http://schemas.microsoft.com/office/drawing/2014/main" id="{E6449C77-9166-4C17-94AD-AD71601264B8}"/>
                    </a:ext>
                  </a:extLst>
                </p:cNvPr>
                <p:cNvSpPr>
                  <a:spLocks noEditPoints="1"/>
                </p:cNvSpPr>
                <p:nvPr/>
              </p:nvSpPr>
              <p:spPr bwMode="auto">
                <a:xfrm>
                  <a:off x="3438567" y="1295468"/>
                  <a:ext cx="542932" cy="762040"/>
                </a:xfrm>
                <a:custGeom>
                  <a:avLst/>
                  <a:gdLst>
                    <a:gd name="T0" fmla="*/ 2147483646 w 2047"/>
                    <a:gd name="T1" fmla="*/ 2147483646 h 2907"/>
                    <a:gd name="T2" fmla="*/ 2147483646 w 2047"/>
                    <a:gd name="T3" fmla="*/ 2147483646 h 2907"/>
                    <a:gd name="T4" fmla="*/ 2147483646 w 2047"/>
                    <a:gd name="T5" fmla="*/ 2147483646 h 2907"/>
                    <a:gd name="T6" fmla="*/ 2147483646 w 2047"/>
                    <a:gd name="T7" fmla="*/ 2147483646 h 2907"/>
                    <a:gd name="T8" fmla="*/ 2147483646 w 2047"/>
                    <a:gd name="T9" fmla="*/ 2147483646 h 2907"/>
                    <a:gd name="T10" fmla="*/ 2147483646 w 2047"/>
                    <a:gd name="T11" fmla="*/ 2147483646 h 2907"/>
                    <a:gd name="T12" fmla="*/ 2147483646 w 2047"/>
                    <a:gd name="T13" fmla="*/ 2147483646 h 2907"/>
                    <a:gd name="T14" fmla="*/ 2147483646 w 2047"/>
                    <a:gd name="T15" fmla="*/ 2147483646 h 2907"/>
                    <a:gd name="T16" fmla="*/ 2147483646 w 2047"/>
                    <a:gd name="T17" fmla="*/ 2147483646 h 2907"/>
                    <a:gd name="T18" fmla="*/ 2147483646 w 2047"/>
                    <a:gd name="T19" fmla="*/ 2147483646 h 2907"/>
                    <a:gd name="T20" fmla="*/ 2147483646 w 2047"/>
                    <a:gd name="T21" fmla="*/ 2147483646 h 2907"/>
                    <a:gd name="T22" fmla="*/ 0 w 2047"/>
                    <a:gd name="T23" fmla="*/ 2147483646 h 2907"/>
                    <a:gd name="T24" fmla="*/ 2147483646 w 2047"/>
                    <a:gd name="T25" fmla="*/ 2147483646 h 2907"/>
                    <a:gd name="T26" fmla="*/ 2147483646 w 2047"/>
                    <a:gd name="T27" fmla="*/ 2147483646 h 2907"/>
                    <a:gd name="T28" fmla="*/ 2147483646 w 2047"/>
                    <a:gd name="T29" fmla="*/ 2147483646 h 2907"/>
                    <a:gd name="T30" fmla="*/ 2147483646 w 2047"/>
                    <a:gd name="T31" fmla="*/ 2147483646 h 2907"/>
                    <a:gd name="T32" fmla="*/ 2147483646 w 2047"/>
                    <a:gd name="T33" fmla="*/ 2147483646 h 2907"/>
                    <a:gd name="T34" fmla="*/ 2147483646 w 2047"/>
                    <a:gd name="T35" fmla="*/ 2147483646 h 2907"/>
                    <a:gd name="T36" fmla="*/ 2147483646 w 2047"/>
                    <a:gd name="T37" fmla="*/ 2147483646 h 2907"/>
                    <a:gd name="T38" fmla="*/ 2147483646 w 2047"/>
                    <a:gd name="T39" fmla="*/ 2147483646 h 2907"/>
                    <a:gd name="T40" fmla="*/ 2147483646 w 2047"/>
                    <a:gd name="T41" fmla="*/ 2147483646 h 2907"/>
                    <a:gd name="T42" fmla="*/ 2147483646 w 2047"/>
                    <a:gd name="T43" fmla="*/ 2147483646 h 2907"/>
                    <a:gd name="T44" fmla="*/ 2147483646 w 2047"/>
                    <a:gd name="T45" fmla="*/ 2147483646 h 2907"/>
                    <a:gd name="T46" fmla="*/ 2147483646 w 2047"/>
                    <a:gd name="T47" fmla="*/ 2147483646 h 2907"/>
                    <a:gd name="T48" fmla="*/ 2147483646 w 2047"/>
                    <a:gd name="T49" fmla="*/ 2147483646 h 2907"/>
                    <a:gd name="T50" fmla="*/ 2147483646 w 2047"/>
                    <a:gd name="T51" fmla="*/ 2147483646 h 2907"/>
                    <a:gd name="T52" fmla="*/ 2147483646 w 2047"/>
                    <a:gd name="T53" fmla="*/ 2147483646 h 2907"/>
                    <a:gd name="T54" fmla="*/ 2147483646 w 2047"/>
                    <a:gd name="T55" fmla="*/ 2147483646 h 2907"/>
                    <a:gd name="T56" fmla="*/ 2147483646 w 2047"/>
                    <a:gd name="T57" fmla="*/ 2147483646 h 2907"/>
                    <a:gd name="T58" fmla="*/ 2147483646 w 2047"/>
                    <a:gd name="T59" fmla="*/ 2147483646 h 2907"/>
                    <a:gd name="T60" fmla="*/ 2147483646 w 2047"/>
                    <a:gd name="T61" fmla="*/ 2147483646 h 2907"/>
                    <a:gd name="T62" fmla="*/ 2147483646 w 2047"/>
                    <a:gd name="T63" fmla="*/ 2147483646 h 2907"/>
                    <a:gd name="T64" fmla="*/ 2147483646 w 2047"/>
                    <a:gd name="T65" fmla="*/ 2147483646 h 2907"/>
                    <a:gd name="T66" fmla="*/ 2147483646 w 2047"/>
                    <a:gd name="T67" fmla="*/ 2147483646 h 2907"/>
                    <a:gd name="T68" fmla="*/ 2147483646 w 2047"/>
                    <a:gd name="T69" fmla="*/ 2147483646 h 2907"/>
                    <a:gd name="T70" fmla="*/ 2147483646 w 2047"/>
                    <a:gd name="T71" fmla="*/ 2147483646 h 2907"/>
                    <a:gd name="T72" fmla="*/ 2147483646 w 2047"/>
                    <a:gd name="T73" fmla="*/ 2147483646 h 2907"/>
                    <a:gd name="T74" fmla="*/ 2147483646 w 2047"/>
                    <a:gd name="T75" fmla="*/ 2147483646 h 2907"/>
                    <a:gd name="T76" fmla="*/ 2147483646 w 2047"/>
                    <a:gd name="T77" fmla="*/ 2147483646 h 2907"/>
                    <a:gd name="T78" fmla="*/ 2147483646 w 2047"/>
                    <a:gd name="T79" fmla="*/ 2147483646 h 2907"/>
                    <a:gd name="T80" fmla="*/ 2147483646 w 2047"/>
                    <a:gd name="T81" fmla="*/ 2147483646 h 2907"/>
                    <a:gd name="T82" fmla="*/ 2147483646 w 2047"/>
                    <a:gd name="T83" fmla="*/ 2147483646 h 2907"/>
                    <a:gd name="T84" fmla="*/ 2147483646 w 2047"/>
                    <a:gd name="T85" fmla="*/ 2147483646 h 2907"/>
                    <a:gd name="T86" fmla="*/ 2147483646 w 2047"/>
                    <a:gd name="T87" fmla="*/ 2147483646 h 2907"/>
                    <a:gd name="T88" fmla="*/ 2147483646 w 2047"/>
                    <a:gd name="T89" fmla="*/ 2147483646 h 2907"/>
                    <a:gd name="T90" fmla="*/ 2147483646 w 2047"/>
                    <a:gd name="T91" fmla="*/ 2147483646 h 2907"/>
                    <a:gd name="T92" fmla="*/ 2147483646 w 2047"/>
                    <a:gd name="T93" fmla="*/ 2147483646 h 2907"/>
                    <a:gd name="T94" fmla="*/ 2147483646 w 2047"/>
                    <a:gd name="T95" fmla="*/ 2147483646 h 2907"/>
                    <a:gd name="T96" fmla="*/ 2147483646 w 2047"/>
                    <a:gd name="T97" fmla="*/ 2147483646 h 2907"/>
                    <a:gd name="T98" fmla="*/ 2147483646 w 2047"/>
                    <a:gd name="T99" fmla="*/ 2147483646 h 2907"/>
                    <a:gd name="T100" fmla="*/ 2147483646 w 2047"/>
                    <a:gd name="T101" fmla="*/ 2147483646 h 2907"/>
                    <a:gd name="T102" fmla="*/ 2147483646 w 2047"/>
                    <a:gd name="T103" fmla="*/ 2147483646 h 2907"/>
                    <a:gd name="T104" fmla="*/ 2147483646 w 2047"/>
                    <a:gd name="T105" fmla="*/ 2147483646 h 2907"/>
                    <a:gd name="T106" fmla="*/ 2147483646 w 2047"/>
                    <a:gd name="T107" fmla="*/ 2147483646 h 2907"/>
                    <a:gd name="T108" fmla="*/ 2147483646 w 2047"/>
                    <a:gd name="T109" fmla="*/ 2147483646 h 2907"/>
                    <a:gd name="T110" fmla="*/ 2147483646 w 2047"/>
                    <a:gd name="T111" fmla="*/ 2147483646 h 2907"/>
                    <a:gd name="T112" fmla="*/ 2147483646 w 2047"/>
                    <a:gd name="T113" fmla="*/ 2147483646 h 2907"/>
                    <a:gd name="T114" fmla="*/ 2147483646 w 2047"/>
                    <a:gd name="T115" fmla="*/ 2147483646 h 2907"/>
                    <a:gd name="T116" fmla="*/ 2147483646 w 2047"/>
                    <a:gd name="T117" fmla="*/ 2147483646 h 2907"/>
                    <a:gd name="T118" fmla="*/ 2147483646 w 2047"/>
                    <a:gd name="T119" fmla="*/ 2147483646 h 2907"/>
                    <a:gd name="T120" fmla="*/ 2147483646 w 2047"/>
                    <a:gd name="T121" fmla="*/ 2147483646 h 2907"/>
                    <a:gd name="T122" fmla="*/ 2147483646 w 2047"/>
                    <a:gd name="T123" fmla="*/ 2147483646 h 290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047" h="2907">
                      <a:moveTo>
                        <a:pt x="1422" y="1913"/>
                      </a:moveTo>
                      <a:lnTo>
                        <a:pt x="1422" y="1915"/>
                      </a:lnTo>
                      <a:lnTo>
                        <a:pt x="1421" y="1916"/>
                      </a:lnTo>
                      <a:lnTo>
                        <a:pt x="1422" y="1922"/>
                      </a:lnTo>
                      <a:lnTo>
                        <a:pt x="1421" y="1928"/>
                      </a:lnTo>
                      <a:lnTo>
                        <a:pt x="1421" y="1935"/>
                      </a:lnTo>
                      <a:lnTo>
                        <a:pt x="1418" y="1942"/>
                      </a:lnTo>
                      <a:lnTo>
                        <a:pt x="1416" y="1949"/>
                      </a:lnTo>
                      <a:lnTo>
                        <a:pt x="1411" y="1956"/>
                      </a:lnTo>
                      <a:lnTo>
                        <a:pt x="1405" y="1963"/>
                      </a:lnTo>
                      <a:lnTo>
                        <a:pt x="1397" y="1968"/>
                      </a:lnTo>
                      <a:lnTo>
                        <a:pt x="1384" y="1976"/>
                      </a:lnTo>
                      <a:lnTo>
                        <a:pt x="1371" y="1986"/>
                      </a:lnTo>
                      <a:lnTo>
                        <a:pt x="1360" y="1995"/>
                      </a:lnTo>
                      <a:lnTo>
                        <a:pt x="1352" y="2006"/>
                      </a:lnTo>
                      <a:lnTo>
                        <a:pt x="1345" y="2023"/>
                      </a:lnTo>
                      <a:lnTo>
                        <a:pt x="1339" y="2039"/>
                      </a:lnTo>
                      <a:lnTo>
                        <a:pt x="1333" y="2058"/>
                      </a:lnTo>
                      <a:lnTo>
                        <a:pt x="1327" y="2071"/>
                      </a:lnTo>
                      <a:lnTo>
                        <a:pt x="1322" y="2074"/>
                      </a:lnTo>
                      <a:lnTo>
                        <a:pt x="1316" y="2076"/>
                      </a:lnTo>
                      <a:lnTo>
                        <a:pt x="1309" y="2077"/>
                      </a:lnTo>
                      <a:lnTo>
                        <a:pt x="1301" y="2080"/>
                      </a:lnTo>
                      <a:lnTo>
                        <a:pt x="1288" y="2082"/>
                      </a:lnTo>
                      <a:lnTo>
                        <a:pt x="1270" y="2085"/>
                      </a:lnTo>
                      <a:lnTo>
                        <a:pt x="1251" y="2087"/>
                      </a:lnTo>
                      <a:lnTo>
                        <a:pt x="1234" y="2089"/>
                      </a:lnTo>
                      <a:lnTo>
                        <a:pt x="1220" y="2092"/>
                      </a:lnTo>
                      <a:lnTo>
                        <a:pt x="1204" y="2095"/>
                      </a:lnTo>
                      <a:lnTo>
                        <a:pt x="1190" y="2099"/>
                      </a:lnTo>
                      <a:lnTo>
                        <a:pt x="1177" y="2101"/>
                      </a:lnTo>
                      <a:lnTo>
                        <a:pt x="1149" y="2104"/>
                      </a:lnTo>
                      <a:lnTo>
                        <a:pt x="1126" y="2105"/>
                      </a:lnTo>
                      <a:lnTo>
                        <a:pt x="1116" y="2108"/>
                      </a:lnTo>
                      <a:lnTo>
                        <a:pt x="1107" y="2113"/>
                      </a:lnTo>
                      <a:lnTo>
                        <a:pt x="1102" y="2117"/>
                      </a:lnTo>
                      <a:lnTo>
                        <a:pt x="1099" y="2121"/>
                      </a:lnTo>
                      <a:lnTo>
                        <a:pt x="1094" y="2126"/>
                      </a:lnTo>
                      <a:lnTo>
                        <a:pt x="1090" y="2133"/>
                      </a:lnTo>
                      <a:lnTo>
                        <a:pt x="1076" y="2161"/>
                      </a:lnTo>
                      <a:lnTo>
                        <a:pt x="1063" y="2184"/>
                      </a:lnTo>
                      <a:lnTo>
                        <a:pt x="1056" y="2195"/>
                      </a:lnTo>
                      <a:lnTo>
                        <a:pt x="1049" y="2206"/>
                      </a:lnTo>
                      <a:lnTo>
                        <a:pt x="1039" y="2215"/>
                      </a:lnTo>
                      <a:lnTo>
                        <a:pt x="1030" y="2224"/>
                      </a:lnTo>
                      <a:lnTo>
                        <a:pt x="1011" y="2238"/>
                      </a:lnTo>
                      <a:lnTo>
                        <a:pt x="998" y="2249"/>
                      </a:lnTo>
                      <a:lnTo>
                        <a:pt x="990" y="2252"/>
                      </a:lnTo>
                      <a:lnTo>
                        <a:pt x="984" y="2253"/>
                      </a:lnTo>
                      <a:lnTo>
                        <a:pt x="977" y="2253"/>
                      </a:lnTo>
                      <a:lnTo>
                        <a:pt x="969" y="2250"/>
                      </a:lnTo>
                      <a:lnTo>
                        <a:pt x="961" y="2247"/>
                      </a:lnTo>
                      <a:lnTo>
                        <a:pt x="954" y="2245"/>
                      </a:lnTo>
                      <a:lnTo>
                        <a:pt x="948" y="2245"/>
                      </a:lnTo>
                      <a:lnTo>
                        <a:pt x="942" y="2246"/>
                      </a:lnTo>
                      <a:lnTo>
                        <a:pt x="936" y="2251"/>
                      </a:lnTo>
                      <a:lnTo>
                        <a:pt x="931" y="2257"/>
                      </a:lnTo>
                      <a:lnTo>
                        <a:pt x="926" y="2265"/>
                      </a:lnTo>
                      <a:lnTo>
                        <a:pt x="920" y="2277"/>
                      </a:lnTo>
                      <a:lnTo>
                        <a:pt x="918" y="2283"/>
                      </a:lnTo>
                      <a:lnTo>
                        <a:pt x="917" y="2288"/>
                      </a:lnTo>
                      <a:lnTo>
                        <a:pt x="917" y="2293"/>
                      </a:lnTo>
                      <a:lnTo>
                        <a:pt x="918" y="2297"/>
                      </a:lnTo>
                      <a:lnTo>
                        <a:pt x="920" y="2303"/>
                      </a:lnTo>
                      <a:lnTo>
                        <a:pt x="924" y="2308"/>
                      </a:lnTo>
                      <a:lnTo>
                        <a:pt x="926" y="2312"/>
                      </a:lnTo>
                      <a:lnTo>
                        <a:pt x="927" y="2315"/>
                      </a:lnTo>
                      <a:lnTo>
                        <a:pt x="927" y="2316"/>
                      </a:lnTo>
                      <a:lnTo>
                        <a:pt x="926" y="2319"/>
                      </a:lnTo>
                      <a:lnTo>
                        <a:pt x="924" y="2321"/>
                      </a:lnTo>
                      <a:lnTo>
                        <a:pt x="919" y="2323"/>
                      </a:lnTo>
                      <a:lnTo>
                        <a:pt x="914" y="2326"/>
                      </a:lnTo>
                      <a:lnTo>
                        <a:pt x="911" y="2328"/>
                      </a:lnTo>
                      <a:lnTo>
                        <a:pt x="906" y="2329"/>
                      </a:lnTo>
                      <a:lnTo>
                        <a:pt x="901" y="2329"/>
                      </a:lnTo>
                      <a:lnTo>
                        <a:pt x="894" y="2329"/>
                      </a:lnTo>
                      <a:lnTo>
                        <a:pt x="886" y="2328"/>
                      </a:lnTo>
                      <a:lnTo>
                        <a:pt x="879" y="2327"/>
                      </a:lnTo>
                      <a:lnTo>
                        <a:pt x="870" y="2328"/>
                      </a:lnTo>
                      <a:lnTo>
                        <a:pt x="867" y="2331"/>
                      </a:lnTo>
                      <a:lnTo>
                        <a:pt x="863" y="2333"/>
                      </a:lnTo>
                      <a:lnTo>
                        <a:pt x="858" y="2336"/>
                      </a:lnTo>
                      <a:lnTo>
                        <a:pt x="855" y="2341"/>
                      </a:lnTo>
                      <a:lnTo>
                        <a:pt x="847" y="2352"/>
                      </a:lnTo>
                      <a:lnTo>
                        <a:pt x="838" y="2366"/>
                      </a:lnTo>
                      <a:lnTo>
                        <a:pt x="829" y="2382"/>
                      </a:lnTo>
                      <a:lnTo>
                        <a:pt x="820" y="2401"/>
                      </a:lnTo>
                      <a:lnTo>
                        <a:pt x="812" y="2423"/>
                      </a:lnTo>
                      <a:lnTo>
                        <a:pt x="806" y="2446"/>
                      </a:lnTo>
                      <a:lnTo>
                        <a:pt x="800" y="2467"/>
                      </a:lnTo>
                      <a:lnTo>
                        <a:pt x="795" y="2486"/>
                      </a:lnTo>
                      <a:lnTo>
                        <a:pt x="788" y="2498"/>
                      </a:lnTo>
                      <a:lnTo>
                        <a:pt x="781" y="2510"/>
                      </a:lnTo>
                      <a:lnTo>
                        <a:pt x="775" y="2522"/>
                      </a:lnTo>
                      <a:lnTo>
                        <a:pt x="769" y="2533"/>
                      </a:lnTo>
                      <a:lnTo>
                        <a:pt x="765" y="2547"/>
                      </a:lnTo>
                      <a:lnTo>
                        <a:pt x="760" y="2560"/>
                      </a:lnTo>
                      <a:lnTo>
                        <a:pt x="757" y="2571"/>
                      </a:lnTo>
                      <a:lnTo>
                        <a:pt x="755" y="2578"/>
                      </a:lnTo>
                      <a:lnTo>
                        <a:pt x="743" y="2586"/>
                      </a:lnTo>
                      <a:lnTo>
                        <a:pt x="729" y="2594"/>
                      </a:lnTo>
                      <a:lnTo>
                        <a:pt x="712" y="2604"/>
                      </a:lnTo>
                      <a:lnTo>
                        <a:pt x="694" y="2613"/>
                      </a:lnTo>
                      <a:lnTo>
                        <a:pt x="691" y="2616"/>
                      </a:lnTo>
                      <a:lnTo>
                        <a:pt x="688" y="2619"/>
                      </a:lnTo>
                      <a:lnTo>
                        <a:pt x="686" y="2623"/>
                      </a:lnTo>
                      <a:lnTo>
                        <a:pt x="684" y="2627"/>
                      </a:lnTo>
                      <a:lnTo>
                        <a:pt x="680" y="2635"/>
                      </a:lnTo>
                      <a:lnTo>
                        <a:pt x="674" y="2642"/>
                      </a:lnTo>
                      <a:lnTo>
                        <a:pt x="668" y="2653"/>
                      </a:lnTo>
                      <a:lnTo>
                        <a:pt x="661" y="2662"/>
                      </a:lnTo>
                      <a:lnTo>
                        <a:pt x="653" y="2674"/>
                      </a:lnTo>
                      <a:lnTo>
                        <a:pt x="641" y="2692"/>
                      </a:lnTo>
                      <a:lnTo>
                        <a:pt x="635" y="2706"/>
                      </a:lnTo>
                      <a:lnTo>
                        <a:pt x="629" y="2723"/>
                      </a:lnTo>
                      <a:lnTo>
                        <a:pt x="625" y="2730"/>
                      </a:lnTo>
                      <a:lnTo>
                        <a:pt x="624" y="2736"/>
                      </a:lnTo>
                      <a:lnTo>
                        <a:pt x="623" y="2742"/>
                      </a:lnTo>
                      <a:lnTo>
                        <a:pt x="623" y="2745"/>
                      </a:lnTo>
                      <a:lnTo>
                        <a:pt x="625" y="2754"/>
                      </a:lnTo>
                      <a:lnTo>
                        <a:pt x="628" y="2763"/>
                      </a:lnTo>
                      <a:lnTo>
                        <a:pt x="630" y="2774"/>
                      </a:lnTo>
                      <a:lnTo>
                        <a:pt x="634" y="2785"/>
                      </a:lnTo>
                      <a:lnTo>
                        <a:pt x="635" y="2788"/>
                      </a:lnTo>
                      <a:lnTo>
                        <a:pt x="637" y="2791"/>
                      </a:lnTo>
                      <a:lnTo>
                        <a:pt x="641" y="2793"/>
                      </a:lnTo>
                      <a:lnTo>
                        <a:pt x="644" y="2794"/>
                      </a:lnTo>
                      <a:lnTo>
                        <a:pt x="653" y="2798"/>
                      </a:lnTo>
                      <a:lnTo>
                        <a:pt x="662" y="2801"/>
                      </a:lnTo>
                      <a:lnTo>
                        <a:pt x="668" y="2805"/>
                      </a:lnTo>
                      <a:lnTo>
                        <a:pt x="673" y="2810"/>
                      </a:lnTo>
                      <a:lnTo>
                        <a:pt x="678" y="2815"/>
                      </a:lnTo>
                      <a:lnTo>
                        <a:pt x="681" y="2820"/>
                      </a:lnTo>
                      <a:lnTo>
                        <a:pt x="687" y="2832"/>
                      </a:lnTo>
                      <a:lnTo>
                        <a:pt x="692" y="2843"/>
                      </a:lnTo>
                      <a:lnTo>
                        <a:pt x="697" y="2858"/>
                      </a:lnTo>
                      <a:lnTo>
                        <a:pt x="700" y="2869"/>
                      </a:lnTo>
                      <a:lnTo>
                        <a:pt x="700" y="2873"/>
                      </a:lnTo>
                      <a:lnTo>
                        <a:pt x="698" y="2875"/>
                      </a:lnTo>
                      <a:lnTo>
                        <a:pt x="694" y="2878"/>
                      </a:lnTo>
                      <a:lnTo>
                        <a:pt x="688" y="2882"/>
                      </a:lnTo>
                      <a:lnTo>
                        <a:pt x="678" y="2892"/>
                      </a:lnTo>
                      <a:lnTo>
                        <a:pt x="669" y="2899"/>
                      </a:lnTo>
                      <a:lnTo>
                        <a:pt x="665" y="2901"/>
                      </a:lnTo>
                      <a:lnTo>
                        <a:pt x="660" y="2903"/>
                      </a:lnTo>
                      <a:lnTo>
                        <a:pt x="655" y="2903"/>
                      </a:lnTo>
                      <a:lnTo>
                        <a:pt x="650" y="2903"/>
                      </a:lnTo>
                      <a:lnTo>
                        <a:pt x="647" y="2902"/>
                      </a:lnTo>
                      <a:lnTo>
                        <a:pt x="642" y="2900"/>
                      </a:lnTo>
                      <a:lnTo>
                        <a:pt x="639" y="2896"/>
                      </a:lnTo>
                      <a:lnTo>
                        <a:pt x="635" y="2893"/>
                      </a:lnTo>
                      <a:lnTo>
                        <a:pt x="628" y="2882"/>
                      </a:lnTo>
                      <a:lnTo>
                        <a:pt x="620" y="2871"/>
                      </a:lnTo>
                      <a:lnTo>
                        <a:pt x="614" y="2867"/>
                      </a:lnTo>
                      <a:lnTo>
                        <a:pt x="608" y="2863"/>
                      </a:lnTo>
                      <a:lnTo>
                        <a:pt x="600" y="2861"/>
                      </a:lnTo>
                      <a:lnTo>
                        <a:pt x="592" y="2861"/>
                      </a:lnTo>
                      <a:lnTo>
                        <a:pt x="584" y="2862"/>
                      </a:lnTo>
                      <a:lnTo>
                        <a:pt x="578" y="2864"/>
                      </a:lnTo>
                      <a:lnTo>
                        <a:pt x="571" y="2869"/>
                      </a:lnTo>
                      <a:lnTo>
                        <a:pt x="566" y="2875"/>
                      </a:lnTo>
                      <a:lnTo>
                        <a:pt x="558" y="2887"/>
                      </a:lnTo>
                      <a:lnTo>
                        <a:pt x="553" y="2898"/>
                      </a:lnTo>
                      <a:lnTo>
                        <a:pt x="551" y="2901"/>
                      </a:lnTo>
                      <a:lnTo>
                        <a:pt x="547" y="2903"/>
                      </a:lnTo>
                      <a:lnTo>
                        <a:pt x="542" y="2906"/>
                      </a:lnTo>
                      <a:lnTo>
                        <a:pt x="537" y="2907"/>
                      </a:lnTo>
                      <a:lnTo>
                        <a:pt x="533" y="2907"/>
                      </a:lnTo>
                      <a:lnTo>
                        <a:pt x="527" y="2906"/>
                      </a:lnTo>
                      <a:lnTo>
                        <a:pt x="521" y="2905"/>
                      </a:lnTo>
                      <a:lnTo>
                        <a:pt x="516" y="2902"/>
                      </a:lnTo>
                      <a:lnTo>
                        <a:pt x="509" y="2901"/>
                      </a:lnTo>
                      <a:lnTo>
                        <a:pt x="501" y="2899"/>
                      </a:lnTo>
                      <a:lnTo>
                        <a:pt x="491" y="2898"/>
                      </a:lnTo>
                      <a:lnTo>
                        <a:pt x="480" y="2896"/>
                      </a:lnTo>
                      <a:lnTo>
                        <a:pt x="457" y="2895"/>
                      </a:lnTo>
                      <a:lnTo>
                        <a:pt x="432" y="2896"/>
                      </a:lnTo>
                      <a:lnTo>
                        <a:pt x="410" y="2895"/>
                      </a:lnTo>
                      <a:lnTo>
                        <a:pt x="394" y="2894"/>
                      </a:lnTo>
                      <a:lnTo>
                        <a:pt x="387" y="2892"/>
                      </a:lnTo>
                      <a:lnTo>
                        <a:pt x="378" y="2888"/>
                      </a:lnTo>
                      <a:lnTo>
                        <a:pt x="370" y="2884"/>
                      </a:lnTo>
                      <a:lnTo>
                        <a:pt x="359" y="2878"/>
                      </a:lnTo>
                      <a:lnTo>
                        <a:pt x="346" y="2870"/>
                      </a:lnTo>
                      <a:lnTo>
                        <a:pt x="332" y="2862"/>
                      </a:lnTo>
                      <a:lnTo>
                        <a:pt x="320" y="2852"/>
                      </a:lnTo>
                      <a:lnTo>
                        <a:pt x="310" y="2846"/>
                      </a:lnTo>
                      <a:lnTo>
                        <a:pt x="306" y="2844"/>
                      </a:lnTo>
                      <a:lnTo>
                        <a:pt x="299" y="2844"/>
                      </a:lnTo>
                      <a:lnTo>
                        <a:pt x="291" y="2845"/>
                      </a:lnTo>
                      <a:lnTo>
                        <a:pt x="284" y="2846"/>
                      </a:lnTo>
                      <a:lnTo>
                        <a:pt x="281" y="2849"/>
                      </a:lnTo>
                      <a:lnTo>
                        <a:pt x="277" y="2854"/>
                      </a:lnTo>
                      <a:lnTo>
                        <a:pt x="272" y="2855"/>
                      </a:lnTo>
                      <a:lnTo>
                        <a:pt x="266" y="2855"/>
                      </a:lnTo>
                      <a:lnTo>
                        <a:pt x="259" y="2855"/>
                      </a:lnTo>
                      <a:lnTo>
                        <a:pt x="251" y="2855"/>
                      </a:lnTo>
                      <a:lnTo>
                        <a:pt x="243" y="2854"/>
                      </a:lnTo>
                      <a:lnTo>
                        <a:pt x="236" y="2852"/>
                      </a:lnTo>
                      <a:lnTo>
                        <a:pt x="228" y="2850"/>
                      </a:lnTo>
                      <a:lnTo>
                        <a:pt x="224" y="2848"/>
                      </a:lnTo>
                      <a:lnTo>
                        <a:pt x="211" y="2836"/>
                      </a:lnTo>
                      <a:lnTo>
                        <a:pt x="199" y="2823"/>
                      </a:lnTo>
                      <a:lnTo>
                        <a:pt x="184" y="2821"/>
                      </a:lnTo>
                      <a:lnTo>
                        <a:pt x="174" y="2818"/>
                      </a:lnTo>
                      <a:lnTo>
                        <a:pt x="165" y="2815"/>
                      </a:lnTo>
                      <a:lnTo>
                        <a:pt x="157" y="2814"/>
                      </a:lnTo>
                      <a:lnTo>
                        <a:pt x="148" y="2814"/>
                      </a:lnTo>
                      <a:lnTo>
                        <a:pt x="138" y="2815"/>
                      </a:lnTo>
                      <a:lnTo>
                        <a:pt x="127" y="2819"/>
                      </a:lnTo>
                      <a:lnTo>
                        <a:pt x="115" y="2820"/>
                      </a:lnTo>
                      <a:lnTo>
                        <a:pt x="108" y="2823"/>
                      </a:lnTo>
                      <a:lnTo>
                        <a:pt x="105" y="2823"/>
                      </a:lnTo>
                      <a:lnTo>
                        <a:pt x="104" y="2819"/>
                      </a:lnTo>
                      <a:lnTo>
                        <a:pt x="105" y="2811"/>
                      </a:lnTo>
                      <a:lnTo>
                        <a:pt x="105" y="2804"/>
                      </a:lnTo>
                      <a:lnTo>
                        <a:pt x="104" y="2796"/>
                      </a:lnTo>
                      <a:lnTo>
                        <a:pt x="102" y="2793"/>
                      </a:lnTo>
                      <a:lnTo>
                        <a:pt x="100" y="2789"/>
                      </a:lnTo>
                      <a:lnTo>
                        <a:pt x="96" y="2787"/>
                      </a:lnTo>
                      <a:lnTo>
                        <a:pt x="93" y="2785"/>
                      </a:lnTo>
                      <a:lnTo>
                        <a:pt x="79" y="2777"/>
                      </a:lnTo>
                      <a:lnTo>
                        <a:pt x="66" y="2770"/>
                      </a:lnTo>
                      <a:lnTo>
                        <a:pt x="60" y="2767"/>
                      </a:lnTo>
                      <a:lnTo>
                        <a:pt x="55" y="2763"/>
                      </a:lnTo>
                      <a:lnTo>
                        <a:pt x="50" y="2758"/>
                      </a:lnTo>
                      <a:lnTo>
                        <a:pt x="48" y="2752"/>
                      </a:lnTo>
                      <a:lnTo>
                        <a:pt x="48" y="2741"/>
                      </a:lnTo>
                      <a:lnTo>
                        <a:pt x="49" y="2728"/>
                      </a:lnTo>
                      <a:lnTo>
                        <a:pt x="49" y="2720"/>
                      </a:lnTo>
                      <a:lnTo>
                        <a:pt x="47" y="2714"/>
                      </a:lnTo>
                      <a:lnTo>
                        <a:pt x="44" y="2711"/>
                      </a:lnTo>
                      <a:lnTo>
                        <a:pt x="42" y="2709"/>
                      </a:lnTo>
                      <a:lnTo>
                        <a:pt x="38" y="2705"/>
                      </a:lnTo>
                      <a:lnTo>
                        <a:pt x="33" y="2703"/>
                      </a:lnTo>
                      <a:lnTo>
                        <a:pt x="25" y="2698"/>
                      </a:lnTo>
                      <a:lnTo>
                        <a:pt x="20" y="2693"/>
                      </a:lnTo>
                      <a:lnTo>
                        <a:pt x="17" y="2689"/>
                      </a:lnTo>
                      <a:lnTo>
                        <a:pt x="14" y="2686"/>
                      </a:lnTo>
                      <a:lnTo>
                        <a:pt x="13" y="2678"/>
                      </a:lnTo>
                      <a:lnTo>
                        <a:pt x="14" y="2668"/>
                      </a:lnTo>
                      <a:lnTo>
                        <a:pt x="13" y="2659"/>
                      </a:lnTo>
                      <a:lnTo>
                        <a:pt x="14" y="2653"/>
                      </a:lnTo>
                      <a:lnTo>
                        <a:pt x="16" y="2650"/>
                      </a:lnTo>
                      <a:lnTo>
                        <a:pt x="18" y="2648"/>
                      </a:lnTo>
                      <a:lnTo>
                        <a:pt x="22" y="2648"/>
                      </a:lnTo>
                      <a:lnTo>
                        <a:pt x="28" y="2647"/>
                      </a:lnTo>
                      <a:lnTo>
                        <a:pt x="33" y="2646"/>
                      </a:lnTo>
                      <a:lnTo>
                        <a:pt x="41" y="2644"/>
                      </a:lnTo>
                      <a:lnTo>
                        <a:pt x="47" y="2641"/>
                      </a:lnTo>
                      <a:lnTo>
                        <a:pt x="54" y="2637"/>
                      </a:lnTo>
                      <a:lnTo>
                        <a:pt x="58" y="2634"/>
                      </a:lnTo>
                      <a:lnTo>
                        <a:pt x="63" y="2629"/>
                      </a:lnTo>
                      <a:lnTo>
                        <a:pt x="68" y="2624"/>
                      </a:lnTo>
                      <a:lnTo>
                        <a:pt x="69" y="2619"/>
                      </a:lnTo>
                      <a:lnTo>
                        <a:pt x="71" y="2610"/>
                      </a:lnTo>
                      <a:lnTo>
                        <a:pt x="73" y="2600"/>
                      </a:lnTo>
                      <a:lnTo>
                        <a:pt x="75" y="2596"/>
                      </a:lnTo>
                      <a:lnTo>
                        <a:pt x="76" y="2593"/>
                      </a:lnTo>
                      <a:lnTo>
                        <a:pt x="80" y="2591"/>
                      </a:lnTo>
                      <a:lnTo>
                        <a:pt x="85" y="2591"/>
                      </a:lnTo>
                      <a:lnTo>
                        <a:pt x="89" y="2592"/>
                      </a:lnTo>
                      <a:lnTo>
                        <a:pt x="94" y="2591"/>
                      </a:lnTo>
                      <a:lnTo>
                        <a:pt x="98" y="2588"/>
                      </a:lnTo>
                      <a:lnTo>
                        <a:pt x="101" y="2586"/>
                      </a:lnTo>
                      <a:lnTo>
                        <a:pt x="102" y="2581"/>
                      </a:lnTo>
                      <a:lnTo>
                        <a:pt x="105" y="2577"/>
                      </a:lnTo>
                      <a:lnTo>
                        <a:pt x="106" y="2571"/>
                      </a:lnTo>
                      <a:lnTo>
                        <a:pt x="106" y="2564"/>
                      </a:lnTo>
                      <a:lnTo>
                        <a:pt x="105" y="2547"/>
                      </a:lnTo>
                      <a:lnTo>
                        <a:pt x="104" y="2530"/>
                      </a:lnTo>
                      <a:lnTo>
                        <a:pt x="102" y="2515"/>
                      </a:lnTo>
                      <a:lnTo>
                        <a:pt x="100" y="2503"/>
                      </a:lnTo>
                      <a:lnTo>
                        <a:pt x="100" y="2498"/>
                      </a:lnTo>
                      <a:lnTo>
                        <a:pt x="100" y="2493"/>
                      </a:lnTo>
                      <a:lnTo>
                        <a:pt x="101" y="2489"/>
                      </a:lnTo>
                      <a:lnTo>
                        <a:pt x="102" y="2484"/>
                      </a:lnTo>
                      <a:lnTo>
                        <a:pt x="108" y="2474"/>
                      </a:lnTo>
                      <a:lnTo>
                        <a:pt x="117" y="2466"/>
                      </a:lnTo>
                      <a:lnTo>
                        <a:pt x="125" y="2458"/>
                      </a:lnTo>
                      <a:lnTo>
                        <a:pt x="131" y="2448"/>
                      </a:lnTo>
                      <a:lnTo>
                        <a:pt x="137" y="2436"/>
                      </a:lnTo>
                      <a:lnTo>
                        <a:pt x="140" y="2422"/>
                      </a:lnTo>
                      <a:lnTo>
                        <a:pt x="143" y="2414"/>
                      </a:lnTo>
                      <a:lnTo>
                        <a:pt x="146" y="2405"/>
                      </a:lnTo>
                      <a:lnTo>
                        <a:pt x="150" y="2397"/>
                      </a:lnTo>
                      <a:lnTo>
                        <a:pt x="155" y="2389"/>
                      </a:lnTo>
                      <a:lnTo>
                        <a:pt x="165" y="2372"/>
                      </a:lnTo>
                      <a:lnTo>
                        <a:pt x="175" y="2358"/>
                      </a:lnTo>
                      <a:lnTo>
                        <a:pt x="184" y="2342"/>
                      </a:lnTo>
                      <a:lnTo>
                        <a:pt x="194" y="2326"/>
                      </a:lnTo>
                      <a:lnTo>
                        <a:pt x="201" y="2308"/>
                      </a:lnTo>
                      <a:lnTo>
                        <a:pt x="208" y="2291"/>
                      </a:lnTo>
                      <a:lnTo>
                        <a:pt x="215" y="2275"/>
                      </a:lnTo>
                      <a:lnTo>
                        <a:pt x="220" y="2260"/>
                      </a:lnTo>
                      <a:lnTo>
                        <a:pt x="222" y="2247"/>
                      </a:lnTo>
                      <a:lnTo>
                        <a:pt x="222" y="2237"/>
                      </a:lnTo>
                      <a:lnTo>
                        <a:pt x="222" y="2232"/>
                      </a:lnTo>
                      <a:lnTo>
                        <a:pt x="220" y="2228"/>
                      </a:lnTo>
                      <a:lnTo>
                        <a:pt x="218" y="2226"/>
                      </a:lnTo>
                      <a:lnTo>
                        <a:pt x="214" y="2224"/>
                      </a:lnTo>
                      <a:lnTo>
                        <a:pt x="211" y="2222"/>
                      </a:lnTo>
                      <a:lnTo>
                        <a:pt x="206" y="2221"/>
                      </a:lnTo>
                      <a:lnTo>
                        <a:pt x="200" y="2220"/>
                      </a:lnTo>
                      <a:lnTo>
                        <a:pt x="194" y="2220"/>
                      </a:lnTo>
                      <a:lnTo>
                        <a:pt x="181" y="2220"/>
                      </a:lnTo>
                      <a:lnTo>
                        <a:pt x="173" y="2219"/>
                      </a:lnTo>
                      <a:lnTo>
                        <a:pt x="169" y="2218"/>
                      </a:lnTo>
                      <a:lnTo>
                        <a:pt x="167" y="2216"/>
                      </a:lnTo>
                      <a:lnTo>
                        <a:pt x="165" y="2214"/>
                      </a:lnTo>
                      <a:lnTo>
                        <a:pt x="164" y="2210"/>
                      </a:lnTo>
                      <a:lnTo>
                        <a:pt x="165" y="2208"/>
                      </a:lnTo>
                      <a:lnTo>
                        <a:pt x="167" y="2206"/>
                      </a:lnTo>
                      <a:lnTo>
                        <a:pt x="173" y="2202"/>
                      </a:lnTo>
                      <a:lnTo>
                        <a:pt x="178" y="2200"/>
                      </a:lnTo>
                      <a:lnTo>
                        <a:pt x="183" y="2196"/>
                      </a:lnTo>
                      <a:lnTo>
                        <a:pt x="186" y="2194"/>
                      </a:lnTo>
                      <a:lnTo>
                        <a:pt x="186" y="2193"/>
                      </a:lnTo>
                      <a:lnTo>
                        <a:pt x="186" y="2190"/>
                      </a:lnTo>
                      <a:lnTo>
                        <a:pt x="184" y="2188"/>
                      </a:lnTo>
                      <a:lnTo>
                        <a:pt x="182" y="2187"/>
                      </a:lnTo>
                      <a:lnTo>
                        <a:pt x="171" y="2177"/>
                      </a:lnTo>
                      <a:lnTo>
                        <a:pt x="159" y="2169"/>
                      </a:lnTo>
                      <a:lnTo>
                        <a:pt x="154" y="2163"/>
                      </a:lnTo>
                      <a:lnTo>
                        <a:pt x="149" y="2157"/>
                      </a:lnTo>
                      <a:lnTo>
                        <a:pt x="143" y="2149"/>
                      </a:lnTo>
                      <a:lnTo>
                        <a:pt x="138" y="2139"/>
                      </a:lnTo>
                      <a:lnTo>
                        <a:pt x="131" y="2118"/>
                      </a:lnTo>
                      <a:lnTo>
                        <a:pt x="125" y="2098"/>
                      </a:lnTo>
                      <a:lnTo>
                        <a:pt x="123" y="2089"/>
                      </a:lnTo>
                      <a:lnTo>
                        <a:pt x="120" y="2081"/>
                      </a:lnTo>
                      <a:lnTo>
                        <a:pt x="117" y="2075"/>
                      </a:lnTo>
                      <a:lnTo>
                        <a:pt x="113" y="2069"/>
                      </a:lnTo>
                      <a:lnTo>
                        <a:pt x="107" y="2062"/>
                      </a:lnTo>
                      <a:lnTo>
                        <a:pt x="104" y="2054"/>
                      </a:lnTo>
                      <a:lnTo>
                        <a:pt x="102" y="2050"/>
                      </a:lnTo>
                      <a:lnTo>
                        <a:pt x="102" y="2046"/>
                      </a:lnTo>
                      <a:lnTo>
                        <a:pt x="102" y="2043"/>
                      </a:lnTo>
                      <a:lnTo>
                        <a:pt x="104" y="2038"/>
                      </a:lnTo>
                      <a:lnTo>
                        <a:pt x="105" y="2035"/>
                      </a:lnTo>
                      <a:lnTo>
                        <a:pt x="105" y="2031"/>
                      </a:lnTo>
                      <a:lnTo>
                        <a:pt x="105" y="2027"/>
                      </a:lnTo>
                      <a:lnTo>
                        <a:pt x="102" y="2026"/>
                      </a:lnTo>
                      <a:lnTo>
                        <a:pt x="100" y="2025"/>
                      </a:lnTo>
                      <a:lnTo>
                        <a:pt x="98" y="2025"/>
                      </a:lnTo>
                      <a:lnTo>
                        <a:pt x="94" y="2025"/>
                      </a:lnTo>
                      <a:lnTo>
                        <a:pt x="91" y="2027"/>
                      </a:lnTo>
                      <a:lnTo>
                        <a:pt x="83" y="2031"/>
                      </a:lnTo>
                      <a:lnTo>
                        <a:pt x="77" y="2032"/>
                      </a:lnTo>
                      <a:lnTo>
                        <a:pt x="75" y="2031"/>
                      </a:lnTo>
                      <a:lnTo>
                        <a:pt x="73" y="2030"/>
                      </a:lnTo>
                      <a:lnTo>
                        <a:pt x="70" y="2027"/>
                      </a:lnTo>
                      <a:lnTo>
                        <a:pt x="68" y="2025"/>
                      </a:lnTo>
                      <a:lnTo>
                        <a:pt x="66" y="2018"/>
                      </a:lnTo>
                      <a:lnTo>
                        <a:pt x="63" y="2013"/>
                      </a:lnTo>
                      <a:lnTo>
                        <a:pt x="61" y="2011"/>
                      </a:lnTo>
                      <a:lnTo>
                        <a:pt x="57" y="2010"/>
                      </a:lnTo>
                      <a:lnTo>
                        <a:pt x="52" y="2008"/>
                      </a:lnTo>
                      <a:lnTo>
                        <a:pt x="47" y="2008"/>
                      </a:lnTo>
                      <a:lnTo>
                        <a:pt x="38" y="2008"/>
                      </a:lnTo>
                      <a:lnTo>
                        <a:pt x="32" y="2007"/>
                      </a:lnTo>
                      <a:lnTo>
                        <a:pt x="26" y="2005"/>
                      </a:lnTo>
                      <a:lnTo>
                        <a:pt x="20" y="2001"/>
                      </a:lnTo>
                      <a:lnTo>
                        <a:pt x="17" y="1998"/>
                      </a:lnTo>
                      <a:lnTo>
                        <a:pt x="13" y="1993"/>
                      </a:lnTo>
                      <a:lnTo>
                        <a:pt x="11" y="1987"/>
                      </a:lnTo>
                      <a:lnTo>
                        <a:pt x="10" y="1980"/>
                      </a:lnTo>
                      <a:lnTo>
                        <a:pt x="7" y="1967"/>
                      </a:lnTo>
                      <a:lnTo>
                        <a:pt x="7" y="1954"/>
                      </a:lnTo>
                      <a:lnTo>
                        <a:pt x="5" y="1943"/>
                      </a:lnTo>
                      <a:lnTo>
                        <a:pt x="3" y="1934"/>
                      </a:lnTo>
                      <a:lnTo>
                        <a:pt x="0" y="1928"/>
                      </a:lnTo>
                      <a:lnTo>
                        <a:pt x="0" y="1923"/>
                      </a:lnTo>
                      <a:lnTo>
                        <a:pt x="1" y="1917"/>
                      </a:lnTo>
                      <a:lnTo>
                        <a:pt x="4" y="1911"/>
                      </a:lnTo>
                      <a:lnTo>
                        <a:pt x="7" y="1900"/>
                      </a:lnTo>
                      <a:lnTo>
                        <a:pt x="11" y="1891"/>
                      </a:lnTo>
                      <a:lnTo>
                        <a:pt x="11" y="1881"/>
                      </a:lnTo>
                      <a:lnTo>
                        <a:pt x="10" y="1869"/>
                      </a:lnTo>
                      <a:lnTo>
                        <a:pt x="10" y="1857"/>
                      </a:lnTo>
                      <a:lnTo>
                        <a:pt x="10" y="1847"/>
                      </a:lnTo>
                      <a:lnTo>
                        <a:pt x="11" y="1842"/>
                      </a:lnTo>
                      <a:lnTo>
                        <a:pt x="12" y="1837"/>
                      </a:lnTo>
                      <a:lnTo>
                        <a:pt x="13" y="1833"/>
                      </a:lnTo>
                      <a:lnTo>
                        <a:pt x="16" y="1828"/>
                      </a:lnTo>
                      <a:lnTo>
                        <a:pt x="19" y="1824"/>
                      </a:lnTo>
                      <a:lnTo>
                        <a:pt x="23" y="1821"/>
                      </a:lnTo>
                      <a:lnTo>
                        <a:pt x="28" y="1819"/>
                      </a:lnTo>
                      <a:lnTo>
                        <a:pt x="32" y="1818"/>
                      </a:lnTo>
                      <a:lnTo>
                        <a:pt x="41" y="1817"/>
                      </a:lnTo>
                      <a:lnTo>
                        <a:pt x="47" y="1815"/>
                      </a:lnTo>
                      <a:lnTo>
                        <a:pt x="49" y="1811"/>
                      </a:lnTo>
                      <a:lnTo>
                        <a:pt x="52" y="1804"/>
                      </a:lnTo>
                      <a:lnTo>
                        <a:pt x="55" y="1796"/>
                      </a:lnTo>
                      <a:lnTo>
                        <a:pt x="60" y="1789"/>
                      </a:lnTo>
                      <a:lnTo>
                        <a:pt x="63" y="1785"/>
                      </a:lnTo>
                      <a:lnTo>
                        <a:pt x="68" y="1783"/>
                      </a:lnTo>
                      <a:lnTo>
                        <a:pt x="73" y="1780"/>
                      </a:lnTo>
                      <a:lnTo>
                        <a:pt x="80" y="1779"/>
                      </a:lnTo>
                      <a:lnTo>
                        <a:pt x="86" y="1777"/>
                      </a:lnTo>
                      <a:lnTo>
                        <a:pt x="92" y="1773"/>
                      </a:lnTo>
                      <a:lnTo>
                        <a:pt x="95" y="1768"/>
                      </a:lnTo>
                      <a:lnTo>
                        <a:pt x="98" y="1761"/>
                      </a:lnTo>
                      <a:lnTo>
                        <a:pt x="99" y="1755"/>
                      </a:lnTo>
                      <a:lnTo>
                        <a:pt x="100" y="1749"/>
                      </a:lnTo>
                      <a:lnTo>
                        <a:pt x="100" y="1743"/>
                      </a:lnTo>
                      <a:lnTo>
                        <a:pt x="99" y="1737"/>
                      </a:lnTo>
                      <a:lnTo>
                        <a:pt x="98" y="1734"/>
                      </a:lnTo>
                      <a:lnTo>
                        <a:pt x="95" y="1728"/>
                      </a:lnTo>
                      <a:lnTo>
                        <a:pt x="92" y="1723"/>
                      </a:lnTo>
                      <a:lnTo>
                        <a:pt x="88" y="1718"/>
                      </a:lnTo>
                      <a:lnTo>
                        <a:pt x="80" y="1708"/>
                      </a:lnTo>
                      <a:lnTo>
                        <a:pt x="73" y="1701"/>
                      </a:lnTo>
                      <a:lnTo>
                        <a:pt x="71" y="1697"/>
                      </a:lnTo>
                      <a:lnTo>
                        <a:pt x="69" y="1692"/>
                      </a:lnTo>
                      <a:lnTo>
                        <a:pt x="68" y="1685"/>
                      </a:lnTo>
                      <a:lnTo>
                        <a:pt x="68" y="1679"/>
                      </a:lnTo>
                      <a:lnTo>
                        <a:pt x="69" y="1671"/>
                      </a:lnTo>
                      <a:lnTo>
                        <a:pt x="71" y="1664"/>
                      </a:lnTo>
                      <a:lnTo>
                        <a:pt x="75" y="1658"/>
                      </a:lnTo>
                      <a:lnTo>
                        <a:pt x="80" y="1652"/>
                      </a:lnTo>
                      <a:lnTo>
                        <a:pt x="94" y="1639"/>
                      </a:lnTo>
                      <a:lnTo>
                        <a:pt x="110" y="1623"/>
                      </a:lnTo>
                      <a:lnTo>
                        <a:pt x="124" y="1610"/>
                      </a:lnTo>
                      <a:lnTo>
                        <a:pt x="136" y="1601"/>
                      </a:lnTo>
                      <a:lnTo>
                        <a:pt x="140" y="1598"/>
                      </a:lnTo>
                      <a:lnTo>
                        <a:pt x="145" y="1597"/>
                      </a:lnTo>
                      <a:lnTo>
                        <a:pt x="150" y="1598"/>
                      </a:lnTo>
                      <a:lnTo>
                        <a:pt x="155" y="1600"/>
                      </a:lnTo>
                      <a:lnTo>
                        <a:pt x="158" y="1602"/>
                      </a:lnTo>
                      <a:lnTo>
                        <a:pt x="163" y="1606"/>
                      </a:lnTo>
                      <a:lnTo>
                        <a:pt x="167" y="1609"/>
                      </a:lnTo>
                      <a:lnTo>
                        <a:pt x="170" y="1614"/>
                      </a:lnTo>
                      <a:lnTo>
                        <a:pt x="174" y="1620"/>
                      </a:lnTo>
                      <a:lnTo>
                        <a:pt x="178" y="1623"/>
                      </a:lnTo>
                      <a:lnTo>
                        <a:pt x="183" y="1627"/>
                      </a:lnTo>
                      <a:lnTo>
                        <a:pt x="189" y="1630"/>
                      </a:lnTo>
                      <a:lnTo>
                        <a:pt x="195" y="1632"/>
                      </a:lnTo>
                      <a:lnTo>
                        <a:pt x="202" y="1633"/>
                      </a:lnTo>
                      <a:lnTo>
                        <a:pt x="209" y="1632"/>
                      </a:lnTo>
                      <a:lnTo>
                        <a:pt x="215" y="1630"/>
                      </a:lnTo>
                      <a:lnTo>
                        <a:pt x="221" y="1627"/>
                      </a:lnTo>
                      <a:lnTo>
                        <a:pt x="226" y="1622"/>
                      </a:lnTo>
                      <a:lnTo>
                        <a:pt x="230" y="1617"/>
                      </a:lnTo>
                      <a:lnTo>
                        <a:pt x="233" y="1613"/>
                      </a:lnTo>
                      <a:lnTo>
                        <a:pt x="236" y="1608"/>
                      </a:lnTo>
                      <a:lnTo>
                        <a:pt x="239" y="1604"/>
                      </a:lnTo>
                      <a:lnTo>
                        <a:pt x="243" y="1603"/>
                      </a:lnTo>
                      <a:lnTo>
                        <a:pt x="247" y="1602"/>
                      </a:lnTo>
                      <a:lnTo>
                        <a:pt x="253" y="1602"/>
                      </a:lnTo>
                      <a:lnTo>
                        <a:pt x="257" y="1602"/>
                      </a:lnTo>
                      <a:lnTo>
                        <a:pt x="261" y="1602"/>
                      </a:lnTo>
                      <a:lnTo>
                        <a:pt x="263" y="1600"/>
                      </a:lnTo>
                      <a:lnTo>
                        <a:pt x="265" y="1596"/>
                      </a:lnTo>
                      <a:lnTo>
                        <a:pt x="268" y="1589"/>
                      </a:lnTo>
                      <a:lnTo>
                        <a:pt x="268" y="1585"/>
                      </a:lnTo>
                      <a:lnTo>
                        <a:pt x="270" y="1582"/>
                      </a:lnTo>
                      <a:lnTo>
                        <a:pt x="272" y="1578"/>
                      </a:lnTo>
                      <a:lnTo>
                        <a:pt x="275" y="1576"/>
                      </a:lnTo>
                      <a:lnTo>
                        <a:pt x="281" y="1571"/>
                      </a:lnTo>
                      <a:lnTo>
                        <a:pt x="288" y="1570"/>
                      </a:lnTo>
                      <a:lnTo>
                        <a:pt x="291" y="1569"/>
                      </a:lnTo>
                      <a:lnTo>
                        <a:pt x="295" y="1567"/>
                      </a:lnTo>
                      <a:lnTo>
                        <a:pt x="296" y="1566"/>
                      </a:lnTo>
                      <a:lnTo>
                        <a:pt x="299" y="1564"/>
                      </a:lnTo>
                      <a:lnTo>
                        <a:pt x="299" y="1560"/>
                      </a:lnTo>
                      <a:lnTo>
                        <a:pt x="299" y="1557"/>
                      </a:lnTo>
                      <a:lnTo>
                        <a:pt x="297" y="1552"/>
                      </a:lnTo>
                      <a:lnTo>
                        <a:pt x="295" y="1547"/>
                      </a:lnTo>
                      <a:lnTo>
                        <a:pt x="293" y="1535"/>
                      </a:lnTo>
                      <a:lnTo>
                        <a:pt x="290" y="1525"/>
                      </a:lnTo>
                      <a:lnTo>
                        <a:pt x="291" y="1515"/>
                      </a:lnTo>
                      <a:lnTo>
                        <a:pt x="293" y="1506"/>
                      </a:lnTo>
                      <a:lnTo>
                        <a:pt x="294" y="1496"/>
                      </a:lnTo>
                      <a:lnTo>
                        <a:pt x="294" y="1484"/>
                      </a:lnTo>
                      <a:lnTo>
                        <a:pt x="295" y="1472"/>
                      </a:lnTo>
                      <a:lnTo>
                        <a:pt x="299" y="1458"/>
                      </a:lnTo>
                      <a:lnTo>
                        <a:pt x="303" y="1447"/>
                      </a:lnTo>
                      <a:lnTo>
                        <a:pt x="307" y="1438"/>
                      </a:lnTo>
                      <a:lnTo>
                        <a:pt x="309" y="1433"/>
                      </a:lnTo>
                      <a:lnTo>
                        <a:pt x="310" y="1428"/>
                      </a:lnTo>
                      <a:lnTo>
                        <a:pt x="312" y="1422"/>
                      </a:lnTo>
                      <a:lnTo>
                        <a:pt x="312" y="1417"/>
                      </a:lnTo>
                      <a:lnTo>
                        <a:pt x="310" y="1403"/>
                      </a:lnTo>
                      <a:lnTo>
                        <a:pt x="307" y="1393"/>
                      </a:lnTo>
                      <a:lnTo>
                        <a:pt x="304" y="1388"/>
                      </a:lnTo>
                      <a:lnTo>
                        <a:pt x="301" y="1383"/>
                      </a:lnTo>
                      <a:lnTo>
                        <a:pt x="297" y="1380"/>
                      </a:lnTo>
                      <a:lnTo>
                        <a:pt x="293" y="1376"/>
                      </a:lnTo>
                      <a:lnTo>
                        <a:pt x="282" y="1368"/>
                      </a:lnTo>
                      <a:lnTo>
                        <a:pt x="275" y="1361"/>
                      </a:lnTo>
                      <a:lnTo>
                        <a:pt x="271" y="1356"/>
                      </a:lnTo>
                      <a:lnTo>
                        <a:pt x="269" y="1351"/>
                      </a:lnTo>
                      <a:lnTo>
                        <a:pt x="268" y="1345"/>
                      </a:lnTo>
                      <a:lnTo>
                        <a:pt x="268" y="1338"/>
                      </a:lnTo>
                      <a:lnTo>
                        <a:pt x="269" y="1321"/>
                      </a:lnTo>
                      <a:lnTo>
                        <a:pt x="269" y="1302"/>
                      </a:lnTo>
                      <a:lnTo>
                        <a:pt x="268" y="1294"/>
                      </a:lnTo>
                      <a:lnTo>
                        <a:pt x="268" y="1286"/>
                      </a:lnTo>
                      <a:lnTo>
                        <a:pt x="266" y="1279"/>
                      </a:lnTo>
                      <a:lnTo>
                        <a:pt x="265" y="1274"/>
                      </a:lnTo>
                      <a:lnTo>
                        <a:pt x="262" y="1269"/>
                      </a:lnTo>
                      <a:lnTo>
                        <a:pt x="258" y="1267"/>
                      </a:lnTo>
                      <a:lnTo>
                        <a:pt x="255" y="1266"/>
                      </a:lnTo>
                      <a:lnTo>
                        <a:pt x="250" y="1264"/>
                      </a:lnTo>
                      <a:lnTo>
                        <a:pt x="240" y="1264"/>
                      </a:lnTo>
                      <a:lnTo>
                        <a:pt x="231" y="1266"/>
                      </a:lnTo>
                      <a:lnTo>
                        <a:pt x="220" y="1266"/>
                      </a:lnTo>
                      <a:lnTo>
                        <a:pt x="208" y="1266"/>
                      </a:lnTo>
                      <a:lnTo>
                        <a:pt x="194" y="1263"/>
                      </a:lnTo>
                      <a:lnTo>
                        <a:pt x="178" y="1258"/>
                      </a:lnTo>
                      <a:lnTo>
                        <a:pt x="164" y="1251"/>
                      </a:lnTo>
                      <a:lnTo>
                        <a:pt x="154" y="1243"/>
                      </a:lnTo>
                      <a:lnTo>
                        <a:pt x="149" y="1239"/>
                      </a:lnTo>
                      <a:lnTo>
                        <a:pt x="145" y="1235"/>
                      </a:lnTo>
                      <a:lnTo>
                        <a:pt x="143" y="1231"/>
                      </a:lnTo>
                      <a:lnTo>
                        <a:pt x="140" y="1226"/>
                      </a:lnTo>
                      <a:lnTo>
                        <a:pt x="137" y="1219"/>
                      </a:lnTo>
                      <a:lnTo>
                        <a:pt x="134" y="1216"/>
                      </a:lnTo>
                      <a:lnTo>
                        <a:pt x="130" y="1214"/>
                      </a:lnTo>
                      <a:lnTo>
                        <a:pt x="121" y="1214"/>
                      </a:lnTo>
                      <a:lnTo>
                        <a:pt x="117" y="1214"/>
                      </a:lnTo>
                      <a:lnTo>
                        <a:pt x="113" y="1213"/>
                      </a:lnTo>
                      <a:lnTo>
                        <a:pt x="111" y="1212"/>
                      </a:lnTo>
                      <a:lnTo>
                        <a:pt x="108" y="1211"/>
                      </a:lnTo>
                      <a:lnTo>
                        <a:pt x="108" y="1209"/>
                      </a:lnTo>
                      <a:lnTo>
                        <a:pt x="108" y="1206"/>
                      </a:lnTo>
                      <a:lnTo>
                        <a:pt x="110" y="1203"/>
                      </a:lnTo>
                      <a:lnTo>
                        <a:pt x="112" y="1199"/>
                      </a:lnTo>
                      <a:lnTo>
                        <a:pt x="115" y="1195"/>
                      </a:lnTo>
                      <a:lnTo>
                        <a:pt x="118" y="1192"/>
                      </a:lnTo>
                      <a:lnTo>
                        <a:pt x="119" y="1188"/>
                      </a:lnTo>
                      <a:lnTo>
                        <a:pt x="119" y="1185"/>
                      </a:lnTo>
                      <a:lnTo>
                        <a:pt x="120" y="1178"/>
                      </a:lnTo>
                      <a:lnTo>
                        <a:pt x="120" y="1172"/>
                      </a:lnTo>
                      <a:lnTo>
                        <a:pt x="121" y="1169"/>
                      </a:lnTo>
                      <a:lnTo>
                        <a:pt x="121" y="1167"/>
                      </a:lnTo>
                      <a:lnTo>
                        <a:pt x="124" y="1166"/>
                      </a:lnTo>
                      <a:lnTo>
                        <a:pt x="125" y="1165"/>
                      </a:lnTo>
                      <a:lnTo>
                        <a:pt x="130" y="1166"/>
                      </a:lnTo>
                      <a:lnTo>
                        <a:pt x="136" y="1170"/>
                      </a:lnTo>
                      <a:lnTo>
                        <a:pt x="139" y="1173"/>
                      </a:lnTo>
                      <a:lnTo>
                        <a:pt x="143" y="1174"/>
                      </a:lnTo>
                      <a:lnTo>
                        <a:pt x="146" y="1174"/>
                      </a:lnTo>
                      <a:lnTo>
                        <a:pt x="149" y="1173"/>
                      </a:lnTo>
                      <a:lnTo>
                        <a:pt x="152" y="1172"/>
                      </a:lnTo>
                      <a:lnTo>
                        <a:pt x="155" y="1169"/>
                      </a:lnTo>
                      <a:lnTo>
                        <a:pt x="156" y="1165"/>
                      </a:lnTo>
                      <a:lnTo>
                        <a:pt x="156" y="1161"/>
                      </a:lnTo>
                      <a:lnTo>
                        <a:pt x="154" y="1150"/>
                      </a:lnTo>
                      <a:lnTo>
                        <a:pt x="151" y="1140"/>
                      </a:lnTo>
                      <a:lnTo>
                        <a:pt x="151" y="1135"/>
                      </a:lnTo>
                      <a:lnTo>
                        <a:pt x="152" y="1130"/>
                      </a:lnTo>
                      <a:lnTo>
                        <a:pt x="155" y="1128"/>
                      </a:lnTo>
                      <a:lnTo>
                        <a:pt x="159" y="1125"/>
                      </a:lnTo>
                      <a:lnTo>
                        <a:pt x="169" y="1124"/>
                      </a:lnTo>
                      <a:lnTo>
                        <a:pt x="177" y="1123"/>
                      </a:lnTo>
                      <a:lnTo>
                        <a:pt x="184" y="1121"/>
                      </a:lnTo>
                      <a:lnTo>
                        <a:pt x="193" y="1116"/>
                      </a:lnTo>
                      <a:lnTo>
                        <a:pt x="200" y="1110"/>
                      </a:lnTo>
                      <a:lnTo>
                        <a:pt x="208" y="1105"/>
                      </a:lnTo>
                      <a:lnTo>
                        <a:pt x="219" y="1102"/>
                      </a:lnTo>
                      <a:lnTo>
                        <a:pt x="234" y="1098"/>
                      </a:lnTo>
                      <a:lnTo>
                        <a:pt x="252" y="1096"/>
                      </a:lnTo>
                      <a:lnTo>
                        <a:pt x="268" y="1091"/>
                      </a:lnTo>
                      <a:lnTo>
                        <a:pt x="274" y="1087"/>
                      </a:lnTo>
                      <a:lnTo>
                        <a:pt x="280" y="1084"/>
                      </a:lnTo>
                      <a:lnTo>
                        <a:pt x="284" y="1080"/>
                      </a:lnTo>
                      <a:lnTo>
                        <a:pt x="288" y="1077"/>
                      </a:lnTo>
                      <a:lnTo>
                        <a:pt x="293" y="1067"/>
                      </a:lnTo>
                      <a:lnTo>
                        <a:pt x="296" y="1060"/>
                      </a:lnTo>
                      <a:lnTo>
                        <a:pt x="296" y="1056"/>
                      </a:lnTo>
                      <a:lnTo>
                        <a:pt x="296" y="1053"/>
                      </a:lnTo>
                      <a:lnTo>
                        <a:pt x="295" y="1050"/>
                      </a:lnTo>
                      <a:lnTo>
                        <a:pt x="293" y="1047"/>
                      </a:lnTo>
                      <a:lnTo>
                        <a:pt x="290" y="1044"/>
                      </a:lnTo>
                      <a:lnTo>
                        <a:pt x="288" y="1043"/>
                      </a:lnTo>
                      <a:lnTo>
                        <a:pt x="284" y="1043"/>
                      </a:lnTo>
                      <a:lnTo>
                        <a:pt x="280" y="1044"/>
                      </a:lnTo>
                      <a:lnTo>
                        <a:pt x="271" y="1046"/>
                      </a:lnTo>
                      <a:lnTo>
                        <a:pt x="263" y="1049"/>
                      </a:lnTo>
                      <a:lnTo>
                        <a:pt x="258" y="1049"/>
                      </a:lnTo>
                      <a:lnTo>
                        <a:pt x="253" y="1049"/>
                      </a:lnTo>
                      <a:lnTo>
                        <a:pt x="247" y="1049"/>
                      </a:lnTo>
                      <a:lnTo>
                        <a:pt x="241" y="1047"/>
                      </a:lnTo>
                      <a:lnTo>
                        <a:pt x="236" y="1044"/>
                      </a:lnTo>
                      <a:lnTo>
                        <a:pt x="230" y="1042"/>
                      </a:lnTo>
                      <a:lnTo>
                        <a:pt x="225" y="1040"/>
                      </a:lnTo>
                      <a:lnTo>
                        <a:pt x="221" y="1036"/>
                      </a:lnTo>
                      <a:lnTo>
                        <a:pt x="219" y="1031"/>
                      </a:lnTo>
                      <a:lnTo>
                        <a:pt x="217" y="1025"/>
                      </a:lnTo>
                      <a:lnTo>
                        <a:pt x="215" y="1017"/>
                      </a:lnTo>
                      <a:lnTo>
                        <a:pt x="214" y="1010"/>
                      </a:lnTo>
                      <a:lnTo>
                        <a:pt x="212" y="992"/>
                      </a:lnTo>
                      <a:lnTo>
                        <a:pt x="209" y="976"/>
                      </a:lnTo>
                      <a:lnTo>
                        <a:pt x="208" y="967"/>
                      </a:lnTo>
                      <a:lnTo>
                        <a:pt x="206" y="960"/>
                      </a:lnTo>
                      <a:lnTo>
                        <a:pt x="203" y="954"/>
                      </a:lnTo>
                      <a:lnTo>
                        <a:pt x="200" y="947"/>
                      </a:lnTo>
                      <a:lnTo>
                        <a:pt x="193" y="936"/>
                      </a:lnTo>
                      <a:lnTo>
                        <a:pt x="183" y="927"/>
                      </a:lnTo>
                      <a:lnTo>
                        <a:pt x="175" y="917"/>
                      </a:lnTo>
                      <a:lnTo>
                        <a:pt x="167" y="904"/>
                      </a:lnTo>
                      <a:lnTo>
                        <a:pt x="163" y="898"/>
                      </a:lnTo>
                      <a:lnTo>
                        <a:pt x="159" y="891"/>
                      </a:lnTo>
                      <a:lnTo>
                        <a:pt x="157" y="884"/>
                      </a:lnTo>
                      <a:lnTo>
                        <a:pt x="156" y="876"/>
                      </a:lnTo>
                      <a:lnTo>
                        <a:pt x="154" y="869"/>
                      </a:lnTo>
                      <a:lnTo>
                        <a:pt x="150" y="858"/>
                      </a:lnTo>
                      <a:lnTo>
                        <a:pt x="145" y="848"/>
                      </a:lnTo>
                      <a:lnTo>
                        <a:pt x="139" y="836"/>
                      </a:lnTo>
                      <a:lnTo>
                        <a:pt x="127" y="815"/>
                      </a:lnTo>
                      <a:lnTo>
                        <a:pt x="117" y="797"/>
                      </a:lnTo>
                      <a:lnTo>
                        <a:pt x="106" y="783"/>
                      </a:lnTo>
                      <a:lnTo>
                        <a:pt x="96" y="770"/>
                      </a:lnTo>
                      <a:lnTo>
                        <a:pt x="87" y="758"/>
                      </a:lnTo>
                      <a:lnTo>
                        <a:pt x="77" y="750"/>
                      </a:lnTo>
                      <a:lnTo>
                        <a:pt x="73" y="745"/>
                      </a:lnTo>
                      <a:lnTo>
                        <a:pt x="69" y="740"/>
                      </a:lnTo>
                      <a:lnTo>
                        <a:pt x="66" y="735"/>
                      </a:lnTo>
                      <a:lnTo>
                        <a:pt x="64" y="730"/>
                      </a:lnTo>
                      <a:lnTo>
                        <a:pt x="63" y="724"/>
                      </a:lnTo>
                      <a:lnTo>
                        <a:pt x="63" y="718"/>
                      </a:lnTo>
                      <a:lnTo>
                        <a:pt x="66" y="712"/>
                      </a:lnTo>
                      <a:lnTo>
                        <a:pt x="68" y="706"/>
                      </a:lnTo>
                      <a:lnTo>
                        <a:pt x="73" y="700"/>
                      </a:lnTo>
                      <a:lnTo>
                        <a:pt x="76" y="696"/>
                      </a:lnTo>
                      <a:lnTo>
                        <a:pt x="80" y="693"/>
                      </a:lnTo>
                      <a:lnTo>
                        <a:pt x="83" y="690"/>
                      </a:lnTo>
                      <a:lnTo>
                        <a:pt x="92" y="688"/>
                      </a:lnTo>
                      <a:lnTo>
                        <a:pt x="100" y="686"/>
                      </a:lnTo>
                      <a:lnTo>
                        <a:pt x="104" y="684"/>
                      </a:lnTo>
                      <a:lnTo>
                        <a:pt x="107" y="682"/>
                      </a:lnTo>
                      <a:lnTo>
                        <a:pt x="110" y="677"/>
                      </a:lnTo>
                      <a:lnTo>
                        <a:pt x="111" y="674"/>
                      </a:lnTo>
                      <a:lnTo>
                        <a:pt x="111" y="669"/>
                      </a:lnTo>
                      <a:lnTo>
                        <a:pt x="110" y="664"/>
                      </a:lnTo>
                      <a:lnTo>
                        <a:pt x="107" y="659"/>
                      </a:lnTo>
                      <a:lnTo>
                        <a:pt x="102" y="656"/>
                      </a:lnTo>
                      <a:lnTo>
                        <a:pt x="94" y="649"/>
                      </a:lnTo>
                      <a:lnTo>
                        <a:pt x="87" y="640"/>
                      </a:lnTo>
                      <a:lnTo>
                        <a:pt x="85" y="637"/>
                      </a:lnTo>
                      <a:lnTo>
                        <a:pt x="83" y="631"/>
                      </a:lnTo>
                      <a:lnTo>
                        <a:pt x="83" y="626"/>
                      </a:lnTo>
                      <a:lnTo>
                        <a:pt x="86" y="620"/>
                      </a:lnTo>
                      <a:lnTo>
                        <a:pt x="87" y="615"/>
                      </a:lnTo>
                      <a:lnTo>
                        <a:pt x="87" y="611"/>
                      </a:lnTo>
                      <a:lnTo>
                        <a:pt x="86" y="606"/>
                      </a:lnTo>
                      <a:lnTo>
                        <a:pt x="85" y="601"/>
                      </a:lnTo>
                      <a:lnTo>
                        <a:pt x="79" y="594"/>
                      </a:lnTo>
                      <a:lnTo>
                        <a:pt x="74" y="586"/>
                      </a:lnTo>
                      <a:lnTo>
                        <a:pt x="73" y="581"/>
                      </a:lnTo>
                      <a:lnTo>
                        <a:pt x="71" y="576"/>
                      </a:lnTo>
                      <a:lnTo>
                        <a:pt x="73" y="570"/>
                      </a:lnTo>
                      <a:lnTo>
                        <a:pt x="75" y="564"/>
                      </a:lnTo>
                      <a:lnTo>
                        <a:pt x="79" y="558"/>
                      </a:lnTo>
                      <a:lnTo>
                        <a:pt x="82" y="554"/>
                      </a:lnTo>
                      <a:lnTo>
                        <a:pt x="87" y="548"/>
                      </a:lnTo>
                      <a:lnTo>
                        <a:pt x="93" y="543"/>
                      </a:lnTo>
                      <a:lnTo>
                        <a:pt x="99" y="539"/>
                      </a:lnTo>
                      <a:lnTo>
                        <a:pt x="105" y="537"/>
                      </a:lnTo>
                      <a:lnTo>
                        <a:pt x="110" y="536"/>
                      </a:lnTo>
                      <a:lnTo>
                        <a:pt x="115" y="535"/>
                      </a:lnTo>
                      <a:lnTo>
                        <a:pt x="129" y="535"/>
                      </a:lnTo>
                      <a:lnTo>
                        <a:pt x="148" y="537"/>
                      </a:lnTo>
                      <a:lnTo>
                        <a:pt x="164" y="539"/>
                      </a:lnTo>
                      <a:lnTo>
                        <a:pt x="174" y="539"/>
                      </a:lnTo>
                      <a:lnTo>
                        <a:pt x="176" y="537"/>
                      </a:lnTo>
                      <a:lnTo>
                        <a:pt x="177" y="535"/>
                      </a:lnTo>
                      <a:lnTo>
                        <a:pt x="177" y="530"/>
                      </a:lnTo>
                      <a:lnTo>
                        <a:pt x="177" y="525"/>
                      </a:lnTo>
                      <a:lnTo>
                        <a:pt x="175" y="506"/>
                      </a:lnTo>
                      <a:lnTo>
                        <a:pt x="171" y="481"/>
                      </a:lnTo>
                      <a:lnTo>
                        <a:pt x="168" y="456"/>
                      </a:lnTo>
                      <a:lnTo>
                        <a:pt x="167" y="440"/>
                      </a:lnTo>
                      <a:lnTo>
                        <a:pt x="167" y="425"/>
                      </a:lnTo>
                      <a:lnTo>
                        <a:pt x="170" y="407"/>
                      </a:lnTo>
                      <a:lnTo>
                        <a:pt x="174" y="390"/>
                      </a:lnTo>
                      <a:lnTo>
                        <a:pt x="180" y="373"/>
                      </a:lnTo>
                      <a:lnTo>
                        <a:pt x="184" y="366"/>
                      </a:lnTo>
                      <a:lnTo>
                        <a:pt x="188" y="360"/>
                      </a:lnTo>
                      <a:lnTo>
                        <a:pt x="193" y="354"/>
                      </a:lnTo>
                      <a:lnTo>
                        <a:pt x="199" y="350"/>
                      </a:lnTo>
                      <a:lnTo>
                        <a:pt x="205" y="347"/>
                      </a:lnTo>
                      <a:lnTo>
                        <a:pt x="211" y="344"/>
                      </a:lnTo>
                      <a:lnTo>
                        <a:pt x="217" y="343"/>
                      </a:lnTo>
                      <a:lnTo>
                        <a:pt x="224" y="342"/>
                      </a:lnTo>
                      <a:lnTo>
                        <a:pt x="236" y="340"/>
                      </a:lnTo>
                      <a:lnTo>
                        <a:pt x="244" y="336"/>
                      </a:lnTo>
                      <a:lnTo>
                        <a:pt x="247" y="334"/>
                      </a:lnTo>
                      <a:lnTo>
                        <a:pt x="250" y="330"/>
                      </a:lnTo>
                      <a:lnTo>
                        <a:pt x="252" y="327"/>
                      </a:lnTo>
                      <a:lnTo>
                        <a:pt x="252" y="322"/>
                      </a:lnTo>
                      <a:lnTo>
                        <a:pt x="252" y="310"/>
                      </a:lnTo>
                      <a:lnTo>
                        <a:pt x="252" y="296"/>
                      </a:lnTo>
                      <a:lnTo>
                        <a:pt x="252" y="289"/>
                      </a:lnTo>
                      <a:lnTo>
                        <a:pt x="253" y="283"/>
                      </a:lnTo>
                      <a:lnTo>
                        <a:pt x="256" y="277"/>
                      </a:lnTo>
                      <a:lnTo>
                        <a:pt x="258" y="272"/>
                      </a:lnTo>
                      <a:lnTo>
                        <a:pt x="263" y="270"/>
                      </a:lnTo>
                      <a:lnTo>
                        <a:pt x="268" y="266"/>
                      </a:lnTo>
                      <a:lnTo>
                        <a:pt x="274" y="265"/>
                      </a:lnTo>
                      <a:lnTo>
                        <a:pt x="280" y="264"/>
                      </a:lnTo>
                      <a:lnTo>
                        <a:pt x="291" y="262"/>
                      </a:lnTo>
                      <a:lnTo>
                        <a:pt x="303" y="264"/>
                      </a:lnTo>
                      <a:lnTo>
                        <a:pt x="315" y="266"/>
                      </a:lnTo>
                      <a:lnTo>
                        <a:pt x="326" y="266"/>
                      </a:lnTo>
                      <a:lnTo>
                        <a:pt x="331" y="265"/>
                      </a:lnTo>
                      <a:lnTo>
                        <a:pt x="335" y="264"/>
                      </a:lnTo>
                      <a:lnTo>
                        <a:pt x="339" y="261"/>
                      </a:lnTo>
                      <a:lnTo>
                        <a:pt x="344" y="259"/>
                      </a:lnTo>
                      <a:lnTo>
                        <a:pt x="351" y="252"/>
                      </a:lnTo>
                      <a:lnTo>
                        <a:pt x="357" y="247"/>
                      </a:lnTo>
                      <a:lnTo>
                        <a:pt x="359" y="246"/>
                      </a:lnTo>
                      <a:lnTo>
                        <a:pt x="363" y="245"/>
                      </a:lnTo>
                      <a:lnTo>
                        <a:pt x="365" y="246"/>
                      </a:lnTo>
                      <a:lnTo>
                        <a:pt x="367" y="247"/>
                      </a:lnTo>
                      <a:lnTo>
                        <a:pt x="370" y="249"/>
                      </a:lnTo>
                      <a:lnTo>
                        <a:pt x="371" y="252"/>
                      </a:lnTo>
                      <a:lnTo>
                        <a:pt x="372" y="255"/>
                      </a:lnTo>
                      <a:lnTo>
                        <a:pt x="371" y="258"/>
                      </a:lnTo>
                      <a:lnTo>
                        <a:pt x="369" y="265"/>
                      </a:lnTo>
                      <a:lnTo>
                        <a:pt x="365" y="271"/>
                      </a:lnTo>
                      <a:lnTo>
                        <a:pt x="364" y="274"/>
                      </a:lnTo>
                      <a:lnTo>
                        <a:pt x="363" y="278"/>
                      </a:lnTo>
                      <a:lnTo>
                        <a:pt x="363" y="284"/>
                      </a:lnTo>
                      <a:lnTo>
                        <a:pt x="363" y="289"/>
                      </a:lnTo>
                      <a:lnTo>
                        <a:pt x="364" y="300"/>
                      </a:lnTo>
                      <a:lnTo>
                        <a:pt x="367" y="310"/>
                      </a:lnTo>
                      <a:lnTo>
                        <a:pt x="372" y="321"/>
                      </a:lnTo>
                      <a:lnTo>
                        <a:pt x="377" y="331"/>
                      </a:lnTo>
                      <a:lnTo>
                        <a:pt x="382" y="343"/>
                      </a:lnTo>
                      <a:lnTo>
                        <a:pt x="385" y="356"/>
                      </a:lnTo>
                      <a:lnTo>
                        <a:pt x="387" y="369"/>
                      </a:lnTo>
                      <a:lnTo>
                        <a:pt x="385" y="380"/>
                      </a:lnTo>
                      <a:lnTo>
                        <a:pt x="384" y="388"/>
                      </a:lnTo>
                      <a:lnTo>
                        <a:pt x="383" y="397"/>
                      </a:lnTo>
                      <a:lnTo>
                        <a:pt x="382" y="409"/>
                      </a:lnTo>
                      <a:lnTo>
                        <a:pt x="382" y="422"/>
                      </a:lnTo>
                      <a:lnTo>
                        <a:pt x="382" y="435"/>
                      </a:lnTo>
                      <a:lnTo>
                        <a:pt x="382" y="444"/>
                      </a:lnTo>
                      <a:lnTo>
                        <a:pt x="382" y="461"/>
                      </a:lnTo>
                      <a:lnTo>
                        <a:pt x="382" y="479"/>
                      </a:lnTo>
                      <a:lnTo>
                        <a:pt x="382" y="482"/>
                      </a:lnTo>
                      <a:lnTo>
                        <a:pt x="383" y="486"/>
                      </a:lnTo>
                      <a:lnTo>
                        <a:pt x="384" y="487"/>
                      </a:lnTo>
                      <a:lnTo>
                        <a:pt x="387" y="488"/>
                      </a:lnTo>
                      <a:lnTo>
                        <a:pt x="392" y="489"/>
                      </a:lnTo>
                      <a:lnTo>
                        <a:pt x="402" y="488"/>
                      </a:lnTo>
                      <a:lnTo>
                        <a:pt x="419" y="486"/>
                      </a:lnTo>
                      <a:lnTo>
                        <a:pt x="440" y="483"/>
                      </a:lnTo>
                      <a:lnTo>
                        <a:pt x="451" y="482"/>
                      </a:lnTo>
                      <a:lnTo>
                        <a:pt x="461" y="482"/>
                      </a:lnTo>
                      <a:lnTo>
                        <a:pt x="471" y="483"/>
                      </a:lnTo>
                      <a:lnTo>
                        <a:pt x="477" y="486"/>
                      </a:lnTo>
                      <a:lnTo>
                        <a:pt x="483" y="488"/>
                      </a:lnTo>
                      <a:lnTo>
                        <a:pt x="486" y="491"/>
                      </a:lnTo>
                      <a:lnTo>
                        <a:pt x="490" y="492"/>
                      </a:lnTo>
                      <a:lnTo>
                        <a:pt x="494" y="492"/>
                      </a:lnTo>
                      <a:lnTo>
                        <a:pt x="496" y="491"/>
                      </a:lnTo>
                      <a:lnTo>
                        <a:pt x="498" y="488"/>
                      </a:lnTo>
                      <a:lnTo>
                        <a:pt x="499" y="485"/>
                      </a:lnTo>
                      <a:lnTo>
                        <a:pt x="502" y="481"/>
                      </a:lnTo>
                      <a:lnTo>
                        <a:pt x="504" y="472"/>
                      </a:lnTo>
                      <a:lnTo>
                        <a:pt x="507" y="466"/>
                      </a:lnTo>
                      <a:lnTo>
                        <a:pt x="509" y="463"/>
                      </a:lnTo>
                      <a:lnTo>
                        <a:pt x="511" y="462"/>
                      </a:lnTo>
                      <a:lnTo>
                        <a:pt x="515" y="461"/>
                      </a:lnTo>
                      <a:lnTo>
                        <a:pt x="518" y="461"/>
                      </a:lnTo>
                      <a:lnTo>
                        <a:pt x="523" y="461"/>
                      </a:lnTo>
                      <a:lnTo>
                        <a:pt x="527" y="460"/>
                      </a:lnTo>
                      <a:lnTo>
                        <a:pt x="529" y="459"/>
                      </a:lnTo>
                      <a:lnTo>
                        <a:pt x="532" y="455"/>
                      </a:lnTo>
                      <a:lnTo>
                        <a:pt x="532" y="453"/>
                      </a:lnTo>
                      <a:lnTo>
                        <a:pt x="532" y="449"/>
                      </a:lnTo>
                      <a:lnTo>
                        <a:pt x="530" y="447"/>
                      </a:lnTo>
                      <a:lnTo>
                        <a:pt x="529" y="443"/>
                      </a:lnTo>
                      <a:lnTo>
                        <a:pt x="527" y="441"/>
                      </a:lnTo>
                      <a:lnTo>
                        <a:pt x="524" y="437"/>
                      </a:lnTo>
                      <a:lnTo>
                        <a:pt x="524" y="435"/>
                      </a:lnTo>
                      <a:lnTo>
                        <a:pt x="523" y="431"/>
                      </a:lnTo>
                      <a:lnTo>
                        <a:pt x="524" y="429"/>
                      </a:lnTo>
                      <a:lnTo>
                        <a:pt x="527" y="426"/>
                      </a:lnTo>
                      <a:lnTo>
                        <a:pt x="530" y="425"/>
                      </a:lnTo>
                      <a:lnTo>
                        <a:pt x="535" y="423"/>
                      </a:lnTo>
                      <a:lnTo>
                        <a:pt x="542" y="422"/>
                      </a:lnTo>
                      <a:lnTo>
                        <a:pt x="549" y="418"/>
                      </a:lnTo>
                      <a:lnTo>
                        <a:pt x="559" y="413"/>
                      </a:lnTo>
                      <a:lnTo>
                        <a:pt x="568" y="409"/>
                      </a:lnTo>
                      <a:lnTo>
                        <a:pt x="589" y="396"/>
                      </a:lnTo>
                      <a:lnTo>
                        <a:pt x="606" y="382"/>
                      </a:lnTo>
                      <a:lnTo>
                        <a:pt x="622" y="369"/>
                      </a:lnTo>
                      <a:lnTo>
                        <a:pt x="637" y="356"/>
                      </a:lnTo>
                      <a:lnTo>
                        <a:pt x="652" y="344"/>
                      </a:lnTo>
                      <a:lnTo>
                        <a:pt x="665" y="336"/>
                      </a:lnTo>
                      <a:lnTo>
                        <a:pt x="671" y="333"/>
                      </a:lnTo>
                      <a:lnTo>
                        <a:pt x="677" y="330"/>
                      </a:lnTo>
                      <a:lnTo>
                        <a:pt x="683" y="329"/>
                      </a:lnTo>
                      <a:lnTo>
                        <a:pt x="688" y="329"/>
                      </a:lnTo>
                      <a:lnTo>
                        <a:pt x="693" y="330"/>
                      </a:lnTo>
                      <a:lnTo>
                        <a:pt x="698" y="333"/>
                      </a:lnTo>
                      <a:lnTo>
                        <a:pt x="702" y="337"/>
                      </a:lnTo>
                      <a:lnTo>
                        <a:pt x="705" y="343"/>
                      </a:lnTo>
                      <a:lnTo>
                        <a:pt x="711" y="355"/>
                      </a:lnTo>
                      <a:lnTo>
                        <a:pt x="715" y="366"/>
                      </a:lnTo>
                      <a:lnTo>
                        <a:pt x="718" y="374"/>
                      </a:lnTo>
                      <a:lnTo>
                        <a:pt x="722" y="384"/>
                      </a:lnTo>
                      <a:lnTo>
                        <a:pt x="725" y="387"/>
                      </a:lnTo>
                      <a:lnTo>
                        <a:pt x="729" y="390"/>
                      </a:lnTo>
                      <a:lnTo>
                        <a:pt x="734" y="391"/>
                      </a:lnTo>
                      <a:lnTo>
                        <a:pt x="740" y="391"/>
                      </a:lnTo>
                      <a:lnTo>
                        <a:pt x="744" y="390"/>
                      </a:lnTo>
                      <a:lnTo>
                        <a:pt x="750" y="386"/>
                      </a:lnTo>
                      <a:lnTo>
                        <a:pt x="755" y="382"/>
                      </a:lnTo>
                      <a:lnTo>
                        <a:pt x="760" y="378"/>
                      </a:lnTo>
                      <a:lnTo>
                        <a:pt x="767" y="367"/>
                      </a:lnTo>
                      <a:lnTo>
                        <a:pt x="774" y="357"/>
                      </a:lnTo>
                      <a:lnTo>
                        <a:pt x="782" y="349"/>
                      </a:lnTo>
                      <a:lnTo>
                        <a:pt x="790" y="342"/>
                      </a:lnTo>
                      <a:lnTo>
                        <a:pt x="793" y="338"/>
                      </a:lnTo>
                      <a:lnTo>
                        <a:pt x="797" y="333"/>
                      </a:lnTo>
                      <a:lnTo>
                        <a:pt x="800" y="325"/>
                      </a:lnTo>
                      <a:lnTo>
                        <a:pt x="804" y="317"/>
                      </a:lnTo>
                      <a:lnTo>
                        <a:pt x="807" y="309"/>
                      </a:lnTo>
                      <a:lnTo>
                        <a:pt x="811" y="300"/>
                      </a:lnTo>
                      <a:lnTo>
                        <a:pt x="816" y="293"/>
                      </a:lnTo>
                      <a:lnTo>
                        <a:pt x="820" y="287"/>
                      </a:lnTo>
                      <a:lnTo>
                        <a:pt x="826" y="281"/>
                      </a:lnTo>
                      <a:lnTo>
                        <a:pt x="832" y="279"/>
                      </a:lnTo>
                      <a:lnTo>
                        <a:pt x="838" y="277"/>
                      </a:lnTo>
                      <a:lnTo>
                        <a:pt x="843" y="278"/>
                      </a:lnTo>
                      <a:lnTo>
                        <a:pt x="847" y="279"/>
                      </a:lnTo>
                      <a:lnTo>
                        <a:pt x="850" y="283"/>
                      </a:lnTo>
                      <a:lnTo>
                        <a:pt x="853" y="286"/>
                      </a:lnTo>
                      <a:lnTo>
                        <a:pt x="854" y="292"/>
                      </a:lnTo>
                      <a:lnTo>
                        <a:pt x="855" y="303"/>
                      </a:lnTo>
                      <a:lnTo>
                        <a:pt x="857" y="311"/>
                      </a:lnTo>
                      <a:lnTo>
                        <a:pt x="860" y="312"/>
                      </a:lnTo>
                      <a:lnTo>
                        <a:pt x="862" y="312"/>
                      </a:lnTo>
                      <a:lnTo>
                        <a:pt x="864" y="311"/>
                      </a:lnTo>
                      <a:lnTo>
                        <a:pt x="867" y="309"/>
                      </a:lnTo>
                      <a:lnTo>
                        <a:pt x="870" y="305"/>
                      </a:lnTo>
                      <a:lnTo>
                        <a:pt x="873" y="303"/>
                      </a:lnTo>
                      <a:lnTo>
                        <a:pt x="875" y="300"/>
                      </a:lnTo>
                      <a:lnTo>
                        <a:pt x="879" y="299"/>
                      </a:lnTo>
                      <a:lnTo>
                        <a:pt x="882" y="299"/>
                      </a:lnTo>
                      <a:lnTo>
                        <a:pt x="886" y="300"/>
                      </a:lnTo>
                      <a:lnTo>
                        <a:pt x="889" y="302"/>
                      </a:lnTo>
                      <a:lnTo>
                        <a:pt x="894" y="303"/>
                      </a:lnTo>
                      <a:lnTo>
                        <a:pt x="900" y="305"/>
                      </a:lnTo>
                      <a:lnTo>
                        <a:pt x="906" y="306"/>
                      </a:lnTo>
                      <a:lnTo>
                        <a:pt x="912" y="306"/>
                      </a:lnTo>
                      <a:lnTo>
                        <a:pt x="918" y="306"/>
                      </a:lnTo>
                      <a:lnTo>
                        <a:pt x="931" y="304"/>
                      </a:lnTo>
                      <a:lnTo>
                        <a:pt x="944" y="302"/>
                      </a:lnTo>
                      <a:lnTo>
                        <a:pt x="956" y="298"/>
                      </a:lnTo>
                      <a:lnTo>
                        <a:pt x="967" y="292"/>
                      </a:lnTo>
                      <a:lnTo>
                        <a:pt x="976" y="285"/>
                      </a:lnTo>
                      <a:lnTo>
                        <a:pt x="986" y="279"/>
                      </a:lnTo>
                      <a:lnTo>
                        <a:pt x="995" y="274"/>
                      </a:lnTo>
                      <a:lnTo>
                        <a:pt x="1003" y="268"/>
                      </a:lnTo>
                      <a:lnTo>
                        <a:pt x="1006" y="265"/>
                      </a:lnTo>
                      <a:lnTo>
                        <a:pt x="1007" y="261"/>
                      </a:lnTo>
                      <a:lnTo>
                        <a:pt x="1007" y="256"/>
                      </a:lnTo>
                      <a:lnTo>
                        <a:pt x="1005" y="251"/>
                      </a:lnTo>
                      <a:lnTo>
                        <a:pt x="999" y="239"/>
                      </a:lnTo>
                      <a:lnTo>
                        <a:pt x="992" y="227"/>
                      </a:lnTo>
                      <a:lnTo>
                        <a:pt x="986" y="214"/>
                      </a:lnTo>
                      <a:lnTo>
                        <a:pt x="981" y="201"/>
                      </a:lnTo>
                      <a:lnTo>
                        <a:pt x="980" y="195"/>
                      </a:lnTo>
                      <a:lnTo>
                        <a:pt x="979" y="190"/>
                      </a:lnTo>
                      <a:lnTo>
                        <a:pt x="979" y="186"/>
                      </a:lnTo>
                      <a:lnTo>
                        <a:pt x="980" y="184"/>
                      </a:lnTo>
                      <a:lnTo>
                        <a:pt x="982" y="183"/>
                      </a:lnTo>
                      <a:lnTo>
                        <a:pt x="984" y="182"/>
                      </a:lnTo>
                      <a:lnTo>
                        <a:pt x="988" y="183"/>
                      </a:lnTo>
                      <a:lnTo>
                        <a:pt x="993" y="184"/>
                      </a:lnTo>
                      <a:lnTo>
                        <a:pt x="996" y="186"/>
                      </a:lnTo>
                      <a:lnTo>
                        <a:pt x="1001" y="188"/>
                      </a:lnTo>
                      <a:lnTo>
                        <a:pt x="1005" y="188"/>
                      </a:lnTo>
                      <a:lnTo>
                        <a:pt x="1007" y="186"/>
                      </a:lnTo>
                      <a:lnTo>
                        <a:pt x="1009" y="185"/>
                      </a:lnTo>
                      <a:lnTo>
                        <a:pt x="1011" y="183"/>
                      </a:lnTo>
                      <a:lnTo>
                        <a:pt x="1012" y="179"/>
                      </a:lnTo>
                      <a:lnTo>
                        <a:pt x="1011" y="173"/>
                      </a:lnTo>
                      <a:lnTo>
                        <a:pt x="1007" y="163"/>
                      </a:lnTo>
                      <a:lnTo>
                        <a:pt x="1003" y="152"/>
                      </a:lnTo>
                      <a:lnTo>
                        <a:pt x="1000" y="140"/>
                      </a:lnTo>
                      <a:lnTo>
                        <a:pt x="999" y="123"/>
                      </a:lnTo>
                      <a:lnTo>
                        <a:pt x="1000" y="114"/>
                      </a:lnTo>
                      <a:lnTo>
                        <a:pt x="1002" y="107"/>
                      </a:lnTo>
                      <a:lnTo>
                        <a:pt x="1005" y="101"/>
                      </a:lnTo>
                      <a:lnTo>
                        <a:pt x="1009" y="96"/>
                      </a:lnTo>
                      <a:lnTo>
                        <a:pt x="1020" y="88"/>
                      </a:lnTo>
                      <a:lnTo>
                        <a:pt x="1032" y="79"/>
                      </a:lnTo>
                      <a:lnTo>
                        <a:pt x="1039" y="76"/>
                      </a:lnTo>
                      <a:lnTo>
                        <a:pt x="1045" y="73"/>
                      </a:lnTo>
                      <a:lnTo>
                        <a:pt x="1051" y="71"/>
                      </a:lnTo>
                      <a:lnTo>
                        <a:pt x="1058" y="70"/>
                      </a:lnTo>
                      <a:lnTo>
                        <a:pt x="1074" y="67"/>
                      </a:lnTo>
                      <a:lnTo>
                        <a:pt x="1093" y="69"/>
                      </a:lnTo>
                      <a:lnTo>
                        <a:pt x="1103" y="69"/>
                      </a:lnTo>
                      <a:lnTo>
                        <a:pt x="1116" y="69"/>
                      </a:lnTo>
                      <a:lnTo>
                        <a:pt x="1128" y="67"/>
                      </a:lnTo>
                      <a:lnTo>
                        <a:pt x="1140" y="65"/>
                      </a:lnTo>
                      <a:lnTo>
                        <a:pt x="1151" y="63"/>
                      </a:lnTo>
                      <a:lnTo>
                        <a:pt x="1160" y="59"/>
                      </a:lnTo>
                      <a:lnTo>
                        <a:pt x="1164" y="57"/>
                      </a:lnTo>
                      <a:lnTo>
                        <a:pt x="1168" y="54"/>
                      </a:lnTo>
                      <a:lnTo>
                        <a:pt x="1170" y="52"/>
                      </a:lnTo>
                      <a:lnTo>
                        <a:pt x="1171" y="50"/>
                      </a:lnTo>
                      <a:lnTo>
                        <a:pt x="1172" y="39"/>
                      </a:lnTo>
                      <a:lnTo>
                        <a:pt x="1175" y="28"/>
                      </a:lnTo>
                      <a:lnTo>
                        <a:pt x="1176" y="23"/>
                      </a:lnTo>
                      <a:lnTo>
                        <a:pt x="1178" y="20"/>
                      </a:lnTo>
                      <a:lnTo>
                        <a:pt x="1182" y="16"/>
                      </a:lnTo>
                      <a:lnTo>
                        <a:pt x="1188" y="15"/>
                      </a:lnTo>
                      <a:lnTo>
                        <a:pt x="1201" y="14"/>
                      </a:lnTo>
                      <a:lnTo>
                        <a:pt x="1214" y="13"/>
                      </a:lnTo>
                      <a:lnTo>
                        <a:pt x="1221" y="13"/>
                      </a:lnTo>
                      <a:lnTo>
                        <a:pt x="1229" y="10"/>
                      </a:lnTo>
                      <a:lnTo>
                        <a:pt x="1238" y="8"/>
                      </a:lnTo>
                      <a:lnTo>
                        <a:pt x="1250" y="4"/>
                      </a:lnTo>
                      <a:lnTo>
                        <a:pt x="1260" y="1"/>
                      </a:lnTo>
                      <a:lnTo>
                        <a:pt x="1270" y="0"/>
                      </a:lnTo>
                      <a:lnTo>
                        <a:pt x="1278" y="0"/>
                      </a:lnTo>
                      <a:lnTo>
                        <a:pt x="1285" y="0"/>
                      </a:lnTo>
                      <a:lnTo>
                        <a:pt x="1291" y="3"/>
                      </a:lnTo>
                      <a:lnTo>
                        <a:pt x="1296" y="7"/>
                      </a:lnTo>
                      <a:lnTo>
                        <a:pt x="1301" y="12"/>
                      </a:lnTo>
                      <a:lnTo>
                        <a:pt x="1304" y="18"/>
                      </a:lnTo>
                      <a:lnTo>
                        <a:pt x="1314" y="33"/>
                      </a:lnTo>
                      <a:lnTo>
                        <a:pt x="1324" y="48"/>
                      </a:lnTo>
                      <a:lnTo>
                        <a:pt x="1336" y="64"/>
                      </a:lnTo>
                      <a:lnTo>
                        <a:pt x="1348" y="78"/>
                      </a:lnTo>
                      <a:lnTo>
                        <a:pt x="1354" y="84"/>
                      </a:lnTo>
                      <a:lnTo>
                        <a:pt x="1358" y="89"/>
                      </a:lnTo>
                      <a:lnTo>
                        <a:pt x="1361" y="95"/>
                      </a:lnTo>
                      <a:lnTo>
                        <a:pt x="1365" y="100"/>
                      </a:lnTo>
                      <a:lnTo>
                        <a:pt x="1366" y="106"/>
                      </a:lnTo>
                      <a:lnTo>
                        <a:pt x="1367" y="110"/>
                      </a:lnTo>
                      <a:lnTo>
                        <a:pt x="1368" y="116"/>
                      </a:lnTo>
                      <a:lnTo>
                        <a:pt x="1368" y="121"/>
                      </a:lnTo>
                      <a:lnTo>
                        <a:pt x="1367" y="126"/>
                      </a:lnTo>
                      <a:lnTo>
                        <a:pt x="1366" y="129"/>
                      </a:lnTo>
                      <a:lnTo>
                        <a:pt x="1364" y="133"/>
                      </a:lnTo>
                      <a:lnTo>
                        <a:pt x="1362" y="135"/>
                      </a:lnTo>
                      <a:lnTo>
                        <a:pt x="1357" y="141"/>
                      </a:lnTo>
                      <a:lnTo>
                        <a:pt x="1353" y="147"/>
                      </a:lnTo>
                      <a:lnTo>
                        <a:pt x="1351" y="149"/>
                      </a:lnTo>
                      <a:lnTo>
                        <a:pt x="1351" y="152"/>
                      </a:lnTo>
                      <a:lnTo>
                        <a:pt x="1352" y="154"/>
                      </a:lnTo>
                      <a:lnTo>
                        <a:pt x="1354" y="155"/>
                      </a:lnTo>
                      <a:lnTo>
                        <a:pt x="1360" y="159"/>
                      </a:lnTo>
                      <a:lnTo>
                        <a:pt x="1367" y="161"/>
                      </a:lnTo>
                      <a:lnTo>
                        <a:pt x="1376" y="166"/>
                      </a:lnTo>
                      <a:lnTo>
                        <a:pt x="1384" y="173"/>
                      </a:lnTo>
                      <a:lnTo>
                        <a:pt x="1387" y="178"/>
                      </a:lnTo>
                      <a:lnTo>
                        <a:pt x="1392" y="183"/>
                      </a:lnTo>
                      <a:lnTo>
                        <a:pt x="1395" y="190"/>
                      </a:lnTo>
                      <a:lnTo>
                        <a:pt x="1397" y="196"/>
                      </a:lnTo>
                      <a:lnTo>
                        <a:pt x="1399" y="203"/>
                      </a:lnTo>
                      <a:lnTo>
                        <a:pt x="1403" y="209"/>
                      </a:lnTo>
                      <a:lnTo>
                        <a:pt x="1406" y="212"/>
                      </a:lnTo>
                      <a:lnTo>
                        <a:pt x="1410" y="216"/>
                      </a:lnTo>
                      <a:lnTo>
                        <a:pt x="1415" y="218"/>
                      </a:lnTo>
                      <a:lnTo>
                        <a:pt x="1420" y="218"/>
                      </a:lnTo>
                      <a:lnTo>
                        <a:pt x="1424" y="217"/>
                      </a:lnTo>
                      <a:lnTo>
                        <a:pt x="1429" y="215"/>
                      </a:lnTo>
                      <a:lnTo>
                        <a:pt x="1435" y="212"/>
                      </a:lnTo>
                      <a:lnTo>
                        <a:pt x="1440" y="211"/>
                      </a:lnTo>
                      <a:lnTo>
                        <a:pt x="1445" y="211"/>
                      </a:lnTo>
                      <a:lnTo>
                        <a:pt x="1449" y="214"/>
                      </a:lnTo>
                      <a:lnTo>
                        <a:pt x="1453" y="216"/>
                      </a:lnTo>
                      <a:lnTo>
                        <a:pt x="1456" y="221"/>
                      </a:lnTo>
                      <a:lnTo>
                        <a:pt x="1460" y="227"/>
                      </a:lnTo>
                      <a:lnTo>
                        <a:pt x="1461" y="234"/>
                      </a:lnTo>
                      <a:lnTo>
                        <a:pt x="1462" y="247"/>
                      </a:lnTo>
                      <a:lnTo>
                        <a:pt x="1464" y="256"/>
                      </a:lnTo>
                      <a:lnTo>
                        <a:pt x="1462" y="265"/>
                      </a:lnTo>
                      <a:lnTo>
                        <a:pt x="1462" y="273"/>
                      </a:lnTo>
                      <a:lnTo>
                        <a:pt x="1462" y="281"/>
                      </a:lnTo>
                      <a:lnTo>
                        <a:pt x="1465" y="289"/>
                      </a:lnTo>
                      <a:lnTo>
                        <a:pt x="1467" y="294"/>
                      </a:lnTo>
                      <a:lnTo>
                        <a:pt x="1471" y="300"/>
                      </a:lnTo>
                      <a:lnTo>
                        <a:pt x="1473" y="304"/>
                      </a:lnTo>
                      <a:lnTo>
                        <a:pt x="1473" y="308"/>
                      </a:lnTo>
                      <a:lnTo>
                        <a:pt x="1474" y="314"/>
                      </a:lnTo>
                      <a:lnTo>
                        <a:pt x="1473" y="318"/>
                      </a:lnTo>
                      <a:lnTo>
                        <a:pt x="1472" y="329"/>
                      </a:lnTo>
                      <a:lnTo>
                        <a:pt x="1468" y="338"/>
                      </a:lnTo>
                      <a:lnTo>
                        <a:pt x="1466" y="341"/>
                      </a:lnTo>
                      <a:lnTo>
                        <a:pt x="1462" y="343"/>
                      </a:lnTo>
                      <a:lnTo>
                        <a:pt x="1460" y="344"/>
                      </a:lnTo>
                      <a:lnTo>
                        <a:pt x="1456" y="344"/>
                      </a:lnTo>
                      <a:lnTo>
                        <a:pt x="1448" y="341"/>
                      </a:lnTo>
                      <a:lnTo>
                        <a:pt x="1440" y="336"/>
                      </a:lnTo>
                      <a:lnTo>
                        <a:pt x="1433" y="331"/>
                      </a:lnTo>
                      <a:lnTo>
                        <a:pt x="1424" y="329"/>
                      </a:lnTo>
                      <a:lnTo>
                        <a:pt x="1421" y="329"/>
                      </a:lnTo>
                      <a:lnTo>
                        <a:pt x="1418" y="330"/>
                      </a:lnTo>
                      <a:lnTo>
                        <a:pt x="1415" y="333"/>
                      </a:lnTo>
                      <a:lnTo>
                        <a:pt x="1412" y="336"/>
                      </a:lnTo>
                      <a:lnTo>
                        <a:pt x="1410" y="341"/>
                      </a:lnTo>
                      <a:lnTo>
                        <a:pt x="1410" y="347"/>
                      </a:lnTo>
                      <a:lnTo>
                        <a:pt x="1410" y="353"/>
                      </a:lnTo>
                      <a:lnTo>
                        <a:pt x="1411" y="359"/>
                      </a:lnTo>
                      <a:lnTo>
                        <a:pt x="1414" y="365"/>
                      </a:lnTo>
                      <a:lnTo>
                        <a:pt x="1416" y="371"/>
                      </a:lnTo>
                      <a:lnTo>
                        <a:pt x="1420" y="377"/>
                      </a:lnTo>
                      <a:lnTo>
                        <a:pt x="1424" y="381"/>
                      </a:lnTo>
                      <a:lnTo>
                        <a:pt x="1434" y="391"/>
                      </a:lnTo>
                      <a:lnTo>
                        <a:pt x="1446" y="403"/>
                      </a:lnTo>
                      <a:lnTo>
                        <a:pt x="1458" y="415"/>
                      </a:lnTo>
                      <a:lnTo>
                        <a:pt x="1468" y="428"/>
                      </a:lnTo>
                      <a:lnTo>
                        <a:pt x="1472" y="434"/>
                      </a:lnTo>
                      <a:lnTo>
                        <a:pt x="1475" y="440"/>
                      </a:lnTo>
                      <a:lnTo>
                        <a:pt x="1477" y="444"/>
                      </a:lnTo>
                      <a:lnTo>
                        <a:pt x="1478" y="449"/>
                      </a:lnTo>
                      <a:lnTo>
                        <a:pt x="1478" y="459"/>
                      </a:lnTo>
                      <a:lnTo>
                        <a:pt x="1477" y="467"/>
                      </a:lnTo>
                      <a:lnTo>
                        <a:pt x="1475" y="475"/>
                      </a:lnTo>
                      <a:lnTo>
                        <a:pt x="1475" y="482"/>
                      </a:lnTo>
                      <a:lnTo>
                        <a:pt x="1477" y="485"/>
                      </a:lnTo>
                      <a:lnTo>
                        <a:pt x="1479" y="487"/>
                      </a:lnTo>
                      <a:lnTo>
                        <a:pt x="1481" y="489"/>
                      </a:lnTo>
                      <a:lnTo>
                        <a:pt x="1485" y="492"/>
                      </a:lnTo>
                      <a:lnTo>
                        <a:pt x="1492" y="497"/>
                      </a:lnTo>
                      <a:lnTo>
                        <a:pt x="1496" y="501"/>
                      </a:lnTo>
                      <a:lnTo>
                        <a:pt x="1497" y="507"/>
                      </a:lnTo>
                      <a:lnTo>
                        <a:pt x="1497" y="517"/>
                      </a:lnTo>
                      <a:lnTo>
                        <a:pt x="1498" y="526"/>
                      </a:lnTo>
                      <a:lnTo>
                        <a:pt x="1499" y="535"/>
                      </a:lnTo>
                      <a:lnTo>
                        <a:pt x="1500" y="538"/>
                      </a:lnTo>
                      <a:lnTo>
                        <a:pt x="1503" y="541"/>
                      </a:lnTo>
                      <a:lnTo>
                        <a:pt x="1505" y="542"/>
                      </a:lnTo>
                      <a:lnTo>
                        <a:pt x="1508" y="543"/>
                      </a:lnTo>
                      <a:lnTo>
                        <a:pt x="1511" y="543"/>
                      </a:lnTo>
                      <a:lnTo>
                        <a:pt x="1515" y="541"/>
                      </a:lnTo>
                      <a:lnTo>
                        <a:pt x="1518" y="538"/>
                      </a:lnTo>
                      <a:lnTo>
                        <a:pt x="1523" y="535"/>
                      </a:lnTo>
                      <a:lnTo>
                        <a:pt x="1528" y="531"/>
                      </a:lnTo>
                      <a:lnTo>
                        <a:pt x="1532" y="529"/>
                      </a:lnTo>
                      <a:lnTo>
                        <a:pt x="1538" y="526"/>
                      </a:lnTo>
                      <a:lnTo>
                        <a:pt x="1544" y="524"/>
                      </a:lnTo>
                      <a:lnTo>
                        <a:pt x="1557" y="523"/>
                      </a:lnTo>
                      <a:lnTo>
                        <a:pt x="1571" y="523"/>
                      </a:lnTo>
                      <a:lnTo>
                        <a:pt x="1585" y="523"/>
                      </a:lnTo>
                      <a:lnTo>
                        <a:pt x="1601" y="523"/>
                      </a:lnTo>
                      <a:lnTo>
                        <a:pt x="1622" y="520"/>
                      </a:lnTo>
                      <a:lnTo>
                        <a:pt x="1638" y="518"/>
                      </a:lnTo>
                      <a:lnTo>
                        <a:pt x="1647" y="517"/>
                      </a:lnTo>
                      <a:lnTo>
                        <a:pt x="1654" y="517"/>
                      </a:lnTo>
                      <a:lnTo>
                        <a:pt x="1660" y="518"/>
                      </a:lnTo>
                      <a:lnTo>
                        <a:pt x="1666" y="522"/>
                      </a:lnTo>
                      <a:lnTo>
                        <a:pt x="1672" y="526"/>
                      </a:lnTo>
                      <a:lnTo>
                        <a:pt x="1679" y="530"/>
                      </a:lnTo>
                      <a:lnTo>
                        <a:pt x="1686" y="532"/>
                      </a:lnTo>
                      <a:lnTo>
                        <a:pt x="1693" y="533"/>
                      </a:lnTo>
                      <a:lnTo>
                        <a:pt x="1701" y="535"/>
                      </a:lnTo>
                      <a:lnTo>
                        <a:pt x="1711" y="535"/>
                      </a:lnTo>
                      <a:lnTo>
                        <a:pt x="1720" y="535"/>
                      </a:lnTo>
                      <a:lnTo>
                        <a:pt x="1731" y="532"/>
                      </a:lnTo>
                      <a:lnTo>
                        <a:pt x="1749" y="529"/>
                      </a:lnTo>
                      <a:lnTo>
                        <a:pt x="1763" y="524"/>
                      </a:lnTo>
                      <a:lnTo>
                        <a:pt x="1769" y="523"/>
                      </a:lnTo>
                      <a:lnTo>
                        <a:pt x="1773" y="522"/>
                      </a:lnTo>
                      <a:lnTo>
                        <a:pt x="1776" y="522"/>
                      </a:lnTo>
                      <a:lnTo>
                        <a:pt x="1779" y="524"/>
                      </a:lnTo>
                      <a:lnTo>
                        <a:pt x="1779" y="527"/>
                      </a:lnTo>
                      <a:lnTo>
                        <a:pt x="1777" y="533"/>
                      </a:lnTo>
                      <a:lnTo>
                        <a:pt x="1774" y="543"/>
                      </a:lnTo>
                      <a:lnTo>
                        <a:pt x="1769" y="556"/>
                      </a:lnTo>
                      <a:lnTo>
                        <a:pt x="1764" y="571"/>
                      </a:lnTo>
                      <a:lnTo>
                        <a:pt x="1758" y="588"/>
                      </a:lnTo>
                      <a:lnTo>
                        <a:pt x="1755" y="598"/>
                      </a:lnTo>
                      <a:lnTo>
                        <a:pt x="1751" y="605"/>
                      </a:lnTo>
                      <a:lnTo>
                        <a:pt x="1748" y="611"/>
                      </a:lnTo>
                      <a:lnTo>
                        <a:pt x="1744" y="615"/>
                      </a:lnTo>
                      <a:lnTo>
                        <a:pt x="1738" y="617"/>
                      </a:lnTo>
                      <a:lnTo>
                        <a:pt x="1731" y="618"/>
                      </a:lnTo>
                      <a:lnTo>
                        <a:pt x="1724" y="619"/>
                      </a:lnTo>
                      <a:lnTo>
                        <a:pt x="1714" y="619"/>
                      </a:lnTo>
                      <a:lnTo>
                        <a:pt x="1707" y="620"/>
                      </a:lnTo>
                      <a:lnTo>
                        <a:pt x="1700" y="623"/>
                      </a:lnTo>
                      <a:lnTo>
                        <a:pt x="1697" y="624"/>
                      </a:lnTo>
                      <a:lnTo>
                        <a:pt x="1694" y="625"/>
                      </a:lnTo>
                      <a:lnTo>
                        <a:pt x="1692" y="627"/>
                      </a:lnTo>
                      <a:lnTo>
                        <a:pt x="1691" y="631"/>
                      </a:lnTo>
                      <a:lnTo>
                        <a:pt x="1691" y="633"/>
                      </a:lnTo>
                      <a:lnTo>
                        <a:pt x="1691" y="636"/>
                      </a:lnTo>
                      <a:lnTo>
                        <a:pt x="1693" y="638"/>
                      </a:lnTo>
                      <a:lnTo>
                        <a:pt x="1695" y="642"/>
                      </a:lnTo>
                      <a:lnTo>
                        <a:pt x="1701" y="646"/>
                      </a:lnTo>
                      <a:lnTo>
                        <a:pt x="1710" y="652"/>
                      </a:lnTo>
                      <a:lnTo>
                        <a:pt x="1717" y="658"/>
                      </a:lnTo>
                      <a:lnTo>
                        <a:pt x="1724" y="664"/>
                      </a:lnTo>
                      <a:lnTo>
                        <a:pt x="1726" y="669"/>
                      </a:lnTo>
                      <a:lnTo>
                        <a:pt x="1727" y="672"/>
                      </a:lnTo>
                      <a:lnTo>
                        <a:pt x="1729" y="677"/>
                      </a:lnTo>
                      <a:lnTo>
                        <a:pt x="1727" y="682"/>
                      </a:lnTo>
                      <a:lnTo>
                        <a:pt x="1726" y="684"/>
                      </a:lnTo>
                      <a:lnTo>
                        <a:pt x="1721" y="687"/>
                      </a:lnTo>
                      <a:lnTo>
                        <a:pt x="1716" y="689"/>
                      </a:lnTo>
                      <a:lnTo>
                        <a:pt x="1710" y="690"/>
                      </a:lnTo>
                      <a:lnTo>
                        <a:pt x="1697" y="694"/>
                      </a:lnTo>
                      <a:lnTo>
                        <a:pt x="1688" y="697"/>
                      </a:lnTo>
                      <a:lnTo>
                        <a:pt x="1683" y="703"/>
                      </a:lnTo>
                      <a:lnTo>
                        <a:pt x="1680" y="709"/>
                      </a:lnTo>
                      <a:lnTo>
                        <a:pt x="1677" y="715"/>
                      </a:lnTo>
                      <a:lnTo>
                        <a:pt x="1676" y="722"/>
                      </a:lnTo>
                      <a:lnTo>
                        <a:pt x="1676" y="728"/>
                      </a:lnTo>
                      <a:lnTo>
                        <a:pt x="1676" y="734"/>
                      </a:lnTo>
                      <a:lnTo>
                        <a:pt x="1677" y="740"/>
                      </a:lnTo>
                      <a:lnTo>
                        <a:pt x="1680" y="746"/>
                      </a:lnTo>
                      <a:lnTo>
                        <a:pt x="1682" y="752"/>
                      </a:lnTo>
                      <a:lnTo>
                        <a:pt x="1687" y="759"/>
                      </a:lnTo>
                      <a:lnTo>
                        <a:pt x="1693" y="766"/>
                      </a:lnTo>
                      <a:lnTo>
                        <a:pt x="1700" y="773"/>
                      </a:lnTo>
                      <a:lnTo>
                        <a:pt x="1716" y="788"/>
                      </a:lnTo>
                      <a:lnTo>
                        <a:pt x="1730" y="800"/>
                      </a:lnTo>
                      <a:lnTo>
                        <a:pt x="1737" y="803"/>
                      </a:lnTo>
                      <a:lnTo>
                        <a:pt x="1743" y="806"/>
                      </a:lnTo>
                      <a:lnTo>
                        <a:pt x="1748" y="807"/>
                      </a:lnTo>
                      <a:lnTo>
                        <a:pt x="1752" y="807"/>
                      </a:lnTo>
                      <a:lnTo>
                        <a:pt x="1760" y="806"/>
                      </a:lnTo>
                      <a:lnTo>
                        <a:pt x="1768" y="802"/>
                      </a:lnTo>
                      <a:lnTo>
                        <a:pt x="1771" y="800"/>
                      </a:lnTo>
                      <a:lnTo>
                        <a:pt x="1775" y="798"/>
                      </a:lnTo>
                      <a:lnTo>
                        <a:pt x="1777" y="798"/>
                      </a:lnTo>
                      <a:lnTo>
                        <a:pt x="1779" y="800"/>
                      </a:lnTo>
                      <a:lnTo>
                        <a:pt x="1780" y="804"/>
                      </a:lnTo>
                      <a:lnTo>
                        <a:pt x="1780" y="814"/>
                      </a:lnTo>
                      <a:lnTo>
                        <a:pt x="1781" y="820"/>
                      </a:lnTo>
                      <a:lnTo>
                        <a:pt x="1783" y="825"/>
                      </a:lnTo>
                      <a:lnTo>
                        <a:pt x="1787" y="831"/>
                      </a:lnTo>
                      <a:lnTo>
                        <a:pt x="1792" y="836"/>
                      </a:lnTo>
                      <a:lnTo>
                        <a:pt x="1798" y="842"/>
                      </a:lnTo>
                      <a:lnTo>
                        <a:pt x="1804" y="847"/>
                      </a:lnTo>
                      <a:lnTo>
                        <a:pt x="1811" y="852"/>
                      </a:lnTo>
                      <a:lnTo>
                        <a:pt x="1818" y="856"/>
                      </a:lnTo>
                      <a:lnTo>
                        <a:pt x="1824" y="859"/>
                      </a:lnTo>
                      <a:lnTo>
                        <a:pt x="1830" y="860"/>
                      </a:lnTo>
                      <a:lnTo>
                        <a:pt x="1836" y="861"/>
                      </a:lnTo>
                      <a:lnTo>
                        <a:pt x="1840" y="860"/>
                      </a:lnTo>
                      <a:lnTo>
                        <a:pt x="1851" y="858"/>
                      </a:lnTo>
                      <a:lnTo>
                        <a:pt x="1863" y="853"/>
                      </a:lnTo>
                      <a:lnTo>
                        <a:pt x="1870" y="850"/>
                      </a:lnTo>
                      <a:lnTo>
                        <a:pt x="1878" y="847"/>
                      </a:lnTo>
                      <a:lnTo>
                        <a:pt x="1887" y="846"/>
                      </a:lnTo>
                      <a:lnTo>
                        <a:pt x="1896" y="846"/>
                      </a:lnTo>
                      <a:lnTo>
                        <a:pt x="1906" y="847"/>
                      </a:lnTo>
                      <a:lnTo>
                        <a:pt x="1914" y="851"/>
                      </a:lnTo>
                      <a:lnTo>
                        <a:pt x="1918" y="853"/>
                      </a:lnTo>
                      <a:lnTo>
                        <a:pt x="1921" y="856"/>
                      </a:lnTo>
                      <a:lnTo>
                        <a:pt x="1924" y="859"/>
                      </a:lnTo>
                      <a:lnTo>
                        <a:pt x="1927" y="864"/>
                      </a:lnTo>
                      <a:lnTo>
                        <a:pt x="1931" y="872"/>
                      </a:lnTo>
                      <a:lnTo>
                        <a:pt x="1933" y="880"/>
                      </a:lnTo>
                      <a:lnTo>
                        <a:pt x="1933" y="889"/>
                      </a:lnTo>
                      <a:lnTo>
                        <a:pt x="1933" y="897"/>
                      </a:lnTo>
                      <a:lnTo>
                        <a:pt x="1932" y="913"/>
                      </a:lnTo>
                      <a:lnTo>
                        <a:pt x="1932" y="928"/>
                      </a:lnTo>
                      <a:lnTo>
                        <a:pt x="1933" y="936"/>
                      </a:lnTo>
                      <a:lnTo>
                        <a:pt x="1937" y="945"/>
                      </a:lnTo>
                      <a:lnTo>
                        <a:pt x="1943" y="952"/>
                      </a:lnTo>
                      <a:lnTo>
                        <a:pt x="1947" y="959"/>
                      </a:lnTo>
                      <a:lnTo>
                        <a:pt x="1963" y="970"/>
                      </a:lnTo>
                      <a:lnTo>
                        <a:pt x="1981" y="983"/>
                      </a:lnTo>
                      <a:lnTo>
                        <a:pt x="1988" y="989"/>
                      </a:lnTo>
                      <a:lnTo>
                        <a:pt x="1993" y="995"/>
                      </a:lnTo>
                      <a:lnTo>
                        <a:pt x="1997" y="1002"/>
                      </a:lnTo>
                      <a:lnTo>
                        <a:pt x="2002" y="1012"/>
                      </a:lnTo>
                      <a:lnTo>
                        <a:pt x="2003" y="1018"/>
                      </a:lnTo>
                      <a:lnTo>
                        <a:pt x="2006" y="1025"/>
                      </a:lnTo>
                      <a:lnTo>
                        <a:pt x="2007" y="1028"/>
                      </a:lnTo>
                      <a:lnTo>
                        <a:pt x="2008" y="1031"/>
                      </a:lnTo>
                      <a:lnTo>
                        <a:pt x="2009" y="1033"/>
                      </a:lnTo>
                      <a:lnTo>
                        <a:pt x="2012" y="1034"/>
                      </a:lnTo>
                      <a:lnTo>
                        <a:pt x="2019" y="1033"/>
                      </a:lnTo>
                      <a:lnTo>
                        <a:pt x="2027" y="1034"/>
                      </a:lnTo>
                      <a:lnTo>
                        <a:pt x="2031" y="1034"/>
                      </a:lnTo>
                      <a:lnTo>
                        <a:pt x="2033" y="1035"/>
                      </a:lnTo>
                      <a:lnTo>
                        <a:pt x="2035" y="1036"/>
                      </a:lnTo>
                      <a:lnTo>
                        <a:pt x="2038" y="1039"/>
                      </a:lnTo>
                      <a:lnTo>
                        <a:pt x="2041" y="1053"/>
                      </a:lnTo>
                      <a:lnTo>
                        <a:pt x="2047" y="1072"/>
                      </a:lnTo>
                      <a:lnTo>
                        <a:pt x="2038" y="1080"/>
                      </a:lnTo>
                      <a:lnTo>
                        <a:pt x="2029" y="1090"/>
                      </a:lnTo>
                      <a:lnTo>
                        <a:pt x="2013" y="1100"/>
                      </a:lnTo>
                      <a:lnTo>
                        <a:pt x="1995" y="1109"/>
                      </a:lnTo>
                      <a:lnTo>
                        <a:pt x="1977" y="1117"/>
                      </a:lnTo>
                      <a:lnTo>
                        <a:pt x="1957" y="1124"/>
                      </a:lnTo>
                      <a:lnTo>
                        <a:pt x="1949" y="1128"/>
                      </a:lnTo>
                      <a:lnTo>
                        <a:pt x="1943" y="1132"/>
                      </a:lnTo>
                      <a:lnTo>
                        <a:pt x="1939" y="1136"/>
                      </a:lnTo>
                      <a:lnTo>
                        <a:pt x="1937" y="1141"/>
                      </a:lnTo>
                      <a:lnTo>
                        <a:pt x="1937" y="1146"/>
                      </a:lnTo>
                      <a:lnTo>
                        <a:pt x="1938" y="1150"/>
                      </a:lnTo>
                      <a:lnTo>
                        <a:pt x="1939" y="1156"/>
                      </a:lnTo>
                      <a:lnTo>
                        <a:pt x="1941" y="1161"/>
                      </a:lnTo>
                      <a:lnTo>
                        <a:pt x="1943" y="1165"/>
                      </a:lnTo>
                      <a:lnTo>
                        <a:pt x="1944" y="1168"/>
                      </a:lnTo>
                      <a:lnTo>
                        <a:pt x="1943" y="1172"/>
                      </a:lnTo>
                      <a:lnTo>
                        <a:pt x="1940" y="1174"/>
                      </a:lnTo>
                      <a:lnTo>
                        <a:pt x="1930" y="1178"/>
                      </a:lnTo>
                      <a:lnTo>
                        <a:pt x="1914" y="1181"/>
                      </a:lnTo>
                      <a:lnTo>
                        <a:pt x="1909" y="1182"/>
                      </a:lnTo>
                      <a:lnTo>
                        <a:pt x="1905" y="1185"/>
                      </a:lnTo>
                      <a:lnTo>
                        <a:pt x="1901" y="1187"/>
                      </a:lnTo>
                      <a:lnTo>
                        <a:pt x="1897" y="1191"/>
                      </a:lnTo>
                      <a:lnTo>
                        <a:pt x="1890" y="1198"/>
                      </a:lnTo>
                      <a:lnTo>
                        <a:pt x="1886" y="1207"/>
                      </a:lnTo>
                      <a:lnTo>
                        <a:pt x="1882" y="1217"/>
                      </a:lnTo>
                      <a:lnTo>
                        <a:pt x="1878" y="1225"/>
                      </a:lnTo>
                      <a:lnTo>
                        <a:pt x="1877" y="1233"/>
                      </a:lnTo>
                      <a:lnTo>
                        <a:pt x="1877" y="1239"/>
                      </a:lnTo>
                      <a:lnTo>
                        <a:pt x="1877" y="1249"/>
                      </a:lnTo>
                      <a:lnTo>
                        <a:pt x="1875" y="1257"/>
                      </a:lnTo>
                      <a:lnTo>
                        <a:pt x="1872" y="1261"/>
                      </a:lnTo>
                      <a:lnTo>
                        <a:pt x="1870" y="1264"/>
                      </a:lnTo>
                      <a:lnTo>
                        <a:pt x="1867" y="1267"/>
                      </a:lnTo>
                      <a:lnTo>
                        <a:pt x="1861" y="1269"/>
                      </a:lnTo>
                      <a:lnTo>
                        <a:pt x="1852" y="1273"/>
                      </a:lnTo>
                      <a:lnTo>
                        <a:pt x="1846" y="1276"/>
                      </a:lnTo>
                      <a:lnTo>
                        <a:pt x="1845" y="1279"/>
                      </a:lnTo>
                      <a:lnTo>
                        <a:pt x="1846" y="1280"/>
                      </a:lnTo>
                      <a:lnTo>
                        <a:pt x="1847" y="1281"/>
                      </a:lnTo>
                      <a:lnTo>
                        <a:pt x="1851" y="1281"/>
                      </a:lnTo>
                      <a:lnTo>
                        <a:pt x="1857" y="1281"/>
                      </a:lnTo>
                      <a:lnTo>
                        <a:pt x="1863" y="1282"/>
                      </a:lnTo>
                      <a:lnTo>
                        <a:pt x="1865" y="1283"/>
                      </a:lnTo>
                      <a:lnTo>
                        <a:pt x="1867" y="1285"/>
                      </a:lnTo>
                      <a:lnTo>
                        <a:pt x="1868" y="1287"/>
                      </a:lnTo>
                      <a:lnTo>
                        <a:pt x="1868" y="1289"/>
                      </a:lnTo>
                      <a:lnTo>
                        <a:pt x="1867" y="1296"/>
                      </a:lnTo>
                      <a:lnTo>
                        <a:pt x="1865" y="1305"/>
                      </a:lnTo>
                      <a:lnTo>
                        <a:pt x="1863" y="1315"/>
                      </a:lnTo>
                      <a:lnTo>
                        <a:pt x="1863" y="1327"/>
                      </a:lnTo>
                      <a:lnTo>
                        <a:pt x="1862" y="1338"/>
                      </a:lnTo>
                      <a:lnTo>
                        <a:pt x="1859" y="1348"/>
                      </a:lnTo>
                      <a:lnTo>
                        <a:pt x="1857" y="1354"/>
                      </a:lnTo>
                      <a:lnTo>
                        <a:pt x="1853" y="1359"/>
                      </a:lnTo>
                      <a:lnTo>
                        <a:pt x="1849" y="1367"/>
                      </a:lnTo>
                      <a:lnTo>
                        <a:pt x="1842" y="1375"/>
                      </a:lnTo>
                      <a:lnTo>
                        <a:pt x="1834" y="1386"/>
                      </a:lnTo>
                      <a:lnTo>
                        <a:pt x="1828" y="1396"/>
                      </a:lnTo>
                      <a:lnTo>
                        <a:pt x="1824" y="1407"/>
                      </a:lnTo>
                      <a:lnTo>
                        <a:pt x="1820" y="1419"/>
                      </a:lnTo>
                      <a:lnTo>
                        <a:pt x="1813" y="1439"/>
                      </a:lnTo>
                      <a:lnTo>
                        <a:pt x="1806" y="1455"/>
                      </a:lnTo>
                      <a:lnTo>
                        <a:pt x="1802" y="1460"/>
                      </a:lnTo>
                      <a:lnTo>
                        <a:pt x="1798" y="1466"/>
                      </a:lnTo>
                      <a:lnTo>
                        <a:pt x="1792" y="1472"/>
                      </a:lnTo>
                      <a:lnTo>
                        <a:pt x="1786" y="1478"/>
                      </a:lnTo>
                      <a:lnTo>
                        <a:pt x="1780" y="1483"/>
                      </a:lnTo>
                      <a:lnTo>
                        <a:pt x="1774" y="1488"/>
                      </a:lnTo>
                      <a:lnTo>
                        <a:pt x="1769" y="1490"/>
                      </a:lnTo>
                      <a:lnTo>
                        <a:pt x="1764" y="1491"/>
                      </a:lnTo>
                      <a:lnTo>
                        <a:pt x="1762" y="1491"/>
                      </a:lnTo>
                      <a:lnTo>
                        <a:pt x="1760" y="1490"/>
                      </a:lnTo>
                      <a:lnTo>
                        <a:pt x="1758" y="1489"/>
                      </a:lnTo>
                      <a:lnTo>
                        <a:pt x="1758" y="1487"/>
                      </a:lnTo>
                      <a:lnTo>
                        <a:pt x="1758" y="1484"/>
                      </a:lnTo>
                      <a:lnTo>
                        <a:pt x="1761" y="1482"/>
                      </a:lnTo>
                      <a:lnTo>
                        <a:pt x="1762" y="1478"/>
                      </a:lnTo>
                      <a:lnTo>
                        <a:pt x="1765" y="1476"/>
                      </a:lnTo>
                      <a:lnTo>
                        <a:pt x="1773" y="1470"/>
                      </a:lnTo>
                      <a:lnTo>
                        <a:pt x="1780" y="1463"/>
                      </a:lnTo>
                      <a:lnTo>
                        <a:pt x="1781" y="1459"/>
                      </a:lnTo>
                      <a:lnTo>
                        <a:pt x="1782" y="1457"/>
                      </a:lnTo>
                      <a:lnTo>
                        <a:pt x="1782" y="1455"/>
                      </a:lnTo>
                      <a:lnTo>
                        <a:pt x="1780" y="1455"/>
                      </a:lnTo>
                      <a:lnTo>
                        <a:pt x="1764" y="1460"/>
                      </a:lnTo>
                      <a:lnTo>
                        <a:pt x="1748" y="1468"/>
                      </a:lnTo>
                      <a:lnTo>
                        <a:pt x="1739" y="1471"/>
                      </a:lnTo>
                      <a:lnTo>
                        <a:pt x="1729" y="1478"/>
                      </a:lnTo>
                      <a:lnTo>
                        <a:pt x="1721" y="1482"/>
                      </a:lnTo>
                      <a:lnTo>
                        <a:pt x="1716" y="1485"/>
                      </a:lnTo>
                      <a:lnTo>
                        <a:pt x="1711" y="1489"/>
                      </a:lnTo>
                      <a:lnTo>
                        <a:pt x="1705" y="1490"/>
                      </a:lnTo>
                      <a:lnTo>
                        <a:pt x="1693" y="1489"/>
                      </a:lnTo>
                      <a:lnTo>
                        <a:pt x="1680" y="1485"/>
                      </a:lnTo>
                      <a:lnTo>
                        <a:pt x="1673" y="1483"/>
                      </a:lnTo>
                      <a:lnTo>
                        <a:pt x="1666" y="1482"/>
                      </a:lnTo>
                      <a:lnTo>
                        <a:pt x="1661" y="1481"/>
                      </a:lnTo>
                      <a:lnTo>
                        <a:pt x="1655" y="1482"/>
                      </a:lnTo>
                      <a:lnTo>
                        <a:pt x="1651" y="1483"/>
                      </a:lnTo>
                      <a:lnTo>
                        <a:pt x="1645" y="1488"/>
                      </a:lnTo>
                      <a:lnTo>
                        <a:pt x="1639" y="1493"/>
                      </a:lnTo>
                      <a:lnTo>
                        <a:pt x="1634" y="1499"/>
                      </a:lnTo>
                      <a:lnTo>
                        <a:pt x="1619" y="1513"/>
                      </a:lnTo>
                      <a:lnTo>
                        <a:pt x="1605" y="1527"/>
                      </a:lnTo>
                      <a:lnTo>
                        <a:pt x="1598" y="1533"/>
                      </a:lnTo>
                      <a:lnTo>
                        <a:pt x="1591" y="1538"/>
                      </a:lnTo>
                      <a:lnTo>
                        <a:pt x="1584" y="1541"/>
                      </a:lnTo>
                      <a:lnTo>
                        <a:pt x="1576" y="1544"/>
                      </a:lnTo>
                      <a:lnTo>
                        <a:pt x="1571" y="1546"/>
                      </a:lnTo>
                      <a:lnTo>
                        <a:pt x="1563" y="1546"/>
                      </a:lnTo>
                      <a:lnTo>
                        <a:pt x="1557" y="1545"/>
                      </a:lnTo>
                      <a:lnTo>
                        <a:pt x="1553" y="1541"/>
                      </a:lnTo>
                      <a:lnTo>
                        <a:pt x="1548" y="1538"/>
                      </a:lnTo>
                      <a:lnTo>
                        <a:pt x="1543" y="1534"/>
                      </a:lnTo>
                      <a:lnTo>
                        <a:pt x="1538" y="1528"/>
                      </a:lnTo>
                      <a:lnTo>
                        <a:pt x="1535" y="1522"/>
                      </a:lnTo>
                      <a:lnTo>
                        <a:pt x="1527" y="1510"/>
                      </a:lnTo>
                      <a:lnTo>
                        <a:pt x="1521" y="1497"/>
                      </a:lnTo>
                      <a:lnTo>
                        <a:pt x="1517" y="1490"/>
                      </a:lnTo>
                      <a:lnTo>
                        <a:pt x="1513" y="1485"/>
                      </a:lnTo>
                      <a:lnTo>
                        <a:pt x="1509" y="1481"/>
                      </a:lnTo>
                      <a:lnTo>
                        <a:pt x="1504" y="1477"/>
                      </a:lnTo>
                      <a:lnTo>
                        <a:pt x="1498" y="1475"/>
                      </a:lnTo>
                      <a:lnTo>
                        <a:pt x="1491" y="1474"/>
                      </a:lnTo>
                      <a:lnTo>
                        <a:pt x="1484" y="1472"/>
                      </a:lnTo>
                      <a:lnTo>
                        <a:pt x="1474" y="1472"/>
                      </a:lnTo>
                      <a:lnTo>
                        <a:pt x="1473" y="1472"/>
                      </a:lnTo>
                      <a:lnTo>
                        <a:pt x="1471" y="1474"/>
                      </a:lnTo>
                      <a:lnTo>
                        <a:pt x="1472" y="1472"/>
                      </a:lnTo>
                      <a:lnTo>
                        <a:pt x="1473" y="1472"/>
                      </a:lnTo>
                      <a:lnTo>
                        <a:pt x="1477" y="1463"/>
                      </a:lnTo>
                      <a:lnTo>
                        <a:pt x="1478" y="1453"/>
                      </a:lnTo>
                      <a:lnTo>
                        <a:pt x="1479" y="1443"/>
                      </a:lnTo>
                      <a:lnTo>
                        <a:pt x="1479" y="1433"/>
                      </a:lnTo>
                      <a:lnTo>
                        <a:pt x="1477" y="1424"/>
                      </a:lnTo>
                      <a:lnTo>
                        <a:pt x="1472" y="1414"/>
                      </a:lnTo>
                      <a:lnTo>
                        <a:pt x="1466" y="1405"/>
                      </a:lnTo>
                      <a:lnTo>
                        <a:pt x="1456" y="1396"/>
                      </a:lnTo>
                      <a:lnTo>
                        <a:pt x="1446" y="1389"/>
                      </a:lnTo>
                      <a:lnTo>
                        <a:pt x="1437" y="1386"/>
                      </a:lnTo>
                      <a:lnTo>
                        <a:pt x="1431" y="1383"/>
                      </a:lnTo>
                      <a:lnTo>
                        <a:pt x="1427" y="1382"/>
                      </a:lnTo>
                      <a:lnTo>
                        <a:pt x="1422" y="1382"/>
                      </a:lnTo>
                      <a:lnTo>
                        <a:pt x="1420" y="1382"/>
                      </a:lnTo>
                      <a:lnTo>
                        <a:pt x="1417" y="1380"/>
                      </a:lnTo>
                      <a:lnTo>
                        <a:pt x="1416" y="1376"/>
                      </a:lnTo>
                      <a:lnTo>
                        <a:pt x="1416" y="1370"/>
                      </a:lnTo>
                      <a:lnTo>
                        <a:pt x="1418" y="1362"/>
                      </a:lnTo>
                      <a:lnTo>
                        <a:pt x="1421" y="1352"/>
                      </a:lnTo>
                      <a:lnTo>
                        <a:pt x="1424" y="1343"/>
                      </a:lnTo>
                      <a:lnTo>
                        <a:pt x="1425" y="1333"/>
                      </a:lnTo>
                      <a:lnTo>
                        <a:pt x="1425" y="1325"/>
                      </a:lnTo>
                      <a:lnTo>
                        <a:pt x="1425" y="1321"/>
                      </a:lnTo>
                      <a:lnTo>
                        <a:pt x="1423" y="1319"/>
                      </a:lnTo>
                      <a:lnTo>
                        <a:pt x="1420" y="1318"/>
                      </a:lnTo>
                      <a:lnTo>
                        <a:pt x="1416" y="1317"/>
                      </a:lnTo>
                      <a:lnTo>
                        <a:pt x="1406" y="1317"/>
                      </a:lnTo>
                      <a:lnTo>
                        <a:pt x="1397" y="1319"/>
                      </a:lnTo>
                      <a:lnTo>
                        <a:pt x="1387" y="1323"/>
                      </a:lnTo>
                      <a:lnTo>
                        <a:pt x="1379" y="1326"/>
                      </a:lnTo>
                      <a:lnTo>
                        <a:pt x="1370" y="1331"/>
                      </a:lnTo>
                      <a:lnTo>
                        <a:pt x="1362" y="1333"/>
                      </a:lnTo>
                      <a:lnTo>
                        <a:pt x="1359" y="1335"/>
                      </a:lnTo>
                      <a:lnTo>
                        <a:pt x="1355" y="1335"/>
                      </a:lnTo>
                      <a:lnTo>
                        <a:pt x="1353" y="1335"/>
                      </a:lnTo>
                      <a:lnTo>
                        <a:pt x="1351" y="1333"/>
                      </a:lnTo>
                      <a:lnTo>
                        <a:pt x="1346" y="1331"/>
                      </a:lnTo>
                      <a:lnTo>
                        <a:pt x="1342" y="1327"/>
                      </a:lnTo>
                      <a:lnTo>
                        <a:pt x="1340" y="1323"/>
                      </a:lnTo>
                      <a:lnTo>
                        <a:pt x="1339" y="1318"/>
                      </a:lnTo>
                      <a:lnTo>
                        <a:pt x="1336" y="1307"/>
                      </a:lnTo>
                      <a:lnTo>
                        <a:pt x="1335" y="1295"/>
                      </a:lnTo>
                      <a:lnTo>
                        <a:pt x="1333" y="1288"/>
                      </a:lnTo>
                      <a:lnTo>
                        <a:pt x="1330" y="1282"/>
                      </a:lnTo>
                      <a:lnTo>
                        <a:pt x="1328" y="1277"/>
                      </a:lnTo>
                      <a:lnTo>
                        <a:pt x="1323" y="1272"/>
                      </a:lnTo>
                      <a:lnTo>
                        <a:pt x="1315" y="1261"/>
                      </a:lnTo>
                      <a:lnTo>
                        <a:pt x="1304" y="1248"/>
                      </a:lnTo>
                      <a:lnTo>
                        <a:pt x="1295" y="1232"/>
                      </a:lnTo>
                      <a:lnTo>
                        <a:pt x="1284" y="1218"/>
                      </a:lnTo>
                      <a:lnTo>
                        <a:pt x="1279" y="1211"/>
                      </a:lnTo>
                      <a:lnTo>
                        <a:pt x="1276" y="1203"/>
                      </a:lnTo>
                      <a:lnTo>
                        <a:pt x="1273" y="1193"/>
                      </a:lnTo>
                      <a:lnTo>
                        <a:pt x="1273" y="1182"/>
                      </a:lnTo>
                      <a:lnTo>
                        <a:pt x="1273" y="1173"/>
                      </a:lnTo>
                      <a:lnTo>
                        <a:pt x="1276" y="1165"/>
                      </a:lnTo>
                      <a:lnTo>
                        <a:pt x="1280" y="1159"/>
                      </a:lnTo>
                      <a:lnTo>
                        <a:pt x="1285" y="1154"/>
                      </a:lnTo>
                      <a:lnTo>
                        <a:pt x="1292" y="1151"/>
                      </a:lnTo>
                      <a:lnTo>
                        <a:pt x="1301" y="1149"/>
                      </a:lnTo>
                      <a:lnTo>
                        <a:pt x="1310" y="1148"/>
                      </a:lnTo>
                      <a:lnTo>
                        <a:pt x="1320" y="1147"/>
                      </a:lnTo>
                      <a:lnTo>
                        <a:pt x="1326" y="1147"/>
                      </a:lnTo>
                      <a:lnTo>
                        <a:pt x="1330" y="1147"/>
                      </a:lnTo>
                      <a:lnTo>
                        <a:pt x="1334" y="1144"/>
                      </a:lnTo>
                      <a:lnTo>
                        <a:pt x="1338" y="1143"/>
                      </a:lnTo>
                      <a:lnTo>
                        <a:pt x="1343" y="1138"/>
                      </a:lnTo>
                      <a:lnTo>
                        <a:pt x="1347" y="1132"/>
                      </a:lnTo>
                      <a:lnTo>
                        <a:pt x="1349" y="1127"/>
                      </a:lnTo>
                      <a:lnTo>
                        <a:pt x="1349" y="1122"/>
                      </a:lnTo>
                      <a:lnTo>
                        <a:pt x="1347" y="1116"/>
                      </a:lnTo>
                      <a:lnTo>
                        <a:pt x="1343" y="1112"/>
                      </a:lnTo>
                      <a:lnTo>
                        <a:pt x="1333" y="1104"/>
                      </a:lnTo>
                      <a:lnTo>
                        <a:pt x="1320" y="1092"/>
                      </a:lnTo>
                      <a:lnTo>
                        <a:pt x="1313" y="1086"/>
                      </a:lnTo>
                      <a:lnTo>
                        <a:pt x="1307" y="1079"/>
                      </a:lnTo>
                      <a:lnTo>
                        <a:pt x="1302" y="1071"/>
                      </a:lnTo>
                      <a:lnTo>
                        <a:pt x="1298" y="1062"/>
                      </a:lnTo>
                      <a:lnTo>
                        <a:pt x="1296" y="1059"/>
                      </a:lnTo>
                      <a:lnTo>
                        <a:pt x="1294" y="1056"/>
                      </a:lnTo>
                      <a:lnTo>
                        <a:pt x="1290" y="1054"/>
                      </a:lnTo>
                      <a:lnTo>
                        <a:pt x="1286" y="1052"/>
                      </a:lnTo>
                      <a:lnTo>
                        <a:pt x="1278" y="1049"/>
                      </a:lnTo>
                      <a:lnTo>
                        <a:pt x="1270" y="1049"/>
                      </a:lnTo>
                      <a:lnTo>
                        <a:pt x="1250" y="1052"/>
                      </a:lnTo>
                      <a:lnTo>
                        <a:pt x="1233" y="1053"/>
                      </a:lnTo>
                      <a:lnTo>
                        <a:pt x="1227" y="1053"/>
                      </a:lnTo>
                      <a:lnTo>
                        <a:pt x="1223" y="1055"/>
                      </a:lnTo>
                      <a:lnTo>
                        <a:pt x="1222" y="1059"/>
                      </a:lnTo>
                      <a:lnTo>
                        <a:pt x="1221" y="1062"/>
                      </a:lnTo>
                      <a:lnTo>
                        <a:pt x="1220" y="1071"/>
                      </a:lnTo>
                      <a:lnTo>
                        <a:pt x="1217" y="1080"/>
                      </a:lnTo>
                      <a:lnTo>
                        <a:pt x="1217" y="1074"/>
                      </a:lnTo>
                      <a:lnTo>
                        <a:pt x="1217" y="1067"/>
                      </a:lnTo>
                      <a:lnTo>
                        <a:pt x="1217" y="1060"/>
                      </a:lnTo>
                      <a:lnTo>
                        <a:pt x="1216" y="1052"/>
                      </a:lnTo>
                      <a:lnTo>
                        <a:pt x="1213" y="1039"/>
                      </a:lnTo>
                      <a:lnTo>
                        <a:pt x="1209" y="1030"/>
                      </a:lnTo>
                      <a:lnTo>
                        <a:pt x="1200" y="1020"/>
                      </a:lnTo>
                      <a:lnTo>
                        <a:pt x="1190" y="1006"/>
                      </a:lnTo>
                      <a:lnTo>
                        <a:pt x="1187" y="999"/>
                      </a:lnTo>
                      <a:lnTo>
                        <a:pt x="1183" y="993"/>
                      </a:lnTo>
                      <a:lnTo>
                        <a:pt x="1182" y="987"/>
                      </a:lnTo>
                      <a:lnTo>
                        <a:pt x="1181" y="981"/>
                      </a:lnTo>
                      <a:lnTo>
                        <a:pt x="1192" y="970"/>
                      </a:lnTo>
                      <a:lnTo>
                        <a:pt x="1204" y="961"/>
                      </a:lnTo>
                      <a:lnTo>
                        <a:pt x="1204" y="957"/>
                      </a:lnTo>
                      <a:lnTo>
                        <a:pt x="1202" y="954"/>
                      </a:lnTo>
                      <a:lnTo>
                        <a:pt x="1201" y="952"/>
                      </a:lnTo>
                      <a:lnTo>
                        <a:pt x="1198" y="949"/>
                      </a:lnTo>
                      <a:lnTo>
                        <a:pt x="1195" y="949"/>
                      </a:lnTo>
                      <a:lnTo>
                        <a:pt x="1191" y="949"/>
                      </a:lnTo>
                      <a:lnTo>
                        <a:pt x="1187" y="951"/>
                      </a:lnTo>
                      <a:lnTo>
                        <a:pt x="1183" y="952"/>
                      </a:lnTo>
                      <a:lnTo>
                        <a:pt x="1178" y="954"/>
                      </a:lnTo>
                      <a:lnTo>
                        <a:pt x="1175" y="953"/>
                      </a:lnTo>
                      <a:lnTo>
                        <a:pt x="1172" y="952"/>
                      </a:lnTo>
                      <a:lnTo>
                        <a:pt x="1169" y="948"/>
                      </a:lnTo>
                      <a:lnTo>
                        <a:pt x="1168" y="945"/>
                      </a:lnTo>
                      <a:lnTo>
                        <a:pt x="1166" y="939"/>
                      </a:lnTo>
                      <a:lnTo>
                        <a:pt x="1166" y="933"/>
                      </a:lnTo>
                      <a:lnTo>
                        <a:pt x="1166" y="927"/>
                      </a:lnTo>
                      <a:lnTo>
                        <a:pt x="1168" y="921"/>
                      </a:lnTo>
                      <a:lnTo>
                        <a:pt x="1170" y="915"/>
                      </a:lnTo>
                      <a:lnTo>
                        <a:pt x="1173" y="910"/>
                      </a:lnTo>
                      <a:lnTo>
                        <a:pt x="1177" y="907"/>
                      </a:lnTo>
                      <a:lnTo>
                        <a:pt x="1182" y="903"/>
                      </a:lnTo>
                      <a:lnTo>
                        <a:pt x="1185" y="901"/>
                      </a:lnTo>
                      <a:lnTo>
                        <a:pt x="1190" y="899"/>
                      </a:lnTo>
                      <a:lnTo>
                        <a:pt x="1195" y="899"/>
                      </a:lnTo>
                      <a:lnTo>
                        <a:pt x="1204" y="899"/>
                      </a:lnTo>
                      <a:lnTo>
                        <a:pt x="1213" y="898"/>
                      </a:lnTo>
                      <a:lnTo>
                        <a:pt x="1217" y="898"/>
                      </a:lnTo>
                      <a:lnTo>
                        <a:pt x="1221" y="896"/>
                      </a:lnTo>
                      <a:lnTo>
                        <a:pt x="1225" y="895"/>
                      </a:lnTo>
                      <a:lnTo>
                        <a:pt x="1227" y="891"/>
                      </a:lnTo>
                      <a:lnTo>
                        <a:pt x="1231" y="884"/>
                      </a:lnTo>
                      <a:lnTo>
                        <a:pt x="1233" y="877"/>
                      </a:lnTo>
                      <a:lnTo>
                        <a:pt x="1234" y="871"/>
                      </a:lnTo>
                      <a:lnTo>
                        <a:pt x="1233" y="866"/>
                      </a:lnTo>
                      <a:lnTo>
                        <a:pt x="1231" y="861"/>
                      </a:lnTo>
                      <a:lnTo>
                        <a:pt x="1226" y="858"/>
                      </a:lnTo>
                      <a:lnTo>
                        <a:pt x="1220" y="854"/>
                      </a:lnTo>
                      <a:lnTo>
                        <a:pt x="1213" y="852"/>
                      </a:lnTo>
                      <a:lnTo>
                        <a:pt x="1190" y="848"/>
                      </a:lnTo>
                      <a:lnTo>
                        <a:pt x="1165" y="847"/>
                      </a:lnTo>
                      <a:lnTo>
                        <a:pt x="1143" y="847"/>
                      </a:lnTo>
                      <a:lnTo>
                        <a:pt x="1128" y="848"/>
                      </a:lnTo>
                      <a:lnTo>
                        <a:pt x="1116" y="850"/>
                      </a:lnTo>
                      <a:lnTo>
                        <a:pt x="1106" y="851"/>
                      </a:lnTo>
                      <a:lnTo>
                        <a:pt x="1096" y="851"/>
                      </a:lnTo>
                      <a:lnTo>
                        <a:pt x="1084" y="847"/>
                      </a:lnTo>
                      <a:lnTo>
                        <a:pt x="1072" y="842"/>
                      </a:lnTo>
                      <a:lnTo>
                        <a:pt x="1062" y="835"/>
                      </a:lnTo>
                      <a:lnTo>
                        <a:pt x="1052" y="827"/>
                      </a:lnTo>
                      <a:lnTo>
                        <a:pt x="1046" y="817"/>
                      </a:lnTo>
                      <a:lnTo>
                        <a:pt x="1040" y="809"/>
                      </a:lnTo>
                      <a:lnTo>
                        <a:pt x="1034" y="801"/>
                      </a:lnTo>
                      <a:lnTo>
                        <a:pt x="1027" y="794"/>
                      </a:lnTo>
                      <a:lnTo>
                        <a:pt x="1019" y="787"/>
                      </a:lnTo>
                      <a:lnTo>
                        <a:pt x="1011" y="781"/>
                      </a:lnTo>
                      <a:lnTo>
                        <a:pt x="1002" y="773"/>
                      </a:lnTo>
                      <a:lnTo>
                        <a:pt x="994" y="768"/>
                      </a:lnTo>
                      <a:lnTo>
                        <a:pt x="986" y="759"/>
                      </a:lnTo>
                      <a:lnTo>
                        <a:pt x="980" y="750"/>
                      </a:lnTo>
                      <a:lnTo>
                        <a:pt x="975" y="740"/>
                      </a:lnTo>
                      <a:lnTo>
                        <a:pt x="971" y="731"/>
                      </a:lnTo>
                      <a:lnTo>
                        <a:pt x="969" y="721"/>
                      </a:lnTo>
                      <a:lnTo>
                        <a:pt x="968" y="713"/>
                      </a:lnTo>
                      <a:lnTo>
                        <a:pt x="965" y="706"/>
                      </a:lnTo>
                      <a:lnTo>
                        <a:pt x="964" y="703"/>
                      </a:lnTo>
                      <a:lnTo>
                        <a:pt x="962" y="701"/>
                      </a:lnTo>
                      <a:lnTo>
                        <a:pt x="959" y="700"/>
                      </a:lnTo>
                      <a:lnTo>
                        <a:pt x="957" y="700"/>
                      </a:lnTo>
                      <a:lnTo>
                        <a:pt x="955" y="701"/>
                      </a:lnTo>
                      <a:lnTo>
                        <a:pt x="952" y="702"/>
                      </a:lnTo>
                      <a:lnTo>
                        <a:pt x="951" y="703"/>
                      </a:lnTo>
                      <a:lnTo>
                        <a:pt x="950" y="706"/>
                      </a:lnTo>
                      <a:lnTo>
                        <a:pt x="948" y="710"/>
                      </a:lnTo>
                      <a:lnTo>
                        <a:pt x="946" y="716"/>
                      </a:lnTo>
                      <a:lnTo>
                        <a:pt x="944" y="722"/>
                      </a:lnTo>
                      <a:lnTo>
                        <a:pt x="940" y="727"/>
                      </a:lnTo>
                      <a:lnTo>
                        <a:pt x="938" y="730"/>
                      </a:lnTo>
                      <a:lnTo>
                        <a:pt x="935" y="731"/>
                      </a:lnTo>
                      <a:lnTo>
                        <a:pt x="929" y="731"/>
                      </a:lnTo>
                      <a:lnTo>
                        <a:pt x="923" y="732"/>
                      </a:lnTo>
                      <a:lnTo>
                        <a:pt x="916" y="732"/>
                      </a:lnTo>
                      <a:lnTo>
                        <a:pt x="910" y="733"/>
                      </a:lnTo>
                      <a:lnTo>
                        <a:pt x="906" y="734"/>
                      </a:lnTo>
                      <a:lnTo>
                        <a:pt x="902" y="737"/>
                      </a:lnTo>
                      <a:lnTo>
                        <a:pt x="900" y="738"/>
                      </a:lnTo>
                      <a:lnTo>
                        <a:pt x="899" y="741"/>
                      </a:lnTo>
                      <a:lnTo>
                        <a:pt x="899" y="744"/>
                      </a:lnTo>
                      <a:lnTo>
                        <a:pt x="899" y="747"/>
                      </a:lnTo>
                      <a:lnTo>
                        <a:pt x="898" y="751"/>
                      </a:lnTo>
                      <a:lnTo>
                        <a:pt x="898" y="754"/>
                      </a:lnTo>
                      <a:lnTo>
                        <a:pt x="895" y="757"/>
                      </a:lnTo>
                      <a:lnTo>
                        <a:pt x="894" y="759"/>
                      </a:lnTo>
                      <a:lnTo>
                        <a:pt x="892" y="762"/>
                      </a:lnTo>
                      <a:lnTo>
                        <a:pt x="888" y="763"/>
                      </a:lnTo>
                      <a:lnTo>
                        <a:pt x="886" y="764"/>
                      </a:lnTo>
                      <a:lnTo>
                        <a:pt x="882" y="764"/>
                      </a:lnTo>
                      <a:lnTo>
                        <a:pt x="874" y="764"/>
                      </a:lnTo>
                      <a:lnTo>
                        <a:pt x="868" y="765"/>
                      </a:lnTo>
                      <a:lnTo>
                        <a:pt x="866" y="768"/>
                      </a:lnTo>
                      <a:lnTo>
                        <a:pt x="864" y="770"/>
                      </a:lnTo>
                      <a:lnTo>
                        <a:pt x="864" y="773"/>
                      </a:lnTo>
                      <a:lnTo>
                        <a:pt x="866" y="777"/>
                      </a:lnTo>
                      <a:lnTo>
                        <a:pt x="870" y="785"/>
                      </a:lnTo>
                      <a:lnTo>
                        <a:pt x="877" y="794"/>
                      </a:lnTo>
                      <a:lnTo>
                        <a:pt x="885" y="801"/>
                      </a:lnTo>
                      <a:lnTo>
                        <a:pt x="893" y="807"/>
                      </a:lnTo>
                      <a:lnTo>
                        <a:pt x="896" y="809"/>
                      </a:lnTo>
                      <a:lnTo>
                        <a:pt x="899" y="813"/>
                      </a:lnTo>
                      <a:lnTo>
                        <a:pt x="901" y="816"/>
                      </a:lnTo>
                      <a:lnTo>
                        <a:pt x="902" y="820"/>
                      </a:lnTo>
                      <a:lnTo>
                        <a:pt x="902" y="823"/>
                      </a:lnTo>
                      <a:lnTo>
                        <a:pt x="902" y="827"/>
                      </a:lnTo>
                      <a:lnTo>
                        <a:pt x="900" y="829"/>
                      </a:lnTo>
                      <a:lnTo>
                        <a:pt x="898" y="831"/>
                      </a:lnTo>
                      <a:lnTo>
                        <a:pt x="880" y="833"/>
                      </a:lnTo>
                      <a:lnTo>
                        <a:pt x="864" y="836"/>
                      </a:lnTo>
                      <a:lnTo>
                        <a:pt x="860" y="839"/>
                      </a:lnTo>
                      <a:lnTo>
                        <a:pt x="853" y="839"/>
                      </a:lnTo>
                      <a:lnTo>
                        <a:pt x="849" y="839"/>
                      </a:lnTo>
                      <a:lnTo>
                        <a:pt x="847" y="838"/>
                      </a:lnTo>
                      <a:lnTo>
                        <a:pt x="843" y="836"/>
                      </a:lnTo>
                      <a:lnTo>
                        <a:pt x="841" y="834"/>
                      </a:lnTo>
                      <a:lnTo>
                        <a:pt x="836" y="829"/>
                      </a:lnTo>
                      <a:lnTo>
                        <a:pt x="832" y="828"/>
                      </a:lnTo>
                      <a:lnTo>
                        <a:pt x="831" y="831"/>
                      </a:lnTo>
                      <a:lnTo>
                        <a:pt x="830" y="838"/>
                      </a:lnTo>
                      <a:lnTo>
                        <a:pt x="830" y="846"/>
                      </a:lnTo>
                      <a:lnTo>
                        <a:pt x="828" y="853"/>
                      </a:lnTo>
                      <a:lnTo>
                        <a:pt x="825" y="859"/>
                      </a:lnTo>
                      <a:lnTo>
                        <a:pt x="820" y="865"/>
                      </a:lnTo>
                      <a:lnTo>
                        <a:pt x="814" y="873"/>
                      </a:lnTo>
                      <a:lnTo>
                        <a:pt x="810" y="883"/>
                      </a:lnTo>
                      <a:lnTo>
                        <a:pt x="803" y="894"/>
                      </a:lnTo>
                      <a:lnTo>
                        <a:pt x="792" y="905"/>
                      </a:lnTo>
                      <a:lnTo>
                        <a:pt x="785" y="911"/>
                      </a:lnTo>
                      <a:lnTo>
                        <a:pt x="779" y="915"/>
                      </a:lnTo>
                      <a:lnTo>
                        <a:pt x="774" y="917"/>
                      </a:lnTo>
                      <a:lnTo>
                        <a:pt x="768" y="919"/>
                      </a:lnTo>
                      <a:lnTo>
                        <a:pt x="763" y="919"/>
                      </a:lnTo>
                      <a:lnTo>
                        <a:pt x="759" y="917"/>
                      </a:lnTo>
                      <a:lnTo>
                        <a:pt x="754" y="915"/>
                      </a:lnTo>
                      <a:lnTo>
                        <a:pt x="748" y="911"/>
                      </a:lnTo>
                      <a:lnTo>
                        <a:pt x="742" y="909"/>
                      </a:lnTo>
                      <a:lnTo>
                        <a:pt x="736" y="909"/>
                      </a:lnTo>
                      <a:lnTo>
                        <a:pt x="729" y="910"/>
                      </a:lnTo>
                      <a:lnTo>
                        <a:pt x="723" y="913"/>
                      </a:lnTo>
                      <a:lnTo>
                        <a:pt x="716" y="916"/>
                      </a:lnTo>
                      <a:lnTo>
                        <a:pt x="710" y="921"/>
                      </a:lnTo>
                      <a:lnTo>
                        <a:pt x="704" y="927"/>
                      </a:lnTo>
                      <a:lnTo>
                        <a:pt x="699" y="933"/>
                      </a:lnTo>
                      <a:lnTo>
                        <a:pt x="696" y="939"/>
                      </a:lnTo>
                      <a:lnTo>
                        <a:pt x="692" y="947"/>
                      </a:lnTo>
                      <a:lnTo>
                        <a:pt x="690" y="954"/>
                      </a:lnTo>
                      <a:lnTo>
                        <a:pt x="688" y="964"/>
                      </a:lnTo>
                      <a:lnTo>
                        <a:pt x="688" y="971"/>
                      </a:lnTo>
                      <a:lnTo>
                        <a:pt x="690" y="979"/>
                      </a:lnTo>
                      <a:lnTo>
                        <a:pt x="692" y="985"/>
                      </a:lnTo>
                      <a:lnTo>
                        <a:pt x="697" y="990"/>
                      </a:lnTo>
                      <a:lnTo>
                        <a:pt x="710" y="1001"/>
                      </a:lnTo>
                      <a:lnTo>
                        <a:pt x="726" y="1014"/>
                      </a:lnTo>
                      <a:lnTo>
                        <a:pt x="735" y="1018"/>
                      </a:lnTo>
                      <a:lnTo>
                        <a:pt x="740" y="1023"/>
                      </a:lnTo>
                      <a:lnTo>
                        <a:pt x="743" y="1029"/>
                      </a:lnTo>
                      <a:lnTo>
                        <a:pt x="746" y="1037"/>
                      </a:lnTo>
                      <a:lnTo>
                        <a:pt x="746" y="1049"/>
                      </a:lnTo>
                      <a:lnTo>
                        <a:pt x="746" y="1062"/>
                      </a:lnTo>
                      <a:lnTo>
                        <a:pt x="743" y="1074"/>
                      </a:lnTo>
                      <a:lnTo>
                        <a:pt x="740" y="1086"/>
                      </a:lnTo>
                      <a:lnTo>
                        <a:pt x="735" y="1096"/>
                      </a:lnTo>
                      <a:lnTo>
                        <a:pt x="730" y="1104"/>
                      </a:lnTo>
                      <a:lnTo>
                        <a:pt x="724" y="1110"/>
                      </a:lnTo>
                      <a:lnTo>
                        <a:pt x="719" y="1113"/>
                      </a:lnTo>
                      <a:lnTo>
                        <a:pt x="713" y="1116"/>
                      </a:lnTo>
                      <a:lnTo>
                        <a:pt x="709" y="1117"/>
                      </a:lnTo>
                      <a:lnTo>
                        <a:pt x="702" y="1117"/>
                      </a:lnTo>
                      <a:lnTo>
                        <a:pt x="693" y="1118"/>
                      </a:lnTo>
                      <a:lnTo>
                        <a:pt x="685" y="1121"/>
                      </a:lnTo>
                      <a:lnTo>
                        <a:pt x="674" y="1124"/>
                      </a:lnTo>
                      <a:lnTo>
                        <a:pt x="661" y="1132"/>
                      </a:lnTo>
                      <a:lnTo>
                        <a:pt x="642" y="1144"/>
                      </a:lnTo>
                      <a:lnTo>
                        <a:pt x="624" y="1156"/>
                      </a:lnTo>
                      <a:lnTo>
                        <a:pt x="609" y="1167"/>
                      </a:lnTo>
                      <a:lnTo>
                        <a:pt x="604" y="1170"/>
                      </a:lnTo>
                      <a:lnTo>
                        <a:pt x="600" y="1176"/>
                      </a:lnTo>
                      <a:lnTo>
                        <a:pt x="598" y="1181"/>
                      </a:lnTo>
                      <a:lnTo>
                        <a:pt x="597" y="1186"/>
                      </a:lnTo>
                      <a:lnTo>
                        <a:pt x="597" y="1192"/>
                      </a:lnTo>
                      <a:lnTo>
                        <a:pt x="598" y="1197"/>
                      </a:lnTo>
                      <a:lnTo>
                        <a:pt x="599" y="1201"/>
                      </a:lnTo>
                      <a:lnTo>
                        <a:pt x="602" y="1206"/>
                      </a:lnTo>
                      <a:lnTo>
                        <a:pt x="608" y="1216"/>
                      </a:lnTo>
                      <a:lnTo>
                        <a:pt x="617" y="1228"/>
                      </a:lnTo>
                      <a:lnTo>
                        <a:pt x="627" y="1239"/>
                      </a:lnTo>
                      <a:lnTo>
                        <a:pt x="633" y="1249"/>
                      </a:lnTo>
                      <a:lnTo>
                        <a:pt x="636" y="1257"/>
                      </a:lnTo>
                      <a:lnTo>
                        <a:pt x="639" y="1263"/>
                      </a:lnTo>
                      <a:lnTo>
                        <a:pt x="637" y="1266"/>
                      </a:lnTo>
                      <a:lnTo>
                        <a:pt x="636" y="1268"/>
                      </a:lnTo>
                      <a:lnTo>
                        <a:pt x="635" y="1269"/>
                      </a:lnTo>
                      <a:lnTo>
                        <a:pt x="631" y="1270"/>
                      </a:lnTo>
                      <a:lnTo>
                        <a:pt x="623" y="1272"/>
                      </a:lnTo>
                      <a:lnTo>
                        <a:pt x="617" y="1274"/>
                      </a:lnTo>
                      <a:lnTo>
                        <a:pt x="614" y="1276"/>
                      </a:lnTo>
                      <a:lnTo>
                        <a:pt x="612" y="1279"/>
                      </a:lnTo>
                      <a:lnTo>
                        <a:pt x="611" y="1281"/>
                      </a:lnTo>
                      <a:lnTo>
                        <a:pt x="611" y="1286"/>
                      </a:lnTo>
                      <a:lnTo>
                        <a:pt x="614" y="1294"/>
                      </a:lnTo>
                      <a:lnTo>
                        <a:pt x="620" y="1302"/>
                      </a:lnTo>
                      <a:lnTo>
                        <a:pt x="623" y="1307"/>
                      </a:lnTo>
                      <a:lnTo>
                        <a:pt x="625" y="1312"/>
                      </a:lnTo>
                      <a:lnTo>
                        <a:pt x="628" y="1317"/>
                      </a:lnTo>
                      <a:lnTo>
                        <a:pt x="629" y="1321"/>
                      </a:lnTo>
                      <a:lnTo>
                        <a:pt x="631" y="1331"/>
                      </a:lnTo>
                      <a:lnTo>
                        <a:pt x="633" y="1342"/>
                      </a:lnTo>
                      <a:lnTo>
                        <a:pt x="635" y="1348"/>
                      </a:lnTo>
                      <a:lnTo>
                        <a:pt x="637" y="1351"/>
                      </a:lnTo>
                      <a:lnTo>
                        <a:pt x="640" y="1356"/>
                      </a:lnTo>
                      <a:lnTo>
                        <a:pt x="643" y="1358"/>
                      </a:lnTo>
                      <a:lnTo>
                        <a:pt x="648" y="1359"/>
                      </a:lnTo>
                      <a:lnTo>
                        <a:pt x="654" y="1361"/>
                      </a:lnTo>
                      <a:lnTo>
                        <a:pt x="662" y="1362"/>
                      </a:lnTo>
                      <a:lnTo>
                        <a:pt x="669" y="1362"/>
                      </a:lnTo>
                      <a:lnTo>
                        <a:pt x="677" y="1361"/>
                      </a:lnTo>
                      <a:lnTo>
                        <a:pt x="684" y="1361"/>
                      </a:lnTo>
                      <a:lnTo>
                        <a:pt x="686" y="1361"/>
                      </a:lnTo>
                      <a:lnTo>
                        <a:pt x="688" y="1362"/>
                      </a:lnTo>
                      <a:lnTo>
                        <a:pt x="691" y="1363"/>
                      </a:lnTo>
                      <a:lnTo>
                        <a:pt x="693" y="1367"/>
                      </a:lnTo>
                      <a:lnTo>
                        <a:pt x="697" y="1371"/>
                      </a:lnTo>
                      <a:lnTo>
                        <a:pt x="700" y="1377"/>
                      </a:lnTo>
                      <a:lnTo>
                        <a:pt x="705" y="1382"/>
                      </a:lnTo>
                      <a:lnTo>
                        <a:pt x="710" y="1387"/>
                      </a:lnTo>
                      <a:lnTo>
                        <a:pt x="716" y="1389"/>
                      </a:lnTo>
                      <a:lnTo>
                        <a:pt x="721" y="1389"/>
                      </a:lnTo>
                      <a:lnTo>
                        <a:pt x="726" y="1389"/>
                      </a:lnTo>
                      <a:lnTo>
                        <a:pt x="732" y="1388"/>
                      </a:lnTo>
                      <a:lnTo>
                        <a:pt x="742" y="1384"/>
                      </a:lnTo>
                      <a:lnTo>
                        <a:pt x="748" y="1381"/>
                      </a:lnTo>
                      <a:lnTo>
                        <a:pt x="755" y="1375"/>
                      </a:lnTo>
                      <a:lnTo>
                        <a:pt x="761" y="1370"/>
                      </a:lnTo>
                      <a:lnTo>
                        <a:pt x="769" y="1363"/>
                      </a:lnTo>
                      <a:lnTo>
                        <a:pt x="778" y="1357"/>
                      </a:lnTo>
                      <a:lnTo>
                        <a:pt x="785" y="1354"/>
                      </a:lnTo>
                      <a:lnTo>
                        <a:pt x="792" y="1351"/>
                      </a:lnTo>
                      <a:lnTo>
                        <a:pt x="799" y="1350"/>
                      </a:lnTo>
                      <a:lnTo>
                        <a:pt x="811" y="1349"/>
                      </a:lnTo>
                      <a:lnTo>
                        <a:pt x="823" y="1348"/>
                      </a:lnTo>
                      <a:lnTo>
                        <a:pt x="835" y="1346"/>
                      </a:lnTo>
                      <a:lnTo>
                        <a:pt x="843" y="1346"/>
                      </a:lnTo>
                      <a:lnTo>
                        <a:pt x="849" y="1346"/>
                      </a:lnTo>
                      <a:lnTo>
                        <a:pt x="855" y="1346"/>
                      </a:lnTo>
                      <a:lnTo>
                        <a:pt x="860" y="1349"/>
                      </a:lnTo>
                      <a:lnTo>
                        <a:pt x="862" y="1351"/>
                      </a:lnTo>
                      <a:lnTo>
                        <a:pt x="866" y="1355"/>
                      </a:lnTo>
                      <a:lnTo>
                        <a:pt x="868" y="1361"/>
                      </a:lnTo>
                      <a:lnTo>
                        <a:pt x="870" y="1368"/>
                      </a:lnTo>
                      <a:lnTo>
                        <a:pt x="873" y="1378"/>
                      </a:lnTo>
                      <a:lnTo>
                        <a:pt x="877" y="1389"/>
                      </a:lnTo>
                      <a:lnTo>
                        <a:pt x="880" y="1395"/>
                      </a:lnTo>
                      <a:lnTo>
                        <a:pt x="883" y="1400"/>
                      </a:lnTo>
                      <a:lnTo>
                        <a:pt x="886" y="1403"/>
                      </a:lnTo>
                      <a:lnTo>
                        <a:pt x="889" y="1407"/>
                      </a:lnTo>
                      <a:lnTo>
                        <a:pt x="894" y="1409"/>
                      </a:lnTo>
                      <a:lnTo>
                        <a:pt x="898" y="1411"/>
                      </a:lnTo>
                      <a:lnTo>
                        <a:pt x="901" y="1411"/>
                      </a:lnTo>
                      <a:lnTo>
                        <a:pt x="906" y="1411"/>
                      </a:lnTo>
                      <a:lnTo>
                        <a:pt x="910" y="1411"/>
                      </a:lnTo>
                      <a:lnTo>
                        <a:pt x="913" y="1409"/>
                      </a:lnTo>
                      <a:lnTo>
                        <a:pt x="917" y="1407"/>
                      </a:lnTo>
                      <a:lnTo>
                        <a:pt x="919" y="1403"/>
                      </a:lnTo>
                      <a:lnTo>
                        <a:pt x="923" y="1398"/>
                      </a:lnTo>
                      <a:lnTo>
                        <a:pt x="929" y="1389"/>
                      </a:lnTo>
                      <a:lnTo>
                        <a:pt x="935" y="1382"/>
                      </a:lnTo>
                      <a:lnTo>
                        <a:pt x="942" y="1375"/>
                      </a:lnTo>
                      <a:lnTo>
                        <a:pt x="952" y="1365"/>
                      </a:lnTo>
                      <a:lnTo>
                        <a:pt x="962" y="1356"/>
                      </a:lnTo>
                      <a:lnTo>
                        <a:pt x="970" y="1346"/>
                      </a:lnTo>
                      <a:lnTo>
                        <a:pt x="977" y="1339"/>
                      </a:lnTo>
                      <a:lnTo>
                        <a:pt x="981" y="1337"/>
                      </a:lnTo>
                      <a:lnTo>
                        <a:pt x="984" y="1336"/>
                      </a:lnTo>
                      <a:lnTo>
                        <a:pt x="988" y="1335"/>
                      </a:lnTo>
                      <a:lnTo>
                        <a:pt x="992" y="1333"/>
                      </a:lnTo>
                      <a:lnTo>
                        <a:pt x="999" y="1333"/>
                      </a:lnTo>
                      <a:lnTo>
                        <a:pt x="1007" y="1336"/>
                      </a:lnTo>
                      <a:lnTo>
                        <a:pt x="1011" y="1337"/>
                      </a:lnTo>
                      <a:lnTo>
                        <a:pt x="1014" y="1337"/>
                      </a:lnTo>
                      <a:lnTo>
                        <a:pt x="1018" y="1337"/>
                      </a:lnTo>
                      <a:lnTo>
                        <a:pt x="1020" y="1336"/>
                      </a:lnTo>
                      <a:lnTo>
                        <a:pt x="1026" y="1331"/>
                      </a:lnTo>
                      <a:lnTo>
                        <a:pt x="1032" y="1325"/>
                      </a:lnTo>
                      <a:lnTo>
                        <a:pt x="1034" y="1323"/>
                      </a:lnTo>
                      <a:lnTo>
                        <a:pt x="1037" y="1321"/>
                      </a:lnTo>
                      <a:lnTo>
                        <a:pt x="1039" y="1321"/>
                      </a:lnTo>
                      <a:lnTo>
                        <a:pt x="1042" y="1323"/>
                      </a:lnTo>
                      <a:lnTo>
                        <a:pt x="1046" y="1326"/>
                      </a:lnTo>
                      <a:lnTo>
                        <a:pt x="1051" y="1331"/>
                      </a:lnTo>
                      <a:lnTo>
                        <a:pt x="1055" y="1333"/>
                      </a:lnTo>
                      <a:lnTo>
                        <a:pt x="1058" y="1333"/>
                      </a:lnTo>
                      <a:lnTo>
                        <a:pt x="1063" y="1332"/>
                      </a:lnTo>
                      <a:lnTo>
                        <a:pt x="1066" y="1329"/>
                      </a:lnTo>
                      <a:lnTo>
                        <a:pt x="1065" y="1331"/>
                      </a:lnTo>
                      <a:lnTo>
                        <a:pt x="1065" y="1335"/>
                      </a:lnTo>
                      <a:lnTo>
                        <a:pt x="1065" y="1340"/>
                      </a:lnTo>
                      <a:lnTo>
                        <a:pt x="1065" y="1346"/>
                      </a:lnTo>
                      <a:lnTo>
                        <a:pt x="1070" y="1373"/>
                      </a:lnTo>
                      <a:lnTo>
                        <a:pt x="1074" y="1406"/>
                      </a:lnTo>
                      <a:lnTo>
                        <a:pt x="1078" y="1443"/>
                      </a:lnTo>
                      <a:lnTo>
                        <a:pt x="1082" y="1480"/>
                      </a:lnTo>
                      <a:lnTo>
                        <a:pt x="1087" y="1509"/>
                      </a:lnTo>
                      <a:lnTo>
                        <a:pt x="1091" y="1537"/>
                      </a:lnTo>
                      <a:lnTo>
                        <a:pt x="1093" y="1548"/>
                      </a:lnTo>
                      <a:lnTo>
                        <a:pt x="1094" y="1559"/>
                      </a:lnTo>
                      <a:lnTo>
                        <a:pt x="1094" y="1567"/>
                      </a:lnTo>
                      <a:lnTo>
                        <a:pt x="1091" y="1573"/>
                      </a:lnTo>
                      <a:lnTo>
                        <a:pt x="1090" y="1577"/>
                      </a:lnTo>
                      <a:lnTo>
                        <a:pt x="1087" y="1578"/>
                      </a:lnTo>
                      <a:lnTo>
                        <a:pt x="1083" y="1581"/>
                      </a:lnTo>
                      <a:lnTo>
                        <a:pt x="1078" y="1581"/>
                      </a:lnTo>
                      <a:lnTo>
                        <a:pt x="1069" y="1582"/>
                      </a:lnTo>
                      <a:lnTo>
                        <a:pt x="1059" y="1582"/>
                      </a:lnTo>
                      <a:lnTo>
                        <a:pt x="1055" y="1583"/>
                      </a:lnTo>
                      <a:lnTo>
                        <a:pt x="1051" y="1584"/>
                      </a:lnTo>
                      <a:lnTo>
                        <a:pt x="1050" y="1585"/>
                      </a:lnTo>
                      <a:lnTo>
                        <a:pt x="1049" y="1588"/>
                      </a:lnTo>
                      <a:lnTo>
                        <a:pt x="1049" y="1595"/>
                      </a:lnTo>
                      <a:lnTo>
                        <a:pt x="1050" y="1603"/>
                      </a:lnTo>
                      <a:lnTo>
                        <a:pt x="1051" y="1614"/>
                      </a:lnTo>
                      <a:lnTo>
                        <a:pt x="1052" y="1627"/>
                      </a:lnTo>
                      <a:lnTo>
                        <a:pt x="1052" y="1640"/>
                      </a:lnTo>
                      <a:lnTo>
                        <a:pt x="1053" y="1654"/>
                      </a:lnTo>
                      <a:lnTo>
                        <a:pt x="1053" y="1664"/>
                      </a:lnTo>
                      <a:lnTo>
                        <a:pt x="1055" y="1674"/>
                      </a:lnTo>
                      <a:lnTo>
                        <a:pt x="1057" y="1684"/>
                      </a:lnTo>
                      <a:lnTo>
                        <a:pt x="1059" y="1693"/>
                      </a:lnTo>
                      <a:lnTo>
                        <a:pt x="1063" y="1703"/>
                      </a:lnTo>
                      <a:lnTo>
                        <a:pt x="1068" y="1710"/>
                      </a:lnTo>
                      <a:lnTo>
                        <a:pt x="1074" y="1716"/>
                      </a:lnTo>
                      <a:lnTo>
                        <a:pt x="1081" y="1721"/>
                      </a:lnTo>
                      <a:lnTo>
                        <a:pt x="1091" y="1723"/>
                      </a:lnTo>
                      <a:lnTo>
                        <a:pt x="1103" y="1724"/>
                      </a:lnTo>
                      <a:lnTo>
                        <a:pt x="1116" y="1724"/>
                      </a:lnTo>
                      <a:lnTo>
                        <a:pt x="1131" y="1723"/>
                      </a:lnTo>
                      <a:lnTo>
                        <a:pt x="1144" y="1723"/>
                      </a:lnTo>
                      <a:lnTo>
                        <a:pt x="1154" y="1724"/>
                      </a:lnTo>
                      <a:lnTo>
                        <a:pt x="1158" y="1724"/>
                      </a:lnTo>
                      <a:lnTo>
                        <a:pt x="1162" y="1727"/>
                      </a:lnTo>
                      <a:lnTo>
                        <a:pt x="1164" y="1728"/>
                      </a:lnTo>
                      <a:lnTo>
                        <a:pt x="1165" y="1731"/>
                      </a:lnTo>
                      <a:lnTo>
                        <a:pt x="1169" y="1748"/>
                      </a:lnTo>
                      <a:lnTo>
                        <a:pt x="1173" y="1765"/>
                      </a:lnTo>
                      <a:lnTo>
                        <a:pt x="1176" y="1771"/>
                      </a:lnTo>
                      <a:lnTo>
                        <a:pt x="1179" y="1774"/>
                      </a:lnTo>
                      <a:lnTo>
                        <a:pt x="1182" y="1775"/>
                      </a:lnTo>
                      <a:lnTo>
                        <a:pt x="1184" y="1775"/>
                      </a:lnTo>
                      <a:lnTo>
                        <a:pt x="1187" y="1775"/>
                      </a:lnTo>
                      <a:lnTo>
                        <a:pt x="1190" y="1773"/>
                      </a:lnTo>
                      <a:lnTo>
                        <a:pt x="1196" y="1770"/>
                      </a:lnTo>
                      <a:lnTo>
                        <a:pt x="1202" y="1765"/>
                      </a:lnTo>
                      <a:lnTo>
                        <a:pt x="1208" y="1760"/>
                      </a:lnTo>
                      <a:lnTo>
                        <a:pt x="1215" y="1759"/>
                      </a:lnTo>
                      <a:lnTo>
                        <a:pt x="1221" y="1758"/>
                      </a:lnTo>
                      <a:lnTo>
                        <a:pt x="1227" y="1759"/>
                      </a:lnTo>
                      <a:lnTo>
                        <a:pt x="1231" y="1760"/>
                      </a:lnTo>
                      <a:lnTo>
                        <a:pt x="1233" y="1762"/>
                      </a:lnTo>
                      <a:lnTo>
                        <a:pt x="1235" y="1765"/>
                      </a:lnTo>
                      <a:lnTo>
                        <a:pt x="1238" y="1768"/>
                      </a:lnTo>
                      <a:lnTo>
                        <a:pt x="1239" y="1771"/>
                      </a:lnTo>
                      <a:lnTo>
                        <a:pt x="1241" y="1772"/>
                      </a:lnTo>
                      <a:lnTo>
                        <a:pt x="1244" y="1773"/>
                      </a:lnTo>
                      <a:lnTo>
                        <a:pt x="1246" y="1774"/>
                      </a:lnTo>
                      <a:lnTo>
                        <a:pt x="1252" y="1773"/>
                      </a:lnTo>
                      <a:lnTo>
                        <a:pt x="1259" y="1772"/>
                      </a:lnTo>
                      <a:lnTo>
                        <a:pt x="1272" y="1765"/>
                      </a:lnTo>
                      <a:lnTo>
                        <a:pt x="1284" y="1759"/>
                      </a:lnTo>
                      <a:lnTo>
                        <a:pt x="1294" y="1754"/>
                      </a:lnTo>
                      <a:lnTo>
                        <a:pt x="1304" y="1751"/>
                      </a:lnTo>
                      <a:lnTo>
                        <a:pt x="1316" y="1746"/>
                      </a:lnTo>
                      <a:lnTo>
                        <a:pt x="1328" y="1743"/>
                      </a:lnTo>
                      <a:lnTo>
                        <a:pt x="1328" y="1742"/>
                      </a:lnTo>
                      <a:lnTo>
                        <a:pt x="1328" y="1741"/>
                      </a:lnTo>
                      <a:lnTo>
                        <a:pt x="1329" y="1749"/>
                      </a:lnTo>
                      <a:lnTo>
                        <a:pt x="1330" y="1758"/>
                      </a:lnTo>
                      <a:lnTo>
                        <a:pt x="1334" y="1762"/>
                      </a:lnTo>
                      <a:lnTo>
                        <a:pt x="1339" y="1766"/>
                      </a:lnTo>
                      <a:lnTo>
                        <a:pt x="1345" y="1771"/>
                      </a:lnTo>
                      <a:lnTo>
                        <a:pt x="1351" y="1778"/>
                      </a:lnTo>
                      <a:lnTo>
                        <a:pt x="1357" y="1789"/>
                      </a:lnTo>
                      <a:lnTo>
                        <a:pt x="1364" y="1803"/>
                      </a:lnTo>
                      <a:lnTo>
                        <a:pt x="1374" y="1821"/>
                      </a:lnTo>
                      <a:lnTo>
                        <a:pt x="1387" y="1840"/>
                      </a:lnTo>
                      <a:lnTo>
                        <a:pt x="1401" y="1856"/>
                      </a:lnTo>
                      <a:lnTo>
                        <a:pt x="1412" y="1871"/>
                      </a:lnTo>
                      <a:lnTo>
                        <a:pt x="1417" y="1877"/>
                      </a:lnTo>
                      <a:lnTo>
                        <a:pt x="1421" y="1882"/>
                      </a:lnTo>
                      <a:lnTo>
                        <a:pt x="1422" y="1887"/>
                      </a:lnTo>
                      <a:lnTo>
                        <a:pt x="1422" y="1893"/>
                      </a:lnTo>
                      <a:lnTo>
                        <a:pt x="1421" y="1897"/>
                      </a:lnTo>
                      <a:lnTo>
                        <a:pt x="1418" y="1901"/>
                      </a:lnTo>
                      <a:lnTo>
                        <a:pt x="1414" y="1904"/>
                      </a:lnTo>
                      <a:lnTo>
                        <a:pt x="1408" y="1906"/>
                      </a:lnTo>
                      <a:lnTo>
                        <a:pt x="1402" y="1909"/>
                      </a:lnTo>
                      <a:lnTo>
                        <a:pt x="1396" y="1911"/>
                      </a:lnTo>
                      <a:lnTo>
                        <a:pt x="1392" y="1915"/>
                      </a:lnTo>
                      <a:lnTo>
                        <a:pt x="1390" y="1918"/>
                      </a:lnTo>
                      <a:lnTo>
                        <a:pt x="1387" y="1920"/>
                      </a:lnTo>
                      <a:lnTo>
                        <a:pt x="1387" y="1923"/>
                      </a:lnTo>
                      <a:lnTo>
                        <a:pt x="1389" y="1925"/>
                      </a:lnTo>
                      <a:lnTo>
                        <a:pt x="1391" y="1925"/>
                      </a:lnTo>
                      <a:lnTo>
                        <a:pt x="1402" y="1920"/>
                      </a:lnTo>
                      <a:lnTo>
                        <a:pt x="1417" y="1913"/>
                      </a:lnTo>
                      <a:lnTo>
                        <a:pt x="1420" y="1913"/>
                      </a:lnTo>
                      <a:lnTo>
                        <a:pt x="1422" y="1913"/>
                      </a:lnTo>
                      <a:close/>
                      <a:moveTo>
                        <a:pt x="1203" y="1091"/>
                      </a:moveTo>
                      <a:lnTo>
                        <a:pt x="1198" y="1092"/>
                      </a:lnTo>
                      <a:lnTo>
                        <a:pt x="1195" y="1092"/>
                      </a:lnTo>
                      <a:lnTo>
                        <a:pt x="1198" y="1091"/>
                      </a:lnTo>
                      <a:lnTo>
                        <a:pt x="1202" y="1091"/>
                      </a:lnTo>
                      <a:lnTo>
                        <a:pt x="1203" y="1091"/>
                      </a:lnTo>
                      <a:close/>
                      <a:moveTo>
                        <a:pt x="1169" y="1116"/>
                      </a:moveTo>
                      <a:lnTo>
                        <a:pt x="1169" y="1116"/>
                      </a:lnTo>
                      <a:lnTo>
                        <a:pt x="1168" y="1117"/>
                      </a:lnTo>
                      <a:lnTo>
                        <a:pt x="1169" y="1121"/>
                      </a:lnTo>
                      <a:lnTo>
                        <a:pt x="1170" y="1129"/>
                      </a:lnTo>
                      <a:lnTo>
                        <a:pt x="1171" y="1134"/>
                      </a:lnTo>
                      <a:lnTo>
                        <a:pt x="1171" y="1140"/>
                      </a:lnTo>
                      <a:lnTo>
                        <a:pt x="1171" y="1147"/>
                      </a:lnTo>
                      <a:lnTo>
                        <a:pt x="1170" y="1153"/>
                      </a:lnTo>
                      <a:lnTo>
                        <a:pt x="1163" y="1173"/>
                      </a:lnTo>
                      <a:lnTo>
                        <a:pt x="1159" y="1180"/>
                      </a:lnTo>
                      <a:lnTo>
                        <a:pt x="1159" y="1182"/>
                      </a:lnTo>
                      <a:lnTo>
                        <a:pt x="1159" y="1187"/>
                      </a:lnTo>
                      <a:lnTo>
                        <a:pt x="1159" y="1191"/>
                      </a:lnTo>
                      <a:lnTo>
                        <a:pt x="1160" y="1193"/>
                      </a:lnTo>
                      <a:lnTo>
                        <a:pt x="1163" y="1195"/>
                      </a:lnTo>
                      <a:lnTo>
                        <a:pt x="1165" y="1198"/>
                      </a:lnTo>
                      <a:lnTo>
                        <a:pt x="1173" y="1203"/>
                      </a:lnTo>
                      <a:lnTo>
                        <a:pt x="1183" y="1209"/>
                      </a:lnTo>
                      <a:lnTo>
                        <a:pt x="1187" y="1212"/>
                      </a:lnTo>
                      <a:lnTo>
                        <a:pt x="1189" y="1214"/>
                      </a:lnTo>
                      <a:lnTo>
                        <a:pt x="1191" y="1217"/>
                      </a:lnTo>
                      <a:lnTo>
                        <a:pt x="1190" y="1217"/>
                      </a:lnTo>
                      <a:lnTo>
                        <a:pt x="1185" y="1219"/>
                      </a:lnTo>
                      <a:lnTo>
                        <a:pt x="1181" y="1222"/>
                      </a:lnTo>
                      <a:lnTo>
                        <a:pt x="1178" y="1223"/>
                      </a:lnTo>
                      <a:lnTo>
                        <a:pt x="1176" y="1225"/>
                      </a:lnTo>
                      <a:lnTo>
                        <a:pt x="1175" y="1226"/>
                      </a:lnTo>
                      <a:lnTo>
                        <a:pt x="1175" y="1229"/>
                      </a:lnTo>
                      <a:lnTo>
                        <a:pt x="1175" y="1237"/>
                      </a:lnTo>
                      <a:lnTo>
                        <a:pt x="1177" y="1249"/>
                      </a:lnTo>
                      <a:lnTo>
                        <a:pt x="1178" y="1263"/>
                      </a:lnTo>
                      <a:lnTo>
                        <a:pt x="1179" y="1274"/>
                      </a:lnTo>
                      <a:lnTo>
                        <a:pt x="1179" y="1285"/>
                      </a:lnTo>
                      <a:lnTo>
                        <a:pt x="1177" y="1296"/>
                      </a:lnTo>
                      <a:lnTo>
                        <a:pt x="1175" y="1302"/>
                      </a:lnTo>
                      <a:lnTo>
                        <a:pt x="1172" y="1307"/>
                      </a:lnTo>
                      <a:lnTo>
                        <a:pt x="1170" y="1311"/>
                      </a:lnTo>
                      <a:lnTo>
                        <a:pt x="1166" y="1314"/>
                      </a:lnTo>
                      <a:lnTo>
                        <a:pt x="1162" y="1317"/>
                      </a:lnTo>
                      <a:lnTo>
                        <a:pt x="1157" y="1319"/>
                      </a:lnTo>
                      <a:lnTo>
                        <a:pt x="1150" y="1321"/>
                      </a:lnTo>
                      <a:lnTo>
                        <a:pt x="1143" y="1323"/>
                      </a:lnTo>
                      <a:lnTo>
                        <a:pt x="1129" y="1325"/>
                      </a:lnTo>
                      <a:lnTo>
                        <a:pt x="1119" y="1327"/>
                      </a:lnTo>
                      <a:lnTo>
                        <a:pt x="1113" y="1329"/>
                      </a:lnTo>
                      <a:lnTo>
                        <a:pt x="1107" y="1329"/>
                      </a:lnTo>
                      <a:lnTo>
                        <a:pt x="1105" y="1327"/>
                      </a:lnTo>
                      <a:lnTo>
                        <a:pt x="1103" y="1326"/>
                      </a:lnTo>
                      <a:lnTo>
                        <a:pt x="1101" y="1324"/>
                      </a:lnTo>
                      <a:lnTo>
                        <a:pt x="1100" y="1320"/>
                      </a:lnTo>
                      <a:lnTo>
                        <a:pt x="1096" y="1315"/>
                      </a:lnTo>
                      <a:lnTo>
                        <a:pt x="1094" y="1311"/>
                      </a:lnTo>
                      <a:lnTo>
                        <a:pt x="1090" y="1308"/>
                      </a:lnTo>
                      <a:lnTo>
                        <a:pt x="1085" y="1308"/>
                      </a:lnTo>
                      <a:lnTo>
                        <a:pt x="1078" y="1308"/>
                      </a:lnTo>
                      <a:lnTo>
                        <a:pt x="1076" y="1310"/>
                      </a:lnTo>
                      <a:lnTo>
                        <a:pt x="1076" y="1308"/>
                      </a:lnTo>
                      <a:lnTo>
                        <a:pt x="1077" y="1293"/>
                      </a:lnTo>
                      <a:lnTo>
                        <a:pt x="1080" y="1280"/>
                      </a:lnTo>
                      <a:lnTo>
                        <a:pt x="1084" y="1268"/>
                      </a:lnTo>
                      <a:lnTo>
                        <a:pt x="1090" y="1256"/>
                      </a:lnTo>
                      <a:lnTo>
                        <a:pt x="1097" y="1248"/>
                      </a:lnTo>
                      <a:lnTo>
                        <a:pt x="1101" y="1242"/>
                      </a:lnTo>
                      <a:lnTo>
                        <a:pt x="1100" y="1239"/>
                      </a:lnTo>
                      <a:lnTo>
                        <a:pt x="1099" y="1237"/>
                      </a:lnTo>
                      <a:lnTo>
                        <a:pt x="1094" y="1235"/>
                      </a:lnTo>
                      <a:lnTo>
                        <a:pt x="1087" y="1232"/>
                      </a:lnTo>
                      <a:lnTo>
                        <a:pt x="1076" y="1228"/>
                      </a:lnTo>
                      <a:lnTo>
                        <a:pt x="1065" y="1224"/>
                      </a:lnTo>
                      <a:lnTo>
                        <a:pt x="1056" y="1220"/>
                      </a:lnTo>
                      <a:lnTo>
                        <a:pt x="1047" y="1217"/>
                      </a:lnTo>
                      <a:lnTo>
                        <a:pt x="1044" y="1213"/>
                      </a:lnTo>
                      <a:lnTo>
                        <a:pt x="1040" y="1210"/>
                      </a:lnTo>
                      <a:lnTo>
                        <a:pt x="1038" y="1205"/>
                      </a:lnTo>
                      <a:lnTo>
                        <a:pt x="1036" y="1199"/>
                      </a:lnTo>
                      <a:lnTo>
                        <a:pt x="1033" y="1188"/>
                      </a:lnTo>
                      <a:lnTo>
                        <a:pt x="1033" y="1179"/>
                      </a:lnTo>
                      <a:lnTo>
                        <a:pt x="1032" y="1170"/>
                      </a:lnTo>
                      <a:lnTo>
                        <a:pt x="1032" y="1160"/>
                      </a:lnTo>
                      <a:lnTo>
                        <a:pt x="1032" y="1155"/>
                      </a:lnTo>
                      <a:lnTo>
                        <a:pt x="1033" y="1151"/>
                      </a:lnTo>
                      <a:lnTo>
                        <a:pt x="1034" y="1148"/>
                      </a:lnTo>
                      <a:lnTo>
                        <a:pt x="1038" y="1144"/>
                      </a:lnTo>
                      <a:lnTo>
                        <a:pt x="1044" y="1141"/>
                      </a:lnTo>
                      <a:lnTo>
                        <a:pt x="1052" y="1137"/>
                      </a:lnTo>
                      <a:lnTo>
                        <a:pt x="1058" y="1135"/>
                      </a:lnTo>
                      <a:lnTo>
                        <a:pt x="1063" y="1135"/>
                      </a:lnTo>
                      <a:lnTo>
                        <a:pt x="1070" y="1135"/>
                      </a:lnTo>
                      <a:lnTo>
                        <a:pt x="1078" y="1135"/>
                      </a:lnTo>
                      <a:lnTo>
                        <a:pt x="1094" y="1136"/>
                      </a:lnTo>
                      <a:lnTo>
                        <a:pt x="1108" y="1136"/>
                      </a:lnTo>
                      <a:lnTo>
                        <a:pt x="1120" y="1132"/>
                      </a:lnTo>
                      <a:lnTo>
                        <a:pt x="1132" y="1128"/>
                      </a:lnTo>
                      <a:lnTo>
                        <a:pt x="1140" y="1124"/>
                      </a:lnTo>
                      <a:lnTo>
                        <a:pt x="1150" y="1122"/>
                      </a:lnTo>
                      <a:lnTo>
                        <a:pt x="1159" y="1119"/>
                      </a:lnTo>
                      <a:lnTo>
                        <a:pt x="1169" y="1116"/>
                      </a:lnTo>
                      <a:close/>
                      <a:moveTo>
                        <a:pt x="1071" y="1323"/>
                      </a:moveTo>
                      <a:lnTo>
                        <a:pt x="1071" y="1324"/>
                      </a:lnTo>
                      <a:lnTo>
                        <a:pt x="1070" y="1324"/>
                      </a:lnTo>
                      <a:lnTo>
                        <a:pt x="1071" y="1324"/>
                      </a:lnTo>
                      <a:lnTo>
                        <a:pt x="1071" y="1323"/>
                      </a:lnTo>
                      <a:close/>
                    </a:path>
                  </a:pathLst>
                </a:custGeom>
                <a:solidFill>
                  <a:srgbClr val="1F4E78"/>
                </a:solidFill>
                <a:ln w="9525">
                  <a:solidFill>
                    <a:srgbClr val="AFABAB"/>
                  </a:solidFill>
                  <a:round/>
                  <a:headEnd/>
                  <a:tailEnd/>
                </a:ln>
              </p:spPr>
              <p:txBody>
                <a:bodyPr/>
                <a:lstStyle/>
                <a:p>
                  <a:endParaRPr lang="zh-CN" altLang="en-US"/>
                </a:p>
              </p:txBody>
            </p:sp>
            <p:sp>
              <p:nvSpPr>
                <p:cNvPr id="54" name="内蒙古">
                  <a:extLst>
                    <a:ext uri="{FF2B5EF4-FFF2-40B4-BE49-F238E27FC236}">
                      <a16:creationId xmlns:a16="http://schemas.microsoft.com/office/drawing/2014/main" id="{C10A29CA-3FEB-4684-9359-44BC9FF20FA9}"/>
                    </a:ext>
                  </a:extLst>
                </p:cNvPr>
                <p:cNvSpPr>
                  <a:spLocks/>
                </p:cNvSpPr>
                <p:nvPr/>
              </p:nvSpPr>
              <p:spPr bwMode="auto">
                <a:xfrm>
                  <a:off x="2057426" y="47628"/>
                  <a:ext cx="2247928" cy="1857472"/>
                </a:xfrm>
                <a:custGeom>
                  <a:avLst/>
                  <a:gdLst>
                    <a:gd name="T0" fmla="*/ 2147483646 w 8497"/>
                    <a:gd name="T1" fmla="*/ 2147483646 h 7037"/>
                    <a:gd name="T2" fmla="*/ 2147483646 w 8497"/>
                    <a:gd name="T3" fmla="*/ 2147483646 h 7037"/>
                    <a:gd name="T4" fmla="*/ 2147483646 w 8497"/>
                    <a:gd name="T5" fmla="*/ 2147483646 h 7037"/>
                    <a:gd name="T6" fmla="*/ 2147483646 w 8497"/>
                    <a:gd name="T7" fmla="*/ 2147483646 h 7037"/>
                    <a:gd name="T8" fmla="*/ 2147483646 w 8497"/>
                    <a:gd name="T9" fmla="*/ 2147483646 h 7037"/>
                    <a:gd name="T10" fmla="*/ 2147483646 w 8497"/>
                    <a:gd name="T11" fmla="*/ 2147483646 h 7037"/>
                    <a:gd name="T12" fmla="*/ 2147483646 w 8497"/>
                    <a:gd name="T13" fmla="*/ 2147483646 h 7037"/>
                    <a:gd name="T14" fmla="*/ 2147483646 w 8497"/>
                    <a:gd name="T15" fmla="*/ 2147483646 h 7037"/>
                    <a:gd name="T16" fmla="*/ 2147483646 w 8497"/>
                    <a:gd name="T17" fmla="*/ 2147483646 h 7037"/>
                    <a:gd name="T18" fmla="*/ 2147483646 w 8497"/>
                    <a:gd name="T19" fmla="*/ 2147483646 h 7037"/>
                    <a:gd name="T20" fmla="*/ 2147483646 w 8497"/>
                    <a:gd name="T21" fmla="*/ 2147483646 h 7037"/>
                    <a:gd name="T22" fmla="*/ 2147483646 w 8497"/>
                    <a:gd name="T23" fmla="*/ 2147483646 h 7037"/>
                    <a:gd name="T24" fmla="*/ 2147483646 w 8497"/>
                    <a:gd name="T25" fmla="*/ 2147483646 h 7037"/>
                    <a:gd name="T26" fmla="*/ 2147483646 w 8497"/>
                    <a:gd name="T27" fmla="*/ 2147483646 h 7037"/>
                    <a:gd name="T28" fmla="*/ 2147483646 w 8497"/>
                    <a:gd name="T29" fmla="*/ 2147483646 h 7037"/>
                    <a:gd name="T30" fmla="*/ 2147483646 w 8497"/>
                    <a:gd name="T31" fmla="*/ 2147483646 h 7037"/>
                    <a:gd name="T32" fmla="*/ 2147483646 w 8497"/>
                    <a:gd name="T33" fmla="*/ 2147483646 h 7037"/>
                    <a:gd name="T34" fmla="*/ 2147483646 w 8497"/>
                    <a:gd name="T35" fmla="*/ 2147483646 h 7037"/>
                    <a:gd name="T36" fmla="*/ 2147483646 w 8497"/>
                    <a:gd name="T37" fmla="*/ 2147483646 h 7037"/>
                    <a:gd name="T38" fmla="*/ 2147483646 w 8497"/>
                    <a:gd name="T39" fmla="*/ 2147483646 h 7037"/>
                    <a:gd name="T40" fmla="*/ 2147483646 w 8497"/>
                    <a:gd name="T41" fmla="*/ 2147483646 h 7037"/>
                    <a:gd name="T42" fmla="*/ 2147483646 w 8497"/>
                    <a:gd name="T43" fmla="*/ 2147483646 h 7037"/>
                    <a:gd name="T44" fmla="*/ 2147483646 w 8497"/>
                    <a:gd name="T45" fmla="*/ 2147483646 h 7037"/>
                    <a:gd name="T46" fmla="*/ 2147483646 w 8497"/>
                    <a:gd name="T47" fmla="*/ 2147483646 h 7037"/>
                    <a:gd name="T48" fmla="*/ 2147483646 w 8497"/>
                    <a:gd name="T49" fmla="*/ 2147483646 h 7037"/>
                    <a:gd name="T50" fmla="*/ 2147483646 w 8497"/>
                    <a:gd name="T51" fmla="*/ 2147483646 h 7037"/>
                    <a:gd name="T52" fmla="*/ 2147483646 w 8497"/>
                    <a:gd name="T53" fmla="*/ 2147483646 h 7037"/>
                    <a:gd name="T54" fmla="*/ 2147483646 w 8497"/>
                    <a:gd name="T55" fmla="*/ 2147483646 h 7037"/>
                    <a:gd name="T56" fmla="*/ 2147483646 w 8497"/>
                    <a:gd name="T57" fmla="*/ 2147483646 h 7037"/>
                    <a:gd name="T58" fmla="*/ 2147483646 w 8497"/>
                    <a:gd name="T59" fmla="*/ 2147483646 h 7037"/>
                    <a:gd name="T60" fmla="*/ 2147483646 w 8497"/>
                    <a:gd name="T61" fmla="*/ 2147483646 h 7037"/>
                    <a:gd name="T62" fmla="*/ 2147483646 w 8497"/>
                    <a:gd name="T63" fmla="*/ 2147483646 h 7037"/>
                    <a:gd name="T64" fmla="*/ 2147483646 w 8497"/>
                    <a:gd name="T65" fmla="*/ 2147483646 h 7037"/>
                    <a:gd name="T66" fmla="*/ 2147483646 w 8497"/>
                    <a:gd name="T67" fmla="*/ 2147483646 h 7037"/>
                    <a:gd name="T68" fmla="*/ 2147483646 w 8497"/>
                    <a:gd name="T69" fmla="*/ 2147483646 h 7037"/>
                    <a:gd name="T70" fmla="*/ 2147483646 w 8497"/>
                    <a:gd name="T71" fmla="*/ 2147483646 h 7037"/>
                    <a:gd name="T72" fmla="*/ 2147483646 w 8497"/>
                    <a:gd name="T73" fmla="*/ 2147483646 h 7037"/>
                    <a:gd name="T74" fmla="*/ 2147483646 w 8497"/>
                    <a:gd name="T75" fmla="*/ 2147483646 h 7037"/>
                    <a:gd name="T76" fmla="*/ 2147483646 w 8497"/>
                    <a:gd name="T77" fmla="*/ 2147483646 h 7037"/>
                    <a:gd name="T78" fmla="*/ 2147483646 w 8497"/>
                    <a:gd name="T79" fmla="*/ 2147483646 h 7037"/>
                    <a:gd name="T80" fmla="*/ 2147483646 w 8497"/>
                    <a:gd name="T81" fmla="*/ 2147483646 h 7037"/>
                    <a:gd name="T82" fmla="*/ 2147483646 w 8497"/>
                    <a:gd name="T83" fmla="*/ 2147483646 h 7037"/>
                    <a:gd name="T84" fmla="*/ 2147483646 w 8497"/>
                    <a:gd name="T85" fmla="*/ 2147483646 h 7037"/>
                    <a:gd name="T86" fmla="*/ 2147483646 w 8497"/>
                    <a:gd name="T87" fmla="*/ 2147483646 h 7037"/>
                    <a:gd name="T88" fmla="*/ 2147483646 w 8497"/>
                    <a:gd name="T89" fmla="*/ 2147483646 h 7037"/>
                    <a:gd name="T90" fmla="*/ 2147483646 w 8497"/>
                    <a:gd name="T91" fmla="*/ 2147483646 h 7037"/>
                    <a:gd name="T92" fmla="*/ 2147483646 w 8497"/>
                    <a:gd name="T93" fmla="*/ 2147483646 h 7037"/>
                    <a:gd name="T94" fmla="*/ 2147483646 w 8497"/>
                    <a:gd name="T95" fmla="*/ 2147483646 h 7037"/>
                    <a:gd name="T96" fmla="*/ 2147483646 w 8497"/>
                    <a:gd name="T97" fmla="*/ 2147483646 h 7037"/>
                    <a:gd name="T98" fmla="*/ 2147483646 w 8497"/>
                    <a:gd name="T99" fmla="*/ 2147483646 h 7037"/>
                    <a:gd name="T100" fmla="*/ 2147483646 w 8497"/>
                    <a:gd name="T101" fmla="*/ 2147483646 h 7037"/>
                    <a:gd name="T102" fmla="*/ 2147483646 w 8497"/>
                    <a:gd name="T103" fmla="*/ 2147483646 h 7037"/>
                    <a:gd name="T104" fmla="*/ 2147483646 w 8497"/>
                    <a:gd name="T105" fmla="*/ 2147483646 h 7037"/>
                    <a:gd name="T106" fmla="*/ 2147483646 w 8497"/>
                    <a:gd name="T107" fmla="*/ 2147483646 h 7037"/>
                    <a:gd name="T108" fmla="*/ 2147483646 w 8497"/>
                    <a:gd name="T109" fmla="*/ 2147483646 h 7037"/>
                    <a:gd name="T110" fmla="*/ 2147483646 w 8497"/>
                    <a:gd name="T111" fmla="*/ 2147483646 h 7037"/>
                    <a:gd name="T112" fmla="*/ 2147483646 w 8497"/>
                    <a:gd name="T113" fmla="*/ 2147483646 h 7037"/>
                    <a:gd name="T114" fmla="*/ 2147483646 w 8497"/>
                    <a:gd name="T115" fmla="*/ 2147483646 h 7037"/>
                    <a:gd name="T116" fmla="*/ 2147483646 w 8497"/>
                    <a:gd name="T117" fmla="*/ 2147483646 h 7037"/>
                    <a:gd name="T118" fmla="*/ 2147483646 w 8497"/>
                    <a:gd name="T119" fmla="*/ 2147483646 h 7037"/>
                    <a:gd name="T120" fmla="*/ 2147483646 w 8497"/>
                    <a:gd name="T121" fmla="*/ 2147483646 h 7037"/>
                    <a:gd name="T122" fmla="*/ 2147483646 w 8497"/>
                    <a:gd name="T123" fmla="*/ 2147483646 h 7037"/>
                    <a:gd name="T124" fmla="*/ 2147483646 w 8497"/>
                    <a:gd name="T125" fmla="*/ 2147483646 h 703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8497" h="7037">
                      <a:moveTo>
                        <a:pt x="3012" y="6774"/>
                      </a:moveTo>
                      <a:lnTo>
                        <a:pt x="2998" y="6768"/>
                      </a:lnTo>
                      <a:lnTo>
                        <a:pt x="2981" y="6761"/>
                      </a:lnTo>
                      <a:lnTo>
                        <a:pt x="2978" y="6760"/>
                      </a:lnTo>
                      <a:lnTo>
                        <a:pt x="2975" y="6758"/>
                      </a:lnTo>
                      <a:lnTo>
                        <a:pt x="2961" y="6752"/>
                      </a:lnTo>
                      <a:lnTo>
                        <a:pt x="2943" y="6742"/>
                      </a:lnTo>
                      <a:lnTo>
                        <a:pt x="2934" y="6735"/>
                      </a:lnTo>
                      <a:lnTo>
                        <a:pt x="2925" y="6730"/>
                      </a:lnTo>
                      <a:lnTo>
                        <a:pt x="2915" y="6724"/>
                      </a:lnTo>
                      <a:lnTo>
                        <a:pt x="2901" y="6716"/>
                      </a:lnTo>
                      <a:lnTo>
                        <a:pt x="2892" y="6710"/>
                      </a:lnTo>
                      <a:lnTo>
                        <a:pt x="2885" y="6704"/>
                      </a:lnTo>
                      <a:lnTo>
                        <a:pt x="2881" y="6702"/>
                      </a:lnTo>
                      <a:lnTo>
                        <a:pt x="2879" y="6698"/>
                      </a:lnTo>
                      <a:lnTo>
                        <a:pt x="2879" y="6697"/>
                      </a:lnTo>
                      <a:lnTo>
                        <a:pt x="2878" y="6696"/>
                      </a:lnTo>
                      <a:lnTo>
                        <a:pt x="2878" y="6693"/>
                      </a:lnTo>
                      <a:lnTo>
                        <a:pt x="2876" y="6691"/>
                      </a:lnTo>
                      <a:lnTo>
                        <a:pt x="2876" y="6689"/>
                      </a:lnTo>
                      <a:lnTo>
                        <a:pt x="2878" y="6684"/>
                      </a:lnTo>
                      <a:lnTo>
                        <a:pt x="2880" y="6678"/>
                      </a:lnTo>
                      <a:lnTo>
                        <a:pt x="2884" y="6672"/>
                      </a:lnTo>
                      <a:lnTo>
                        <a:pt x="2887" y="6668"/>
                      </a:lnTo>
                      <a:lnTo>
                        <a:pt x="2891" y="6664"/>
                      </a:lnTo>
                      <a:lnTo>
                        <a:pt x="2894" y="6661"/>
                      </a:lnTo>
                      <a:lnTo>
                        <a:pt x="2897" y="6659"/>
                      </a:lnTo>
                      <a:lnTo>
                        <a:pt x="2904" y="6653"/>
                      </a:lnTo>
                      <a:lnTo>
                        <a:pt x="2911" y="6647"/>
                      </a:lnTo>
                      <a:lnTo>
                        <a:pt x="2917" y="6640"/>
                      </a:lnTo>
                      <a:lnTo>
                        <a:pt x="2923" y="6632"/>
                      </a:lnTo>
                      <a:lnTo>
                        <a:pt x="2925" y="6627"/>
                      </a:lnTo>
                      <a:lnTo>
                        <a:pt x="2926" y="6620"/>
                      </a:lnTo>
                      <a:lnTo>
                        <a:pt x="2926" y="6614"/>
                      </a:lnTo>
                      <a:lnTo>
                        <a:pt x="2926" y="6607"/>
                      </a:lnTo>
                      <a:lnTo>
                        <a:pt x="2925" y="6597"/>
                      </a:lnTo>
                      <a:lnTo>
                        <a:pt x="2924" y="6589"/>
                      </a:lnTo>
                      <a:lnTo>
                        <a:pt x="2922" y="6580"/>
                      </a:lnTo>
                      <a:lnTo>
                        <a:pt x="2918" y="6571"/>
                      </a:lnTo>
                      <a:lnTo>
                        <a:pt x="2916" y="6565"/>
                      </a:lnTo>
                      <a:lnTo>
                        <a:pt x="2915" y="6560"/>
                      </a:lnTo>
                      <a:lnTo>
                        <a:pt x="2915" y="6556"/>
                      </a:lnTo>
                      <a:lnTo>
                        <a:pt x="2915" y="6551"/>
                      </a:lnTo>
                      <a:lnTo>
                        <a:pt x="2916" y="6545"/>
                      </a:lnTo>
                      <a:lnTo>
                        <a:pt x="2919" y="6540"/>
                      </a:lnTo>
                      <a:lnTo>
                        <a:pt x="2922" y="6534"/>
                      </a:lnTo>
                      <a:lnTo>
                        <a:pt x="2926" y="6529"/>
                      </a:lnTo>
                      <a:lnTo>
                        <a:pt x="2934" y="6521"/>
                      </a:lnTo>
                      <a:lnTo>
                        <a:pt x="2942" y="6510"/>
                      </a:lnTo>
                      <a:lnTo>
                        <a:pt x="2947" y="6501"/>
                      </a:lnTo>
                      <a:lnTo>
                        <a:pt x="2951" y="6491"/>
                      </a:lnTo>
                      <a:lnTo>
                        <a:pt x="2956" y="6482"/>
                      </a:lnTo>
                      <a:lnTo>
                        <a:pt x="2962" y="6474"/>
                      </a:lnTo>
                      <a:lnTo>
                        <a:pt x="2970" y="6463"/>
                      </a:lnTo>
                      <a:lnTo>
                        <a:pt x="2979" y="6454"/>
                      </a:lnTo>
                      <a:lnTo>
                        <a:pt x="2986" y="6447"/>
                      </a:lnTo>
                      <a:lnTo>
                        <a:pt x="2993" y="6443"/>
                      </a:lnTo>
                      <a:lnTo>
                        <a:pt x="3007" y="6430"/>
                      </a:lnTo>
                      <a:lnTo>
                        <a:pt x="3018" y="6420"/>
                      </a:lnTo>
                      <a:lnTo>
                        <a:pt x="3023" y="6416"/>
                      </a:lnTo>
                      <a:lnTo>
                        <a:pt x="3026" y="6413"/>
                      </a:lnTo>
                      <a:lnTo>
                        <a:pt x="3029" y="6411"/>
                      </a:lnTo>
                      <a:lnTo>
                        <a:pt x="3031" y="6409"/>
                      </a:lnTo>
                      <a:lnTo>
                        <a:pt x="3032" y="6406"/>
                      </a:lnTo>
                      <a:lnTo>
                        <a:pt x="3035" y="6403"/>
                      </a:lnTo>
                      <a:lnTo>
                        <a:pt x="3037" y="6400"/>
                      </a:lnTo>
                      <a:lnTo>
                        <a:pt x="3039" y="6395"/>
                      </a:lnTo>
                      <a:lnTo>
                        <a:pt x="3041" y="6393"/>
                      </a:lnTo>
                      <a:lnTo>
                        <a:pt x="3044" y="6387"/>
                      </a:lnTo>
                      <a:lnTo>
                        <a:pt x="3044" y="6386"/>
                      </a:lnTo>
                      <a:lnTo>
                        <a:pt x="3045" y="6384"/>
                      </a:lnTo>
                      <a:lnTo>
                        <a:pt x="3046" y="6383"/>
                      </a:lnTo>
                      <a:lnTo>
                        <a:pt x="3046" y="6382"/>
                      </a:lnTo>
                      <a:lnTo>
                        <a:pt x="3045" y="6381"/>
                      </a:lnTo>
                      <a:lnTo>
                        <a:pt x="3045" y="6380"/>
                      </a:lnTo>
                      <a:lnTo>
                        <a:pt x="3045" y="6378"/>
                      </a:lnTo>
                      <a:lnTo>
                        <a:pt x="3045" y="6374"/>
                      </a:lnTo>
                      <a:lnTo>
                        <a:pt x="3043" y="6374"/>
                      </a:lnTo>
                      <a:lnTo>
                        <a:pt x="3041" y="6372"/>
                      </a:lnTo>
                      <a:lnTo>
                        <a:pt x="3039" y="6371"/>
                      </a:lnTo>
                      <a:lnTo>
                        <a:pt x="3038" y="6371"/>
                      </a:lnTo>
                      <a:lnTo>
                        <a:pt x="3036" y="6371"/>
                      </a:lnTo>
                      <a:lnTo>
                        <a:pt x="3027" y="6367"/>
                      </a:lnTo>
                      <a:lnTo>
                        <a:pt x="3016" y="6361"/>
                      </a:lnTo>
                      <a:lnTo>
                        <a:pt x="3005" y="6352"/>
                      </a:lnTo>
                      <a:lnTo>
                        <a:pt x="2993" y="6343"/>
                      </a:lnTo>
                      <a:lnTo>
                        <a:pt x="2992" y="6334"/>
                      </a:lnTo>
                      <a:lnTo>
                        <a:pt x="2989" y="6321"/>
                      </a:lnTo>
                      <a:lnTo>
                        <a:pt x="2987" y="6312"/>
                      </a:lnTo>
                      <a:lnTo>
                        <a:pt x="2983" y="6301"/>
                      </a:lnTo>
                      <a:lnTo>
                        <a:pt x="2981" y="6290"/>
                      </a:lnTo>
                      <a:lnTo>
                        <a:pt x="2978" y="6279"/>
                      </a:lnTo>
                      <a:lnTo>
                        <a:pt x="2978" y="6269"/>
                      </a:lnTo>
                      <a:lnTo>
                        <a:pt x="2979" y="6260"/>
                      </a:lnTo>
                      <a:lnTo>
                        <a:pt x="2981" y="6251"/>
                      </a:lnTo>
                      <a:lnTo>
                        <a:pt x="2982" y="6243"/>
                      </a:lnTo>
                      <a:lnTo>
                        <a:pt x="2981" y="6237"/>
                      </a:lnTo>
                      <a:lnTo>
                        <a:pt x="2980" y="6231"/>
                      </a:lnTo>
                      <a:lnTo>
                        <a:pt x="2979" y="6229"/>
                      </a:lnTo>
                      <a:lnTo>
                        <a:pt x="2976" y="6226"/>
                      </a:lnTo>
                      <a:lnTo>
                        <a:pt x="2974" y="6225"/>
                      </a:lnTo>
                      <a:lnTo>
                        <a:pt x="2972" y="6224"/>
                      </a:lnTo>
                      <a:lnTo>
                        <a:pt x="2958" y="6224"/>
                      </a:lnTo>
                      <a:lnTo>
                        <a:pt x="2949" y="6224"/>
                      </a:lnTo>
                      <a:lnTo>
                        <a:pt x="2938" y="6225"/>
                      </a:lnTo>
                      <a:lnTo>
                        <a:pt x="2930" y="6225"/>
                      </a:lnTo>
                      <a:lnTo>
                        <a:pt x="2922" y="6227"/>
                      </a:lnTo>
                      <a:lnTo>
                        <a:pt x="2915" y="6231"/>
                      </a:lnTo>
                      <a:lnTo>
                        <a:pt x="2909" y="6233"/>
                      </a:lnTo>
                      <a:lnTo>
                        <a:pt x="2903" y="6238"/>
                      </a:lnTo>
                      <a:lnTo>
                        <a:pt x="2895" y="6243"/>
                      </a:lnTo>
                      <a:lnTo>
                        <a:pt x="2888" y="6246"/>
                      </a:lnTo>
                      <a:lnTo>
                        <a:pt x="2884" y="6248"/>
                      </a:lnTo>
                      <a:lnTo>
                        <a:pt x="2879" y="6248"/>
                      </a:lnTo>
                      <a:lnTo>
                        <a:pt x="2869" y="6248"/>
                      </a:lnTo>
                      <a:lnTo>
                        <a:pt x="2860" y="6248"/>
                      </a:lnTo>
                      <a:lnTo>
                        <a:pt x="2852" y="6248"/>
                      </a:lnTo>
                      <a:lnTo>
                        <a:pt x="2842" y="6248"/>
                      </a:lnTo>
                      <a:lnTo>
                        <a:pt x="2838" y="6248"/>
                      </a:lnTo>
                      <a:lnTo>
                        <a:pt x="2835" y="6249"/>
                      </a:lnTo>
                      <a:lnTo>
                        <a:pt x="2830" y="6251"/>
                      </a:lnTo>
                      <a:lnTo>
                        <a:pt x="2827" y="6254"/>
                      </a:lnTo>
                      <a:lnTo>
                        <a:pt x="2821" y="6261"/>
                      </a:lnTo>
                      <a:lnTo>
                        <a:pt x="2817" y="6269"/>
                      </a:lnTo>
                      <a:lnTo>
                        <a:pt x="2816" y="6276"/>
                      </a:lnTo>
                      <a:lnTo>
                        <a:pt x="2815" y="6287"/>
                      </a:lnTo>
                      <a:lnTo>
                        <a:pt x="2815" y="6294"/>
                      </a:lnTo>
                      <a:lnTo>
                        <a:pt x="2815" y="6300"/>
                      </a:lnTo>
                      <a:lnTo>
                        <a:pt x="2812" y="6306"/>
                      </a:lnTo>
                      <a:lnTo>
                        <a:pt x="2810" y="6309"/>
                      </a:lnTo>
                      <a:lnTo>
                        <a:pt x="2805" y="6312"/>
                      </a:lnTo>
                      <a:lnTo>
                        <a:pt x="2799" y="6312"/>
                      </a:lnTo>
                      <a:lnTo>
                        <a:pt x="2793" y="6311"/>
                      </a:lnTo>
                      <a:lnTo>
                        <a:pt x="2787" y="6309"/>
                      </a:lnTo>
                      <a:lnTo>
                        <a:pt x="2780" y="6308"/>
                      </a:lnTo>
                      <a:lnTo>
                        <a:pt x="2774" y="6308"/>
                      </a:lnTo>
                      <a:lnTo>
                        <a:pt x="2768" y="6309"/>
                      </a:lnTo>
                      <a:lnTo>
                        <a:pt x="2764" y="6312"/>
                      </a:lnTo>
                      <a:lnTo>
                        <a:pt x="2759" y="6319"/>
                      </a:lnTo>
                      <a:lnTo>
                        <a:pt x="2755" y="6326"/>
                      </a:lnTo>
                      <a:lnTo>
                        <a:pt x="2753" y="6334"/>
                      </a:lnTo>
                      <a:lnTo>
                        <a:pt x="2749" y="6343"/>
                      </a:lnTo>
                      <a:lnTo>
                        <a:pt x="2745" y="6355"/>
                      </a:lnTo>
                      <a:lnTo>
                        <a:pt x="2739" y="6367"/>
                      </a:lnTo>
                      <a:lnTo>
                        <a:pt x="2733" y="6378"/>
                      </a:lnTo>
                      <a:lnTo>
                        <a:pt x="2727" y="6390"/>
                      </a:lnTo>
                      <a:lnTo>
                        <a:pt x="2716" y="6408"/>
                      </a:lnTo>
                      <a:lnTo>
                        <a:pt x="2702" y="6426"/>
                      </a:lnTo>
                      <a:lnTo>
                        <a:pt x="2695" y="6435"/>
                      </a:lnTo>
                      <a:lnTo>
                        <a:pt x="2689" y="6446"/>
                      </a:lnTo>
                      <a:lnTo>
                        <a:pt x="2684" y="6458"/>
                      </a:lnTo>
                      <a:lnTo>
                        <a:pt x="2680" y="6470"/>
                      </a:lnTo>
                      <a:lnTo>
                        <a:pt x="2679" y="6482"/>
                      </a:lnTo>
                      <a:lnTo>
                        <a:pt x="2679" y="6494"/>
                      </a:lnTo>
                      <a:lnTo>
                        <a:pt x="2678" y="6506"/>
                      </a:lnTo>
                      <a:lnTo>
                        <a:pt x="2677" y="6516"/>
                      </a:lnTo>
                      <a:lnTo>
                        <a:pt x="2674" y="6526"/>
                      </a:lnTo>
                      <a:lnTo>
                        <a:pt x="2671" y="6534"/>
                      </a:lnTo>
                      <a:lnTo>
                        <a:pt x="2666" y="6544"/>
                      </a:lnTo>
                      <a:lnTo>
                        <a:pt x="2664" y="6553"/>
                      </a:lnTo>
                      <a:lnTo>
                        <a:pt x="2661" y="6566"/>
                      </a:lnTo>
                      <a:lnTo>
                        <a:pt x="2660" y="6579"/>
                      </a:lnTo>
                      <a:lnTo>
                        <a:pt x="2659" y="6594"/>
                      </a:lnTo>
                      <a:lnTo>
                        <a:pt x="2659" y="6608"/>
                      </a:lnTo>
                      <a:lnTo>
                        <a:pt x="2660" y="6620"/>
                      </a:lnTo>
                      <a:lnTo>
                        <a:pt x="2660" y="6632"/>
                      </a:lnTo>
                      <a:lnTo>
                        <a:pt x="2660" y="6643"/>
                      </a:lnTo>
                      <a:lnTo>
                        <a:pt x="2659" y="6655"/>
                      </a:lnTo>
                      <a:lnTo>
                        <a:pt x="2655" y="6667"/>
                      </a:lnTo>
                      <a:lnTo>
                        <a:pt x="2651" y="6678"/>
                      </a:lnTo>
                      <a:lnTo>
                        <a:pt x="2646" y="6689"/>
                      </a:lnTo>
                      <a:lnTo>
                        <a:pt x="2641" y="6701"/>
                      </a:lnTo>
                      <a:lnTo>
                        <a:pt x="2638" y="6711"/>
                      </a:lnTo>
                      <a:lnTo>
                        <a:pt x="2635" y="6722"/>
                      </a:lnTo>
                      <a:lnTo>
                        <a:pt x="2634" y="6733"/>
                      </a:lnTo>
                      <a:lnTo>
                        <a:pt x="2634" y="6743"/>
                      </a:lnTo>
                      <a:lnTo>
                        <a:pt x="2634" y="6761"/>
                      </a:lnTo>
                      <a:lnTo>
                        <a:pt x="2635" y="6779"/>
                      </a:lnTo>
                      <a:lnTo>
                        <a:pt x="2636" y="6797"/>
                      </a:lnTo>
                      <a:lnTo>
                        <a:pt x="2638" y="6813"/>
                      </a:lnTo>
                      <a:lnTo>
                        <a:pt x="2636" y="6830"/>
                      </a:lnTo>
                      <a:lnTo>
                        <a:pt x="2635" y="6844"/>
                      </a:lnTo>
                      <a:lnTo>
                        <a:pt x="2632" y="6857"/>
                      </a:lnTo>
                      <a:lnTo>
                        <a:pt x="2629" y="6869"/>
                      </a:lnTo>
                      <a:lnTo>
                        <a:pt x="2624" y="6878"/>
                      </a:lnTo>
                      <a:lnTo>
                        <a:pt x="2620" y="6885"/>
                      </a:lnTo>
                      <a:lnTo>
                        <a:pt x="2619" y="6886"/>
                      </a:lnTo>
                      <a:lnTo>
                        <a:pt x="2616" y="6888"/>
                      </a:lnTo>
                      <a:lnTo>
                        <a:pt x="2615" y="6888"/>
                      </a:lnTo>
                      <a:lnTo>
                        <a:pt x="2615" y="6890"/>
                      </a:lnTo>
                      <a:lnTo>
                        <a:pt x="2614" y="6890"/>
                      </a:lnTo>
                      <a:lnTo>
                        <a:pt x="2613" y="6890"/>
                      </a:lnTo>
                      <a:lnTo>
                        <a:pt x="2611" y="6890"/>
                      </a:lnTo>
                      <a:lnTo>
                        <a:pt x="2609" y="6890"/>
                      </a:lnTo>
                      <a:lnTo>
                        <a:pt x="2607" y="6888"/>
                      </a:lnTo>
                      <a:lnTo>
                        <a:pt x="2604" y="6887"/>
                      </a:lnTo>
                      <a:lnTo>
                        <a:pt x="2602" y="6887"/>
                      </a:lnTo>
                      <a:lnTo>
                        <a:pt x="2599" y="6887"/>
                      </a:lnTo>
                      <a:lnTo>
                        <a:pt x="2585" y="6887"/>
                      </a:lnTo>
                      <a:lnTo>
                        <a:pt x="2571" y="6890"/>
                      </a:lnTo>
                      <a:lnTo>
                        <a:pt x="2563" y="6891"/>
                      </a:lnTo>
                      <a:lnTo>
                        <a:pt x="2557" y="6893"/>
                      </a:lnTo>
                      <a:lnTo>
                        <a:pt x="2557" y="6894"/>
                      </a:lnTo>
                      <a:lnTo>
                        <a:pt x="2556" y="6895"/>
                      </a:lnTo>
                      <a:lnTo>
                        <a:pt x="2556" y="6897"/>
                      </a:lnTo>
                      <a:lnTo>
                        <a:pt x="2556" y="6898"/>
                      </a:lnTo>
                      <a:lnTo>
                        <a:pt x="2556" y="6899"/>
                      </a:lnTo>
                      <a:lnTo>
                        <a:pt x="2557" y="6903"/>
                      </a:lnTo>
                      <a:lnTo>
                        <a:pt x="2557" y="6906"/>
                      </a:lnTo>
                      <a:lnTo>
                        <a:pt x="2558" y="6911"/>
                      </a:lnTo>
                      <a:lnTo>
                        <a:pt x="2557" y="6916"/>
                      </a:lnTo>
                      <a:lnTo>
                        <a:pt x="2553" y="6918"/>
                      </a:lnTo>
                      <a:lnTo>
                        <a:pt x="2548" y="6920"/>
                      </a:lnTo>
                      <a:lnTo>
                        <a:pt x="2542" y="6920"/>
                      </a:lnTo>
                      <a:lnTo>
                        <a:pt x="2535" y="6920"/>
                      </a:lnTo>
                      <a:lnTo>
                        <a:pt x="2528" y="6919"/>
                      </a:lnTo>
                      <a:lnTo>
                        <a:pt x="2519" y="6917"/>
                      </a:lnTo>
                      <a:lnTo>
                        <a:pt x="2509" y="6914"/>
                      </a:lnTo>
                      <a:lnTo>
                        <a:pt x="2500" y="6911"/>
                      </a:lnTo>
                      <a:lnTo>
                        <a:pt x="2491" y="6909"/>
                      </a:lnTo>
                      <a:lnTo>
                        <a:pt x="2487" y="6907"/>
                      </a:lnTo>
                      <a:lnTo>
                        <a:pt x="2482" y="6906"/>
                      </a:lnTo>
                      <a:lnTo>
                        <a:pt x="2475" y="6905"/>
                      </a:lnTo>
                      <a:lnTo>
                        <a:pt x="2468" y="6906"/>
                      </a:lnTo>
                      <a:lnTo>
                        <a:pt x="2456" y="6912"/>
                      </a:lnTo>
                      <a:lnTo>
                        <a:pt x="2443" y="6920"/>
                      </a:lnTo>
                      <a:lnTo>
                        <a:pt x="2434" y="6925"/>
                      </a:lnTo>
                      <a:lnTo>
                        <a:pt x="2425" y="6931"/>
                      </a:lnTo>
                      <a:lnTo>
                        <a:pt x="2421" y="6933"/>
                      </a:lnTo>
                      <a:lnTo>
                        <a:pt x="2416" y="6935"/>
                      </a:lnTo>
                      <a:lnTo>
                        <a:pt x="2407" y="6939"/>
                      </a:lnTo>
                      <a:lnTo>
                        <a:pt x="2397" y="6942"/>
                      </a:lnTo>
                      <a:lnTo>
                        <a:pt x="2388" y="6945"/>
                      </a:lnTo>
                      <a:lnTo>
                        <a:pt x="2377" y="6950"/>
                      </a:lnTo>
                      <a:lnTo>
                        <a:pt x="2369" y="6956"/>
                      </a:lnTo>
                      <a:lnTo>
                        <a:pt x="2358" y="6963"/>
                      </a:lnTo>
                      <a:lnTo>
                        <a:pt x="2347" y="6972"/>
                      </a:lnTo>
                      <a:lnTo>
                        <a:pt x="2337" y="6977"/>
                      </a:lnTo>
                      <a:lnTo>
                        <a:pt x="2331" y="6981"/>
                      </a:lnTo>
                      <a:lnTo>
                        <a:pt x="2325" y="6985"/>
                      </a:lnTo>
                      <a:lnTo>
                        <a:pt x="2318" y="6987"/>
                      </a:lnTo>
                      <a:lnTo>
                        <a:pt x="2311" y="6988"/>
                      </a:lnTo>
                      <a:lnTo>
                        <a:pt x="2299" y="6989"/>
                      </a:lnTo>
                      <a:lnTo>
                        <a:pt x="2287" y="6988"/>
                      </a:lnTo>
                      <a:lnTo>
                        <a:pt x="2275" y="6989"/>
                      </a:lnTo>
                      <a:lnTo>
                        <a:pt x="2263" y="6989"/>
                      </a:lnTo>
                      <a:lnTo>
                        <a:pt x="2251" y="6991"/>
                      </a:lnTo>
                      <a:lnTo>
                        <a:pt x="2239" y="6989"/>
                      </a:lnTo>
                      <a:lnTo>
                        <a:pt x="2224" y="6988"/>
                      </a:lnTo>
                      <a:lnTo>
                        <a:pt x="2208" y="6986"/>
                      </a:lnTo>
                      <a:lnTo>
                        <a:pt x="2197" y="6986"/>
                      </a:lnTo>
                      <a:lnTo>
                        <a:pt x="2185" y="6986"/>
                      </a:lnTo>
                      <a:lnTo>
                        <a:pt x="2173" y="6987"/>
                      </a:lnTo>
                      <a:lnTo>
                        <a:pt x="2162" y="6989"/>
                      </a:lnTo>
                      <a:lnTo>
                        <a:pt x="2157" y="6991"/>
                      </a:lnTo>
                      <a:lnTo>
                        <a:pt x="2153" y="6993"/>
                      </a:lnTo>
                      <a:lnTo>
                        <a:pt x="2149" y="6996"/>
                      </a:lnTo>
                      <a:lnTo>
                        <a:pt x="2145" y="7001"/>
                      </a:lnTo>
                      <a:lnTo>
                        <a:pt x="2144" y="7011"/>
                      </a:lnTo>
                      <a:lnTo>
                        <a:pt x="2142" y="7019"/>
                      </a:lnTo>
                      <a:lnTo>
                        <a:pt x="2141" y="7019"/>
                      </a:lnTo>
                      <a:lnTo>
                        <a:pt x="2139" y="7019"/>
                      </a:lnTo>
                      <a:lnTo>
                        <a:pt x="2138" y="7019"/>
                      </a:lnTo>
                      <a:lnTo>
                        <a:pt x="2136" y="7020"/>
                      </a:lnTo>
                      <a:lnTo>
                        <a:pt x="2131" y="7021"/>
                      </a:lnTo>
                      <a:lnTo>
                        <a:pt x="2126" y="7023"/>
                      </a:lnTo>
                      <a:lnTo>
                        <a:pt x="2116" y="7024"/>
                      </a:lnTo>
                      <a:lnTo>
                        <a:pt x="2106" y="7027"/>
                      </a:lnTo>
                      <a:lnTo>
                        <a:pt x="2101" y="7030"/>
                      </a:lnTo>
                      <a:lnTo>
                        <a:pt x="2097" y="7032"/>
                      </a:lnTo>
                      <a:lnTo>
                        <a:pt x="2095" y="7035"/>
                      </a:lnTo>
                      <a:lnTo>
                        <a:pt x="2093" y="7037"/>
                      </a:lnTo>
                      <a:lnTo>
                        <a:pt x="2081" y="7035"/>
                      </a:lnTo>
                      <a:lnTo>
                        <a:pt x="2069" y="7032"/>
                      </a:lnTo>
                      <a:lnTo>
                        <a:pt x="2060" y="7030"/>
                      </a:lnTo>
                      <a:lnTo>
                        <a:pt x="2049" y="7025"/>
                      </a:lnTo>
                      <a:lnTo>
                        <a:pt x="2038" y="7020"/>
                      </a:lnTo>
                      <a:lnTo>
                        <a:pt x="2029" y="7013"/>
                      </a:lnTo>
                      <a:lnTo>
                        <a:pt x="2019" y="7006"/>
                      </a:lnTo>
                      <a:lnTo>
                        <a:pt x="2011" y="6996"/>
                      </a:lnTo>
                      <a:lnTo>
                        <a:pt x="2002" y="6988"/>
                      </a:lnTo>
                      <a:lnTo>
                        <a:pt x="1993" y="6980"/>
                      </a:lnTo>
                      <a:lnTo>
                        <a:pt x="1987" y="6975"/>
                      </a:lnTo>
                      <a:lnTo>
                        <a:pt x="1983" y="6969"/>
                      </a:lnTo>
                      <a:lnTo>
                        <a:pt x="1968" y="6954"/>
                      </a:lnTo>
                      <a:lnTo>
                        <a:pt x="1958" y="6938"/>
                      </a:lnTo>
                      <a:lnTo>
                        <a:pt x="1948" y="6926"/>
                      </a:lnTo>
                      <a:lnTo>
                        <a:pt x="1939" y="6910"/>
                      </a:lnTo>
                      <a:lnTo>
                        <a:pt x="1934" y="6900"/>
                      </a:lnTo>
                      <a:lnTo>
                        <a:pt x="1929" y="6892"/>
                      </a:lnTo>
                      <a:lnTo>
                        <a:pt x="1924" y="6885"/>
                      </a:lnTo>
                      <a:lnTo>
                        <a:pt x="1918" y="6880"/>
                      </a:lnTo>
                      <a:lnTo>
                        <a:pt x="1912" y="6876"/>
                      </a:lnTo>
                      <a:lnTo>
                        <a:pt x="1906" y="6873"/>
                      </a:lnTo>
                      <a:lnTo>
                        <a:pt x="1895" y="6868"/>
                      </a:lnTo>
                      <a:lnTo>
                        <a:pt x="1883" y="6863"/>
                      </a:lnTo>
                      <a:lnTo>
                        <a:pt x="1872" y="6860"/>
                      </a:lnTo>
                      <a:lnTo>
                        <a:pt x="1860" y="6856"/>
                      </a:lnTo>
                      <a:lnTo>
                        <a:pt x="1849" y="6853"/>
                      </a:lnTo>
                      <a:lnTo>
                        <a:pt x="1839" y="6850"/>
                      </a:lnTo>
                      <a:lnTo>
                        <a:pt x="1830" y="6848"/>
                      </a:lnTo>
                      <a:lnTo>
                        <a:pt x="1824" y="6844"/>
                      </a:lnTo>
                      <a:lnTo>
                        <a:pt x="1820" y="6840"/>
                      </a:lnTo>
                      <a:lnTo>
                        <a:pt x="1816" y="6834"/>
                      </a:lnTo>
                      <a:lnTo>
                        <a:pt x="1814" y="6828"/>
                      </a:lnTo>
                      <a:lnTo>
                        <a:pt x="1811" y="6822"/>
                      </a:lnTo>
                      <a:lnTo>
                        <a:pt x="1810" y="6808"/>
                      </a:lnTo>
                      <a:lnTo>
                        <a:pt x="1809" y="6793"/>
                      </a:lnTo>
                      <a:lnTo>
                        <a:pt x="1809" y="6777"/>
                      </a:lnTo>
                      <a:lnTo>
                        <a:pt x="1810" y="6761"/>
                      </a:lnTo>
                      <a:lnTo>
                        <a:pt x="1811" y="6748"/>
                      </a:lnTo>
                      <a:lnTo>
                        <a:pt x="1815" y="6737"/>
                      </a:lnTo>
                      <a:lnTo>
                        <a:pt x="1817" y="6733"/>
                      </a:lnTo>
                      <a:lnTo>
                        <a:pt x="1821" y="6728"/>
                      </a:lnTo>
                      <a:lnTo>
                        <a:pt x="1826" y="6722"/>
                      </a:lnTo>
                      <a:lnTo>
                        <a:pt x="1833" y="6717"/>
                      </a:lnTo>
                      <a:lnTo>
                        <a:pt x="1847" y="6714"/>
                      </a:lnTo>
                      <a:lnTo>
                        <a:pt x="1860" y="6710"/>
                      </a:lnTo>
                      <a:lnTo>
                        <a:pt x="1867" y="6708"/>
                      </a:lnTo>
                      <a:lnTo>
                        <a:pt x="1872" y="6705"/>
                      </a:lnTo>
                      <a:lnTo>
                        <a:pt x="1874" y="6703"/>
                      </a:lnTo>
                      <a:lnTo>
                        <a:pt x="1877" y="6702"/>
                      </a:lnTo>
                      <a:lnTo>
                        <a:pt x="1878" y="6698"/>
                      </a:lnTo>
                      <a:lnTo>
                        <a:pt x="1878" y="6695"/>
                      </a:lnTo>
                      <a:lnTo>
                        <a:pt x="1878" y="6691"/>
                      </a:lnTo>
                      <a:lnTo>
                        <a:pt x="1877" y="6686"/>
                      </a:lnTo>
                      <a:lnTo>
                        <a:pt x="1872" y="6671"/>
                      </a:lnTo>
                      <a:lnTo>
                        <a:pt x="1864" y="6654"/>
                      </a:lnTo>
                      <a:lnTo>
                        <a:pt x="1861" y="6642"/>
                      </a:lnTo>
                      <a:lnTo>
                        <a:pt x="1860" y="6630"/>
                      </a:lnTo>
                      <a:lnTo>
                        <a:pt x="1859" y="6623"/>
                      </a:lnTo>
                      <a:lnTo>
                        <a:pt x="1857" y="6617"/>
                      </a:lnTo>
                      <a:lnTo>
                        <a:pt x="1854" y="6615"/>
                      </a:lnTo>
                      <a:lnTo>
                        <a:pt x="1852" y="6613"/>
                      </a:lnTo>
                      <a:lnTo>
                        <a:pt x="1852" y="6611"/>
                      </a:lnTo>
                      <a:lnTo>
                        <a:pt x="1851" y="6610"/>
                      </a:lnTo>
                      <a:lnTo>
                        <a:pt x="1847" y="6608"/>
                      </a:lnTo>
                      <a:lnTo>
                        <a:pt x="1843" y="6604"/>
                      </a:lnTo>
                      <a:lnTo>
                        <a:pt x="1842" y="6601"/>
                      </a:lnTo>
                      <a:lnTo>
                        <a:pt x="1842" y="6597"/>
                      </a:lnTo>
                      <a:lnTo>
                        <a:pt x="1845" y="6592"/>
                      </a:lnTo>
                      <a:lnTo>
                        <a:pt x="1848" y="6589"/>
                      </a:lnTo>
                      <a:lnTo>
                        <a:pt x="1858" y="6584"/>
                      </a:lnTo>
                      <a:lnTo>
                        <a:pt x="1868" y="6580"/>
                      </a:lnTo>
                      <a:lnTo>
                        <a:pt x="1883" y="6573"/>
                      </a:lnTo>
                      <a:lnTo>
                        <a:pt x="1898" y="6564"/>
                      </a:lnTo>
                      <a:lnTo>
                        <a:pt x="1922" y="6551"/>
                      </a:lnTo>
                      <a:lnTo>
                        <a:pt x="1948" y="6537"/>
                      </a:lnTo>
                      <a:lnTo>
                        <a:pt x="1960" y="6528"/>
                      </a:lnTo>
                      <a:lnTo>
                        <a:pt x="1973" y="6520"/>
                      </a:lnTo>
                      <a:lnTo>
                        <a:pt x="1985" y="6510"/>
                      </a:lnTo>
                      <a:lnTo>
                        <a:pt x="1997" y="6501"/>
                      </a:lnTo>
                      <a:lnTo>
                        <a:pt x="2002" y="6496"/>
                      </a:lnTo>
                      <a:lnTo>
                        <a:pt x="2006" y="6490"/>
                      </a:lnTo>
                      <a:lnTo>
                        <a:pt x="2011" y="6483"/>
                      </a:lnTo>
                      <a:lnTo>
                        <a:pt x="2015" y="6476"/>
                      </a:lnTo>
                      <a:lnTo>
                        <a:pt x="2022" y="6459"/>
                      </a:lnTo>
                      <a:lnTo>
                        <a:pt x="2029" y="6443"/>
                      </a:lnTo>
                      <a:lnTo>
                        <a:pt x="2036" y="6426"/>
                      </a:lnTo>
                      <a:lnTo>
                        <a:pt x="2043" y="6411"/>
                      </a:lnTo>
                      <a:lnTo>
                        <a:pt x="2047" y="6405"/>
                      </a:lnTo>
                      <a:lnTo>
                        <a:pt x="2051" y="6399"/>
                      </a:lnTo>
                      <a:lnTo>
                        <a:pt x="2055" y="6394"/>
                      </a:lnTo>
                      <a:lnTo>
                        <a:pt x="2060" y="6390"/>
                      </a:lnTo>
                      <a:lnTo>
                        <a:pt x="2066" y="6387"/>
                      </a:lnTo>
                      <a:lnTo>
                        <a:pt x="2074" y="6383"/>
                      </a:lnTo>
                      <a:lnTo>
                        <a:pt x="2080" y="6381"/>
                      </a:lnTo>
                      <a:lnTo>
                        <a:pt x="2085" y="6378"/>
                      </a:lnTo>
                      <a:lnTo>
                        <a:pt x="2090" y="6375"/>
                      </a:lnTo>
                      <a:lnTo>
                        <a:pt x="2094" y="6371"/>
                      </a:lnTo>
                      <a:lnTo>
                        <a:pt x="2098" y="6365"/>
                      </a:lnTo>
                      <a:lnTo>
                        <a:pt x="2101" y="6359"/>
                      </a:lnTo>
                      <a:lnTo>
                        <a:pt x="2105" y="6352"/>
                      </a:lnTo>
                      <a:lnTo>
                        <a:pt x="2107" y="6345"/>
                      </a:lnTo>
                      <a:lnTo>
                        <a:pt x="2110" y="6332"/>
                      </a:lnTo>
                      <a:lnTo>
                        <a:pt x="2111" y="6321"/>
                      </a:lnTo>
                      <a:lnTo>
                        <a:pt x="2111" y="6313"/>
                      </a:lnTo>
                      <a:lnTo>
                        <a:pt x="2111" y="6304"/>
                      </a:lnTo>
                      <a:lnTo>
                        <a:pt x="2110" y="6294"/>
                      </a:lnTo>
                      <a:lnTo>
                        <a:pt x="2107" y="6285"/>
                      </a:lnTo>
                      <a:lnTo>
                        <a:pt x="2103" y="6276"/>
                      </a:lnTo>
                      <a:lnTo>
                        <a:pt x="2097" y="6269"/>
                      </a:lnTo>
                      <a:lnTo>
                        <a:pt x="2087" y="6256"/>
                      </a:lnTo>
                      <a:lnTo>
                        <a:pt x="2078" y="6244"/>
                      </a:lnTo>
                      <a:lnTo>
                        <a:pt x="2069" y="6235"/>
                      </a:lnTo>
                      <a:lnTo>
                        <a:pt x="2063" y="6225"/>
                      </a:lnTo>
                      <a:lnTo>
                        <a:pt x="2063" y="6220"/>
                      </a:lnTo>
                      <a:lnTo>
                        <a:pt x="2062" y="6216"/>
                      </a:lnTo>
                      <a:lnTo>
                        <a:pt x="2063" y="6211"/>
                      </a:lnTo>
                      <a:lnTo>
                        <a:pt x="2063" y="6206"/>
                      </a:lnTo>
                      <a:lnTo>
                        <a:pt x="2067" y="6197"/>
                      </a:lnTo>
                      <a:lnTo>
                        <a:pt x="2070" y="6187"/>
                      </a:lnTo>
                      <a:lnTo>
                        <a:pt x="2075" y="6179"/>
                      </a:lnTo>
                      <a:lnTo>
                        <a:pt x="2078" y="6170"/>
                      </a:lnTo>
                      <a:lnTo>
                        <a:pt x="2079" y="6168"/>
                      </a:lnTo>
                      <a:lnTo>
                        <a:pt x="2078" y="6164"/>
                      </a:lnTo>
                      <a:lnTo>
                        <a:pt x="2076" y="6162"/>
                      </a:lnTo>
                      <a:lnTo>
                        <a:pt x="2074" y="6160"/>
                      </a:lnTo>
                      <a:lnTo>
                        <a:pt x="2072" y="6157"/>
                      </a:lnTo>
                      <a:lnTo>
                        <a:pt x="2068" y="6155"/>
                      </a:lnTo>
                      <a:lnTo>
                        <a:pt x="2062" y="6151"/>
                      </a:lnTo>
                      <a:lnTo>
                        <a:pt x="2055" y="6149"/>
                      </a:lnTo>
                      <a:lnTo>
                        <a:pt x="2048" y="6147"/>
                      </a:lnTo>
                      <a:lnTo>
                        <a:pt x="2041" y="6145"/>
                      </a:lnTo>
                      <a:lnTo>
                        <a:pt x="2022" y="6144"/>
                      </a:lnTo>
                      <a:lnTo>
                        <a:pt x="2004" y="6144"/>
                      </a:lnTo>
                      <a:lnTo>
                        <a:pt x="1987" y="6144"/>
                      </a:lnTo>
                      <a:lnTo>
                        <a:pt x="1974" y="6145"/>
                      </a:lnTo>
                      <a:lnTo>
                        <a:pt x="1962" y="6145"/>
                      </a:lnTo>
                      <a:lnTo>
                        <a:pt x="1950" y="6147"/>
                      </a:lnTo>
                      <a:lnTo>
                        <a:pt x="1937" y="6149"/>
                      </a:lnTo>
                      <a:lnTo>
                        <a:pt x="1924" y="6151"/>
                      </a:lnTo>
                      <a:lnTo>
                        <a:pt x="1911" y="6155"/>
                      </a:lnTo>
                      <a:lnTo>
                        <a:pt x="1898" y="6160"/>
                      </a:lnTo>
                      <a:lnTo>
                        <a:pt x="1885" y="6166"/>
                      </a:lnTo>
                      <a:lnTo>
                        <a:pt x="1872" y="6172"/>
                      </a:lnTo>
                      <a:lnTo>
                        <a:pt x="1865" y="6175"/>
                      </a:lnTo>
                      <a:lnTo>
                        <a:pt x="1857" y="6181"/>
                      </a:lnTo>
                      <a:lnTo>
                        <a:pt x="1849" y="6186"/>
                      </a:lnTo>
                      <a:lnTo>
                        <a:pt x="1842" y="6193"/>
                      </a:lnTo>
                      <a:lnTo>
                        <a:pt x="1829" y="6206"/>
                      </a:lnTo>
                      <a:lnTo>
                        <a:pt x="1815" y="6218"/>
                      </a:lnTo>
                      <a:lnTo>
                        <a:pt x="1810" y="6222"/>
                      </a:lnTo>
                      <a:lnTo>
                        <a:pt x="1803" y="6225"/>
                      </a:lnTo>
                      <a:lnTo>
                        <a:pt x="1794" y="6229"/>
                      </a:lnTo>
                      <a:lnTo>
                        <a:pt x="1784" y="6233"/>
                      </a:lnTo>
                      <a:lnTo>
                        <a:pt x="1778" y="6236"/>
                      </a:lnTo>
                      <a:lnTo>
                        <a:pt x="1772" y="6239"/>
                      </a:lnTo>
                      <a:lnTo>
                        <a:pt x="1761" y="6246"/>
                      </a:lnTo>
                      <a:lnTo>
                        <a:pt x="1754" y="6252"/>
                      </a:lnTo>
                      <a:lnTo>
                        <a:pt x="1752" y="6255"/>
                      </a:lnTo>
                      <a:lnTo>
                        <a:pt x="1748" y="6257"/>
                      </a:lnTo>
                      <a:lnTo>
                        <a:pt x="1742" y="6261"/>
                      </a:lnTo>
                      <a:lnTo>
                        <a:pt x="1738" y="6264"/>
                      </a:lnTo>
                      <a:lnTo>
                        <a:pt x="1732" y="6268"/>
                      </a:lnTo>
                      <a:lnTo>
                        <a:pt x="1726" y="6270"/>
                      </a:lnTo>
                      <a:lnTo>
                        <a:pt x="1714" y="6270"/>
                      </a:lnTo>
                      <a:lnTo>
                        <a:pt x="1703" y="6270"/>
                      </a:lnTo>
                      <a:lnTo>
                        <a:pt x="1690" y="6268"/>
                      </a:lnTo>
                      <a:lnTo>
                        <a:pt x="1677" y="6264"/>
                      </a:lnTo>
                      <a:lnTo>
                        <a:pt x="1659" y="6257"/>
                      </a:lnTo>
                      <a:lnTo>
                        <a:pt x="1640" y="6250"/>
                      </a:lnTo>
                      <a:lnTo>
                        <a:pt x="1621" y="6241"/>
                      </a:lnTo>
                      <a:lnTo>
                        <a:pt x="1603" y="6231"/>
                      </a:lnTo>
                      <a:lnTo>
                        <a:pt x="1590" y="6224"/>
                      </a:lnTo>
                      <a:lnTo>
                        <a:pt x="1578" y="6216"/>
                      </a:lnTo>
                      <a:lnTo>
                        <a:pt x="1571" y="6211"/>
                      </a:lnTo>
                      <a:lnTo>
                        <a:pt x="1565" y="6205"/>
                      </a:lnTo>
                      <a:lnTo>
                        <a:pt x="1558" y="6201"/>
                      </a:lnTo>
                      <a:lnTo>
                        <a:pt x="1552" y="6199"/>
                      </a:lnTo>
                      <a:lnTo>
                        <a:pt x="1545" y="6199"/>
                      </a:lnTo>
                      <a:lnTo>
                        <a:pt x="1537" y="6199"/>
                      </a:lnTo>
                      <a:lnTo>
                        <a:pt x="1530" y="6200"/>
                      </a:lnTo>
                      <a:lnTo>
                        <a:pt x="1522" y="6201"/>
                      </a:lnTo>
                      <a:lnTo>
                        <a:pt x="1508" y="6206"/>
                      </a:lnTo>
                      <a:lnTo>
                        <a:pt x="1493" y="6210"/>
                      </a:lnTo>
                      <a:lnTo>
                        <a:pt x="1469" y="6216"/>
                      </a:lnTo>
                      <a:lnTo>
                        <a:pt x="1446" y="6219"/>
                      </a:lnTo>
                      <a:lnTo>
                        <a:pt x="1423" y="6223"/>
                      </a:lnTo>
                      <a:lnTo>
                        <a:pt x="1401" y="6227"/>
                      </a:lnTo>
                      <a:lnTo>
                        <a:pt x="1388" y="6229"/>
                      </a:lnTo>
                      <a:lnTo>
                        <a:pt x="1376" y="6231"/>
                      </a:lnTo>
                      <a:lnTo>
                        <a:pt x="1364" y="6233"/>
                      </a:lnTo>
                      <a:lnTo>
                        <a:pt x="1355" y="6236"/>
                      </a:lnTo>
                      <a:lnTo>
                        <a:pt x="1349" y="6237"/>
                      </a:lnTo>
                      <a:lnTo>
                        <a:pt x="1344" y="6238"/>
                      </a:lnTo>
                      <a:lnTo>
                        <a:pt x="1342" y="6239"/>
                      </a:lnTo>
                      <a:lnTo>
                        <a:pt x="1341" y="6241"/>
                      </a:lnTo>
                      <a:lnTo>
                        <a:pt x="1339" y="6244"/>
                      </a:lnTo>
                      <a:lnTo>
                        <a:pt x="1339" y="6246"/>
                      </a:lnTo>
                      <a:lnTo>
                        <a:pt x="1341" y="6249"/>
                      </a:lnTo>
                      <a:lnTo>
                        <a:pt x="1342" y="6252"/>
                      </a:lnTo>
                      <a:lnTo>
                        <a:pt x="1347" y="6260"/>
                      </a:lnTo>
                      <a:lnTo>
                        <a:pt x="1351" y="6267"/>
                      </a:lnTo>
                      <a:lnTo>
                        <a:pt x="1360" y="6277"/>
                      </a:lnTo>
                      <a:lnTo>
                        <a:pt x="1368" y="6288"/>
                      </a:lnTo>
                      <a:lnTo>
                        <a:pt x="1379" y="6299"/>
                      </a:lnTo>
                      <a:lnTo>
                        <a:pt x="1389" y="6311"/>
                      </a:lnTo>
                      <a:lnTo>
                        <a:pt x="1396" y="6318"/>
                      </a:lnTo>
                      <a:lnTo>
                        <a:pt x="1404" y="6325"/>
                      </a:lnTo>
                      <a:lnTo>
                        <a:pt x="1408" y="6330"/>
                      </a:lnTo>
                      <a:lnTo>
                        <a:pt x="1412" y="6334"/>
                      </a:lnTo>
                      <a:lnTo>
                        <a:pt x="1414" y="6338"/>
                      </a:lnTo>
                      <a:lnTo>
                        <a:pt x="1414" y="6344"/>
                      </a:lnTo>
                      <a:lnTo>
                        <a:pt x="1414" y="6348"/>
                      </a:lnTo>
                      <a:lnTo>
                        <a:pt x="1412" y="6351"/>
                      </a:lnTo>
                      <a:lnTo>
                        <a:pt x="1408" y="6355"/>
                      </a:lnTo>
                      <a:lnTo>
                        <a:pt x="1405" y="6358"/>
                      </a:lnTo>
                      <a:lnTo>
                        <a:pt x="1389" y="6371"/>
                      </a:lnTo>
                      <a:lnTo>
                        <a:pt x="1377" y="6381"/>
                      </a:lnTo>
                      <a:lnTo>
                        <a:pt x="1369" y="6390"/>
                      </a:lnTo>
                      <a:lnTo>
                        <a:pt x="1361" y="6401"/>
                      </a:lnTo>
                      <a:lnTo>
                        <a:pt x="1354" y="6412"/>
                      </a:lnTo>
                      <a:lnTo>
                        <a:pt x="1349" y="6419"/>
                      </a:lnTo>
                      <a:lnTo>
                        <a:pt x="1345" y="6424"/>
                      </a:lnTo>
                      <a:lnTo>
                        <a:pt x="1341" y="6428"/>
                      </a:lnTo>
                      <a:lnTo>
                        <a:pt x="1336" y="6431"/>
                      </a:lnTo>
                      <a:lnTo>
                        <a:pt x="1331" y="6433"/>
                      </a:lnTo>
                      <a:lnTo>
                        <a:pt x="1324" y="6434"/>
                      </a:lnTo>
                      <a:lnTo>
                        <a:pt x="1316" y="6434"/>
                      </a:lnTo>
                      <a:lnTo>
                        <a:pt x="1307" y="6433"/>
                      </a:lnTo>
                      <a:lnTo>
                        <a:pt x="1297" y="6432"/>
                      </a:lnTo>
                      <a:lnTo>
                        <a:pt x="1285" y="6431"/>
                      </a:lnTo>
                      <a:lnTo>
                        <a:pt x="1272" y="6432"/>
                      </a:lnTo>
                      <a:lnTo>
                        <a:pt x="1265" y="6433"/>
                      </a:lnTo>
                      <a:lnTo>
                        <a:pt x="1256" y="6433"/>
                      </a:lnTo>
                      <a:lnTo>
                        <a:pt x="1250" y="6430"/>
                      </a:lnTo>
                      <a:lnTo>
                        <a:pt x="1244" y="6425"/>
                      </a:lnTo>
                      <a:lnTo>
                        <a:pt x="1240" y="6420"/>
                      </a:lnTo>
                      <a:lnTo>
                        <a:pt x="1235" y="6414"/>
                      </a:lnTo>
                      <a:lnTo>
                        <a:pt x="1228" y="6408"/>
                      </a:lnTo>
                      <a:lnTo>
                        <a:pt x="1219" y="6402"/>
                      </a:lnTo>
                      <a:lnTo>
                        <a:pt x="1211" y="6396"/>
                      </a:lnTo>
                      <a:lnTo>
                        <a:pt x="1202" y="6392"/>
                      </a:lnTo>
                      <a:lnTo>
                        <a:pt x="1190" y="6386"/>
                      </a:lnTo>
                      <a:lnTo>
                        <a:pt x="1179" y="6382"/>
                      </a:lnTo>
                      <a:lnTo>
                        <a:pt x="1177" y="6381"/>
                      </a:lnTo>
                      <a:lnTo>
                        <a:pt x="1174" y="6380"/>
                      </a:lnTo>
                      <a:lnTo>
                        <a:pt x="1168" y="6377"/>
                      </a:lnTo>
                      <a:lnTo>
                        <a:pt x="1165" y="6375"/>
                      </a:lnTo>
                      <a:lnTo>
                        <a:pt x="1161" y="6371"/>
                      </a:lnTo>
                      <a:lnTo>
                        <a:pt x="1160" y="6367"/>
                      </a:lnTo>
                      <a:lnTo>
                        <a:pt x="1160" y="6364"/>
                      </a:lnTo>
                      <a:lnTo>
                        <a:pt x="1160" y="6362"/>
                      </a:lnTo>
                      <a:lnTo>
                        <a:pt x="1161" y="6356"/>
                      </a:lnTo>
                      <a:lnTo>
                        <a:pt x="1161" y="6349"/>
                      </a:lnTo>
                      <a:lnTo>
                        <a:pt x="1160" y="6346"/>
                      </a:lnTo>
                      <a:lnTo>
                        <a:pt x="1160" y="6343"/>
                      </a:lnTo>
                      <a:lnTo>
                        <a:pt x="1159" y="6342"/>
                      </a:lnTo>
                      <a:lnTo>
                        <a:pt x="1156" y="6339"/>
                      </a:lnTo>
                      <a:lnTo>
                        <a:pt x="1154" y="6337"/>
                      </a:lnTo>
                      <a:lnTo>
                        <a:pt x="1149" y="6336"/>
                      </a:lnTo>
                      <a:lnTo>
                        <a:pt x="1147" y="6334"/>
                      </a:lnTo>
                      <a:lnTo>
                        <a:pt x="1146" y="6333"/>
                      </a:lnTo>
                      <a:lnTo>
                        <a:pt x="1143" y="6331"/>
                      </a:lnTo>
                      <a:lnTo>
                        <a:pt x="1141" y="6327"/>
                      </a:lnTo>
                      <a:lnTo>
                        <a:pt x="1137" y="6319"/>
                      </a:lnTo>
                      <a:lnTo>
                        <a:pt x="1135" y="6311"/>
                      </a:lnTo>
                      <a:lnTo>
                        <a:pt x="1134" y="6306"/>
                      </a:lnTo>
                      <a:lnTo>
                        <a:pt x="1133" y="6301"/>
                      </a:lnTo>
                      <a:lnTo>
                        <a:pt x="1129" y="6295"/>
                      </a:lnTo>
                      <a:lnTo>
                        <a:pt x="1124" y="6289"/>
                      </a:lnTo>
                      <a:lnTo>
                        <a:pt x="1117" y="6286"/>
                      </a:lnTo>
                      <a:lnTo>
                        <a:pt x="1111" y="6285"/>
                      </a:lnTo>
                      <a:lnTo>
                        <a:pt x="1108" y="6283"/>
                      </a:lnTo>
                      <a:lnTo>
                        <a:pt x="1104" y="6283"/>
                      </a:lnTo>
                      <a:lnTo>
                        <a:pt x="1099" y="6285"/>
                      </a:lnTo>
                      <a:lnTo>
                        <a:pt x="1095" y="6286"/>
                      </a:lnTo>
                      <a:lnTo>
                        <a:pt x="1084" y="6289"/>
                      </a:lnTo>
                      <a:lnTo>
                        <a:pt x="1073" y="6292"/>
                      </a:lnTo>
                      <a:lnTo>
                        <a:pt x="1067" y="6293"/>
                      </a:lnTo>
                      <a:lnTo>
                        <a:pt x="1061" y="6293"/>
                      </a:lnTo>
                      <a:lnTo>
                        <a:pt x="1059" y="6292"/>
                      </a:lnTo>
                      <a:lnTo>
                        <a:pt x="1055" y="6290"/>
                      </a:lnTo>
                      <a:lnTo>
                        <a:pt x="1049" y="6283"/>
                      </a:lnTo>
                      <a:lnTo>
                        <a:pt x="1045" y="6275"/>
                      </a:lnTo>
                      <a:lnTo>
                        <a:pt x="1041" y="6268"/>
                      </a:lnTo>
                      <a:lnTo>
                        <a:pt x="1037" y="6260"/>
                      </a:lnTo>
                      <a:lnTo>
                        <a:pt x="1030" y="6243"/>
                      </a:lnTo>
                      <a:lnTo>
                        <a:pt x="1024" y="6225"/>
                      </a:lnTo>
                      <a:lnTo>
                        <a:pt x="1022" y="6206"/>
                      </a:lnTo>
                      <a:lnTo>
                        <a:pt x="1021" y="6191"/>
                      </a:lnTo>
                      <a:lnTo>
                        <a:pt x="1020" y="6167"/>
                      </a:lnTo>
                      <a:lnTo>
                        <a:pt x="1021" y="6142"/>
                      </a:lnTo>
                      <a:lnTo>
                        <a:pt x="1023" y="6119"/>
                      </a:lnTo>
                      <a:lnTo>
                        <a:pt x="1026" y="6100"/>
                      </a:lnTo>
                      <a:lnTo>
                        <a:pt x="1028" y="6093"/>
                      </a:lnTo>
                      <a:lnTo>
                        <a:pt x="1028" y="6087"/>
                      </a:lnTo>
                      <a:lnTo>
                        <a:pt x="1028" y="6085"/>
                      </a:lnTo>
                      <a:lnTo>
                        <a:pt x="1028" y="6084"/>
                      </a:lnTo>
                      <a:lnTo>
                        <a:pt x="1028" y="6082"/>
                      </a:lnTo>
                      <a:lnTo>
                        <a:pt x="1027" y="6082"/>
                      </a:lnTo>
                      <a:lnTo>
                        <a:pt x="1023" y="6082"/>
                      </a:lnTo>
                      <a:lnTo>
                        <a:pt x="1018" y="6082"/>
                      </a:lnTo>
                      <a:lnTo>
                        <a:pt x="1004" y="6081"/>
                      </a:lnTo>
                      <a:lnTo>
                        <a:pt x="986" y="6080"/>
                      </a:lnTo>
                      <a:lnTo>
                        <a:pt x="976" y="6079"/>
                      </a:lnTo>
                      <a:lnTo>
                        <a:pt x="964" y="6079"/>
                      </a:lnTo>
                      <a:lnTo>
                        <a:pt x="951" y="6078"/>
                      </a:lnTo>
                      <a:lnTo>
                        <a:pt x="938" y="6077"/>
                      </a:lnTo>
                      <a:lnTo>
                        <a:pt x="932" y="6077"/>
                      </a:lnTo>
                      <a:lnTo>
                        <a:pt x="926" y="6075"/>
                      </a:lnTo>
                      <a:lnTo>
                        <a:pt x="920" y="6074"/>
                      </a:lnTo>
                      <a:lnTo>
                        <a:pt x="915" y="6071"/>
                      </a:lnTo>
                      <a:lnTo>
                        <a:pt x="911" y="6066"/>
                      </a:lnTo>
                      <a:lnTo>
                        <a:pt x="909" y="6059"/>
                      </a:lnTo>
                      <a:lnTo>
                        <a:pt x="908" y="6052"/>
                      </a:lnTo>
                      <a:lnTo>
                        <a:pt x="906" y="6044"/>
                      </a:lnTo>
                      <a:lnTo>
                        <a:pt x="906" y="6042"/>
                      </a:lnTo>
                      <a:lnTo>
                        <a:pt x="904" y="6040"/>
                      </a:lnTo>
                      <a:lnTo>
                        <a:pt x="903" y="6038"/>
                      </a:lnTo>
                      <a:lnTo>
                        <a:pt x="902" y="6037"/>
                      </a:lnTo>
                      <a:lnTo>
                        <a:pt x="901" y="6036"/>
                      </a:lnTo>
                      <a:lnTo>
                        <a:pt x="898" y="6035"/>
                      </a:lnTo>
                      <a:lnTo>
                        <a:pt x="895" y="6035"/>
                      </a:lnTo>
                      <a:lnTo>
                        <a:pt x="891" y="6034"/>
                      </a:lnTo>
                      <a:lnTo>
                        <a:pt x="883" y="6034"/>
                      </a:lnTo>
                      <a:lnTo>
                        <a:pt x="875" y="6033"/>
                      </a:lnTo>
                      <a:lnTo>
                        <a:pt x="870" y="6031"/>
                      </a:lnTo>
                      <a:lnTo>
                        <a:pt x="866" y="6030"/>
                      </a:lnTo>
                      <a:lnTo>
                        <a:pt x="863" y="6028"/>
                      </a:lnTo>
                      <a:lnTo>
                        <a:pt x="862" y="6027"/>
                      </a:lnTo>
                      <a:lnTo>
                        <a:pt x="859" y="6022"/>
                      </a:lnTo>
                      <a:lnTo>
                        <a:pt x="858" y="6017"/>
                      </a:lnTo>
                      <a:lnTo>
                        <a:pt x="857" y="6008"/>
                      </a:lnTo>
                      <a:lnTo>
                        <a:pt x="857" y="5997"/>
                      </a:lnTo>
                      <a:lnTo>
                        <a:pt x="856" y="5986"/>
                      </a:lnTo>
                      <a:lnTo>
                        <a:pt x="854" y="5977"/>
                      </a:lnTo>
                      <a:lnTo>
                        <a:pt x="851" y="5965"/>
                      </a:lnTo>
                      <a:lnTo>
                        <a:pt x="845" y="5953"/>
                      </a:lnTo>
                      <a:lnTo>
                        <a:pt x="841" y="5947"/>
                      </a:lnTo>
                      <a:lnTo>
                        <a:pt x="837" y="5941"/>
                      </a:lnTo>
                      <a:lnTo>
                        <a:pt x="832" y="5936"/>
                      </a:lnTo>
                      <a:lnTo>
                        <a:pt x="826" y="5933"/>
                      </a:lnTo>
                      <a:lnTo>
                        <a:pt x="819" y="5929"/>
                      </a:lnTo>
                      <a:lnTo>
                        <a:pt x="812" y="5927"/>
                      </a:lnTo>
                      <a:lnTo>
                        <a:pt x="804" y="5926"/>
                      </a:lnTo>
                      <a:lnTo>
                        <a:pt x="797" y="5924"/>
                      </a:lnTo>
                      <a:lnTo>
                        <a:pt x="785" y="5921"/>
                      </a:lnTo>
                      <a:lnTo>
                        <a:pt x="775" y="5915"/>
                      </a:lnTo>
                      <a:lnTo>
                        <a:pt x="764" y="5910"/>
                      </a:lnTo>
                      <a:lnTo>
                        <a:pt x="755" y="5905"/>
                      </a:lnTo>
                      <a:lnTo>
                        <a:pt x="750" y="5903"/>
                      </a:lnTo>
                      <a:lnTo>
                        <a:pt x="746" y="5901"/>
                      </a:lnTo>
                      <a:lnTo>
                        <a:pt x="738" y="5895"/>
                      </a:lnTo>
                      <a:lnTo>
                        <a:pt x="731" y="5889"/>
                      </a:lnTo>
                      <a:lnTo>
                        <a:pt x="721" y="5878"/>
                      </a:lnTo>
                      <a:lnTo>
                        <a:pt x="715" y="5869"/>
                      </a:lnTo>
                      <a:lnTo>
                        <a:pt x="706" y="5855"/>
                      </a:lnTo>
                      <a:lnTo>
                        <a:pt x="697" y="5844"/>
                      </a:lnTo>
                      <a:lnTo>
                        <a:pt x="688" y="5834"/>
                      </a:lnTo>
                      <a:lnTo>
                        <a:pt x="681" y="5829"/>
                      </a:lnTo>
                      <a:lnTo>
                        <a:pt x="677" y="5828"/>
                      </a:lnTo>
                      <a:lnTo>
                        <a:pt x="673" y="5827"/>
                      </a:lnTo>
                      <a:lnTo>
                        <a:pt x="670" y="5827"/>
                      </a:lnTo>
                      <a:lnTo>
                        <a:pt x="668" y="5827"/>
                      </a:lnTo>
                      <a:lnTo>
                        <a:pt x="665" y="5827"/>
                      </a:lnTo>
                      <a:lnTo>
                        <a:pt x="663" y="5827"/>
                      </a:lnTo>
                      <a:lnTo>
                        <a:pt x="659" y="5827"/>
                      </a:lnTo>
                      <a:lnTo>
                        <a:pt x="655" y="5828"/>
                      </a:lnTo>
                      <a:lnTo>
                        <a:pt x="651" y="5828"/>
                      </a:lnTo>
                      <a:lnTo>
                        <a:pt x="648" y="5829"/>
                      </a:lnTo>
                      <a:lnTo>
                        <a:pt x="636" y="5830"/>
                      </a:lnTo>
                      <a:lnTo>
                        <a:pt x="625" y="5833"/>
                      </a:lnTo>
                      <a:lnTo>
                        <a:pt x="612" y="5835"/>
                      </a:lnTo>
                      <a:lnTo>
                        <a:pt x="600" y="5835"/>
                      </a:lnTo>
                      <a:lnTo>
                        <a:pt x="598" y="5834"/>
                      </a:lnTo>
                      <a:lnTo>
                        <a:pt x="596" y="5833"/>
                      </a:lnTo>
                      <a:lnTo>
                        <a:pt x="599" y="5829"/>
                      </a:lnTo>
                      <a:lnTo>
                        <a:pt x="605" y="5826"/>
                      </a:lnTo>
                      <a:lnTo>
                        <a:pt x="612" y="5822"/>
                      </a:lnTo>
                      <a:lnTo>
                        <a:pt x="620" y="5819"/>
                      </a:lnTo>
                      <a:lnTo>
                        <a:pt x="637" y="5814"/>
                      </a:lnTo>
                      <a:lnTo>
                        <a:pt x="655" y="5808"/>
                      </a:lnTo>
                      <a:lnTo>
                        <a:pt x="667" y="5803"/>
                      </a:lnTo>
                      <a:lnTo>
                        <a:pt x="680" y="5798"/>
                      </a:lnTo>
                      <a:lnTo>
                        <a:pt x="692" y="5792"/>
                      </a:lnTo>
                      <a:lnTo>
                        <a:pt x="703" y="5788"/>
                      </a:lnTo>
                      <a:lnTo>
                        <a:pt x="719" y="5781"/>
                      </a:lnTo>
                      <a:lnTo>
                        <a:pt x="732" y="5775"/>
                      </a:lnTo>
                      <a:lnTo>
                        <a:pt x="743" y="5769"/>
                      </a:lnTo>
                      <a:lnTo>
                        <a:pt x="749" y="5765"/>
                      </a:lnTo>
                      <a:lnTo>
                        <a:pt x="759" y="5754"/>
                      </a:lnTo>
                      <a:lnTo>
                        <a:pt x="772" y="5739"/>
                      </a:lnTo>
                      <a:lnTo>
                        <a:pt x="780" y="5728"/>
                      </a:lnTo>
                      <a:lnTo>
                        <a:pt x="788" y="5719"/>
                      </a:lnTo>
                      <a:lnTo>
                        <a:pt x="795" y="5707"/>
                      </a:lnTo>
                      <a:lnTo>
                        <a:pt x="801" y="5696"/>
                      </a:lnTo>
                      <a:lnTo>
                        <a:pt x="808" y="5680"/>
                      </a:lnTo>
                      <a:lnTo>
                        <a:pt x="814" y="5664"/>
                      </a:lnTo>
                      <a:lnTo>
                        <a:pt x="819" y="5651"/>
                      </a:lnTo>
                      <a:lnTo>
                        <a:pt x="820" y="5642"/>
                      </a:lnTo>
                      <a:lnTo>
                        <a:pt x="821" y="5633"/>
                      </a:lnTo>
                      <a:lnTo>
                        <a:pt x="822" y="5626"/>
                      </a:lnTo>
                      <a:lnTo>
                        <a:pt x="822" y="5621"/>
                      </a:lnTo>
                      <a:lnTo>
                        <a:pt x="822" y="5617"/>
                      </a:lnTo>
                      <a:lnTo>
                        <a:pt x="823" y="5609"/>
                      </a:lnTo>
                      <a:lnTo>
                        <a:pt x="825" y="5603"/>
                      </a:lnTo>
                      <a:lnTo>
                        <a:pt x="827" y="5598"/>
                      </a:lnTo>
                      <a:lnTo>
                        <a:pt x="829" y="5593"/>
                      </a:lnTo>
                      <a:lnTo>
                        <a:pt x="835" y="5586"/>
                      </a:lnTo>
                      <a:lnTo>
                        <a:pt x="841" y="5580"/>
                      </a:lnTo>
                      <a:lnTo>
                        <a:pt x="851" y="5570"/>
                      </a:lnTo>
                      <a:lnTo>
                        <a:pt x="859" y="5559"/>
                      </a:lnTo>
                      <a:lnTo>
                        <a:pt x="865" y="5550"/>
                      </a:lnTo>
                      <a:lnTo>
                        <a:pt x="871" y="5539"/>
                      </a:lnTo>
                      <a:lnTo>
                        <a:pt x="875" y="5529"/>
                      </a:lnTo>
                      <a:lnTo>
                        <a:pt x="877" y="5517"/>
                      </a:lnTo>
                      <a:lnTo>
                        <a:pt x="878" y="5505"/>
                      </a:lnTo>
                      <a:lnTo>
                        <a:pt x="877" y="5492"/>
                      </a:lnTo>
                      <a:lnTo>
                        <a:pt x="875" y="5479"/>
                      </a:lnTo>
                      <a:lnTo>
                        <a:pt x="870" y="5466"/>
                      </a:lnTo>
                      <a:lnTo>
                        <a:pt x="867" y="5455"/>
                      </a:lnTo>
                      <a:lnTo>
                        <a:pt x="864" y="5445"/>
                      </a:lnTo>
                      <a:lnTo>
                        <a:pt x="860" y="5436"/>
                      </a:lnTo>
                      <a:lnTo>
                        <a:pt x="856" y="5428"/>
                      </a:lnTo>
                      <a:lnTo>
                        <a:pt x="853" y="5426"/>
                      </a:lnTo>
                      <a:lnTo>
                        <a:pt x="851" y="5423"/>
                      </a:lnTo>
                      <a:lnTo>
                        <a:pt x="843" y="5417"/>
                      </a:lnTo>
                      <a:lnTo>
                        <a:pt x="829" y="5411"/>
                      </a:lnTo>
                      <a:lnTo>
                        <a:pt x="819" y="5407"/>
                      </a:lnTo>
                      <a:lnTo>
                        <a:pt x="806" y="5404"/>
                      </a:lnTo>
                      <a:lnTo>
                        <a:pt x="793" y="5400"/>
                      </a:lnTo>
                      <a:lnTo>
                        <a:pt x="780" y="5397"/>
                      </a:lnTo>
                      <a:lnTo>
                        <a:pt x="768" y="5394"/>
                      </a:lnTo>
                      <a:lnTo>
                        <a:pt x="756" y="5391"/>
                      </a:lnTo>
                      <a:lnTo>
                        <a:pt x="744" y="5387"/>
                      </a:lnTo>
                      <a:lnTo>
                        <a:pt x="733" y="5385"/>
                      </a:lnTo>
                      <a:lnTo>
                        <a:pt x="724" y="5382"/>
                      </a:lnTo>
                      <a:lnTo>
                        <a:pt x="714" y="5379"/>
                      </a:lnTo>
                      <a:lnTo>
                        <a:pt x="706" y="5376"/>
                      </a:lnTo>
                      <a:lnTo>
                        <a:pt x="697" y="5375"/>
                      </a:lnTo>
                      <a:lnTo>
                        <a:pt x="693" y="5376"/>
                      </a:lnTo>
                      <a:lnTo>
                        <a:pt x="688" y="5379"/>
                      </a:lnTo>
                      <a:lnTo>
                        <a:pt x="686" y="5384"/>
                      </a:lnTo>
                      <a:lnTo>
                        <a:pt x="682" y="5390"/>
                      </a:lnTo>
                      <a:lnTo>
                        <a:pt x="677" y="5398"/>
                      </a:lnTo>
                      <a:lnTo>
                        <a:pt x="673" y="5404"/>
                      </a:lnTo>
                      <a:lnTo>
                        <a:pt x="668" y="5407"/>
                      </a:lnTo>
                      <a:lnTo>
                        <a:pt x="662" y="5410"/>
                      </a:lnTo>
                      <a:lnTo>
                        <a:pt x="650" y="5412"/>
                      </a:lnTo>
                      <a:lnTo>
                        <a:pt x="637" y="5413"/>
                      </a:lnTo>
                      <a:lnTo>
                        <a:pt x="626" y="5413"/>
                      </a:lnTo>
                      <a:lnTo>
                        <a:pt x="614" y="5411"/>
                      </a:lnTo>
                      <a:lnTo>
                        <a:pt x="599" y="5407"/>
                      </a:lnTo>
                      <a:lnTo>
                        <a:pt x="582" y="5403"/>
                      </a:lnTo>
                      <a:lnTo>
                        <a:pt x="574" y="5399"/>
                      </a:lnTo>
                      <a:lnTo>
                        <a:pt x="564" y="5394"/>
                      </a:lnTo>
                      <a:lnTo>
                        <a:pt x="560" y="5393"/>
                      </a:lnTo>
                      <a:lnTo>
                        <a:pt x="555" y="5393"/>
                      </a:lnTo>
                      <a:lnTo>
                        <a:pt x="550" y="5392"/>
                      </a:lnTo>
                      <a:lnTo>
                        <a:pt x="545" y="5393"/>
                      </a:lnTo>
                      <a:lnTo>
                        <a:pt x="541" y="5394"/>
                      </a:lnTo>
                      <a:lnTo>
                        <a:pt x="535" y="5395"/>
                      </a:lnTo>
                      <a:lnTo>
                        <a:pt x="524" y="5398"/>
                      </a:lnTo>
                      <a:lnTo>
                        <a:pt x="514" y="5403"/>
                      </a:lnTo>
                      <a:lnTo>
                        <a:pt x="505" y="5406"/>
                      </a:lnTo>
                      <a:lnTo>
                        <a:pt x="495" y="5410"/>
                      </a:lnTo>
                      <a:lnTo>
                        <a:pt x="484" y="5414"/>
                      </a:lnTo>
                      <a:lnTo>
                        <a:pt x="473" y="5418"/>
                      </a:lnTo>
                      <a:lnTo>
                        <a:pt x="462" y="5423"/>
                      </a:lnTo>
                      <a:lnTo>
                        <a:pt x="453" y="5426"/>
                      </a:lnTo>
                      <a:lnTo>
                        <a:pt x="443" y="5430"/>
                      </a:lnTo>
                      <a:lnTo>
                        <a:pt x="435" y="5433"/>
                      </a:lnTo>
                      <a:lnTo>
                        <a:pt x="428" y="5438"/>
                      </a:lnTo>
                      <a:lnTo>
                        <a:pt x="421" y="5443"/>
                      </a:lnTo>
                      <a:lnTo>
                        <a:pt x="410" y="5453"/>
                      </a:lnTo>
                      <a:lnTo>
                        <a:pt x="403" y="5461"/>
                      </a:lnTo>
                      <a:lnTo>
                        <a:pt x="400" y="5463"/>
                      </a:lnTo>
                      <a:lnTo>
                        <a:pt x="398" y="5464"/>
                      </a:lnTo>
                      <a:lnTo>
                        <a:pt x="397" y="5464"/>
                      </a:lnTo>
                      <a:lnTo>
                        <a:pt x="394" y="5462"/>
                      </a:lnTo>
                      <a:lnTo>
                        <a:pt x="392" y="5460"/>
                      </a:lnTo>
                      <a:lnTo>
                        <a:pt x="388" y="5453"/>
                      </a:lnTo>
                      <a:lnTo>
                        <a:pt x="385" y="5445"/>
                      </a:lnTo>
                      <a:lnTo>
                        <a:pt x="380" y="5433"/>
                      </a:lnTo>
                      <a:lnTo>
                        <a:pt x="377" y="5426"/>
                      </a:lnTo>
                      <a:lnTo>
                        <a:pt x="374" y="5419"/>
                      </a:lnTo>
                      <a:lnTo>
                        <a:pt x="372" y="5414"/>
                      </a:lnTo>
                      <a:lnTo>
                        <a:pt x="371" y="5412"/>
                      </a:lnTo>
                      <a:lnTo>
                        <a:pt x="368" y="5411"/>
                      </a:lnTo>
                      <a:lnTo>
                        <a:pt x="367" y="5410"/>
                      </a:lnTo>
                      <a:lnTo>
                        <a:pt x="365" y="5410"/>
                      </a:lnTo>
                      <a:lnTo>
                        <a:pt x="358" y="5410"/>
                      </a:lnTo>
                      <a:lnTo>
                        <a:pt x="350" y="5411"/>
                      </a:lnTo>
                      <a:lnTo>
                        <a:pt x="342" y="5413"/>
                      </a:lnTo>
                      <a:lnTo>
                        <a:pt x="337" y="5418"/>
                      </a:lnTo>
                      <a:lnTo>
                        <a:pt x="336" y="5419"/>
                      </a:lnTo>
                      <a:lnTo>
                        <a:pt x="335" y="5422"/>
                      </a:lnTo>
                      <a:lnTo>
                        <a:pt x="337" y="5429"/>
                      </a:lnTo>
                      <a:lnTo>
                        <a:pt x="343" y="5439"/>
                      </a:lnTo>
                      <a:lnTo>
                        <a:pt x="348" y="5449"/>
                      </a:lnTo>
                      <a:lnTo>
                        <a:pt x="350" y="5456"/>
                      </a:lnTo>
                      <a:lnTo>
                        <a:pt x="350" y="5461"/>
                      </a:lnTo>
                      <a:lnTo>
                        <a:pt x="348" y="5463"/>
                      </a:lnTo>
                      <a:lnTo>
                        <a:pt x="319" y="5477"/>
                      </a:lnTo>
                      <a:lnTo>
                        <a:pt x="296" y="5487"/>
                      </a:lnTo>
                      <a:lnTo>
                        <a:pt x="280" y="5492"/>
                      </a:lnTo>
                      <a:lnTo>
                        <a:pt x="272" y="5493"/>
                      </a:lnTo>
                      <a:lnTo>
                        <a:pt x="271" y="5492"/>
                      </a:lnTo>
                      <a:lnTo>
                        <a:pt x="270" y="5491"/>
                      </a:lnTo>
                      <a:lnTo>
                        <a:pt x="268" y="5489"/>
                      </a:lnTo>
                      <a:lnTo>
                        <a:pt x="268" y="5487"/>
                      </a:lnTo>
                      <a:lnTo>
                        <a:pt x="272" y="5476"/>
                      </a:lnTo>
                      <a:lnTo>
                        <a:pt x="274" y="5464"/>
                      </a:lnTo>
                      <a:lnTo>
                        <a:pt x="273" y="5449"/>
                      </a:lnTo>
                      <a:lnTo>
                        <a:pt x="272" y="5441"/>
                      </a:lnTo>
                      <a:lnTo>
                        <a:pt x="272" y="5432"/>
                      </a:lnTo>
                      <a:lnTo>
                        <a:pt x="272" y="5422"/>
                      </a:lnTo>
                      <a:lnTo>
                        <a:pt x="274" y="5411"/>
                      </a:lnTo>
                      <a:lnTo>
                        <a:pt x="277" y="5400"/>
                      </a:lnTo>
                      <a:lnTo>
                        <a:pt x="280" y="5387"/>
                      </a:lnTo>
                      <a:lnTo>
                        <a:pt x="281" y="5376"/>
                      </a:lnTo>
                      <a:lnTo>
                        <a:pt x="283" y="5367"/>
                      </a:lnTo>
                      <a:lnTo>
                        <a:pt x="284" y="5359"/>
                      </a:lnTo>
                      <a:lnTo>
                        <a:pt x="283" y="5348"/>
                      </a:lnTo>
                      <a:lnTo>
                        <a:pt x="280" y="5342"/>
                      </a:lnTo>
                      <a:lnTo>
                        <a:pt x="272" y="5330"/>
                      </a:lnTo>
                      <a:lnTo>
                        <a:pt x="262" y="5321"/>
                      </a:lnTo>
                      <a:lnTo>
                        <a:pt x="253" y="5312"/>
                      </a:lnTo>
                      <a:lnTo>
                        <a:pt x="242" y="5303"/>
                      </a:lnTo>
                      <a:lnTo>
                        <a:pt x="231" y="5291"/>
                      </a:lnTo>
                      <a:lnTo>
                        <a:pt x="221" y="5279"/>
                      </a:lnTo>
                      <a:lnTo>
                        <a:pt x="210" y="5267"/>
                      </a:lnTo>
                      <a:lnTo>
                        <a:pt x="199" y="5256"/>
                      </a:lnTo>
                      <a:lnTo>
                        <a:pt x="197" y="5253"/>
                      </a:lnTo>
                      <a:lnTo>
                        <a:pt x="193" y="5249"/>
                      </a:lnTo>
                      <a:lnTo>
                        <a:pt x="190" y="5247"/>
                      </a:lnTo>
                      <a:lnTo>
                        <a:pt x="186" y="5246"/>
                      </a:lnTo>
                      <a:lnTo>
                        <a:pt x="184" y="5245"/>
                      </a:lnTo>
                      <a:lnTo>
                        <a:pt x="180" y="5246"/>
                      </a:lnTo>
                      <a:lnTo>
                        <a:pt x="178" y="5247"/>
                      </a:lnTo>
                      <a:lnTo>
                        <a:pt x="174" y="5247"/>
                      </a:lnTo>
                      <a:lnTo>
                        <a:pt x="170" y="5245"/>
                      </a:lnTo>
                      <a:lnTo>
                        <a:pt x="167" y="5241"/>
                      </a:lnTo>
                      <a:lnTo>
                        <a:pt x="164" y="5236"/>
                      </a:lnTo>
                      <a:lnTo>
                        <a:pt x="161" y="5231"/>
                      </a:lnTo>
                      <a:lnTo>
                        <a:pt x="157" y="5223"/>
                      </a:lnTo>
                      <a:lnTo>
                        <a:pt x="151" y="5212"/>
                      </a:lnTo>
                      <a:lnTo>
                        <a:pt x="145" y="5201"/>
                      </a:lnTo>
                      <a:lnTo>
                        <a:pt x="138" y="5187"/>
                      </a:lnTo>
                      <a:lnTo>
                        <a:pt x="130" y="5173"/>
                      </a:lnTo>
                      <a:lnTo>
                        <a:pt x="123" y="5158"/>
                      </a:lnTo>
                      <a:lnTo>
                        <a:pt x="115" y="5142"/>
                      </a:lnTo>
                      <a:lnTo>
                        <a:pt x="107" y="5129"/>
                      </a:lnTo>
                      <a:lnTo>
                        <a:pt x="97" y="5113"/>
                      </a:lnTo>
                      <a:lnTo>
                        <a:pt x="88" y="5101"/>
                      </a:lnTo>
                      <a:lnTo>
                        <a:pt x="77" y="5089"/>
                      </a:lnTo>
                      <a:lnTo>
                        <a:pt x="69" y="5076"/>
                      </a:lnTo>
                      <a:lnTo>
                        <a:pt x="69" y="5072"/>
                      </a:lnTo>
                      <a:lnTo>
                        <a:pt x="70" y="5070"/>
                      </a:lnTo>
                      <a:lnTo>
                        <a:pt x="77" y="5063"/>
                      </a:lnTo>
                      <a:lnTo>
                        <a:pt x="85" y="5054"/>
                      </a:lnTo>
                      <a:lnTo>
                        <a:pt x="91" y="5048"/>
                      </a:lnTo>
                      <a:lnTo>
                        <a:pt x="97" y="5042"/>
                      </a:lnTo>
                      <a:lnTo>
                        <a:pt x="107" y="5034"/>
                      </a:lnTo>
                      <a:lnTo>
                        <a:pt x="116" y="5026"/>
                      </a:lnTo>
                      <a:lnTo>
                        <a:pt x="125" y="5017"/>
                      </a:lnTo>
                      <a:lnTo>
                        <a:pt x="134" y="5010"/>
                      </a:lnTo>
                      <a:lnTo>
                        <a:pt x="135" y="5010"/>
                      </a:lnTo>
                      <a:lnTo>
                        <a:pt x="136" y="5009"/>
                      </a:lnTo>
                      <a:lnTo>
                        <a:pt x="145" y="5004"/>
                      </a:lnTo>
                      <a:lnTo>
                        <a:pt x="152" y="5000"/>
                      </a:lnTo>
                      <a:lnTo>
                        <a:pt x="155" y="4996"/>
                      </a:lnTo>
                      <a:lnTo>
                        <a:pt x="157" y="4994"/>
                      </a:lnTo>
                      <a:lnTo>
                        <a:pt x="158" y="4990"/>
                      </a:lnTo>
                      <a:lnTo>
                        <a:pt x="158" y="4985"/>
                      </a:lnTo>
                      <a:lnTo>
                        <a:pt x="154" y="4970"/>
                      </a:lnTo>
                      <a:lnTo>
                        <a:pt x="149" y="4954"/>
                      </a:lnTo>
                      <a:lnTo>
                        <a:pt x="145" y="4938"/>
                      </a:lnTo>
                      <a:lnTo>
                        <a:pt x="139" y="4922"/>
                      </a:lnTo>
                      <a:lnTo>
                        <a:pt x="133" y="4907"/>
                      </a:lnTo>
                      <a:lnTo>
                        <a:pt x="127" y="4890"/>
                      </a:lnTo>
                      <a:lnTo>
                        <a:pt x="119" y="4862"/>
                      </a:lnTo>
                      <a:lnTo>
                        <a:pt x="109" y="4833"/>
                      </a:lnTo>
                      <a:lnTo>
                        <a:pt x="100" y="4805"/>
                      </a:lnTo>
                      <a:lnTo>
                        <a:pt x="91" y="4776"/>
                      </a:lnTo>
                      <a:lnTo>
                        <a:pt x="82" y="4748"/>
                      </a:lnTo>
                      <a:lnTo>
                        <a:pt x="73" y="4720"/>
                      </a:lnTo>
                      <a:lnTo>
                        <a:pt x="65" y="4694"/>
                      </a:lnTo>
                      <a:lnTo>
                        <a:pt x="58" y="4668"/>
                      </a:lnTo>
                      <a:lnTo>
                        <a:pt x="45" y="4624"/>
                      </a:lnTo>
                      <a:lnTo>
                        <a:pt x="33" y="4581"/>
                      </a:lnTo>
                      <a:lnTo>
                        <a:pt x="22" y="4543"/>
                      </a:lnTo>
                      <a:lnTo>
                        <a:pt x="14" y="4510"/>
                      </a:lnTo>
                      <a:lnTo>
                        <a:pt x="10" y="4492"/>
                      </a:lnTo>
                      <a:lnTo>
                        <a:pt x="7" y="4477"/>
                      </a:lnTo>
                      <a:lnTo>
                        <a:pt x="4" y="4464"/>
                      </a:lnTo>
                      <a:lnTo>
                        <a:pt x="1" y="4452"/>
                      </a:lnTo>
                      <a:lnTo>
                        <a:pt x="0" y="4448"/>
                      </a:lnTo>
                      <a:lnTo>
                        <a:pt x="1" y="4446"/>
                      </a:lnTo>
                      <a:lnTo>
                        <a:pt x="10" y="4451"/>
                      </a:lnTo>
                      <a:lnTo>
                        <a:pt x="35" y="4464"/>
                      </a:lnTo>
                      <a:lnTo>
                        <a:pt x="50" y="4470"/>
                      </a:lnTo>
                      <a:lnTo>
                        <a:pt x="66" y="4477"/>
                      </a:lnTo>
                      <a:lnTo>
                        <a:pt x="84" y="4483"/>
                      </a:lnTo>
                      <a:lnTo>
                        <a:pt x="104" y="4490"/>
                      </a:lnTo>
                      <a:lnTo>
                        <a:pt x="123" y="4497"/>
                      </a:lnTo>
                      <a:lnTo>
                        <a:pt x="144" y="4505"/>
                      </a:lnTo>
                      <a:lnTo>
                        <a:pt x="164" y="4514"/>
                      </a:lnTo>
                      <a:lnTo>
                        <a:pt x="186" y="4521"/>
                      </a:lnTo>
                      <a:lnTo>
                        <a:pt x="221" y="4535"/>
                      </a:lnTo>
                      <a:lnTo>
                        <a:pt x="258" y="4549"/>
                      </a:lnTo>
                      <a:lnTo>
                        <a:pt x="277" y="4556"/>
                      </a:lnTo>
                      <a:lnTo>
                        <a:pt x="297" y="4562"/>
                      </a:lnTo>
                      <a:lnTo>
                        <a:pt x="317" y="4568"/>
                      </a:lnTo>
                      <a:lnTo>
                        <a:pt x="340" y="4572"/>
                      </a:lnTo>
                      <a:lnTo>
                        <a:pt x="384" y="4579"/>
                      </a:lnTo>
                      <a:lnTo>
                        <a:pt x="430" y="4588"/>
                      </a:lnTo>
                      <a:lnTo>
                        <a:pt x="476" y="4598"/>
                      </a:lnTo>
                      <a:lnTo>
                        <a:pt x="523" y="4609"/>
                      </a:lnTo>
                      <a:lnTo>
                        <a:pt x="571" y="4619"/>
                      </a:lnTo>
                      <a:lnTo>
                        <a:pt x="619" y="4629"/>
                      </a:lnTo>
                      <a:lnTo>
                        <a:pt x="668" y="4638"/>
                      </a:lnTo>
                      <a:lnTo>
                        <a:pt x="718" y="4645"/>
                      </a:lnTo>
                      <a:lnTo>
                        <a:pt x="738" y="4647"/>
                      </a:lnTo>
                      <a:lnTo>
                        <a:pt x="758" y="4645"/>
                      </a:lnTo>
                      <a:lnTo>
                        <a:pt x="778" y="4644"/>
                      </a:lnTo>
                      <a:lnTo>
                        <a:pt x="797" y="4642"/>
                      </a:lnTo>
                      <a:lnTo>
                        <a:pt x="818" y="4638"/>
                      </a:lnTo>
                      <a:lnTo>
                        <a:pt x="838" y="4636"/>
                      </a:lnTo>
                      <a:lnTo>
                        <a:pt x="858" y="4634"/>
                      </a:lnTo>
                      <a:lnTo>
                        <a:pt x="878" y="4634"/>
                      </a:lnTo>
                      <a:lnTo>
                        <a:pt x="894" y="4635"/>
                      </a:lnTo>
                      <a:lnTo>
                        <a:pt x="908" y="4637"/>
                      </a:lnTo>
                      <a:lnTo>
                        <a:pt x="923" y="4640"/>
                      </a:lnTo>
                      <a:lnTo>
                        <a:pt x="938" y="4640"/>
                      </a:lnTo>
                      <a:lnTo>
                        <a:pt x="947" y="4640"/>
                      </a:lnTo>
                      <a:lnTo>
                        <a:pt x="955" y="4637"/>
                      </a:lnTo>
                      <a:lnTo>
                        <a:pt x="964" y="4636"/>
                      </a:lnTo>
                      <a:lnTo>
                        <a:pt x="972" y="4632"/>
                      </a:lnTo>
                      <a:lnTo>
                        <a:pt x="980" y="4630"/>
                      </a:lnTo>
                      <a:lnTo>
                        <a:pt x="989" y="4628"/>
                      </a:lnTo>
                      <a:lnTo>
                        <a:pt x="997" y="4626"/>
                      </a:lnTo>
                      <a:lnTo>
                        <a:pt x="1005" y="4626"/>
                      </a:lnTo>
                      <a:lnTo>
                        <a:pt x="1020" y="4626"/>
                      </a:lnTo>
                      <a:lnTo>
                        <a:pt x="1035" y="4628"/>
                      </a:lnTo>
                      <a:lnTo>
                        <a:pt x="1048" y="4629"/>
                      </a:lnTo>
                      <a:lnTo>
                        <a:pt x="1061" y="4631"/>
                      </a:lnTo>
                      <a:lnTo>
                        <a:pt x="1074" y="4632"/>
                      </a:lnTo>
                      <a:lnTo>
                        <a:pt x="1087" y="4635"/>
                      </a:lnTo>
                      <a:lnTo>
                        <a:pt x="1099" y="4636"/>
                      </a:lnTo>
                      <a:lnTo>
                        <a:pt x="1111" y="4638"/>
                      </a:lnTo>
                      <a:lnTo>
                        <a:pt x="1124" y="4641"/>
                      </a:lnTo>
                      <a:lnTo>
                        <a:pt x="1135" y="4644"/>
                      </a:lnTo>
                      <a:lnTo>
                        <a:pt x="1173" y="4656"/>
                      </a:lnTo>
                      <a:lnTo>
                        <a:pt x="1209" y="4669"/>
                      </a:lnTo>
                      <a:lnTo>
                        <a:pt x="1242" y="4682"/>
                      </a:lnTo>
                      <a:lnTo>
                        <a:pt x="1274" y="4694"/>
                      </a:lnTo>
                      <a:lnTo>
                        <a:pt x="1304" y="4706"/>
                      </a:lnTo>
                      <a:lnTo>
                        <a:pt x="1331" y="4717"/>
                      </a:lnTo>
                      <a:lnTo>
                        <a:pt x="1356" y="4726"/>
                      </a:lnTo>
                      <a:lnTo>
                        <a:pt x="1380" y="4735"/>
                      </a:lnTo>
                      <a:lnTo>
                        <a:pt x="1392" y="4737"/>
                      </a:lnTo>
                      <a:lnTo>
                        <a:pt x="1402" y="4739"/>
                      </a:lnTo>
                      <a:lnTo>
                        <a:pt x="1413" y="4741"/>
                      </a:lnTo>
                      <a:lnTo>
                        <a:pt x="1423" y="4742"/>
                      </a:lnTo>
                      <a:lnTo>
                        <a:pt x="1431" y="4743"/>
                      </a:lnTo>
                      <a:lnTo>
                        <a:pt x="1439" y="4744"/>
                      </a:lnTo>
                      <a:lnTo>
                        <a:pt x="1446" y="4745"/>
                      </a:lnTo>
                      <a:lnTo>
                        <a:pt x="1451" y="4748"/>
                      </a:lnTo>
                      <a:lnTo>
                        <a:pt x="1456" y="4751"/>
                      </a:lnTo>
                      <a:lnTo>
                        <a:pt x="1461" y="4757"/>
                      </a:lnTo>
                      <a:lnTo>
                        <a:pt x="1464" y="4763"/>
                      </a:lnTo>
                      <a:lnTo>
                        <a:pt x="1469" y="4770"/>
                      </a:lnTo>
                      <a:lnTo>
                        <a:pt x="1476" y="4787"/>
                      </a:lnTo>
                      <a:lnTo>
                        <a:pt x="1484" y="4804"/>
                      </a:lnTo>
                      <a:lnTo>
                        <a:pt x="1490" y="4815"/>
                      </a:lnTo>
                      <a:lnTo>
                        <a:pt x="1496" y="4827"/>
                      </a:lnTo>
                      <a:lnTo>
                        <a:pt x="1502" y="4839"/>
                      </a:lnTo>
                      <a:lnTo>
                        <a:pt x="1508" y="4850"/>
                      </a:lnTo>
                      <a:lnTo>
                        <a:pt x="1512" y="4861"/>
                      </a:lnTo>
                      <a:lnTo>
                        <a:pt x="1515" y="4870"/>
                      </a:lnTo>
                      <a:lnTo>
                        <a:pt x="1518" y="4875"/>
                      </a:lnTo>
                      <a:lnTo>
                        <a:pt x="1520" y="4878"/>
                      </a:lnTo>
                      <a:lnTo>
                        <a:pt x="1522" y="4881"/>
                      </a:lnTo>
                      <a:lnTo>
                        <a:pt x="1526" y="4883"/>
                      </a:lnTo>
                      <a:lnTo>
                        <a:pt x="1559" y="4897"/>
                      </a:lnTo>
                      <a:lnTo>
                        <a:pt x="1583" y="4908"/>
                      </a:lnTo>
                      <a:lnTo>
                        <a:pt x="1595" y="4911"/>
                      </a:lnTo>
                      <a:lnTo>
                        <a:pt x="1607" y="4913"/>
                      </a:lnTo>
                      <a:lnTo>
                        <a:pt x="1621" y="4913"/>
                      </a:lnTo>
                      <a:lnTo>
                        <a:pt x="1639" y="4913"/>
                      </a:lnTo>
                      <a:lnTo>
                        <a:pt x="1651" y="4912"/>
                      </a:lnTo>
                      <a:lnTo>
                        <a:pt x="1663" y="4913"/>
                      </a:lnTo>
                      <a:lnTo>
                        <a:pt x="1673" y="4914"/>
                      </a:lnTo>
                      <a:lnTo>
                        <a:pt x="1683" y="4915"/>
                      </a:lnTo>
                      <a:lnTo>
                        <a:pt x="1703" y="4920"/>
                      </a:lnTo>
                      <a:lnTo>
                        <a:pt x="1721" y="4927"/>
                      </a:lnTo>
                      <a:lnTo>
                        <a:pt x="1736" y="4935"/>
                      </a:lnTo>
                      <a:lnTo>
                        <a:pt x="1753" y="4945"/>
                      </a:lnTo>
                      <a:lnTo>
                        <a:pt x="1769" y="4954"/>
                      </a:lnTo>
                      <a:lnTo>
                        <a:pt x="1784" y="4965"/>
                      </a:lnTo>
                      <a:lnTo>
                        <a:pt x="1824" y="4990"/>
                      </a:lnTo>
                      <a:lnTo>
                        <a:pt x="1864" y="5014"/>
                      </a:lnTo>
                      <a:lnTo>
                        <a:pt x="1899" y="5037"/>
                      </a:lnTo>
                      <a:lnTo>
                        <a:pt x="1931" y="5057"/>
                      </a:lnTo>
                      <a:lnTo>
                        <a:pt x="1960" y="5073"/>
                      </a:lnTo>
                      <a:lnTo>
                        <a:pt x="1985" y="5086"/>
                      </a:lnTo>
                      <a:lnTo>
                        <a:pt x="2003" y="5096"/>
                      </a:lnTo>
                      <a:lnTo>
                        <a:pt x="2015" y="5101"/>
                      </a:lnTo>
                      <a:lnTo>
                        <a:pt x="2038" y="5105"/>
                      </a:lnTo>
                      <a:lnTo>
                        <a:pt x="2059" y="5109"/>
                      </a:lnTo>
                      <a:lnTo>
                        <a:pt x="2069" y="5110"/>
                      </a:lnTo>
                      <a:lnTo>
                        <a:pt x="2081" y="5110"/>
                      </a:lnTo>
                      <a:lnTo>
                        <a:pt x="2092" y="5110"/>
                      </a:lnTo>
                      <a:lnTo>
                        <a:pt x="2105" y="5110"/>
                      </a:lnTo>
                      <a:lnTo>
                        <a:pt x="2129" y="5107"/>
                      </a:lnTo>
                      <a:lnTo>
                        <a:pt x="2154" y="5104"/>
                      </a:lnTo>
                      <a:lnTo>
                        <a:pt x="2179" y="5101"/>
                      </a:lnTo>
                      <a:lnTo>
                        <a:pt x="2201" y="5096"/>
                      </a:lnTo>
                      <a:lnTo>
                        <a:pt x="2230" y="5091"/>
                      </a:lnTo>
                      <a:lnTo>
                        <a:pt x="2254" y="5089"/>
                      </a:lnTo>
                      <a:lnTo>
                        <a:pt x="2264" y="5089"/>
                      </a:lnTo>
                      <a:lnTo>
                        <a:pt x="2273" y="5089"/>
                      </a:lnTo>
                      <a:lnTo>
                        <a:pt x="2279" y="5090"/>
                      </a:lnTo>
                      <a:lnTo>
                        <a:pt x="2282" y="5091"/>
                      </a:lnTo>
                      <a:lnTo>
                        <a:pt x="2284" y="5094"/>
                      </a:lnTo>
                      <a:lnTo>
                        <a:pt x="2286" y="5096"/>
                      </a:lnTo>
                      <a:lnTo>
                        <a:pt x="2287" y="5100"/>
                      </a:lnTo>
                      <a:lnTo>
                        <a:pt x="2288" y="5103"/>
                      </a:lnTo>
                      <a:lnTo>
                        <a:pt x="2288" y="5114"/>
                      </a:lnTo>
                      <a:lnTo>
                        <a:pt x="2288" y="5124"/>
                      </a:lnTo>
                      <a:lnTo>
                        <a:pt x="2288" y="5138"/>
                      </a:lnTo>
                      <a:lnTo>
                        <a:pt x="2288" y="5151"/>
                      </a:lnTo>
                      <a:lnTo>
                        <a:pt x="2288" y="5164"/>
                      </a:lnTo>
                      <a:lnTo>
                        <a:pt x="2288" y="5173"/>
                      </a:lnTo>
                      <a:lnTo>
                        <a:pt x="2289" y="5178"/>
                      </a:lnTo>
                      <a:lnTo>
                        <a:pt x="2292" y="5182"/>
                      </a:lnTo>
                      <a:lnTo>
                        <a:pt x="2294" y="5185"/>
                      </a:lnTo>
                      <a:lnTo>
                        <a:pt x="2299" y="5186"/>
                      </a:lnTo>
                      <a:lnTo>
                        <a:pt x="2308" y="5187"/>
                      </a:lnTo>
                      <a:lnTo>
                        <a:pt x="2318" y="5189"/>
                      </a:lnTo>
                      <a:lnTo>
                        <a:pt x="2334" y="5189"/>
                      </a:lnTo>
                      <a:lnTo>
                        <a:pt x="2351" y="5186"/>
                      </a:lnTo>
                      <a:lnTo>
                        <a:pt x="2368" y="5185"/>
                      </a:lnTo>
                      <a:lnTo>
                        <a:pt x="2384" y="5185"/>
                      </a:lnTo>
                      <a:lnTo>
                        <a:pt x="2394" y="5187"/>
                      </a:lnTo>
                      <a:lnTo>
                        <a:pt x="2403" y="5191"/>
                      </a:lnTo>
                      <a:lnTo>
                        <a:pt x="2413" y="5197"/>
                      </a:lnTo>
                      <a:lnTo>
                        <a:pt x="2421" y="5205"/>
                      </a:lnTo>
                      <a:lnTo>
                        <a:pt x="2426" y="5211"/>
                      </a:lnTo>
                      <a:lnTo>
                        <a:pt x="2431" y="5216"/>
                      </a:lnTo>
                      <a:lnTo>
                        <a:pt x="2433" y="5217"/>
                      </a:lnTo>
                      <a:lnTo>
                        <a:pt x="2435" y="5218"/>
                      </a:lnTo>
                      <a:lnTo>
                        <a:pt x="2439" y="5218"/>
                      </a:lnTo>
                      <a:lnTo>
                        <a:pt x="2441" y="5217"/>
                      </a:lnTo>
                      <a:lnTo>
                        <a:pt x="2452" y="5210"/>
                      </a:lnTo>
                      <a:lnTo>
                        <a:pt x="2460" y="5203"/>
                      </a:lnTo>
                      <a:lnTo>
                        <a:pt x="2469" y="5196"/>
                      </a:lnTo>
                      <a:lnTo>
                        <a:pt x="2475" y="5189"/>
                      </a:lnTo>
                      <a:lnTo>
                        <a:pt x="2482" y="5183"/>
                      </a:lnTo>
                      <a:lnTo>
                        <a:pt x="2489" y="5176"/>
                      </a:lnTo>
                      <a:lnTo>
                        <a:pt x="2496" y="5170"/>
                      </a:lnTo>
                      <a:lnTo>
                        <a:pt x="2504" y="5164"/>
                      </a:lnTo>
                      <a:lnTo>
                        <a:pt x="2514" y="5159"/>
                      </a:lnTo>
                      <a:lnTo>
                        <a:pt x="2525" y="5154"/>
                      </a:lnTo>
                      <a:lnTo>
                        <a:pt x="2535" y="5149"/>
                      </a:lnTo>
                      <a:lnTo>
                        <a:pt x="2546" y="5145"/>
                      </a:lnTo>
                      <a:lnTo>
                        <a:pt x="2563" y="5134"/>
                      </a:lnTo>
                      <a:lnTo>
                        <a:pt x="2578" y="5124"/>
                      </a:lnTo>
                      <a:lnTo>
                        <a:pt x="2595" y="5114"/>
                      </a:lnTo>
                      <a:lnTo>
                        <a:pt x="2611" y="5103"/>
                      </a:lnTo>
                      <a:lnTo>
                        <a:pt x="2630" y="5094"/>
                      </a:lnTo>
                      <a:lnTo>
                        <a:pt x="2649" y="5085"/>
                      </a:lnTo>
                      <a:lnTo>
                        <a:pt x="2670" y="5077"/>
                      </a:lnTo>
                      <a:lnTo>
                        <a:pt x="2689" y="5069"/>
                      </a:lnTo>
                      <a:lnTo>
                        <a:pt x="2715" y="5057"/>
                      </a:lnTo>
                      <a:lnTo>
                        <a:pt x="2740" y="5046"/>
                      </a:lnTo>
                      <a:lnTo>
                        <a:pt x="2765" y="5037"/>
                      </a:lnTo>
                      <a:lnTo>
                        <a:pt x="2788" y="5027"/>
                      </a:lnTo>
                      <a:lnTo>
                        <a:pt x="2811" y="5019"/>
                      </a:lnTo>
                      <a:lnTo>
                        <a:pt x="2834" y="5010"/>
                      </a:lnTo>
                      <a:lnTo>
                        <a:pt x="2855" y="5002"/>
                      </a:lnTo>
                      <a:lnTo>
                        <a:pt x="2875" y="4994"/>
                      </a:lnTo>
                      <a:lnTo>
                        <a:pt x="2922" y="4976"/>
                      </a:lnTo>
                      <a:lnTo>
                        <a:pt x="2960" y="4960"/>
                      </a:lnTo>
                      <a:lnTo>
                        <a:pt x="2991" y="4947"/>
                      </a:lnTo>
                      <a:lnTo>
                        <a:pt x="3013" y="4940"/>
                      </a:lnTo>
                      <a:lnTo>
                        <a:pt x="3024" y="4938"/>
                      </a:lnTo>
                      <a:lnTo>
                        <a:pt x="3033" y="4937"/>
                      </a:lnTo>
                      <a:lnTo>
                        <a:pt x="3041" y="4935"/>
                      </a:lnTo>
                      <a:lnTo>
                        <a:pt x="3046" y="4935"/>
                      </a:lnTo>
                      <a:lnTo>
                        <a:pt x="3054" y="4935"/>
                      </a:lnTo>
                      <a:lnTo>
                        <a:pt x="3061" y="4935"/>
                      </a:lnTo>
                      <a:lnTo>
                        <a:pt x="3070" y="4934"/>
                      </a:lnTo>
                      <a:lnTo>
                        <a:pt x="3082" y="4931"/>
                      </a:lnTo>
                      <a:lnTo>
                        <a:pt x="3108" y="4925"/>
                      </a:lnTo>
                      <a:lnTo>
                        <a:pt x="3133" y="4916"/>
                      </a:lnTo>
                      <a:lnTo>
                        <a:pt x="3146" y="4913"/>
                      </a:lnTo>
                      <a:lnTo>
                        <a:pt x="3157" y="4907"/>
                      </a:lnTo>
                      <a:lnTo>
                        <a:pt x="3169" y="4901"/>
                      </a:lnTo>
                      <a:lnTo>
                        <a:pt x="3181" y="4894"/>
                      </a:lnTo>
                      <a:lnTo>
                        <a:pt x="3191" y="4887"/>
                      </a:lnTo>
                      <a:lnTo>
                        <a:pt x="3201" y="4881"/>
                      </a:lnTo>
                      <a:lnTo>
                        <a:pt x="3211" y="4876"/>
                      </a:lnTo>
                      <a:lnTo>
                        <a:pt x="3219" y="4872"/>
                      </a:lnTo>
                      <a:lnTo>
                        <a:pt x="3227" y="4870"/>
                      </a:lnTo>
                      <a:lnTo>
                        <a:pt x="3235" y="4870"/>
                      </a:lnTo>
                      <a:lnTo>
                        <a:pt x="3243" y="4870"/>
                      </a:lnTo>
                      <a:lnTo>
                        <a:pt x="3250" y="4874"/>
                      </a:lnTo>
                      <a:lnTo>
                        <a:pt x="3262" y="4881"/>
                      </a:lnTo>
                      <a:lnTo>
                        <a:pt x="3270" y="4886"/>
                      </a:lnTo>
                      <a:lnTo>
                        <a:pt x="3275" y="4888"/>
                      </a:lnTo>
                      <a:lnTo>
                        <a:pt x="3282" y="4890"/>
                      </a:lnTo>
                      <a:lnTo>
                        <a:pt x="3289" y="4892"/>
                      </a:lnTo>
                      <a:lnTo>
                        <a:pt x="3300" y="4892"/>
                      </a:lnTo>
                      <a:lnTo>
                        <a:pt x="3327" y="4890"/>
                      </a:lnTo>
                      <a:lnTo>
                        <a:pt x="3356" y="4890"/>
                      </a:lnTo>
                      <a:lnTo>
                        <a:pt x="3370" y="4890"/>
                      </a:lnTo>
                      <a:lnTo>
                        <a:pt x="3384" y="4889"/>
                      </a:lnTo>
                      <a:lnTo>
                        <a:pt x="3397" y="4887"/>
                      </a:lnTo>
                      <a:lnTo>
                        <a:pt x="3409" y="4883"/>
                      </a:lnTo>
                      <a:lnTo>
                        <a:pt x="3421" y="4880"/>
                      </a:lnTo>
                      <a:lnTo>
                        <a:pt x="3430" y="4877"/>
                      </a:lnTo>
                      <a:lnTo>
                        <a:pt x="3441" y="4876"/>
                      </a:lnTo>
                      <a:lnTo>
                        <a:pt x="3451" y="4875"/>
                      </a:lnTo>
                      <a:lnTo>
                        <a:pt x="3460" y="4874"/>
                      </a:lnTo>
                      <a:lnTo>
                        <a:pt x="3470" y="4874"/>
                      </a:lnTo>
                      <a:lnTo>
                        <a:pt x="3479" y="4875"/>
                      </a:lnTo>
                      <a:lnTo>
                        <a:pt x="3490" y="4876"/>
                      </a:lnTo>
                      <a:lnTo>
                        <a:pt x="3511" y="4880"/>
                      </a:lnTo>
                      <a:lnTo>
                        <a:pt x="3534" y="4883"/>
                      </a:lnTo>
                      <a:lnTo>
                        <a:pt x="3556" y="4886"/>
                      </a:lnTo>
                      <a:lnTo>
                        <a:pt x="3578" y="4890"/>
                      </a:lnTo>
                      <a:lnTo>
                        <a:pt x="3598" y="4894"/>
                      </a:lnTo>
                      <a:lnTo>
                        <a:pt x="3616" y="4897"/>
                      </a:lnTo>
                      <a:lnTo>
                        <a:pt x="3624" y="4899"/>
                      </a:lnTo>
                      <a:lnTo>
                        <a:pt x="3633" y="4899"/>
                      </a:lnTo>
                      <a:lnTo>
                        <a:pt x="3642" y="4899"/>
                      </a:lnTo>
                      <a:lnTo>
                        <a:pt x="3652" y="4897"/>
                      </a:lnTo>
                      <a:lnTo>
                        <a:pt x="3662" y="4896"/>
                      </a:lnTo>
                      <a:lnTo>
                        <a:pt x="3672" y="4893"/>
                      </a:lnTo>
                      <a:lnTo>
                        <a:pt x="3681" y="4889"/>
                      </a:lnTo>
                      <a:lnTo>
                        <a:pt x="3690" y="4886"/>
                      </a:lnTo>
                      <a:lnTo>
                        <a:pt x="3698" y="4881"/>
                      </a:lnTo>
                      <a:lnTo>
                        <a:pt x="3706" y="4877"/>
                      </a:lnTo>
                      <a:lnTo>
                        <a:pt x="3715" y="4875"/>
                      </a:lnTo>
                      <a:lnTo>
                        <a:pt x="3724" y="4874"/>
                      </a:lnTo>
                      <a:lnTo>
                        <a:pt x="3737" y="4875"/>
                      </a:lnTo>
                      <a:lnTo>
                        <a:pt x="3750" y="4877"/>
                      </a:lnTo>
                      <a:lnTo>
                        <a:pt x="3764" y="4878"/>
                      </a:lnTo>
                      <a:lnTo>
                        <a:pt x="3778" y="4880"/>
                      </a:lnTo>
                      <a:lnTo>
                        <a:pt x="3789" y="4881"/>
                      </a:lnTo>
                      <a:lnTo>
                        <a:pt x="3801" y="4883"/>
                      </a:lnTo>
                      <a:lnTo>
                        <a:pt x="3818" y="4887"/>
                      </a:lnTo>
                      <a:lnTo>
                        <a:pt x="3836" y="4888"/>
                      </a:lnTo>
                      <a:lnTo>
                        <a:pt x="3844" y="4888"/>
                      </a:lnTo>
                      <a:lnTo>
                        <a:pt x="3852" y="4886"/>
                      </a:lnTo>
                      <a:lnTo>
                        <a:pt x="3860" y="4883"/>
                      </a:lnTo>
                      <a:lnTo>
                        <a:pt x="3867" y="4880"/>
                      </a:lnTo>
                      <a:lnTo>
                        <a:pt x="3882" y="4868"/>
                      </a:lnTo>
                      <a:lnTo>
                        <a:pt x="3900" y="4852"/>
                      </a:lnTo>
                      <a:lnTo>
                        <a:pt x="3920" y="4836"/>
                      </a:lnTo>
                      <a:lnTo>
                        <a:pt x="3940" y="4821"/>
                      </a:lnTo>
                      <a:lnTo>
                        <a:pt x="3958" y="4811"/>
                      </a:lnTo>
                      <a:lnTo>
                        <a:pt x="3976" y="4802"/>
                      </a:lnTo>
                      <a:lnTo>
                        <a:pt x="3984" y="4800"/>
                      </a:lnTo>
                      <a:lnTo>
                        <a:pt x="3995" y="4798"/>
                      </a:lnTo>
                      <a:lnTo>
                        <a:pt x="4006" y="4798"/>
                      </a:lnTo>
                      <a:lnTo>
                        <a:pt x="4018" y="4798"/>
                      </a:lnTo>
                      <a:lnTo>
                        <a:pt x="4031" y="4796"/>
                      </a:lnTo>
                      <a:lnTo>
                        <a:pt x="4043" y="4795"/>
                      </a:lnTo>
                      <a:lnTo>
                        <a:pt x="4053" y="4792"/>
                      </a:lnTo>
                      <a:lnTo>
                        <a:pt x="4063" y="4788"/>
                      </a:lnTo>
                      <a:lnTo>
                        <a:pt x="4071" y="4783"/>
                      </a:lnTo>
                      <a:lnTo>
                        <a:pt x="4079" y="4777"/>
                      </a:lnTo>
                      <a:lnTo>
                        <a:pt x="4085" y="4773"/>
                      </a:lnTo>
                      <a:lnTo>
                        <a:pt x="4091" y="4767"/>
                      </a:lnTo>
                      <a:lnTo>
                        <a:pt x="4097" y="4763"/>
                      </a:lnTo>
                      <a:lnTo>
                        <a:pt x="4103" y="4760"/>
                      </a:lnTo>
                      <a:lnTo>
                        <a:pt x="4110" y="4756"/>
                      </a:lnTo>
                      <a:lnTo>
                        <a:pt x="4118" y="4754"/>
                      </a:lnTo>
                      <a:lnTo>
                        <a:pt x="4132" y="4748"/>
                      </a:lnTo>
                      <a:lnTo>
                        <a:pt x="4148" y="4739"/>
                      </a:lnTo>
                      <a:lnTo>
                        <a:pt x="4156" y="4735"/>
                      </a:lnTo>
                      <a:lnTo>
                        <a:pt x="4160" y="4729"/>
                      </a:lnTo>
                      <a:lnTo>
                        <a:pt x="4165" y="4722"/>
                      </a:lnTo>
                      <a:lnTo>
                        <a:pt x="4170" y="4716"/>
                      </a:lnTo>
                      <a:lnTo>
                        <a:pt x="4173" y="4708"/>
                      </a:lnTo>
                      <a:lnTo>
                        <a:pt x="4177" y="4703"/>
                      </a:lnTo>
                      <a:lnTo>
                        <a:pt x="4181" y="4695"/>
                      </a:lnTo>
                      <a:lnTo>
                        <a:pt x="4186" y="4689"/>
                      </a:lnTo>
                      <a:lnTo>
                        <a:pt x="4198" y="4679"/>
                      </a:lnTo>
                      <a:lnTo>
                        <a:pt x="4210" y="4667"/>
                      </a:lnTo>
                      <a:lnTo>
                        <a:pt x="4221" y="4654"/>
                      </a:lnTo>
                      <a:lnTo>
                        <a:pt x="4230" y="4641"/>
                      </a:lnTo>
                      <a:lnTo>
                        <a:pt x="4244" y="4622"/>
                      </a:lnTo>
                      <a:lnTo>
                        <a:pt x="4261" y="4599"/>
                      </a:lnTo>
                      <a:lnTo>
                        <a:pt x="4278" y="4578"/>
                      </a:lnTo>
                      <a:lnTo>
                        <a:pt x="4289" y="4562"/>
                      </a:lnTo>
                      <a:lnTo>
                        <a:pt x="4299" y="4548"/>
                      </a:lnTo>
                      <a:lnTo>
                        <a:pt x="4316" y="4527"/>
                      </a:lnTo>
                      <a:lnTo>
                        <a:pt x="4324" y="4515"/>
                      </a:lnTo>
                      <a:lnTo>
                        <a:pt x="4335" y="4505"/>
                      </a:lnTo>
                      <a:lnTo>
                        <a:pt x="4345" y="4497"/>
                      </a:lnTo>
                      <a:lnTo>
                        <a:pt x="4353" y="4491"/>
                      </a:lnTo>
                      <a:lnTo>
                        <a:pt x="4372" y="4484"/>
                      </a:lnTo>
                      <a:lnTo>
                        <a:pt x="4391" y="4477"/>
                      </a:lnTo>
                      <a:lnTo>
                        <a:pt x="4400" y="4473"/>
                      </a:lnTo>
                      <a:lnTo>
                        <a:pt x="4410" y="4468"/>
                      </a:lnTo>
                      <a:lnTo>
                        <a:pt x="4418" y="4464"/>
                      </a:lnTo>
                      <a:lnTo>
                        <a:pt x="4427" y="4458"/>
                      </a:lnTo>
                      <a:lnTo>
                        <a:pt x="4438" y="4447"/>
                      </a:lnTo>
                      <a:lnTo>
                        <a:pt x="4450" y="4437"/>
                      </a:lnTo>
                      <a:lnTo>
                        <a:pt x="4456" y="4434"/>
                      </a:lnTo>
                      <a:lnTo>
                        <a:pt x="4462" y="4430"/>
                      </a:lnTo>
                      <a:lnTo>
                        <a:pt x="4469" y="4429"/>
                      </a:lnTo>
                      <a:lnTo>
                        <a:pt x="4478" y="4428"/>
                      </a:lnTo>
                      <a:lnTo>
                        <a:pt x="4493" y="4427"/>
                      </a:lnTo>
                      <a:lnTo>
                        <a:pt x="4505" y="4426"/>
                      </a:lnTo>
                      <a:lnTo>
                        <a:pt x="4511" y="4424"/>
                      </a:lnTo>
                      <a:lnTo>
                        <a:pt x="4516" y="4421"/>
                      </a:lnTo>
                      <a:lnTo>
                        <a:pt x="4522" y="4417"/>
                      </a:lnTo>
                      <a:lnTo>
                        <a:pt x="4526" y="4410"/>
                      </a:lnTo>
                      <a:lnTo>
                        <a:pt x="4541" y="4396"/>
                      </a:lnTo>
                      <a:lnTo>
                        <a:pt x="4557" y="4379"/>
                      </a:lnTo>
                      <a:lnTo>
                        <a:pt x="4576" y="4363"/>
                      </a:lnTo>
                      <a:lnTo>
                        <a:pt x="4594" y="4347"/>
                      </a:lnTo>
                      <a:lnTo>
                        <a:pt x="4610" y="4335"/>
                      </a:lnTo>
                      <a:lnTo>
                        <a:pt x="4624" y="4327"/>
                      </a:lnTo>
                      <a:lnTo>
                        <a:pt x="4629" y="4322"/>
                      </a:lnTo>
                      <a:lnTo>
                        <a:pt x="4633" y="4316"/>
                      </a:lnTo>
                      <a:lnTo>
                        <a:pt x="4637" y="4309"/>
                      </a:lnTo>
                      <a:lnTo>
                        <a:pt x="4639" y="4300"/>
                      </a:lnTo>
                      <a:lnTo>
                        <a:pt x="4639" y="4289"/>
                      </a:lnTo>
                      <a:lnTo>
                        <a:pt x="4638" y="4279"/>
                      </a:lnTo>
                      <a:lnTo>
                        <a:pt x="4636" y="4271"/>
                      </a:lnTo>
                      <a:lnTo>
                        <a:pt x="4633" y="4264"/>
                      </a:lnTo>
                      <a:lnTo>
                        <a:pt x="4625" y="4251"/>
                      </a:lnTo>
                      <a:lnTo>
                        <a:pt x="4617" y="4240"/>
                      </a:lnTo>
                      <a:lnTo>
                        <a:pt x="4607" y="4228"/>
                      </a:lnTo>
                      <a:lnTo>
                        <a:pt x="4593" y="4214"/>
                      </a:lnTo>
                      <a:lnTo>
                        <a:pt x="4579" y="4200"/>
                      </a:lnTo>
                      <a:lnTo>
                        <a:pt x="4564" y="4189"/>
                      </a:lnTo>
                      <a:lnTo>
                        <a:pt x="4551" y="4180"/>
                      </a:lnTo>
                      <a:lnTo>
                        <a:pt x="4538" y="4168"/>
                      </a:lnTo>
                      <a:lnTo>
                        <a:pt x="4531" y="4161"/>
                      </a:lnTo>
                      <a:lnTo>
                        <a:pt x="4525" y="4152"/>
                      </a:lnTo>
                      <a:lnTo>
                        <a:pt x="4519" y="4144"/>
                      </a:lnTo>
                      <a:lnTo>
                        <a:pt x="4513" y="4133"/>
                      </a:lnTo>
                      <a:lnTo>
                        <a:pt x="4506" y="4114"/>
                      </a:lnTo>
                      <a:lnTo>
                        <a:pt x="4501" y="4099"/>
                      </a:lnTo>
                      <a:lnTo>
                        <a:pt x="4499" y="4093"/>
                      </a:lnTo>
                      <a:lnTo>
                        <a:pt x="4497" y="4087"/>
                      </a:lnTo>
                      <a:lnTo>
                        <a:pt x="4493" y="4081"/>
                      </a:lnTo>
                      <a:lnTo>
                        <a:pt x="4488" y="4076"/>
                      </a:lnTo>
                      <a:lnTo>
                        <a:pt x="4480" y="4070"/>
                      </a:lnTo>
                      <a:lnTo>
                        <a:pt x="4472" y="4062"/>
                      </a:lnTo>
                      <a:lnTo>
                        <a:pt x="4468" y="4052"/>
                      </a:lnTo>
                      <a:lnTo>
                        <a:pt x="4466" y="4042"/>
                      </a:lnTo>
                      <a:lnTo>
                        <a:pt x="4465" y="4031"/>
                      </a:lnTo>
                      <a:lnTo>
                        <a:pt x="4466" y="4020"/>
                      </a:lnTo>
                      <a:lnTo>
                        <a:pt x="4469" y="4010"/>
                      </a:lnTo>
                      <a:lnTo>
                        <a:pt x="4477" y="3995"/>
                      </a:lnTo>
                      <a:lnTo>
                        <a:pt x="4485" y="3979"/>
                      </a:lnTo>
                      <a:lnTo>
                        <a:pt x="4493" y="3960"/>
                      </a:lnTo>
                      <a:lnTo>
                        <a:pt x="4498" y="3947"/>
                      </a:lnTo>
                      <a:lnTo>
                        <a:pt x="4501" y="3932"/>
                      </a:lnTo>
                      <a:lnTo>
                        <a:pt x="4506" y="3918"/>
                      </a:lnTo>
                      <a:lnTo>
                        <a:pt x="4510" y="3904"/>
                      </a:lnTo>
                      <a:lnTo>
                        <a:pt x="4515" y="3888"/>
                      </a:lnTo>
                      <a:lnTo>
                        <a:pt x="4519" y="3872"/>
                      </a:lnTo>
                      <a:lnTo>
                        <a:pt x="4524" y="3856"/>
                      </a:lnTo>
                      <a:lnTo>
                        <a:pt x="4529" y="3840"/>
                      </a:lnTo>
                      <a:lnTo>
                        <a:pt x="4540" y="3815"/>
                      </a:lnTo>
                      <a:lnTo>
                        <a:pt x="4551" y="3792"/>
                      </a:lnTo>
                      <a:lnTo>
                        <a:pt x="4563" y="3771"/>
                      </a:lnTo>
                      <a:lnTo>
                        <a:pt x="4576" y="3754"/>
                      </a:lnTo>
                      <a:lnTo>
                        <a:pt x="4589" y="3746"/>
                      </a:lnTo>
                      <a:lnTo>
                        <a:pt x="4601" y="3739"/>
                      </a:lnTo>
                      <a:lnTo>
                        <a:pt x="4616" y="3727"/>
                      </a:lnTo>
                      <a:lnTo>
                        <a:pt x="4629" y="3720"/>
                      </a:lnTo>
                      <a:lnTo>
                        <a:pt x="4635" y="3717"/>
                      </a:lnTo>
                      <a:lnTo>
                        <a:pt x="4641" y="3716"/>
                      </a:lnTo>
                      <a:lnTo>
                        <a:pt x="4647" y="3716"/>
                      </a:lnTo>
                      <a:lnTo>
                        <a:pt x="4654" y="3716"/>
                      </a:lnTo>
                      <a:lnTo>
                        <a:pt x="4670" y="3718"/>
                      </a:lnTo>
                      <a:lnTo>
                        <a:pt x="4685" y="3721"/>
                      </a:lnTo>
                      <a:lnTo>
                        <a:pt x="4699" y="3722"/>
                      </a:lnTo>
                      <a:lnTo>
                        <a:pt x="4719" y="3723"/>
                      </a:lnTo>
                      <a:lnTo>
                        <a:pt x="4742" y="3722"/>
                      </a:lnTo>
                      <a:lnTo>
                        <a:pt x="4763" y="3723"/>
                      </a:lnTo>
                      <a:lnTo>
                        <a:pt x="4771" y="3724"/>
                      </a:lnTo>
                      <a:lnTo>
                        <a:pt x="4780" y="3725"/>
                      </a:lnTo>
                      <a:lnTo>
                        <a:pt x="4787" y="3729"/>
                      </a:lnTo>
                      <a:lnTo>
                        <a:pt x="4792" y="3734"/>
                      </a:lnTo>
                      <a:lnTo>
                        <a:pt x="4801" y="3748"/>
                      </a:lnTo>
                      <a:lnTo>
                        <a:pt x="4809" y="3764"/>
                      </a:lnTo>
                      <a:lnTo>
                        <a:pt x="4815" y="3772"/>
                      </a:lnTo>
                      <a:lnTo>
                        <a:pt x="4821" y="3780"/>
                      </a:lnTo>
                      <a:lnTo>
                        <a:pt x="4830" y="3787"/>
                      </a:lnTo>
                      <a:lnTo>
                        <a:pt x="4839" y="3793"/>
                      </a:lnTo>
                      <a:lnTo>
                        <a:pt x="4850" y="3798"/>
                      </a:lnTo>
                      <a:lnTo>
                        <a:pt x="4863" y="3804"/>
                      </a:lnTo>
                      <a:lnTo>
                        <a:pt x="4877" y="3809"/>
                      </a:lnTo>
                      <a:lnTo>
                        <a:pt x="4891" y="3815"/>
                      </a:lnTo>
                      <a:lnTo>
                        <a:pt x="4920" y="3823"/>
                      </a:lnTo>
                      <a:lnTo>
                        <a:pt x="4943" y="3827"/>
                      </a:lnTo>
                      <a:lnTo>
                        <a:pt x="4963" y="3830"/>
                      </a:lnTo>
                      <a:lnTo>
                        <a:pt x="4990" y="3835"/>
                      </a:lnTo>
                      <a:lnTo>
                        <a:pt x="5019" y="3838"/>
                      </a:lnTo>
                      <a:lnTo>
                        <a:pt x="5044" y="3841"/>
                      </a:lnTo>
                      <a:lnTo>
                        <a:pt x="5067" y="3842"/>
                      </a:lnTo>
                      <a:lnTo>
                        <a:pt x="5091" y="3846"/>
                      </a:lnTo>
                      <a:lnTo>
                        <a:pt x="5111" y="3848"/>
                      </a:lnTo>
                      <a:lnTo>
                        <a:pt x="5128" y="3849"/>
                      </a:lnTo>
                      <a:lnTo>
                        <a:pt x="5135" y="3849"/>
                      </a:lnTo>
                      <a:lnTo>
                        <a:pt x="5141" y="3849"/>
                      </a:lnTo>
                      <a:lnTo>
                        <a:pt x="5147" y="3847"/>
                      </a:lnTo>
                      <a:lnTo>
                        <a:pt x="5153" y="3844"/>
                      </a:lnTo>
                      <a:lnTo>
                        <a:pt x="5159" y="3841"/>
                      </a:lnTo>
                      <a:lnTo>
                        <a:pt x="5165" y="3837"/>
                      </a:lnTo>
                      <a:lnTo>
                        <a:pt x="5171" y="3831"/>
                      </a:lnTo>
                      <a:lnTo>
                        <a:pt x="5178" y="3824"/>
                      </a:lnTo>
                      <a:lnTo>
                        <a:pt x="5191" y="3809"/>
                      </a:lnTo>
                      <a:lnTo>
                        <a:pt x="5205" y="3794"/>
                      </a:lnTo>
                      <a:lnTo>
                        <a:pt x="5214" y="3788"/>
                      </a:lnTo>
                      <a:lnTo>
                        <a:pt x="5222" y="3783"/>
                      </a:lnTo>
                      <a:lnTo>
                        <a:pt x="5230" y="3778"/>
                      </a:lnTo>
                      <a:lnTo>
                        <a:pt x="5239" y="3773"/>
                      </a:lnTo>
                      <a:lnTo>
                        <a:pt x="5255" y="3767"/>
                      </a:lnTo>
                      <a:lnTo>
                        <a:pt x="5268" y="3760"/>
                      </a:lnTo>
                      <a:lnTo>
                        <a:pt x="5274" y="3756"/>
                      </a:lnTo>
                      <a:lnTo>
                        <a:pt x="5280" y="3752"/>
                      </a:lnTo>
                      <a:lnTo>
                        <a:pt x="5285" y="3746"/>
                      </a:lnTo>
                      <a:lnTo>
                        <a:pt x="5291" y="3739"/>
                      </a:lnTo>
                      <a:lnTo>
                        <a:pt x="5300" y="3725"/>
                      </a:lnTo>
                      <a:lnTo>
                        <a:pt x="5307" y="3716"/>
                      </a:lnTo>
                      <a:lnTo>
                        <a:pt x="5316" y="3708"/>
                      </a:lnTo>
                      <a:lnTo>
                        <a:pt x="5329" y="3696"/>
                      </a:lnTo>
                      <a:lnTo>
                        <a:pt x="5344" y="3682"/>
                      </a:lnTo>
                      <a:lnTo>
                        <a:pt x="5360" y="3666"/>
                      </a:lnTo>
                      <a:lnTo>
                        <a:pt x="5373" y="3651"/>
                      </a:lnTo>
                      <a:lnTo>
                        <a:pt x="5384" y="3636"/>
                      </a:lnTo>
                      <a:lnTo>
                        <a:pt x="5392" y="3623"/>
                      </a:lnTo>
                      <a:lnTo>
                        <a:pt x="5398" y="3609"/>
                      </a:lnTo>
                      <a:lnTo>
                        <a:pt x="5404" y="3595"/>
                      </a:lnTo>
                      <a:lnTo>
                        <a:pt x="5407" y="3580"/>
                      </a:lnTo>
                      <a:lnTo>
                        <a:pt x="5409" y="3573"/>
                      </a:lnTo>
                      <a:lnTo>
                        <a:pt x="5412" y="3567"/>
                      </a:lnTo>
                      <a:lnTo>
                        <a:pt x="5416" y="3561"/>
                      </a:lnTo>
                      <a:lnTo>
                        <a:pt x="5420" y="3557"/>
                      </a:lnTo>
                      <a:lnTo>
                        <a:pt x="5425" y="3552"/>
                      </a:lnTo>
                      <a:lnTo>
                        <a:pt x="5431" y="3548"/>
                      </a:lnTo>
                      <a:lnTo>
                        <a:pt x="5437" y="3545"/>
                      </a:lnTo>
                      <a:lnTo>
                        <a:pt x="5442" y="3542"/>
                      </a:lnTo>
                      <a:lnTo>
                        <a:pt x="5454" y="3539"/>
                      </a:lnTo>
                      <a:lnTo>
                        <a:pt x="5469" y="3538"/>
                      </a:lnTo>
                      <a:lnTo>
                        <a:pt x="5477" y="3538"/>
                      </a:lnTo>
                      <a:lnTo>
                        <a:pt x="5486" y="3539"/>
                      </a:lnTo>
                      <a:lnTo>
                        <a:pt x="5495" y="3540"/>
                      </a:lnTo>
                      <a:lnTo>
                        <a:pt x="5504" y="3544"/>
                      </a:lnTo>
                      <a:lnTo>
                        <a:pt x="5523" y="3548"/>
                      </a:lnTo>
                      <a:lnTo>
                        <a:pt x="5543" y="3552"/>
                      </a:lnTo>
                      <a:lnTo>
                        <a:pt x="5552" y="3553"/>
                      </a:lnTo>
                      <a:lnTo>
                        <a:pt x="5562" y="3554"/>
                      </a:lnTo>
                      <a:lnTo>
                        <a:pt x="5571" y="3554"/>
                      </a:lnTo>
                      <a:lnTo>
                        <a:pt x="5580" y="3553"/>
                      </a:lnTo>
                      <a:lnTo>
                        <a:pt x="5599" y="3548"/>
                      </a:lnTo>
                      <a:lnTo>
                        <a:pt x="5622" y="3544"/>
                      </a:lnTo>
                      <a:lnTo>
                        <a:pt x="5646" y="3538"/>
                      </a:lnTo>
                      <a:lnTo>
                        <a:pt x="5668" y="3534"/>
                      </a:lnTo>
                      <a:lnTo>
                        <a:pt x="5688" y="3532"/>
                      </a:lnTo>
                      <a:lnTo>
                        <a:pt x="5712" y="3526"/>
                      </a:lnTo>
                      <a:lnTo>
                        <a:pt x="5725" y="3521"/>
                      </a:lnTo>
                      <a:lnTo>
                        <a:pt x="5737" y="3514"/>
                      </a:lnTo>
                      <a:lnTo>
                        <a:pt x="5747" y="3507"/>
                      </a:lnTo>
                      <a:lnTo>
                        <a:pt x="5758" y="3496"/>
                      </a:lnTo>
                      <a:lnTo>
                        <a:pt x="5778" y="3475"/>
                      </a:lnTo>
                      <a:lnTo>
                        <a:pt x="5798" y="3452"/>
                      </a:lnTo>
                      <a:lnTo>
                        <a:pt x="5816" y="3433"/>
                      </a:lnTo>
                      <a:lnTo>
                        <a:pt x="5832" y="3418"/>
                      </a:lnTo>
                      <a:lnTo>
                        <a:pt x="5838" y="3413"/>
                      </a:lnTo>
                      <a:lnTo>
                        <a:pt x="5845" y="3408"/>
                      </a:lnTo>
                      <a:lnTo>
                        <a:pt x="5851" y="3405"/>
                      </a:lnTo>
                      <a:lnTo>
                        <a:pt x="5857" y="3402"/>
                      </a:lnTo>
                      <a:lnTo>
                        <a:pt x="5867" y="3401"/>
                      </a:lnTo>
                      <a:lnTo>
                        <a:pt x="5876" y="3401"/>
                      </a:lnTo>
                      <a:lnTo>
                        <a:pt x="5879" y="3400"/>
                      </a:lnTo>
                      <a:lnTo>
                        <a:pt x="5883" y="3399"/>
                      </a:lnTo>
                      <a:lnTo>
                        <a:pt x="5888" y="3395"/>
                      </a:lnTo>
                      <a:lnTo>
                        <a:pt x="5894" y="3392"/>
                      </a:lnTo>
                      <a:lnTo>
                        <a:pt x="5898" y="3386"/>
                      </a:lnTo>
                      <a:lnTo>
                        <a:pt x="5904" y="3380"/>
                      </a:lnTo>
                      <a:lnTo>
                        <a:pt x="5909" y="3371"/>
                      </a:lnTo>
                      <a:lnTo>
                        <a:pt x="5914" y="3364"/>
                      </a:lnTo>
                      <a:lnTo>
                        <a:pt x="5916" y="3356"/>
                      </a:lnTo>
                      <a:lnTo>
                        <a:pt x="5917" y="3349"/>
                      </a:lnTo>
                      <a:lnTo>
                        <a:pt x="5917" y="3343"/>
                      </a:lnTo>
                      <a:lnTo>
                        <a:pt x="5916" y="3337"/>
                      </a:lnTo>
                      <a:lnTo>
                        <a:pt x="5911" y="3324"/>
                      </a:lnTo>
                      <a:lnTo>
                        <a:pt x="5908" y="3308"/>
                      </a:lnTo>
                      <a:lnTo>
                        <a:pt x="5909" y="3299"/>
                      </a:lnTo>
                      <a:lnTo>
                        <a:pt x="5911" y="3286"/>
                      </a:lnTo>
                      <a:lnTo>
                        <a:pt x="5917" y="3273"/>
                      </a:lnTo>
                      <a:lnTo>
                        <a:pt x="5923" y="3257"/>
                      </a:lnTo>
                      <a:lnTo>
                        <a:pt x="5932" y="3242"/>
                      </a:lnTo>
                      <a:lnTo>
                        <a:pt x="5940" y="3227"/>
                      </a:lnTo>
                      <a:lnTo>
                        <a:pt x="5948" y="3213"/>
                      </a:lnTo>
                      <a:lnTo>
                        <a:pt x="5957" y="3201"/>
                      </a:lnTo>
                      <a:lnTo>
                        <a:pt x="5971" y="3179"/>
                      </a:lnTo>
                      <a:lnTo>
                        <a:pt x="5984" y="3157"/>
                      </a:lnTo>
                      <a:lnTo>
                        <a:pt x="5991" y="3148"/>
                      </a:lnTo>
                      <a:lnTo>
                        <a:pt x="5998" y="3138"/>
                      </a:lnTo>
                      <a:lnTo>
                        <a:pt x="6006" y="3130"/>
                      </a:lnTo>
                      <a:lnTo>
                        <a:pt x="6015" y="3123"/>
                      </a:lnTo>
                      <a:lnTo>
                        <a:pt x="6035" y="3112"/>
                      </a:lnTo>
                      <a:lnTo>
                        <a:pt x="6055" y="3103"/>
                      </a:lnTo>
                      <a:lnTo>
                        <a:pt x="6066" y="3099"/>
                      </a:lnTo>
                      <a:lnTo>
                        <a:pt x="6075" y="3097"/>
                      </a:lnTo>
                      <a:lnTo>
                        <a:pt x="6084" y="3094"/>
                      </a:lnTo>
                      <a:lnTo>
                        <a:pt x="6092" y="3093"/>
                      </a:lnTo>
                      <a:lnTo>
                        <a:pt x="6110" y="3093"/>
                      </a:lnTo>
                      <a:lnTo>
                        <a:pt x="6132" y="3092"/>
                      </a:lnTo>
                      <a:lnTo>
                        <a:pt x="6155" y="3092"/>
                      </a:lnTo>
                      <a:lnTo>
                        <a:pt x="6173" y="3091"/>
                      </a:lnTo>
                      <a:lnTo>
                        <a:pt x="6188" y="3091"/>
                      </a:lnTo>
                      <a:lnTo>
                        <a:pt x="6205" y="3088"/>
                      </a:lnTo>
                      <a:lnTo>
                        <a:pt x="6213" y="3086"/>
                      </a:lnTo>
                      <a:lnTo>
                        <a:pt x="6220" y="3082"/>
                      </a:lnTo>
                      <a:lnTo>
                        <a:pt x="6226" y="3078"/>
                      </a:lnTo>
                      <a:lnTo>
                        <a:pt x="6231" y="3071"/>
                      </a:lnTo>
                      <a:lnTo>
                        <a:pt x="6233" y="3063"/>
                      </a:lnTo>
                      <a:lnTo>
                        <a:pt x="6236" y="3054"/>
                      </a:lnTo>
                      <a:lnTo>
                        <a:pt x="6237" y="3043"/>
                      </a:lnTo>
                      <a:lnTo>
                        <a:pt x="6238" y="3034"/>
                      </a:lnTo>
                      <a:lnTo>
                        <a:pt x="6239" y="3023"/>
                      </a:lnTo>
                      <a:lnTo>
                        <a:pt x="6242" y="3014"/>
                      </a:lnTo>
                      <a:lnTo>
                        <a:pt x="6244" y="3004"/>
                      </a:lnTo>
                      <a:lnTo>
                        <a:pt x="6248" y="2997"/>
                      </a:lnTo>
                      <a:lnTo>
                        <a:pt x="6253" y="2991"/>
                      </a:lnTo>
                      <a:lnTo>
                        <a:pt x="6258" y="2986"/>
                      </a:lnTo>
                      <a:lnTo>
                        <a:pt x="6264" y="2984"/>
                      </a:lnTo>
                      <a:lnTo>
                        <a:pt x="6270" y="2981"/>
                      </a:lnTo>
                      <a:lnTo>
                        <a:pt x="6282" y="2979"/>
                      </a:lnTo>
                      <a:lnTo>
                        <a:pt x="6292" y="2977"/>
                      </a:lnTo>
                      <a:lnTo>
                        <a:pt x="6295" y="2975"/>
                      </a:lnTo>
                      <a:lnTo>
                        <a:pt x="6298" y="2977"/>
                      </a:lnTo>
                      <a:lnTo>
                        <a:pt x="6301" y="2979"/>
                      </a:lnTo>
                      <a:lnTo>
                        <a:pt x="6304" y="2983"/>
                      </a:lnTo>
                      <a:lnTo>
                        <a:pt x="6310" y="2990"/>
                      </a:lnTo>
                      <a:lnTo>
                        <a:pt x="6317" y="2998"/>
                      </a:lnTo>
                      <a:lnTo>
                        <a:pt x="6321" y="3000"/>
                      </a:lnTo>
                      <a:lnTo>
                        <a:pt x="6329" y="3003"/>
                      </a:lnTo>
                      <a:lnTo>
                        <a:pt x="6336" y="3005"/>
                      </a:lnTo>
                      <a:lnTo>
                        <a:pt x="6343" y="3006"/>
                      </a:lnTo>
                      <a:lnTo>
                        <a:pt x="6351" y="3008"/>
                      </a:lnTo>
                      <a:lnTo>
                        <a:pt x="6358" y="3005"/>
                      </a:lnTo>
                      <a:lnTo>
                        <a:pt x="6365" y="3003"/>
                      </a:lnTo>
                      <a:lnTo>
                        <a:pt x="6371" y="2997"/>
                      </a:lnTo>
                      <a:lnTo>
                        <a:pt x="6380" y="2986"/>
                      </a:lnTo>
                      <a:lnTo>
                        <a:pt x="6387" y="2977"/>
                      </a:lnTo>
                      <a:lnTo>
                        <a:pt x="6395" y="2967"/>
                      </a:lnTo>
                      <a:lnTo>
                        <a:pt x="6408" y="2956"/>
                      </a:lnTo>
                      <a:lnTo>
                        <a:pt x="6428" y="2943"/>
                      </a:lnTo>
                      <a:lnTo>
                        <a:pt x="6453" y="2930"/>
                      </a:lnTo>
                      <a:lnTo>
                        <a:pt x="6478" y="2917"/>
                      </a:lnTo>
                      <a:lnTo>
                        <a:pt x="6497" y="2910"/>
                      </a:lnTo>
                      <a:lnTo>
                        <a:pt x="6510" y="2907"/>
                      </a:lnTo>
                      <a:lnTo>
                        <a:pt x="6522" y="2904"/>
                      </a:lnTo>
                      <a:lnTo>
                        <a:pt x="6535" y="2904"/>
                      </a:lnTo>
                      <a:lnTo>
                        <a:pt x="6550" y="2907"/>
                      </a:lnTo>
                      <a:lnTo>
                        <a:pt x="6565" y="2909"/>
                      </a:lnTo>
                      <a:lnTo>
                        <a:pt x="6577" y="2909"/>
                      </a:lnTo>
                      <a:lnTo>
                        <a:pt x="6588" y="2909"/>
                      </a:lnTo>
                      <a:lnTo>
                        <a:pt x="6597" y="2908"/>
                      </a:lnTo>
                      <a:lnTo>
                        <a:pt x="6604" y="2908"/>
                      </a:lnTo>
                      <a:lnTo>
                        <a:pt x="6610" y="2907"/>
                      </a:lnTo>
                      <a:lnTo>
                        <a:pt x="6616" y="2905"/>
                      </a:lnTo>
                      <a:lnTo>
                        <a:pt x="6623" y="2902"/>
                      </a:lnTo>
                      <a:lnTo>
                        <a:pt x="6629" y="2893"/>
                      </a:lnTo>
                      <a:lnTo>
                        <a:pt x="6635" y="2883"/>
                      </a:lnTo>
                      <a:lnTo>
                        <a:pt x="6639" y="2877"/>
                      </a:lnTo>
                      <a:lnTo>
                        <a:pt x="6644" y="2872"/>
                      </a:lnTo>
                      <a:lnTo>
                        <a:pt x="6650" y="2869"/>
                      </a:lnTo>
                      <a:lnTo>
                        <a:pt x="6657" y="2865"/>
                      </a:lnTo>
                      <a:lnTo>
                        <a:pt x="6664" y="2864"/>
                      </a:lnTo>
                      <a:lnTo>
                        <a:pt x="6671" y="2864"/>
                      </a:lnTo>
                      <a:lnTo>
                        <a:pt x="6678" y="2865"/>
                      </a:lnTo>
                      <a:lnTo>
                        <a:pt x="6684" y="2866"/>
                      </a:lnTo>
                      <a:lnTo>
                        <a:pt x="6694" y="2870"/>
                      </a:lnTo>
                      <a:lnTo>
                        <a:pt x="6699" y="2874"/>
                      </a:lnTo>
                      <a:lnTo>
                        <a:pt x="6714" y="2884"/>
                      </a:lnTo>
                      <a:lnTo>
                        <a:pt x="6734" y="2899"/>
                      </a:lnTo>
                      <a:lnTo>
                        <a:pt x="6743" y="2910"/>
                      </a:lnTo>
                      <a:lnTo>
                        <a:pt x="6753" y="2917"/>
                      </a:lnTo>
                      <a:lnTo>
                        <a:pt x="6757" y="2920"/>
                      </a:lnTo>
                      <a:lnTo>
                        <a:pt x="6761" y="2921"/>
                      </a:lnTo>
                      <a:lnTo>
                        <a:pt x="6766" y="2921"/>
                      </a:lnTo>
                      <a:lnTo>
                        <a:pt x="6770" y="2918"/>
                      </a:lnTo>
                      <a:lnTo>
                        <a:pt x="6778" y="2913"/>
                      </a:lnTo>
                      <a:lnTo>
                        <a:pt x="6785" y="2908"/>
                      </a:lnTo>
                      <a:lnTo>
                        <a:pt x="6795" y="2903"/>
                      </a:lnTo>
                      <a:lnTo>
                        <a:pt x="6808" y="2898"/>
                      </a:lnTo>
                      <a:lnTo>
                        <a:pt x="6811" y="2898"/>
                      </a:lnTo>
                      <a:lnTo>
                        <a:pt x="6815" y="2898"/>
                      </a:lnTo>
                      <a:lnTo>
                        <a:pt x="6817" y="2899"/>
                      </a:lnTo>
                      <a:lnTo>
                        <a:pt x="6821" y="2901"/>
                      </a:lnTo>
                      <a:lnTo>
                        <a:pt x="6827" y="2904"/>
                      </a:lnTo>
                      <a:lnTo>
                        <a:pt x="6833" y="2909"/>
                      </a:lnTo>
                      <a:lnTo>
                        <a:pt x="6837" y="2914"/>
                      </a:lnTo>
                      <a:lnTo>
                        <a:pt x="6845" y="2917"/>
                      </a:lnTo>
                      <a:lnTo>
                        <a:pt x="6848" y="2917"/>
                      </a:lnTo>
                      <a:lnTo>
                        <a:pt x="6852" y="2918"/>
                      </a:lnTo>
                      <a:lnTo>
                        <a:pt x="6855" y="2918"/>
                      </a:lnTo>
                      <a:lnTo>
                        <a:pt x="6860" y="2917"/>
                      </a:lnTo>
                      <a:lnTo>
                        <a:pt x="6866" y="2916"/>
                      </a:lnTo>
                      <a:lnTo>
                        <a:pt x="6871" y="2917"/>
                      </a:lnTo>
                      <a:lnTo>
                        <a:pt x="6874" y="2918"/>
                      </a:lnTo>
                      <a:lnTo>
                        <a:pt x="6878" y="2921"/>
                      </a:lnTo>
                      <a:lnTo>
                        <a:pt x="6884" y="2927"/>
                      </a:lnTo>
                      <a:lnTo>
                        <a:pt x="6888" y="2930"/>
                      </a:lnTo>
                      <a:lnTo>
                        <a:pt x="6896" y="2932"/>
                      </a:lnTo>
                      <a:lnTo>
                        <a:pt x="6900" y="2930"/>
                      </a:lnTo>
                      <a:lnTo>
                        <a:pt x="6903" y="2927"/>
                      </a:lnTo>
                      <a:lnTo>
                        <a:pt x="6905" y="2923"/>
                      </a:lnTo>
                      <a:lnTo>
                        <a:pt x="6908" y="2918"/>
                      </a:lnTo>
                      <a:lnTo>
                        <a:pt x="6911" y="2915"/>
                      </a:lnTo>
                      <a:lnTo>
                        <a:pt x="6916" y="2911"/>
                      </a:lnTo>
                      <a:lnTo>
                        <a:pt x="6924" y="2910"/>
                      </a:lnTo>
                      <a:lnTo>
                        <a:pt x="6928" y="2909"/>
                      </a:lnTo>
                      <a:lnTo>
                        <a:pt x="6931" y="2908"/>
                      </a:lnTo>
                      <a:lnTo>
                        <a:pt x="6934" y="2907"/>
                      </a:lnTo>
                      <a:lnTo>
                        <a:pt x="6935" y="2904"/>
                      </a:lnTo>
                      <a:lnTo>
                        <a:pt x="6937" y="2901"/>
                      </a:lnTo>
                      <a:lnTo>
                        <a:pt x="6938" y="2895"/>
                      </a:lnTo>
                      <a:lnTo>
                        <a:pt x="6940" y="2890"/>
                      </a:lnTo>
                      <a:lnTo>
                        <a:pt x="6942" y="2885"/>
                      </a:lnTo>
                      <a:lnTo>
                        <a:pt x="6943" y="2884"/>
                      </a:lnTo>
                      <a:lnTo>
                        <a:pt x="6947" y="2883"/>
                      </a:lnTo>
                      <a:lnTo>
                        <a:pt x="6950" y="2882"/>
                      </a:lnTo>
                      <a:lnTo>
                        <a:pt x="6955" y="2882"/>
                      </a:lnTo>
                      <a:lnTo>
                        <a:pt x="6960" y="2882"/>
                      </a:lnTo>
                      <a:lnTo>
                        <a:pt x="6963" y="2880"/>
                      </a:lnTo>
                      <a:lnTo>
                        <a:pt x="6967" y="2878"/>
                      </a:lnTo>
                      <a:lnTo>
                        <a:pt x="6971" y="2876"/>
                      </a:lnTo>
                      <a:lnTo>
                        <a:pt x="6975" y="2871"/>
                      </a:lnTo>
                      <a:lnTo>
                        <a:pt x="6978" y="2863"/>
                      </a:lnTo>
                      <a:lnTo>
                        <a:pt x="6979" y="2854"/>
                      </a:lnTo>
                      <a:lnTo>
                        <a:pt x="6980" y="2845"/>
                      </a:lnTo>
                      <a:lnTo>
                        <a:pt x="6980" y="2835"/>
                      </a:lnTo>
                      <a:lnTo>
                        <a:pt x="6979" y="2826"/>
                      </a:lnTo>
                      <a:lnTo>
                        <a:pt x="6979" y="2816"/>
                      </a:lnTo>
                      <a:lnTo>
                        <a:pt x="6978" y="2808"/>
                      </a:lnTo>
                      <a:lnTo>
                        <a:pt x="6975" y="2800"/>
                      </a:lnTo>
                      <a:lnTo>
                        <a:pt x="6973" y="2792"/>
                      </a:lnTo>
                      <a:lnTo>
                        <a:pt x="6971" y="2787"/>
                      </a:lnTo>
                      <a:lnTo>
                        <a:pt x="6967" y="2781"/>
                      </a:lnTo>
                      <a:lnTo>
                        <a:pt x="6962" y="2775"/>
                      </a:lnTo>
                      <a:lnTo>
                        <a:pt x="6957" y="2770"/>
                      </a:lnTo>
                      <a:lnTo>
                        <a:pt x="6949" y="2759"/>
                      </a:lnTo>
                      <a:lnTo>
                        <a:pt x="6942" y="2747"/>
                      </a:lnTo>
                      <a:lnTo>
                        <a:pt x="6936" y="2735"/>
                      </a:lnTo>
                      <a:lnTo>
                        <a:pt x="6931" y="2722"/>
                      </a:lnTo>
                      <a:lnTo>
                        <a:pt x="6928" y="2710"/>
                      </a:lnTo>
                      <a:lnTo>
                        <a:pt x="6924" y="2699"/>
                      </a:lnTo>
                      <a:lnTo>
                        <a:pt x="6921" y="2693"/>
                      </a:lnTo>
                      <a:lnTo>
                        <a:pt x="6917" y="2685"/>
                      </a:lnTo>
                      <a:lnTo>
                        <a:pt x="6911" y="2680"/>
                      </a:lnTo>
                      <a:lnTo>
                        <a:pt x="6905" y="2672"/>
                      </a:lnTo>
                      <a:lnTo>
                        <a:pt x="6897" y="2665"/>
                      </a:lnTo>
                      <a:lnTo>
                        <a:pt x="6890" y="2661"/>
                      </a:lnTo>
                      <a:lnTo>
                        <a:pt x="6881" y="2656"/>
                      </a:lnTo>
                      <a:lnTo>
                        <a:pt x="6874" y="2652"/>
                      </a:lnTo>
                      <a:lnTo>
                        <a:pt x="6867" y="2650"/>
                      </a:lnTo>
                      <a:lnTo>
                        <a:pt x="6861" y="2646"/>
                      </a:lnTo>
                      <a:lnTo>
                        <a:pt x="6856" y="2643"/>
                      </a:lnTo>
                      <a:lnTo>
                        <a:pt x="6852" y="2638"/>
                      </a:lnTo>
                      <a:lnTo>
                        <a:pt x="6843" y="2627"/>
                      </a:lnTo>
                      <a:lnTo>
                        <a:pt x="6831" y="2615"/>
                      </a:lnTo>
                      <a:lnTo>
                        <a:pt x="6818" y="2603"/>
                      </a:lnTo>
                      <a:lnTo>
                        <a:pt x="6806" y="2594"/>
                      </a:lnTo>
                      <a:lnTo>
                        <a:pt x="6796" y="2588"/>
                      </a:lnTo>
                      <a:lnTo>
                        <a:pt x="6786" y="2583"/>
                      </a:lnTo>
                      <a:lnTo>
                        <a:pt x="6784" y="2580"/>
                      </a:lnTo>
                      <a:lnTo>
                        <a:pt x="6780" y="2577"/>
                      </a:lnTo>
                      <a:lnTo>
                        <a:pt x="6779" y="2573"/>
                      </a:lnTo>
                      <a:lnTo>
                        <a:pt x="6778" y="2568"/>
                      </a:lnTo>
                      <a:lnTo>
                        <a:pt x="6777" y="2564"/>
                      </a:lnTo>
                      <a:lnTo>
                        <a:pt x="6776" y="2561"/>
                      </a:lnTo>
                      <a:lnTo>
                        <a:pt x="6773" y="2557"/>
                      </a:lnTo>
                      <a:lnTo>
                        <a:pt x="6770" y="2555"/>
                      </a:lnTo>
                      <a:lnTo>
                        <a:pt x="6764" y="2552"/>
                      </a:lnTo>
                      <a:lnTo>
                        <a:pt x="6755" y="2548"/>
                      </a:lnTo>
                      <a:lnTo>
                        <a:pt x="6746" y="2544"/>
                      </a:lnTo>
                      <a:lnTo>
                        <a:pt x="6736" y="2539"/>
                      </a:lnTo>
                      <a:lnTo>
                        <a:pt x="6732" y="2535"/>
                      </a:lnTo>
                      <a:lnTo>
                        <a:pt x="6727" y="2529"/>
                      </a:lnTo>
                      <a:lnTo>
                        <a:pt x="6722" y="2521"/>
                      </a:lnTo>
                      <a:lnTo>
                        <a:pt x="6719" y="2512"/>
                      </a:lnTo>
                      <a:lnTo>
                        <a:pt x="6715" y="2502"/>
                      </a:lnTo>
                      <a:lnTo>
                        <a:pt x="6710" y="2494"/>
                      </a:lnTo>
                      <a:lnTo>
                        <a:pt x="6705" y="2488"/>
                      </a:lnTo>
                      <a:lnTo>
                        <a:pt x="6701" y="2483"/>
                      </a:lnTo>
                      <a:lnTo>
                        <a:pt x="6695" y="2479"/>
                      </a:lnTo>
                      <a:lnTo>
                        <a:pt x="6689" y="2476"/>
                      </a:lnTo>
                      <a:lnTo>
                        <a:pt x="6683" y="2473"/>
                      </a:lnTo>
                      <a:lnTo>
                        <a:pt x="6676" y="2470"/>
                      </a:lnTo>
                      <a:lnTo>
                        <a:pt x="6660" y="2464"/>
                      </a:lnTo>
                      <a:lnTo>
                        <a:pt x="6645" y="2460"/>
                      </a:lnTo>
                      <a:lnTo>
                        <a:pt x="6632" y="2455"/>
                      </a:lnTo>
                      <a:lnTo>
                        <a:pt x="6621" y="2451"/>
                      </a:lnTo>
                      <a:lnTo>
                        <a:pt x="6612" y="2450"/>
                      </a:lnTo>
                      <a:lnTo>
                        <a:pt x="6602" y="2448"/>
                      </a:lnTo>
                      <a:lnTo>
                        <a:pt x="6597" y="2445"/>
                      </a:lnTo>
                      <a:lnTo>
                        <a:pt x="6591" y="2442"/>
                      </a:lnTo>
                      <a:lnTo>
                        <a:pt x="6588" y="2437"/>
                      </a:lnTo>
                      <a:lnTo>
                        <a:pt x="6583" y="2431"/>
                      </a:lnTo>
                      <a:lnTo>
                        <a:pt x="6572" y="2414"/>
                      </a:lnTo>
                      <a:lnTo>
                        <a:pt x="6558" y="2395"/>
                      </a:lnTo>
                      <a:lnTo>
                        <a:pt x="6544" y="2376"/>
                      </a:lnTo>
                      <a:lnTo>
                        <a:pt x="6534" y="2365"/>
                      </a:lnTo>
                      <a:lnTo>
                        <a:pt x="6529" y="2361"/>
                      </a:lnTo>
                      <a:lnTo>
                        <a:pt x="6525" y="2357"/>
                      </a:lnTo>
                      <a:lnTo>
                        <a:pt x="6520" y="2356"/>
                      </a:lnTo>
                      <a:lnTo>
                        <a:pt x="6514" y="2354"/>
                      </a:lnTo>
                      <a:lnTo>
                        <a:pt x="6501" y="2351"/>
                      </a:lnTo>
                      <a:lnTo>
                        <a:pt x="6484" y="2351"/>
                      </a:lnTo>
                      <a:lnTo>
                        <a:pt x="6477" y="2350"/>
                      </a:lnTo>
                      <a:lnTo>
                        <a:pt x="6468" y="2349"/>
                      </a:lnTo>
                      <a:lnTo>
                        <a:pt x="6458" y="2350"/>
                      </a:lnTo>
                      <a:lnTo>
                        <a:pt x="6447" y="2350"/>
                      </a:lnTo>
                      <a:lnTo>
                        <a:pt x="6436" y="2348"/>
                      </a:lnTo>
                      <a:lnTo>
                        <a:pt x="6423" y="2347"/>
                      </a:lnTo>
                      <a:lnTo>
                        <a:pt x="6412" y="2349"/>
                      </a:lnTo>
                      <a:lnTo>
                        <a:pt x="6402" y="2351"/>
                      </a:lnTo>
                      <a:lnTo>
                        <a:pt x="6387" y="2353"/>
                      </a:lnTo>
                      <a:lnTo>
                        <a:pt x="6370" y="2354"/>
                      </a:lnTo>
                      <a:lnTo>
                        <a:pt x="6355" y="2355"/>
                      </a:lnTo>
                      <a:lnTo>
                        <a:pt x="6344" y="2356"/>
                      </a:lnTo>
                      <a:lnTo>
                        <a:pt x="6336" y="2359"/>
                      </a:lnTo>
                      <a:lnTo>
                        <a:pt x="6327" y="2361"/>
                      </a:lnTo>
                      <a:lnTo>
                        <a:pt x="6321" y="2363"/>
                      </a:lnTo>
                      <a:lnTo>
                        <a:pt x="6316" y="2367"/>
                      </a:lnTo>
                      <a:lnTo>
                        <a:pt x="6305" y="2376"/>
                      </a:lnTo>
                      <a:lnTo>
                        <a:pt x="6295" y="2387"/>
                      </a:lnTo>
                      <a:lnTo>
                        <a:pt x="6283" y="2404"/>
                      </a:lnTo>
                      <a:lnTo>
                        <a:pt x="6268" y="2426"/>
                      </a:lnTo>
                      <a:lnTo>
                        <a:pt x="6254" y="2449"/>
                      </a:lnTo>
                      <a:lnTo>
                        <a:pt x="6241" y="2467"/>
                      </a:lnTo>
                      <a:lnTo>
                        <a:pt x="6229" y="2482"/>
                      </a:lnTo>
                      <a:lnTo>
                        <a:pt x="6217" y="2499"/>
                      </a:lnTo>
                      <a:lnTo>
                        <a:pt x="6205" y="2513"/>
                      </a:lnTo>
                      <a:lnTo>
                        <a:pt x="6197" y="2523"/>
                      </a:lnTo>
                      <a:lnTo>
                        <a:pt x="6193" y="2525"/>
                      </a:lnTo>
                      <a:lnTo>
                        <a:pt x="6190" y="2525"/>
                      </a:lnTo>
                      <a:lnTo>
                        <a:pt x="6185" y="2525"/>
                      </a:lnTo>
                      <a:lnTo>
                        <a:pt x="6180" y="2524"/>
                      </a:lnTo>
                      <a:lnTo>
                        <a:pt x="6170" y="2518"/>
                      </a:lnTo>
                      <a:lnTo>
                        <a:pt x="6162" y="2510"/>
                      </a:lnTo>
                      <a:lnTo>
                        <a:pt x="6148" y="2498"/>
                      </a:lnTo>
                      <a:lnTo>
                        <a:pt x="6125" y="2480"/>
                      </a:lnTo>
                      <a:lnTo>
                        <a:pt x="6100" y="2461"/>
                      </a:lnTo>
                      <a:lnTo>
                        <a:pt x="6078" y="2447"/>
                      </a:lnTo>
                      <a:lnTo>
                        <a:pt x="6067" y="2441"/>
                      </a:lnTo>
                      <a:lnTo>
                        <a:pt x="6055" y="2437"/>
                      </a:lnTo>
                      <a:lnTo>
                        <a:pt x="6042" y="2434"/>
                      </a:lnTo>
                      <a:lnTo>
                        <a:pt x="6028" y="2432"/>
                      </a:lnTo>
                      <a:lnTo>
                        <a:pt x="6014" y="2432"/>
                      </a:lnTo>
                      <a:lnTo>
                        <a:pt x="6001" y="2434"/>
                      </a:lnTo>
                      <a:lnTo>
                        <a:pt x="5986" y="2436"/>
                      </a:lnTo>
                      <a:lnTo>
                        <a:pt x="5973" y="2441"/>
                      </a:lnTo>
                      <a:lnTo>
                        <a:pt x="5952" y="2450"/>
                      </a:lnTo>
                      <a:lnTo>
                        <a:pt x="5936" y="2457"/>
                      </a:lnTo>
                      <a:lnTo>
                        <a:pt x="5929" y="2460"/>
                      </a:lnTo>
                      <a:lnTo>
                        <a:pt x="5922" y="2461"/>
                      </a:lnTo>
                      <a:lnTo>
                        <a:pt x="5915" y="2461"/>
                      </a:lnTo>
                      <a:lnTo>
                        <a:pt x="5905" y="2460"/>
                      </a:lnTo>
                      <a:lnTo>
                        <a:pt x="5888" y="2456"/>
                      </a:lnTo>
                      <a:lnTo>
                        <a:pt x="5872" y="2454"/>
                      </a:lnTo>
                      <a:lnTo>
                        <a:pt x="5864" y="2454"/>
                      </a:lnTo>
                      <a:lnTo>
                        <a:pt x="5857" y="2455"/>
                      </a:lnTo>
                      <a:lnTo>
                        <a:pt x="5850" y="2458"/>
                      </a:lnTo>
                      <a:lnTo>
                        <a:pt x="5844" y="2462"/>
                      </a:lnTo>
                      <a:lnTo>
                        <a:pt x="5836" y="2469"/>
                      </a:lnTo>
                      <a:lnTo>
                        <a:pt x="5828" y="2477"/>
                      </a:lnTo>
                      <a:lnTo>
                        <a:pt x="5820" y="2488"/>
                      </a:lnTo>
                      <a:lnTo>
                        <a:pt x="5813" y="2499"/>
                      </a:lnTo>
                      <a:lnTo>
                        <a:pt x="5798" y="2519"/>
                      </a:lnTo>
                      <a:lnTo>
                        <a:pt x="5789" y="2531"/>
                      </a:lnTo>
                      <a:lnTo>
                        <a:pt x="5787" y="2533"/>
                      </a:lnTo>
                      <a:lnTo>
                        <a:pt x="5783" y="2535"/>
                      </a:lnTo>
                      <a:lnTo>
                        <a:pt x="5779" y="2535"/>
                      </a:lnTo>
                      <a:lnTo>
                        <a:pt x="5776" y="2533"/>
                      </a:lnTo>
                      <a:lnTo>
                        <a:pt x="5764" y="2527"/>
                      </a:lnTo>
                      <a:lnTo>
                        <a:pt x="5748" y="2517"/>
                      </a:lnTo>
                      <a:lnTo>
                        <a:pt x="5731" y="2502"/>
                      </a:lnTo>
                      <a:lnTo>
                        <a:pt x="5710" y="2487"/>
                      </a:lnTo>
                      <a:lnTo>
                        <a:pt x="5690" y="2470"/>
                      </a:lnTo>
                      <a:lnTo>
                        <a:pt x="5674" y="2453"/>
                      </a:lnTo>
                      <a:lnTo>
                        <a:pt x="5666" y="2443"/>
                      </a:lnTo>
                      <a:lnTo>
                        <a:pt x="5661" y="2431"/>
                      </a:lnTo>
                      <a:lnTo>
                        <a:pt x="5656" y="2419"/>
                      </a:lnTo>
                      <a:lnTo>
                        <a:pt x="5653" y="2406"/>
                      </a:lnTo>
                      <a:lnTo>
                        <a:pt x="5651" y="2394"/>
                      </a:lnTo>
                      <a:lnTo>
                        <a:pt x="5650" y="2382"/>
                      </a:lnTo>
                      <a:lnTo>
                        <a:pt x="5650" y="2371"/>
                      </a:lnTo>
                      <a:lnTo>
                        <a:pt x="5651" y="2362"/>
                      </a:lnTo>
                      <a:lnTo>
                        <a:pt x="5652" y="2354"/>
                      </a:lnTo>
                      <a:lnTo>
                        <a:pt x="5656" y="2347"/>
                      </a:lnTo>
                      <a:lnTo>
                        <a:pt x="5662" y="2341"/>
                      </a:lnTo>
                      <a:lnTo>
                        <a:pt x="5669" y="2335"/>
                      </a:lnTo>
                      <a:lnTo>
                        <a:pt x="5684" y="2323"/>
                      </a:lnTo>
                      <a:lnTo>
                        <a:pt x="5699" y="2313"/>
                      </a:lnTo>
                      <a:lnTo>
                        <a:pt x="5710" y="2305"/>
                      </a:lnTo>
                      <a:lnTo>
                        <a:pt x="5719" y="2297"/>
                      </a:lnTo>
                      <a:lnTo>
                        <a:pt x="5722" y="2292"/>
                      </a:lnTo>
                      <a:lnTo>
                        <a:pt x="5725" y="2287"/>
                      </a:lnTo>
                      <a:lnTo>
                        <a:pt x="5726" y="2283"/>
                      </a:lnTo>
                      <a:lnTo>
                        <a:pt x="5727" y="2278"/>
                      </a:lnTo>
                      <a:lnTo>
                        <a:pt x="5726" y="2261"/>
                      </a:lnTo>
                      <a:lnTo>
                        <a:pt x="5722" y="2240"/>
                      </a:lnTo>
                      <a:lnTo>
                        <a:pt x="5720" y="2216"/>
                      </a:lnTo>
                      <a:lnTo>
                        <a:pt x="5718" y="2196"/>
                      </a:lnTo>
                      <a:lnTo>
                        <a:pt x="5718" y="2186"/>
                      </a:lnTo>
                      <a:lnTo>
                        <a:pt x="5720" y="2177"/>
                      </a:lnTo>
                      <a:lnTo>
                        <a:pt x="5724" y="2167"/>
                      </a:lnTo>
                      <a:lnTo>
                        <a:pt x="5728" y="2158"/>
                      </a:lnTo>
                      <a:lnTo>
                        <a:pt x="5739" y="2139"/>
                      </a:lnTo>
                      <a:lnTo>
                        <a:pt x="5750" y="2123"/>
                      </a:lnTo>
                      <a:lnTo>
                        <a:pt x="5759" y="2107"/>
                      </a:lnTo>
                      <a:lnTo>
                        <a:pt x="5771" y="2090"/>
                      </a:lnTo>
                      <a:lnTo>
                        <a:pt x="5776" y="2082"/>
                      </a:lnTo>
                      <a:lnTo>
                        <a:pt x="5779" y="2075"/>
                      </a:lnTo>
                      <a:lnTo>
                        <a:pt x="5783" y="2067"/>
                      </a:lnTo>
                      <a:lnTo>
                        <a:pt x="5784" y="2061"/>
                      </a:lnTo>
                      <a:lnTo>
                        <a:pt x="5783" y="2051"/>
                      </a:lnTo>
                      <a:lnTo>
                        <a:pt x="5781" y="2038"/>
                      </a:lnTo>
                      <a:lnTo>
                        <a:pt x="5781" y="2029"/>
                      </a:lnTo>
                      <a:lnTo>
                        <a:pt x="5781" y="2020"/>
                      </a:lnTo>
                      <a:lnTo>
                        <a:pt x="5782" y="2010"/>
                      </a:lnTo>
                      <a:lnTo>
                        <a:pt x="5785" y="1998"/>
                      </a:lnTo>
                      <a:lnTo>
                        <a:pt x="5797" y="1963"/>
                      </a:lnTo>
                      <a:lnTo>
                        <a:pt x="5815" y="1918"/>
                      </a:lnTo>
                      <a:lnTo>
                        <a:pt x="5833" y="1872"/>
                      </a:lnTo>
                      <a:lnTo>
                        <a:pt x="5847" y="1839"/>
                      </a:lnTo>
                      <a:lnTo>
                        <a:pt x="5860" y="1809"/>
                      </a:lnTo>
                      <a:lnTo>
                        <a:pt x="5876" y="1771"/>
                      </a:lnTo>
                      <a:lnTo>
                        <a:pt x="5891" y="1735"/>
                      </a:lnTo>
                      <a:lnTo>
                        <a:pt x="5902" y="1710"/>
                      </a:lnTo>
                      <a:lnTo>
                        <a:pt x="5911" y="1685"/>
                      </a:lnTo>
                      <a:lnTo>
                        <a:pt x="5923" y="1649"/>
                      </a:lnTo>
                      <a:lnTo>
                        <a:pt x="5936" y="1613"/>
                      </a:lnTo>
                      <a:lnTo>
                        <a:pt x="5943" y="1592"/>
                      </a:lnTo>
                      <a:lnTo>
                        <a:pt x="5946" y="1587"/>
                      </a:lnTo>
                      <a:lnTo>
                        <a:pt x="5948" y="1584"/>
                      </a:lnTo>
                      <a:lnTo>
                        <a:pt x="5952" y="1582"/>
                      </a:lnTo>
                      <a:lnTo>
                        <a:pt x="5955" y="1582"/>
                      </a:lnTo>
                      <a:lnTo>
                        <a:pt x="5960" y="1584"/>
                      </a:lnTo>
                      <a:lnTo>
                        <a:pt x="5965" y="1587"/>
                      </a:lnTo>
                      <a:lnTo>
                        <a:pt x="5971" y="1591"/>
                      </a:lnTo>
                      <a:lnTo>
                        <a:pt x="5977" y="1597"/>
                      </a:lnTo>
                      <a:lnTo>
                        <a:pt x="5985" y="1604"/>
                      </a:lnTo>
                      <a:lnTo>
                        <a:pt x="5995" y="1611"/>
                      </a:lnTo>
                      <a:lnTo>
                        <a:pt x="6006" y="1619"/>
                      </a:lnTo>
                      <a:lnTo>
                        <a:pt x="6020" y="1626"/>
                      </a:lnTo>
                      <a:lnTo>
                        <a:pt x="6046" y="1641"/>
                      </a:lnTo>
                      <a:lnTo>
                        <a:pt x="6068" y="1653"/>
                      </a:lnTo>
                      <a:lnTo>
                        <a:pt x="6079" y="1659"/>
                      </a:lnTo>
                      <a:lnTo>
                        <a:pt x="6088" y="1662"/>
                      </a:lnTo>
                      <a:lnTo>
                        <a:pt x="6098" y="1664"/>
                      </a:lnTo>
                      <a:lnTo>
                        <a:pt x="6107" y="1667"/>
                      </a:lnTo>
                      <a:lnTo>
                        <a:pt x="6129" y="1669"/>
                      </a:lnTo>
                      <a:lnTo>
                        <a:pt x="6151" y="1669"/>
                      </a:lnTo>
                      <a:lnTo>
                        <a:pt x="6162" y="1670"/>
                      </a:lnTo>
                      <a:lnTo>
                        <a:pt x="6173" y="1670"/>
                      </a:lnTo>
                      <a:lnTo>
                        <a:pt x="6181" y="1673"/>
                      </a:lnTo>
                      <a:lnTo>
                        <a:pt x="6190" y="1675"/>
                      </a:lnTo>
                      <a:lnTo>
                        <a:pt x="6204" y="1682"/>
                      </a:lnTo>
                      <a:lnTo>
                        <a:pt x="6217" y="1691"/>
                      </a:lnTo>
                      <a:lnTo>
                        <a:pt x="6225" y="1698"/>
                      </a:lnTo>
                      <a:lnTo>
                        <a:pt x="6231" y="1703"/>
                      </a:lnTo>
                      <a:lnTo>
                        <a:pt x="6235" y="1704"/>
                      </a:lnTo>
                      <a:lnTo>
                        <a:pt x="6237" y="1703"/>
                      </a:lnTo>
                      <a:lnTo>
                        <a:pt x="6242" y="1700"/>
                      </a:lnTo>
                      <a:lnTo>
                        <a:pt x="6245" y="1695"/>
                      </a:lnTo>
                      <a:lnTo>
                        <a:pt x="6254" y="1697"/>
                      </a:lnTo>
                      <a:lnTo>
                        <a:pt x="6261" y="1699"/>
                      </a:lnTo>
                      <a:lnTo>
                        <a:pt x="6268" y="1686"/>
                      </a:lnTo>
                      <a:lnTo>
                        <a:pt x="6275" y="1674"/>
                      </a:lnTo>
                      <a:lnTo>
                        <a:pt x="6283" y="1669"/>
                      </a:lnTo>
                      <a:lnTo>
                        <a:pt x="6294" y="1664"/>
                      </a:lnTo>
                      <a:lnTo>
                        <a:pt x="6301" y="1663"/>
                      </a:lnTo>
                      <a:lnTo>
                        <a:pt x="6307" y="1664"/>
                      </a:lnTo>
                      <a:lnTo>
                        <a:pt x="6312" y="1664"/>
                      </a:lnTo>
                      <a:lnTo>
                        <a:pt x="6317" y="1664"/>
                      </a:lnTo>
                      <a:lnTo>
                        <a:pt x="6323" y="1664"/>
                      </a:lnTo>
                      <a:lnTo>
                        <a:pt x="6327" y="1663"/>
                      </a:lnTo>
                      <a:lnTo>
                        <a:pt x="6332" y="1661"/>
                      </a:lnTo>
                      <a:lnTo>
                        <a:pt x="6338" y="1659"/>
                      </a:lnTo>
                      <a:lnTo>
                        <a:pt x="6343" y="1655"/>
                      </a:lnTo>
                      <a:lnTo>
                        <a:pt x="6348" y="1650"/>
                      </a:lnTo>
                      <a:lnTo>
                        <a:pt x="6360" y="1638"/>
                      </a:lnTo>
                      <a:lnTo>
                        <a:pt x="6374" y="1624"/>
                      </a:lnTo>
                      <a:lnTo>
                        <a:pt x="6387" y="1609"/>
                      </a:lnTo>
                      <a:lnTo>
                        <a:pt x="6399" y="1597"/>
                      </a:lnTo>
                      <a:lnTo>
                        <a:pt x="6407" y="1586"/>
                      </a:lnTo>
                      <a:lnTo>
                        <a:pt x="6414" y="1575"/>
                      </a:lnTo>
                      <a:lnTo>
                        <a:pt x="6417" y="1572"/>
                      </a:lnTo>
                      <a:lnTo>
                        <a:pt x="6420" y="1568"/>
                      </a:lnTo>
                      <a:lnTo>
                        <a:pt x="6423" y="1566"/>
                      </a:lnTo>
                      <a:lnTo>
                        <a:pt x="6426" y="1565"/>
                      </a:lnTo>
                      <a:lnTo>
                        <a:pt x="6431" y="1565"/>
                      </a:lnTo>
                      <a:lnTo>
                        <a:pt x="6436" y="1562"/>
                      </a:lnTo>
                      <a:lnTo>
                        <a:pt x="6439" y="1559"/>
                      </a:lnTo>
                      <a:lnTo>
                        <a:pt x="6442" y="1553"/>
                      </a:lnTo>
                      <a:lnTo>
                        <a:pt x="6447" y="1543"/>
                      </a:lnTo>
                      <a:lnTo>
                        <a:pt x="6457" y="1531"/>
                      </a:lnTo>
                      <a:lnTo>
                        <a:pt x="6463" y="1524"/>
                      </a:lnTo>
                      <a:lnTo>
                        <a:pt x="6469" y="1519"/>
                      </a:lnTo>
                      <a:lnTo>
                        <a:pt x="6475" y="1515"/>
                      </a:lnTo>
                      <a:lnTo>
                        <a:pt x="6480" y="1514"/>
                      </a:lnTo>
                      <a:lnTo>
                        <a:pt x="6491" y="1511"/>
                      </a:lnTo>
                      <a:lnTo>
                        <a:pt x="6507" y="1508"/>
                      </a:lnTo>
                      <a:lnTo>
                        <a:pt x="6526" y="1504"/>
                      </a:lnTo>
                      <a:lnTo>
                        <a:pt x="6544" y="1500"/>
                      </a:lnTo>
                      <a:lnTo>
                        <a:pt x="6552" y="1497"/>
                      </a:lnTo>
                      <a:lnTo>
                        <a:pt x="6560" y="1493"/>
                      </a:lnTo>
                      <a:lnTo>
                        <a:pt x="6566" y="1490"/>
                      </a:lnTo>
                      <a:lnTo>
                        <a:pt x="6572" y="1486"/>
                      </a:lnTo>
                      <a:lnTo>
                        <a:pt x="6577" y="1483"/>
                      </a:lnTo>
                      <a:lnTo>
                        <a:pt x="6582" y="1479"/>
                      </a:lnTo>
                      <a:lnTo>
                        <a:pt x="6588" y="1477"/>
                      </a:lnTo>
                      <a:lnTo>
                        <a:pt x="6594" y="1475"/>
                      </a:lnTo>
                      <a:lnTo>
                        <a:pt x="6604" y="1473"/>
                      </a:lnTo>
                      <a:lnTo>
                        <a:pt x="6615" y="1470"/>
                      </a:lnTo>
                      <a:lnTo>
                        <a:pt x="6620" y="1467"/>
                      </a:lnTo>
                      <a:lnTo>
                        <a:pt x="6625" y="1464"/>
                      </a:lnTo>
                      <a:lnTo>
                        <a:pt x="6628" y="1459"/>
                      </a:lnTo>
                      <a:lnTo>
                        <a:pt x="6633" y="1454"/>
                      </a:lnTo>
                      <a:lnTo>
                        <a:pt x="6644" y="1441"/>
                      </a:lnTo>
                      <a:lnTo>
                        <a:pt x="6657" y="1424"/>
                      </a:lnTo>
                      <a:lnTo>
                        <a:pt x="6664" y="1417"/>
                      </a:lnTo>
                      <a:lnTo>
                        <a:pt x="6669" y="1410"/>
                      </a:lnTo>
                      <a:lnTo>
                        <a:pt x="6672" y="1404"/>
                      </a:lnTo>
                      <a:lnTo>
                        <a:pt x="6675" y="1399"/>
                      </a:lnTo>
                      <a:lnTo>
                        <a:pt x="6675" y="1390"/>
                      </a:lnTo>
                      <a:lnTo>
                        <a:pt x="6673" y="1378"/>
                      </a:lnTo>
                      <a:lnTo>
                        <a:pt x="6672" y="1365"/>
                      </a:lnTo>
                      <a:lnTo>
                        <a:pt x="6673" y="1352"/>
                      </a:lnTo>
                      <a:lnTo>
                        <a:pt x="6675" y="1340"/>
                      </a:lnTo>
                      <a:lnTo>
                        <a:pt x="6675" y="1332"/>
                      </a:lnTo>
                      <a:lnTo>
                        <a:pt x="6672" y="1328"/>
                      </a:lnTo>
                      <a:lnTo>
                        <a:pt x="6670" y="1326"/>
                      </a:lnTo>
                      <a:lnTo>
                        <a:pt x="6666" y="1325"/>
                      </a:lnTo>
                      <a:lnTo>
                        <a:pt x="6661" y="1325"/>
                      </a:lnTo>
                      <a:lnTo>
                        <a:pt x="6648" y="1325"/>
                      </a:lnTo>
                      <a:lnTo>
                        <a:pt x="6635" y="1325"/>
                      </a:lnTo>
                      <a:lnTo>
                        <a:pt x="6621" y="1322"/>
                      </a:lnTo>
                      <a:lnTo>
                        <a:pt x="6612" y="1320"/>
                      </a:lnTo>
                      <a:lnTo>
                        <a:pt x="6608" y="1316"/>
                      </a:lnTo>
                      <a:lnTo>
                        <a:pt x="6607" y="1313"/>
                      </a:lnTo>
                      <a:lnTo>
                        <a:pt x="6607" y="1308"/>
                      </a:lnTo>
                      <a:lnTo>
                        <a:pt x="6609" y="1302"/>
                      </a:lnTo>
                      <a:lnTo>
                        <a:pt x="6612" y="1296"/>
                      </a:lnTo>
                      <a:lnTo>
                        <a:pt x="6615" y="1291"/>
                      </a:lnTo>
                      <a:lnTo>
                        <a:pt x="6619" y="1287"/>
                      </a:lnTo>
                      <a:lnTo>
                        <a:pt x="6623" y="1283"/>
                      </a:lnTo>
                      <a:lnTo>
                        <a:pt x="6628" y="1279"/>
                      </a:lnTo>
                      <a:lnTo>
                        <a:pt x="6632" y="1276"/>
                      </a:lnTo>
                      <a:lnTo>
                        <a:pt x="6635" y="1272"/>
                      </a:lnTo>
                      <a:lnTo>
                        <a:pt x="6638" y="1267"/>
                      </a:lnTo>
                      <a:lnTo>
                        <a:pt x="6639" y="1263"/>
                      </a:lnTo>
                      <a:lnTo>
                        <a:pt x="6640" y="1257"/>
                      </a:lnTo>
                      <a:lnTo>
                        <a:pt x="6640" y="1251"/>
                      </a:lnTo>
                      <a:lnTo>
                        <a:pt x="6640" y="1244"/>
                      </a:lnTo>
                      <a:lnTo>
                        <a:pt x="6639" y="1232"/>
                      </a:lnTo>
                      <a:lnTo>
                        <a:pt x="6641" y="1220"/>
                      </a:lnTo>
                      <a:lnTo>
                        <a:pt x="6642" y="1215"/>
                      </a:lnTo>
                      <a:lnTo>
                        <a:pt x="6645" y="1210"/>
                      </a:lnTo>
                      <a:lnTo>
                        <a:pt x="6647" y="1207"/>
                      </a:lnTo>
                      <a:lnTo>
                        <a:pt x="6651" y="1203"/>
                      </a:lnTo>
                      <a:lnTo>
                        <a:pt x="6660" y="1194"/>
                      </a:lnTo>
                      <a:lnTo>
                        <a:pt x="6672" y="1181"/>
                      </a:lnTo>
                      <a:lnTo>
                        <a:pt x="6678" y="1174"/>
                      </a:lnTo>
                      <a:lnTo>
                        <a:pt x="6683" y="1166"/>
                      </a:lnTo>
                      <a:lnTo>
                        <a:pt x="6686" y="1159"/>
                      </a:lnTo>
                      <a:lnTo>
                        <a:pt x="6689" y="1152"/>
                      </a:lnTo>
                      <a:lnTo>
                        <a:pt x="6691" y="1134"/>
                      </a:lnTo>
                      <a:lnTo>
                        <a:pt x="6694" y="1111"/>
                      </a:lnTo>
                      <a:lnTo>
                        <a:pt x="6696" y="1087"/>
                      </a:lnTo>
                      <a:lnTo>
                        <a:pt x="6701" y="1070"/>
                      </a:lnTo>
                      <a:lnTo>
                        <a:pt x="6703" y="1064"/>
                      </a:lnTo>
                      <a:lnTo>
                        <a:pt x="6707" y="1059"/>
                      </a:lnTo>
                      <a:lnTo>
                        <a:pt x="6711" y="1054"/>
                      </a:lnTo>
                      <a:lnTo>
                        <a:pt x="6716" y="1049"/>
                      </a:lnTo>
                      <a:lnTo>
                        <a:pt x="6726" y="1040"/>
                      </a:lnTo>
                      <a:lnTo>
                        <a:pt x="6734" y="1033"/>
                      </a:lnTo>
                      <a:lnTo>
                        <a:pt x="6740" y="1026"/>
                      </a:lnTo>
                      <a:lnTo>
                        <a:pt x="6746" y="1014"/>
                      </a:lnTo>
                      <a:lnTo>
                        <a:pt x="6749" y="1008"/>
                      </a:lnTo>
                      <a:lnTo>
                        <a:pt x="6752" y="1001"/>
                      </a:lnTo>
                      <a:lnTo>
                        <a:pt x="6754" y="994"/>
                      </a:lnTo>
                      <a:lnTo>
                        <a:pt x="6755" y="988"/>
                      </a:lnTo>
                      <a:lnTo>
                        <a:pt x="6755" y="976"/>
                      </a:lnTo>
                      <a:lnTo>
                        <a:pt x="6755" y="967"/>
                      </a:lnTo>
                      <a:lnTo>
                        <a:pt x="6754" y="958"/>
                      </a:lnTo>
                      <a:lnTo>
                        <a:pt x="6754" y="951"/>
                      </a:lnTo>
                      <a:lnTo>
                        <a:pt x="6754" y="945"/>
                      </a:lnTo>
                      <a:lnTo>
                        <a:pt x="6755" y="938"/>
                      </a:lnTo>
                      <a:lnTo>
                        <a:pt x="6760" y="929"/>
                      </a:lnTo>
                      <a:lnTo>
                        <a:pt x="6768" y="918"/>
                      </a:lnTo>
                      <a:lnTo>
                        <a:pt x="6778" y="907"/>
                      </a:lnTo>
                      <a:lnTo>
                        <a:pt x="6785" y="899"/>
                      </a:lnTo>
                      <a:lnTo>
                        <a:pt x="6789" y="894"/>
                      </a:lnTo>
                      <a:lnTo>
                        <a:pt x="6791" y="891"/>
                      </a:lnTo>
                      <a:lnTo>
                        <a:pt x="6792" y="887"/>
                      </a:lnTo>
                      <a:lnTo>
                        <a:pt x="6792" y="884"/>
                      </a:lnTo>
                      <a:lnTo>
                        <a:pt x="6792" y="876"/>
                      </a:lnTo>
                      <a:lnTo>
                        <a:pt x="6793" y="867"/>
                      </a:lnTo>
                      <a:lnTo>
                        <a:pt x="6797" y="857"/>
                      </a:lnTo>
                      <a:lnTo>
                        <a:pt x="6802" y="847"/>
                      </a:lnTo>
                      <a:lnTo>
                        <a:pt x="6806" y="836"/>
                      </a:lnTo>
                      <a:lnTo>
                        <a:pt x="6810" y="825"/>
                      </a:lnTo>
                      <a:lnTo>
                        <a:pt x="6814" y="813"/>
                      </a:lnTo>
                      <a:lnTo>
                        <a:pt x="6816" y="800"/>
                      </a:lnTo>
                      <a:lnTo>
                        <a:pt x="6818" y="786"/>
                      </a:lnTo>
                      <a:lnTo>
                        <a:pt x="6821" y="769"/>
                      </a:lnTo>
                      <a:lnTo>
                        <a:pt x="6823" y="755"/>
                      </a:lnTo>
                      <a:lnTo>
                        <a:pt x="6824" y="745"/>
                      </a:lnTo>
                      <a:lnTo>
                        <a:pt x="6824" y="741"/>
                      </a:lnTo>
                      <a:lnTo>
                        <a:pt x="6825" y="736"/>
                      </a:lnTo>
                      <a:lnTo>
                        <a:pt x="6828" y="733"/>
                      </a:lnTo>
                      <a:lnTo>
                        <a:pt x="6830" y="729"/>
                      </a:lnTo>
                      <a:lnTo>
                        <a:pt x="6839" y="723"/>
                      </a:lnTo>
                      <a:lnTo>
                        <a:pt x="6847" y="717"/>
                      </a:lnTo>
                      <a:lnTo>
                        <a:pt x="6856" y="709"/>
                      </a:lnTo>
                      <a:lnTo>
                        <a:pt x="6865" y="699"/>
                      </a:lnTo>
                      <a:lnTo>
                        <a:pt x="6872" y="690"/>
                      </a:lnTo>
                      <a:lnTo>
                        <a:pt x="6878" y="682"/>
                      </a:lnTo>
                      <a:lnTo>
                        <a:pt x="6885" y="673"/>
                      </a:lnTo>
                      <a:lnTo>
                        <a:pt x="6892" y="666"/>
                      </a:lnTo>
                      <a:lnTo>
                        <a:pt x="6899" y="660"/>
                      </a:lnTo>
                      <a:lnTo>
                        <a:pt x="6905" y="657"/>
                      </a:lnTo>
                      <a:lnTo>
                        <a:pt x="6910" y="654"/>
                      </a:lnTo>
                      <a:lnTo>
                        <a:pt x="6915" y="651"/>
                      </a:lnTo>
                      <a:lnTo>
                        <a:pt x="6921" y="645"/>
                      </a:lnTo>
                      <a:lnTo>
                        <a:pt x="6925" y="638"/>
                      </a:lnTo>
                      <a:lnTo>
                        <a:pt x="6929" y="632"/>
                      </a:lnTo>
                      <a:lnTo>
                        <a:pt x="6934" y="626"/>
                      </a:lnTo>
                      <a:lnTo>
                        <a:pt x="6940" y="622"/>
                      </a:lnTo>
                      <a:lnTo>
                        <a:pt x="6944" y="621"/>
                      </a:lnTo>
                      <a:lnTo>
                        <a:pt x="6953" y="617"/>
                      </a:lnTo>
                      <a:lnTo>
                        <a:pt x="6961" y="611"/>
                      </a:lnTo>
                      <a:lnTo>
                        <a:pt x="6971" y="603"/>
                      </a:lnTo>
                      <a:lnTo>
                        <a:pt x="6976" y="596"/>
                      </a:lnTo>
                      <a:lnTo>
                        <a:pt x="6978" y="591"/>
                      </a:lnTo>
                      <a:lnTo>
                        <a:pt x="6979" y="588"/>
                      </a:lnTo>
                      <a:lnTo>
                        <a:pt x="6979" y="583"/>
                      </a:lnTo>
                      <a:lnTo>
                        <a:pt x="6979" y="579"/>
                      </a:lnTo>
                      <a:lnTo>
                        <a:pt x="6978" y="572"/>
                      </a:lnTo>
                      <a:lnTo>
                        <a:pt x="6975" y="565"/>
                      </a:lnTo>
                      <a:lnTo>
                        <a:pt x="6974" y="560"/>
                      </a:lnTo>
                      <a:lnTo>
                        <a:pt x="6974" y="556"/>
                      </a:lnTo>
                      <a:lnTo>
                        <a:pt x="6976" y="550"/>
                      </a:lnTo>
                      <a:lnTo>
                        <a:pt x="6981" y="542"/>
                      </a:lnTo>
                      <a:lnTo>
                        <a:pt x="6986" y="534"/>
                      </a:lnTo>
                      <a:lnTo>
                        <a:pt x="6990" y="526"/>
                      </a:lnTo>
                      <a:lnTo>
                        <a:pt x="6991" y="516"/>
                      </a:lnTo>
                      <a:lnTo>
                        <a:pt x="6991" y="504"/>
                      </a:lnTo>
                      <a:lnTo>
                        <a:pt x="6991" y="497"/>
                      </a:lnTo>
                      <a:lnTo>
                        <a:pt x="6990" y="491"/>
                      </a:lnTo>
                      <a:lnTo>
                        <a:pt x="6987" y="487"/>
                      </a:lnTo>
                      <a:lnTo>
                        <a:pt x="6985" y="482"/>
                      </a:lnTo>
                      <a:lnTo>
                        <a:pt x="6982" y="477"/>
                      </a:lnTo>
                      <a:lnTo>
                        <a:pt x="6979" y="474"/>
                      </a:lnTo>
                      <a:lnTo>
                        <a:pt x="6975" y="471"/>
                      </a:lnTo>
                      <a:lnTo>
                        <a:pt x="6972" y="469"/>
                      </a:lnTo>
                      <a:lnTo>
                        <a:pt x="6962" y="464"/>
                      </a:lnTo>
                      <a:lnTo>
                        <a:pt x="6953" y="457"/>
                      </a:lnTo>
                      <a:lnTo>
                        <a:pt x="6949" y="453"/>
                      </a:lnTo>
                      <a:lnTo>
                        <a:pt x="6946" y="449"/>
                      </a:lnTo>
                      <a:lnTo>
                        <a:pt x="6943" y="444"/>
                      </a:lnTo>
                      <a:lnTo>
                        <a:pt x="6942" y="439"/>
                      </a:lnTo>
                      <a:lnTo>
                        <a:pt x="6943" y="428"/>
                      </a:lnTo>
                      <a:lnTo>
                        <a:pt x="6948" y="419"/>
                      </a:lnTo>
                      <a:lnTo>
                        <a:pt x="6952" y="409"/>
                      </a:lnTo>
                      <a:lnTo>
                        <a:pt x="6954" y="402"/>
                      </a:lnTo>
                      <a:lnTo>
                        <a:pt x="6954" y="393"/>
                      </a:lnTo>
                      <a:lnTo>
                        <a:pt x="6955" y="381"/>
                      </a:lnTo>
                      <a:lnTo>
                        <a:pt x="6955" y="370"/>
                      </a:lnTo>
                      <a:lnTo>
                        <a:pt x="6954" y="363"/>
                      </a:lnTo>
                      <a:lnTo>
                        <a:pt x="6952" y="358"/>
                      </a:lnTo>
                      <a:lnTo>
                        <a:pt x="6946" y="353"/>
                      </a:lnTo>
                      <a:lnTo>
                        <a:pt x="6937" y="349"/>
                      </a:lnTo>
                      <a:lnTo>
                        <a:pt x="6929" y="344"/>
                      </a:lnTo>
                      <a:lnTo>
                        <a:pt x="6919" y="339"/>
                      </a:lnTo>
                      <a:lnTo>
                        <a:pt x="6910" y="334"/>
                      </a:lnTo>
                      <a:lnTo>
                        <a:pt x="6899" y="331"/>
                      </a:lnTo>
                      <a:lnTo>
                        <a:pt x="6888" y="327"/>
                      </a:lnTo>
                      <a:lnTo>
                        <a:pt x="6883" y="327"/>
                      </a:lnTo>
                      <a:lnTo>
                        <a:pt x="6877" y="326"/>
                      </a:lnTo>
                      <a:lnTo>
                        <a:pt x="6871" y="327"/>
                      </a:lnTo>
                      <a:lnTo>
                        <a:pt x="6865" y="329"/>
                      </a:lnTo>
                      <a:lnTo>
                        <a:pt x="6854" y="332"/>
                      </a:lnTo>
                      <a:lnTo>
                        <a:pt x="6842" y="337"/>
                      </a:lnTo>
                      <a:lnTo>
                        <a:pt x="6833" y="344"/>
                      </a:lnTo>
                      <a:lnTo>
                        <a:pt x="6822" y="351"/>
                      </a:lnTo>
                      <a:lnTo>
                        <a:pt x="6812" y="357"/>
                      </a:lnTo>
                      <a:lnTo>
                        <a:pt x="6801" y="362"/>
                      </a:lnTo>
                      <a:lnTo>
                        <a:pt x="6795" y="363"/>
                      </a:lnTo>
                      <a:lnTo>
                        <a:pt x="6789" y="363"/>
                      </a:lnTo>
                      <a:lnTo>
                        <a:pt x="6783" y="363"/>
                      </a:lnTo>
                      <a:lnTo>
                        <a:pt x="6777" y="362"/>
                      </a:lnTo>
                      <a:lnTo>
                        <a:pt x="6772" y="359"/>
                      </a:lnTo>
                      <a:lnTo>
                        <a:pt x="6768" y="357"/>
                      </a:lnTo>
                      <a:lnTo>
                        <a:pt x="6766" y="353"/>
                      </a:lnTo>
                      <a:lnTo>
                        <a:pt x="6766" y="349"/>
                      </a:lnTo>
                      <a:lnTo>
                        <a:pt x="6767" y="337"/>
                      </a:lnTo>
                      <a:lnTo>
                        <a:pt x="6770" y="324"/>
                      </a:lnTo>
                      <a:lnTo>
                        <a:pt x="6770" y="318"/>
                      </a:lnTo>
                      <a:lnTo>
                        <a:pt x="6770" y="312"/>
                      </a:lnTo>
                      <a:lnTo>
                        <a:pt x="6768" y="307"/>
                      </a:lnTo>
                      <a:lnTo>
                        <a:pt x="6766" y="304"/>
                      </a:lnTo>
                      <a:lnTo>
                        <a:pt x="6762" y="301"/>
                      </a:lnTo>
                      <a:lnTo>
                        <a:pt x="6760" y="298"/>
                      </a:lnTo>
                      <a:lnTo>
                        <a:pt x="6758" y="294"/>
                      </a:lnTo>
                      <a:lnTo>
                        <a:pt x="6758" y="289"/>
                      </a:lnTo>
                      <a:lnTo>
                        <a:pt x="6758" y="286"/>
                      </a:lnTo>
                      <a:lnTo>
                        <a:pt x="6760" y="281"/>
                      </a:lnTo>
                      <a:lnTo>
                        <a:pt x="6762" y="277"/>
                      </a:lnTo>
                      <a:lnTo>
                        <a:pt x="6766" y="274"/>
                      </a:lnTo>
                      <a:lnTo>
                        <a:pt x="6779" y="268"/>
                      </a:lnTo>
                      <a:lnTo>
                        <a:pt x="6793" y="262"/>
                      </a:lnTo>
                      <a:lnTo>
                        <a:pt x="6802" y="258"/>
                      </a:lnTo>
                      <a:lnTo>
                        <a:pt x="6809" y="255"/>
                      </a:lnTo>
                      <a:lnTo>
                        <a:pt x="6816" y="250"/>
                      </a:lnTo>
                      <a:lnTo>
                        <a:pt x="6822" y="245"/>
                      </a:lnTo>
                      <a:lnTo>
                        <a:pt x="6831" y="233"/>
                      </a:lnTo>
                      <a:lnTo>
                        <a:pt x="6841" y="222"/>
                      </a:lnTo>
                      <a:lnTo>
                        <a:pt x="6847" y="211"/>
                      </a:lnTo>
                      <a:lnTo>
                        <a:pt x="6852" y="201"/>
                      </a:lnTo>
                      <a:lnTo>
                        <a:pt x="6855" y="192"/>
                      </a:lnTo>
                      <a:lnTo>
                        <a:pt x="6861" y="180"/>
                      </a:lnTo>
                      <a:lnTo>
                        <a:pt x="6868" y="168"/>
                      </a:lnTo>
                      <a:lnTo>
                        <a:pt x="6878" y="156"/>
                      </a:lnTo>
                      <a:lnTo>
                        <a:pt x="6890" y="145"/>
                      </a:lnTo>
                      <a:lnTo>
                        <a:pt x="6899" y="138"/>
                      </a:lnTo>
                      <a:lnTo>
                        <a:pt x="6903" y="135"/>
                      </a:lnTo>
                      <a:lnTo>
                        <a:pt x="6906" y="131"/>
                      </a:lnTo>
                      <a:lnTo>
                        <a:pt x="6909" y="128"/>
                      </a:lnTo>
                      <a:lnTo>
                        <a:pt x="6911" y="123"/>
                      </a:lnTo>
                      <a:lnTo>
                        <a:pt x="6916" y="113"/>
                      </a:lnTo>
                      <a:lnTo>
                        <a:pt x="6922" y="101"/>
                      </a:lnTo>
                      <a:lnTo>
                        <a:pt x="6930" y="90"/>
                      </a:lnTo>
                      <a:lnTo>
                        <a:pt x="6938" y="78"/>
                      </a:lnTo>
                      <a:lnTo>
                        <a:pt x="6946" y="65"/>
                      </a:lnTo>
                      <a:lnTo>
                        <a:pt x="6953" y="52"/>
                      </a:lnTo>
                      <a:lnTo>
                        <a:pt x="6957" y="46"/>
                      </a:lnTo>
                      <a:lnTo>
                        <a:pt x="6962" y="41"/>
                      </a:lnTo>
                      <a:lnTo>
                        <a:pt x="6969" y="37"/>
                      </a:lnTo>
                      <a:lnTo>
                        <a:pt x="6976" y="36"/>
                      </a:lnTo>
                      <a:lnTo>
                        <a:pt x="6993" y="35"/>
                      </a:lnTo>
                      <a:lnTo>
                        <a:pt x="7006" y="35"/>
                      </a:lnTo>
                      <a:lnTo>
                        <a:pt x="7019" y="35"/>
                      </a:lnTo>
                      <a:lnTo>
                        <a:pt x="7032" y="35"/>
                      </a:lnTo>
                      <a:lnTo>
                        <a:pt x="7048" y="34"/>
                      </a:lnTo>
                      <a:lnTo>
                        <a:pt x="7062" y="31"/>
                      </a:lnTo>
                      <a:lnTo>
                        <a:pt x="7076" y="29"/>
                      </a:lnTo>
                      <a:lnTo>
                        <a:pt x="7086" y="25"/>
                      </a:lnTo>
                      <a:lnTo>
                        <a:pt x="7097" y="18"/>
                      </a:lnTo>
                      <a:lnTo>
                        <a:pt x="7110" y="8"/>
                      </a:lnTo>
                      <a:lnTo>
                        <a:pt x="7116" y="4"/>
                      </a:lnTo>
                      <a:lnTo>
                        <a:pt x="7119" y="2"/>
                      </a:lnTo>
                      <a:lnTo>
                        <a:pt x="7123" y="0"/>
                      </a:lnTo>
                      <a:lnTo>
                        <a:pt x="7125" y="2"/>
                      </a:lnTo>
                      <a:lnTo>
                        <a:pt x="7129" y="6"/>
                      </a:lnTo>
                      <a:lnTo>
                        <a:pt x="7135" y="14"/>
                      </a:lnTo>
                      <a:lnTo>
                        <a:pt x="7144" y="19"/>
                      </a:lnTo>
                      <a:lnTo>
                        <a:pt x="7154" y="24"/>
                      </a:lnTo>
                      <a:lnTo>
                        <a:pt x="7162" y="29"/>
                      </a:lnTo>
                      <a:lnTo>
                        <a:pt x="7170" y="36"/>
                      </a:lnTo>
                      <a:lnTo>
                        <a:pt x="7174" y="41"/>
                      </a:lnTo>
                      <a:lnTo>
                        <a:pt x="7177" y="46"/>
                      </a:lnTo>
                      <a:lnTo>
                        <a:pt x="7180" y="50"/>
                      </a:lnTo>
                      <a:lnTo>
                        <a:pt x="7181" y="56"/>
                      </a:lnTo>
                      <a:lnTo>
                        <a:pt x="7181" y="62"/>
                      </a:lnTo>
                      <a:lnTo>
                        <a:pt x="7182" y="66"/>
                      </a:lnTo>
                      <a:lnTo>
                        <a:pt x="7184" y="69"/>
                      </a:lnTo>
                      <a:lnTo>
                        <a:pt x="7187" y="72"/>
                      </a:lnTo>
                      <a:lnTo>
                        <a:pt x="7192" y="75"/>
                      </a:lnTo>
                      <a:lnTo>
                        <a:pt x="7199" y="77"/>
                      </a:lnTo>
                      <a:lnTo>
                        <a:pt x="7206" y="78"/>
                      </a:lnTo>
                      <a:lnTo>
                        <a:pt x="7214" y="81"/>
                      </a:lnTo>
                      <a:lnTo>
                        <a:pt x="7218" y="84"/>
                      </a:lnTo>
                      <a:lnTo>
                        <a:pt x="7221" y="87"/>
                      </a:lnTo>
                      <a:lnTo>
                        <a:pt x="7224" y="92"/>
                      </a:lnTo>
                      <a:lnTo>
                        <a:pt x="7226" y="98"/>
                      </a:lnTo>
                      <a:lnTo>
                        <a:pt x="7227" y="109"/>
                      </a:lnTo>
                      <a:lnTo>
                        <a:pt x="7226" y="116"/>
                      </a:lnTo>
                      <a:lnTo>
                        <a:pt x="7225" y="119"/>
                      </a:lnTo>
                      <a:lnTo>
                        <a:pt x="7223" y="122"/>
                      </a:lnTo>
                      <a:lnTo>
                        <a:pt x="7220" y="124"/>
                      </a:lnTo>
                      <a:lnTo>
                        <a:pt x="7215" y="125"/>
                      </a:lnTo>
                      <a:lnTo>
                        <a:pt x="7212" y="129"/>
                      </a:lnTo>
                      <a:lnTo>
                        <a:pt x="7208" y="132"/>
                      </a:lnTo>
                      <a:lnTo>
                        <a:pt x="7205" y="137"/>
                      </a:lnTo>
                      <a:lnTo>
                        <a:pt x="7202" y="143"/>
                      </a:lnTo>
                      <a:lnTo>
                        <a:pt x="7200" y="156"/>
                      </a:lnTo>
                      <a:lnTo>
                        <a:pt x="7200" y="168"/>
                      </a:lnTo>
                      <a:lnTo>
                        <a:pt x="7199" y="180"/>
                      </a:lnTo>
                      <a:lnTo>
                        <a:pt x="7196" y="193"/>
                      </a:lnTo>
                      <a:lnTo>
                        <a:pt x="7192" y="207"/>
                      </a:lnTo>
                      <a:lnTo>
                        <a:pt x="7182" y="226"/>
                      </a:lnTo>
                      <a:lnTo>
                        <a:pt x="7176" y="237"/>
                      </a:lnTo>
                      <a:lnTo>
                        <a:pt x="7170" y="246"/>
                      </a:lnTo>
                      <a:lnTo>
                        <a:pt x="7163" y="256"/>
                      </a:lnTo>
                      <a:lnTo>
                        <a:pt x="7155" y="266"/>
                      </a:lnTo>
                      <a:lnTo>
                        <a:pt x="7139" y="283"/>
                      </a:lnTo>
                      <a:lnTo>
                        <a:pt x="7125" y="300"/>
                      </a:lnTo>
                      <a:lnTo>
                        <a:pt x="7112" y="313"/>
                      </a:lnTo>
                      <a:lnTo>
                        <a:pt x="7102" y="324"/>
                      </a:lnTo>
                      <a:lnTo>
                        <a:pt x="7099" y="327"/>
                      </a:lnTo>
                      <a:lnTo>
                        <a:pt x="7097" y="332"/>
                      </a:lnTo>
                      <a:lnTo>
                        <a:pt x="7094" y="336"/>
                      </a:lnTo>
                      <a:lnTo>
                        <a:pt x="7094" y="339"/>
                      </a:lnTo>
                      <a:lnTo>
                        <a:pt x="7095" y="343"/>
                      </a:lnTo>
                      <a:lnTo>
                        <a:pt x="7097" y="345"/>
                      </a:lnTo>
                      <a:lnTo>
                        <a:pt x="7098" y="346"/>
                      </a:lnTo>
                      <a:lnTo>
                        <a:pt x="7100" y="346"/>
                      </a:lnTo>
                      <a:lnTo>
                        <a:pt x="7108" y="346"/>
                      </a:lnTo>
                      <a:lnTo>
                        <a:pt x="7123" y="345"/>
                      </a:lnTo>
                      <a:lnTo>
                        <a:pt x="7131" y="344"/>
                      </a:lnTo>
                      <a:lnTo>
                        <a:pt x="7137" y="345"/>
                      </a:lnTo>
                      <a:lnTo>
                        <a:pt x="7143" y="346"/>
                      </a:lnTo>
                      <a:lnTo>
                        <a:pt x="7146" y="349"/>
                      </a:lnTo>
                      <a:lnTo>
                        <a:pt x="7155" y="355"/>
                      </a:lnTo>
                      <a:lnTo>
                        <a:pt x="7163" y="362"/>
                      </a:lnTo>
                      <a:lnTo>
                        <a:pt x="7173" y="368"/>
                      </a:lnTo>
                      <a:lnTo>
                        <a:pt x="7184" y="371"/>
                      </a:lnTo>
                      <a:lnTo>
                        <a:pt x="7199" y="375"/>
                      </a:lnTo>
                      <a:lnTo>
                        <a:pt x="7218" y="378"/>
                      </a:lnTo>
                      <a:lnTo>
                        <a:pt x="7227" y="381"/>
                      </a:lnTo>
                      <a:lnTo>
                        <a:pt x="7233" y="384"/>
                      </a:lnTo>
                      <a:lnTo>
                        <a:pt x="7238" y="388"/>
                      </a:lnTo>
                      <a:lnTo>
                        <a:pt x="7243" y="392"/>
                      </a:lnTo>
                      <a:lnTo>
                        <a:pt x="7247" y="402"/>
                      </a:lnTo>
                      <a:lnTo>
                        <a:pt x="7253" y="413"/>
                      </a:lnTo>
                      <a:lnTo>
                        <a:pt x="7262" y="422"/>
                      </a:lnTo>
                      <a:lnTo>
                        <a:pt x="7271" y="431"/>
                      </a:lnTo>
                      <a:lnTo>
                        <a:pt x="7276" y="433"/>
                      </a:lnTo>
                      <a:lnTo>
                        <a:pt x="7280" y="435"/>
                      </a:lnTo>
                      <a:lnTo>
                        <a:pt x="7284" y="437"/>
                      </a:lnTo>
                      <a:lnTo>
                        <a:pt x="7288" y="438"/>
                      </a:lnTo>
                      <a:lnTo>
                        <a:pt x="7296" y="437"/>
                      </a:lnTo>
                      <a:lnTo>
                        <a:pt x="7306" y="435"/>
                      </a:lnTo>
                      <a:lnTo>
                        <a:pt x="7311" y="433"/>
                      </a:lnTo>
                      <a:lnTo>
                        <a:pt x="7314" y="431"/>
                      </a:lnTo>
                      <a:lnTo>
                        <a:pt x="7318" y="428"/>
                      </a:lnTo>
                      <a:lnTo>
                        <a:pt x="7321" y="424"/>
                      </a:lnTo>
                      <a:lnTo>
                        <a:pt x="7328" y="411"/>
                      </a:lnTo>
                      <a:lnTo>
                        <a:pt x="7337" y="394"/>
                      </a:lnTo>
                      <a:lnTo>
                        <a:pt x="7346" y="376"/>
                      </a:lnTo>
                      <a:lnTo>
                        <a:pt x="7352" y="362"/>
                      </a:lnTo>
                      <a:lnTo>
                        <a:pt x="7358" y="348"/>
                      </a:lnTo>
                      <a:lnTo>
                        <a:pt x="7366" y="329"/>
                      </a:lnTo>
                      <a:lnTo>
                        <a:pt x="7370" y="320"/>
                      </a:lnTo>
                      <a:lnTo>
                        <a:pt x="7374" y="313"/>
                      </a:lnTo>
                      <a:lnTo>
                        <a:pt x="7377" y="308"/>
                      </a:lnTo>
                      <a:lnTo>
                        <a:pt x="7379" y="307"/>
                      </a:lnTo>
                      <a:lnTo>
                        <a:pt x="7387" y="313"/>
                      </a:lnTo>
                      <a:lnTo>
                        <a:pt x="7395" y="324"/>
                      </a:lnTo>
                      <a:lnTo>
                        <a:pt x="7402" y="336"/>
                      </a:lnTo>
                      <a:lnTo>
                        <a:pt x="7407" y="349"/>
                      </a:lnTo>
                      <a:lnTo>
                        <a:pt x="7409" y="358"/>
                      </a:lnTo>
                      <a:lnTo>
                        <a:pt x="7413" y="364"/>
                      </a:lnTo>
                      <a:lnTo>
                        <a:pt x="7416" y="368"/>
                      </a:lnTo>
                      <a:lnTo>
                        <a:pt x="7423" y="370"/>
                      </a:lnTo>
                      <a:lnTo>
                        <a:pt x="7427" y="371"/>
                      </a:lnTo>
                      <a:lnTo>
                        <a:pt x="7429" y="374"/>
                      </a:lnTo>
                      <a:lnTo>
                        <a:pt x="7432" y="376"/>
                      </a:lnTo>
                      <a:lnTo>
                        <a:pt x="7434" y="378"/>
                      </a:lnTo>
                      <a:lnTo>
                        <a:pt x="7437" y="386"/>
                      </a:lnTo>
                      <a:lnTo>
                        <a:pt x="7438" y="394"/>
                      </a:lnTo>
                      <a:lnTo>
                        <a:pt x="7439" y="397"/>
                      </a:lnTo>
                      <a:lnTo>
                        <a:pt x="7441" y="401"/>
                      </a:lnTo>
                      <a:lnTo>
                        <a:pt x="7445" y="403"/>
                      </a:lnTo>
                      <a:lnTo>
                        <a:pt x="7450" y="405"/>
                      </a:lnTo>
                      <a:lnTo>
                        <a:pt x="7460" y="406"/>
                      </a:lnTo>
                      <a:lnTo>
                        <a:pt x="7471" y="406"/>
                      </a:lnTo>
                      <a:lnTo>
                        <a:pt x="7484" y="405"/>
                      </a:lnTo>
                      <a:lnTo>
                        <a:pt x="7502" y="401"/>
                      </a:lnTo>
                      <a:lnTo>
                        <a:pt x="7519" y="397"/>
                      </a:lnTo>
                      <a:lnTo>
                        <a:pt x="7529" y="396"/>
                      </a:lnTo>
                      <a:lnTo>
                        <a:pt x="7532" y="396"/>
                      </a:lnTo>
                      <a:lnTo>
                        <a:pt x="7533" y="399"/>
                      </a:lnTo>
                      <a:lnTo>
                        <a:pt x="7533" y="403"/>
                      </a:lnTo>
                      <a:lnTo>
                        <a:pt x="7533" y="408"/>
                      </a:lnTo>
                      <a:lnTo>
                        <a:pt x="7530" y="419"/>
                      </a:lnTo>
                      <a:lnTo>
                        <a:pt x="7526" y="430"/>
                      </a:lnTo>
                      <a:lnTo>
                        <a:pt x="7515" y="446"/>
                      </a:lnTo>
                      <a:lnTo>
                        <a:pt x="7505" y="462"/>
                      </a:lnTo>
                      <a:lnTo>
                        <a:pt x="7504" y="466"/>
                      </a:lnTo>
                      <a:lnTo>
                        <a:pt x="7504" y="471"/>
                      </a:lnTo>
                      <a:lnTo>
                        <a:pt x="7505" y="475"/>
                      </a:lnTo>
                      <a:lnTo>
                        <a:pt x="7507" y="479"/>
                      </a:lnTo>
                      <a:lnTo>
                        <a:pt x="7509" y="484"/>
                      </a:lnTo>
                      <a:lnTo>
                        <a:pt x="7513" y="489"/>
                      </a:lnTo>
                      <a:lnTo>
                        <a:pt x="7516" y="494"/>
                      </a:lnTo>
                      <a:lnTo>
                        <a:pt x="7521" y="498"/>
                      </a:lnTo>
                      <a:lnTo>
                        <a:pt x="7526" y="503"/>
                      </a:lnTo>
                      <a:lnTo>
                        <a:pt x="7529" y="508"/>
                      </a:lnTo>
                      <a:lnTo>
                        <a:pt x="7532" y="514"/>
                      </a:lnTo>
                      <a:lnTo>
                        <a:pt x="7534" y="520"/>
                      </a:lnTo>
                      <a:lnTo>
                        <a:pt x="7536" y="532"/>
                      </a:lnTo>
                      <a:lnTo>
                        <a:pt x="7536" y="545"/>
                      </a:lnTo>
                      <a:lnTo>
                        <a:pt x="7536" y="551"/>
                      </a:lnTo>
                      <a:lnTo>
                        <a:pt x="7536" y="556"/>
                      </a:lnTo>
                      <a:lnTo>
                        <a:pt x="7538" y="559"/>
                      </a:lnTo>
                      <a:lnTo>
                        <a:pt x="7540" y="563"/>
                      </a:lnTo>
                      <a:lnTo>
                        <a:pt x="7545" y="570"/>
                      </a:lnTo>
                      <a:lnTo>
                        <a:pt x="7552" y="576"/>
                      </a:lnTo>
                      <a:lnTo>
                        <a:pt x="7555" y="580"/>
                      </a:lnTo>
                      <a:lnTo>
                        <a:pt x="7558" y="585"/>
                      </a:lnTo>
                      <a:lnTo>
                        <a:pt x="7560" y="591"/>
                      </a:lnTo>
                      <a:lnTo>
                        <a:pt x="7561" y="598"/>
                      </a:lnTo>
                      <a:lnTo>
                        <a:pt x="7564" y="610"/>
                      </a:lnTo>
                      <a:lnTo>
                        <a:pt x="7568" y="621"/>
                      </a:lnTo>
                      <a:lnTo>
                        <a:pt x="7573" y="632"/>
                      </a:lnTo>
                      <a:lnTo>
                        <a:pt x="7582" y="645"/>
                      </a:lnTo>
                      <a:lnTo>
                        <a:pt x="7589" y="658"/>
                      </a:lnTo>
                      <a:lnTo>
                        <a:pt x="7595" y="671"/>
                      </a:lnTo>
                      <a:lnTo>
                        <a:pt x="7597" y="676"/>
                      </a:lnTo>
                      <a:lnTo>
                        <a:pt x="7599" y="680"/>
                      </a:lnTo>
                      <a:lnTo>
                        <a:pt x="7602" y="683"/>
                      </a:lnTo>
                      <a:lnTo>
                        <a:pt x="7604" y="686"/>
                      </a:lnTo>
                      <a:lnTo>
                        <a:pt x="7611" y="690"/>
                      </a:lnTo>
                      <a:lnTo>
                        <a:pt x="7617" y="692"/>
                      </a:lnTo>
                      <a:lnTo>
                        <a:pt x="7620" y="695"/>
                      </a:lnTo>
                      <a:lnTo>
                        <a:pt x="7621" y="698"/>
                      </a:lnTo>
                      <a:lnTo>
                        <a:pt x="7621" y="703"/>
                      </a:lnTo>
                      <a:lnTo>
                        <a:pt x="7620" y="709"/>
                      </a:lnTo>
                      <a:lnTo>
                        <a:pt x="7617" y="722"/>
                      </a:lnTo>
                      <a:lnTo>
                        <a:pt x="7614" y="736"/>
                      </a:lnTo>
                      <a:lnTo>
                        <a:pt x="7614" y="742"/>
                      </a:lnTo>
                      <a:lnTo>
                        <a:pt x="7615" y="747"/>
                      </a:lnTo>
                      <a:lnTo>
                        <a:pt x="7616" y="750"/>
                      </a:lnTo>
                      <a:lnTo>
                        <a:pt x="7617" y="754"/>
                      </a:lnTo>
                      <a:lnTo>
                        <a:pt x="7623" y="759"/>
                      </a:lnTo>
                      <a:lnTo>
                        <a:pt x="7630" y="762"/>
                      </a:lnTo>
                      <a:lnTo>
                        <a:pt x="7637" y="766"/>
                      </a:lnTo>
                      <a:lnTo>
                        <a:pt x="7643" y="771"/>
                      </a:lnTo>
                      <a:lnTo>
                        <a:pt x="7648" y="777"/>
                      </a:lnTo>
                      <a:lnTo>
                        <a:pt x="7652" y="783"/>
                      </a:lnTo>
                      <a:lnTo>
                        <a:pt x="7655" y="790"/>
                      </a:lnTo>
                      <a:lnTo>
                        <a:pt x="7660" y="796"/>
                      </a:lnTo>
                      <a:lnTo>
                        <a:pt x="7662" y="797"/>
                      </a:lnTo>
                      <a:lnTo>
                        <a:pt x="7666" y="799"/>
                      </a:lnTo>
                      <a:lnTo>
                        <a:pt x="7671" y="799"/>
                      </a:lnTo>
                      <a:lnTo>
                        <a:pt x="7678" y="799"/>
                      </a:lnTo>
                      <a:lnTo>
                        <a:pt x="7684" y="798"/>
                      </a:lnTo>
                      <a:lnTo>
                        <a:pt x="7690" y="798"/>
                      </a:lnTo>
                      <a:lnTo>
                        <a:pt x="7694" y="799"/>
                      </a:lnTo>
                      <a:lnTo>
                        <a:pt x="7700" y="800"/>
                      </a:lnTo>
                      <a:lnTo>
                        <a:pt x="7710" y="805"/>
                      </a:lnTo>
                      <a:lnTo>
                        <a:pt x="7721" y="811"/>
                      </a:lnTo>
                      <a:lnTo>
                        <a:pt x="7725" y="815"/>
                      </a:lnTo>
                      <a:lnTo>
                        <a:pt x="7730" y="816"/>
                      </a:lnTo>
                      <a:lnTo>
                        <a:pt x="7735" y="816"/>
                      </a:lnTo>
                      <a:lnTo>
                        <a:pt x="7740" y="816"/>
                      </a:lnTo>
                      <a:lnTo>
                        <a:pt x="7748" y="812"/>
                      </a:lnTo>
                      <a:lnTo>
                        <a:pt x="7755" y="806"/>
                      </a:lnTo>
                      <a:lnTo>
                        <a:pt x="7763" y="799"/>
                      </a:lnTo>
                      <a:lnTo>
                        <a:pt x="7775" y="790"/>
                      </a:lnTo>
                      <a:lnTo>
                        <a:pt x="7787" y="781"/>
                      </a:lnTo>
                      <a:lnTo>
                        <a:pt x="7799" y="773"/>
                      </a:lnTo>
                      <a:lnTo>
                        <a:pt x="7804" y="771"/>
                      </a:lnTo>
                      <a:lnTo>
                        <a:pt x="7806" y="767"/>
                      </a:lnTo>
                      <a:lnTo>
                        <a:pt x="7810" y="765"/>
                      </a:lnTo>
                      <a:lnTo>
                        <a:pt x="7811" y="761"/>
                      </a:lnTo>
                      <a:lnTo>
                        <a:pt x="7813" y="753"/>
                      </a:lnTo>
                      <a:lnTo>
                        <a:pt x="7816" y="743"/>
                      </a:lnTo>
                      <a:lnTo>
                        <a:pt x="7817" y="739"/>
                      </a:lnTo>
                      <a:lnTo>
                        <a:pt x="7818" y="735"/>
                      </a:lnTo>
                      <a:lnTo>
                        <a:pt x="7822" y="731"/>
                      </a:lnTo>
                      <a:lnTo>
                        <a:pt x="7824" y="729"/>
                      </a:lnTo>
                      <a:lnTo>
                        <a:pt x="7828" y="728"/>
                      </a:lnTo>
                      <a:lnTo>
                        <a:pt x="7831" y="728"/>
                      </a:lnTo>
                      <a:lnTo>
                        <a:pt x="7834" y="729"/>
                      </a:lnTo>
                      <a:lnTo>
                        <a:pt x="7837" y="731"/>
                      </a:lnTo>
                      <a:lnTo>
                        <a:pt x="7844" y="736"/>
                      </a:lnTo>
                      <a:lnTo>
                        <a:pt x="7854" y="741"/>
                      </a:lnTo>
                      <a:lnTo>
                        <a:pt x="7866" y="747"/>
                      </a:lnTo>
                      <a:lnTo>
                        <a:pt x="7880" y="753"/>
                      </a:lnTo>
                      <a:lnTo>
                        <a:pt x="7887" y="755"/>
                      </a:lnTo>
                      <a:lnTo>
                        <a:pt x="7894" y="756"/>
                      </a:lnTo>
                      <a:lnTo>
                        <a:pt x="7901" y="758"/>
                      </a:lnTo>
                      <a:lnTo>
                        <a:pt x="7908" y="758"/>
                      </a:lnTo>
                      <a:lnTo>
                        <a:pt x="7914" y="758"/>
                      </a:lnTo>
                      <a:lnTo>
                        <a:pt x="7922" y="756"/>
                      </a:lnTo>
                      <a:lnTo>
                        <a:pt x="7926" y="755"/>
                      </a:lnTo>
                      <a:lnTo>
                        <a:pt x="7931" y="753"/>
                      </a:lnTo>
                      <a:lnTo>
                        <a:pt x="7942" y="747"/>
                      </a:lnTo>
                      <a:lnTo>
                        <a:pt x="7956" y="743"/>
                      </a:lnTo>
                      <a:lnTo>
                        <a:pt x="7963" y="742"/>
                      </a:lnTo>
                      <a:lnTo>
                        <a:pt x="7970" y="742"/>
                      </a:lnTo>
                      <a:lnTo>
                        <a:pt x="7977" y="745"/>
                      </a:lnTo>
                      <a:lnTo>
                        <a:pt x="7983" y="748"/>
                      </a:lnTo>
                      <a:lnTo>
                        <a:pt x="7989" y="752"/>
                      </a:lnTo>
                      <a:lnTo>
                        <a:pt x="7995" y="754"/>
                      </a:lnTo>
                      <a:lnTo>
                        <a:pt x="8000" y="755"/>
                      </a:lnTo>
                      <a:lnTo>
                        <a:pt x="8006" y="756"/>
                      </a:lnTo>
                      <a:lnTo>
                        <a:pt x="8011" y="756"/>
                      </a:lnTo>
                      <a:lnTo>
                        <a:pt x="8014" y="755"/>
                      </a:lnTo>
                      <a:lnTo>
                        <a:pt x="8019" y="754"/>
                      </a:lnTo>
                      <a:lnTo>
                        <a:pt x="8023" y="752"/>
                      </a:lnTo>
                      <a:lnTo>
                        <a:pt x="8026" y="749"/>
                      </a:lnTo>
                      <a:lnTo>
                        <a:pt x="8029" y="746"/>
                      </a:lnTo>
                      <a:lnTo>
                        <a:pt x="8030" y="741"/>
                      </a:lnTo>
                      <a:lnTo>
                        <a:pt x="8031" y="736"/>
                      </a:lnTo>
                      <a:lnTo>
                        <a:pt x="8032" y="725"/>
                      </a:lnTo>
                      <a:lnTo>
                        <a:pt x="8033" y="716"/>
                      </a:lnTo>
                      <a:lnTo>
                        <a:pt x="8034" y="712"/>
                      </a:lnTo>
                      <a:lnTo>
                        <a:pt x="8037" y="709"/>
                      </a:lnTo>
                      <a:lnTo>
                        <a:pt x="8040" y="708"/>
                      </a:lnTo>
                      <a:lnTo>
                        <a:pt x="8043" y="706"/>
                      </a:lnTo>
                      <a:lnTo>
                        <a:pt x="8050" y="708"/>
                      </a:lnTo>
                      <a:lnTo>
                        <a:pt x="8056" y="710"/>
                      </a:lnTo>
                      <a:lnTo>
                        <a:pt x="8064" y="714"/>
                      </a:lnTo>
                      <a:lnTo>
                        <a:pt x="8072" y="717"/>
                      </a:lnTo>
                      <a:lnTo>
                        <a:pt x="8078" y="718"/>
                      </a:lnTo>
                      <a:lnTo>
                        <a:pt x="8083" y="718"/>
                      </a:lnTo>
                      <a:lnTo>
                        <a:pt x="8088" y="717"/>
                      </a:lnTo>
                      <a:lnTo>
                        <a:pt x="8093" y="716"/>
                      </a:lnTo>
                      <a:lnTo>
                        <a:pt x="8106" y="709"/>
                      </a:lnTo>
                      <a:lnTo>
                        <a:pt x="8122" y="698"/>
                      </a:lnTo>
                      <a:lnTo>
                        <a:pt x="8139" y="687"/>
                      </a:lnTo>
                      <a:lnTo>
                        <a:pt x="8150" y="678"/>
                      </a:lnTo>
                      <a:lnTo>
                        <a:pt x="8153" y="676"/>
                      </a:lnTo>
                      <a:lnTo>
                        <a:pt x="8156" y="671"/>
                      </a:lnTo>
                      <a:lnTo>
                        <a:pt x="8158" y="667"/>
                      </a:lnTo>
                      <a:lnTo>
                        <a:pt x="8158" y="663"/>
                      </a:lnTo>
                      <a:lnTo>
                        <a:pt x="8158" y="653"/>
                      </a:lnTo>
                      <a:lnTo>
                        <a:pt x="8156" y="643"/>
                      </a:lnTo>
                      <a:lnTo>
                        <a:pt x="8155" y="639"/>
                      </a:lnTo>
                      <a:lnTo>
                        <a:pt x="8156" y="635"/>
                      </a:lnTo>
                      <a:lnTo>
                        <a:pt x="8158" y="632"/>
                      </a:lnTo>
                      <a:lnTo>
                        <a:pt x="8162" y="628"/>
                      </a:lnTo>
                      <a:lnTo>
                        <a:pt x="8170" y="622"/>
                      </a:lnTo>
                      <a:lnTo>
                        <a:pt x="8179" y="617"/>
                      </a:lnTo>
                      <a:lnTo>
                        <a:pt x="8183" y="614"/>
                      </a:lnTo>
                      <a:lnTo>
                        <a:pt x="8184" y="610"/>
                      </a:lnTo>
                      <a:lnTo>
                        <a:pt x="8185" y="605"/>
                      </a:lnTo>
                      <a:lnTo>
                        <a:pt x="8187" y="600"/>
                      </a:lnTo>
                      <a:lnTo>
                        <a:pt x="8185" y="589"/>
                      </a:lnTo>
                      <a:lnTo>
                        <a:pt x="8184" y="578"/>
                      </a:lnTo>
                      <a:lnTo>
                        <a:pt x="8184" y="573"/>
                      </a:lnTo>
                      <a:lnTo>
                        <a:pt x="8185" y="570"/>
                      </a:lnTo>
                      <a:lnTo>
                        <a:pt x="8187" y="569"/>
                      </a:lnTo>
                      <a:lnTo>
                        <a:pt x="8189" y="567"/>
                      </a:lnTo>
                      <a:lnTo>
                        <a:pt x="8195" y="566"/>
                      </a:lnTo>
                      <a:lnTo>
                        <a:pt x="8202" y="567"/>
                      </a:lnTo>
                      <a:lnTo>
                        <a:pt x="8206" y="567"/>
                      </a:lnTo>
                      <a:lnTo>
                        <a:pt x="8210" y="566"/>
                      </a:lnTo>
                      <a:lnTo>
                        <a:pt x="8215" y="564"/>
                      </a:lnTo>
                      <a:lnTo>
                        <a:pt x="8219" y="561"/>
                      </a:lnTo>
                      <a:lnTo>
                        <a:pt x="8225" y="559"/>
                      </a:lnTo>
                      <a:lnTo>
                        <a:pt x="8229" y="557"/>
                      </a:lnTo>
                      <a:lnTo>
                        <a:pt x="8235" y="556"/>
                      </a:lnTo>
                      <a:lnTo>
                        <a:pt x="8241" y="556"/>
                      </a:lnTo>
                      <a:lnTo>
                        <a:pt x="8250" y="563"/>
                      </a:lnTo>
                      <a:lnTo>
                        <a:pt x="8269" y="578"/>
                      </a:lnTo>
                      <a:lnTo>
                        <a:pt x="8284" y="588"/>
                      </a:lnTo>
                      <a:lnTo>
                        <a:pt x="8298" y="600"/>
                      </a:lnTo>
                      <a:lnTo>
                        <a:pt x="8310" y="611"/>
                      </a:lnTo>
                      <a:lnTo>
                        <a:pt x="8321" y="624"/>
                      </a:lnTo>
                      <a:lnTo>
                        <a:pt x="8332" y="639"/>
                      </a:lnTo>
                      <a:lnTo>
                        <a:pt x="8346" y="658"/>
                      </a:lnTo>
                      <a:lnTo>
                        <a:pt x="8354" y="667"/>
                      </a:lnTo>
                      <a:lnTo>
                        <a:pt x="8363" y="676"/>
                      </a:lnTo>
                      <a:lnTo>
                        <a:pt x="8371" y="685"/>
                      </a:lnTo>
                      <a:lnTo>
                        <a:pt x="8379" y="692"/>
                      </a:lnTo>
                      <a:lnTo>
                        <a:pt x="8396" y="706"/>
                      </a:lnTo>
                      <a:lnTo>
                        <a:pt x="8409" y="721"/>
                      </a:lnTo>
                      <a:lnTo>
                        <a:pt x="8418" y="733"/>
                      </a:lnTo>
                      <a:lnTo>
                        <a:pt x="8429" y="743"/>
                      </a:lnTo>
                      <a:lnTo>
                        <a:pt x="8436" y="750"/>
                      </a:lnTo>
                      <a:lnTo>
                        <a:pt x="8442" y="756"/>
                      </a:lnTo>
                      <a:lnTo>
                        <a:pt x="8448" y="762"/>
                      </a:lnTo>
                      <a:lnTo>
                        <a:pt x="8455" y="766"/>
                      </a:lnTo>
                      <a:lnTo>
                        <a:pt x="8464" y="768"/>
                      </a:lnTo>
                      <a:lnTo>
                        <a:pt x="8471" y="772"/>
                      </a:lnTo>
                      <a:lnTo>
                        <a:pt x="8477" y="778"/>
                      </a:lnTo>
                      <a:lnTo>
                        <a:pt x="8484" y="786"/>
                      </a:lnTo>
                      <a:lnTo>
                        <a:pt x="8487" y="791"/>
                      </a:lnTo>
                      <a:lnTo>
                        <a:pt x="8491" y="797"/>
                      </a:lnTo>
                      <a:lnTo>
                        <a:pt x="8493" y="804"/>
                      </a:lnTo>
                      <a:lnTo>
                        <a:pt x="8494" y="811"/>
                      </a:lnTo>
                      <a:lnTo>
                        <a:pt x="8496" y="817"/>
                      </a:lnTo>
                      <a:lnTo>
                        <a:pt x="8497" y="823"/>
                      </a:lnTo>
                      <a:lnTo>
                        <a:pt x="8497" y="829"/>
                      </a:lnTo>
                      <a:lnTo>
                        <a:pt x="8496" y="834"/>
                      </a:lnTo>
                      <a:lnTo>
                        <a:pt x="8491" y="842"/>
                      </a:lnTo>
                      <a:lnTo>
                        <a:pt x="8484" y="854"/>
                      </a:lnTo>
                      <a:lnTo>
                        <a:pt x="8475" y="866"/>
                      </a:lnTo>
                      <a:lnTo>
                        <a:pt x="8471" y="875"/>
                      </a:lnTo>
                      <a:lnTo>
                        <a:pt x="8466" y="885"/>
                      </a:lnTo>
                      <a:lnTo>
                        <a:pt x="8460" y="893"/>
                      </a:lnTo>
                      <a:lnTo>
                        <a:pt x="8454" y="900"/>
                      </a:lnTo>
                      <a:lnTo>
                        <a:pt x="8448" y="905"/>
                      </a:lnTo>
                      <a:lnTo>
                        <a:pt x="8445" y="911"/>
                      </a:lnTo>
                      <a:lnTo>
                        <a:pt x="8442" y="919"/>
                      </a:lnTo>
                      <a:lnTo>
                        <a:pt x="8441" y="923"/>
                      </a:lnTo>
                      <a:lnTo>
                        <a:pt x="8441" y="929"/>
                      </a:lnTo>
                      <a:lnTo>
                        <a:pt x="8441" y="934"/>
                      </a:lnTo>
                      <a:lnTo>
                        <a:pt x="8442" y="939"/>
                      </a:lnTo>
                      <a:lnTo>
                        <a:pt x="8446" y="951"/>
                      </a:lnTo>
                      <a:lnTo>
                        <a:pt x="8449" y="966"/>
                      </a:lnTo>
                      <a:lnTo>
                        <a:pt x="8452" y="980"/>
                      </a:lnTo>
                      <a:lnTo>
                        <a:pt x="8453" y="992"/>
                      </a:lnTo>
                      <a:lnTo>
                        <a:pt x="8452" y="1002"/>
                      </a:lnTo>
                      <a:lnTo>
                        <a:pt x="8448" y="1012"/>
                      </a:lnTo>
                      <a:lnTo>
                        <a:pt x="8442" y="1023"/>
                      </a:lnTo>
                      <a:lnTo>
                        <a:pt x="8434" y="1033"/>
                      </a:lnTo>
                      <a:lnTo>
                        <a:pt x="8424" y="1042"/>
                      </a:lnTo>
                      <a:lnTo>
                        <a:pt x="8416" y="1049"/>
                      </a:lnTo>
                      <a:lnTo>
                        <a:pt x="8408" y="1052"/>
                      </a:lnTo>
                      <a:lnTo>
                        <a:pt x="8402" y="1056"/>
                      </a:lnTo>
                      <a:lnTo>
                        <a:pt x="8396" y="1061"/>
                      </a:lnTo>
                      <a:lnTo>
                        <a:pt x="8391" y="1065"/>
                      </a:lnTo>
                      <a:lnTo>
                        <a:pt x="8390" y="1069"/>
                      </a:lnTo>
                      <a:lnTo>
                        <a:pt x="8389" y="1073"/>
                      </a:lnTo>
                      <a:lnTo>
                        <a:pt x="8389" y="1077"/>
                      </a:lnTo>
                      <a:lnTo>
                        <a:pt x="8389" y="1082"/>
                      </a:lnTo>
                      <a:lnTo>
                        <a:pt x="8390" y="1095"/>
                      </a:lnTo>
                      <a:lnTo>
                        <a:pt x="8389" y="1111"/>
                      </a:lnTo>
                      <a:lnTo>
                        <a:pt x="8386" y="1126"/>
                      </a:lnTo>
                      <a:lnTo>
                        <a:pt x="8383" y="1139"/>
                      </a:lnTo>
                      <a:lnTo>
                        <a:pt x="8378" y="1151"/>
                      </a:lnTo>
                      <a:lnTo>
                        <a:pt x="8372" y="1161"/>
                      </a:lnTo>
                      <a:lnTo>
                        <a:pt x="8366" y="1171"/>
                      </a:lnTo>
                      <a:lnTo>
                        <a:pt x="8361" y="1183"/>
                      </a:lnTo>
                      <a:lnTo>
                        <a:pt x="8358" y="1196"/>
                      </a:lnTo>
                      <a:lnTo>
                        <a:pt x="8352" y="1209"/>
                      </a:lnTo>
                      <a:lnTo>
                        <a:pt x="8347" y="1221"/>
                      </a:lnTo>
                      <a:lnTo>
                        <a:pt x="8342" y="1232"/>
                      </a:lnTo>
                      <a:lnTo>
                        <a:pt x="8340" y="1245"/>
                      </a:lnTo>
                      <a:lnTo>
                        <a:pt x="8336" y="1259"/>
                      </a:lnTo>
                      <a:lnTo>
                        <a:pt x="8335" y="1275"/>
                      </a:lnTo>
                      <a:lnTo>
                        <a:pt x="8335" y="1291"/>
                      </a:lnTo>
                      <a:lnTo>
                        <a:pt x="8336" y="1307"/>
                      </a:lnTo>
                      <a:lnTo>
                        <a:pt x="8338" y="1319"/>
                      </a:lnTo>
                      <a:lnTo>
                        <a:pt x="8338" y="1328"/>
                      </a:lnTo>
                      <a:lnTo>
                        <a:pt x="8338" y="1336"/>
                      </a:lnTo>
                      <a:lnTo>
                        <a:pt x="8339" y="1344"/>
                      </a:lnTo>
                      <a:lnTo>
                        <a:pt x="8340" y="1351"/>
                      </a:lnTo>
                      <a:lnTo>
                        <a:pt x="8341" y="1357"/>
                      </a:lnTo>
                      <a:lnTo>
                        <a:pt x="8344" y="1364"/>
                      </a:lnTo>
                      <a:lnTo>
                        <a:pt x="8346" y="1371"/>
                      </a:lnTo>
                      <a:lnTo>
                        <a:pt x="8347" y="1378"/>
                      </a:lnTo>
                      <a:lnTo>
                        <a:pt x="8348" y="1386"/>
                      </a:lnTo>
                      <a:lnTo>
                        <a:pt x="8348" y="1397"/>
                      </a:lnTo>
                      <a:lnTo>
                        <a:pt x="8348" y="1401"/>
                      </a:lnTo>
                      <a:lnTo>
                        <a:pt x="8347" y="1404"/>
                      </a:lnTo>
                      <a:lnTo>
                        <a:pt x="8346" y="1407"/>
                      </a:lnTo>
                      <a:lnTo>
                        <a:pt x="8345" y="1408"/>
                      </a:lnTo>
                      <a:lnTo>
                        <a:pt x="8341" y="1409"/>
                      </a:lnTo>
                      <a:lnTo>
                        <a:pt x="8336" y="1410"/>
                      </a:lnTo>
                      <a:lnTo>
                        <a:pt x="8334" y="1411"/>
                      </a:lnTo>
                      <a:lnTo>
                        <a:pt x="8332" y="1413"/>
                      </a:lnTo>
                      <a:lnTo>
                        <a:pt x="8330" y="1414"/>
                      </a:lnTo>
                      <a:lnTo>
                        <a:pt x="8330" y="1416"/>
                      </a:lnTo>
                      <a:lnTo>
                        <a:pt x="8332" y="1422"/>
                      </a:lnTo>
                      <a:lnTo>
                        <a:pt x="8338" y="1430"/>
                      </a:lnTo>
                      <a:lnTo>
                        <a:pt x="8346" y="1441"/>
                      </a:lnTo>
                      <a:lnTo>
                        <a:pt x="8357" y="1455"/>
                      </a:lnTo>
                      <a:lnTo>
                        <a:pt x="8367" y="1472"/>
                      </a:lnTo>
                      <a:lnTo>
                        <a:pt x="8376" y="1487"/>
                      </a:lnTo>
                      <a:lnTo>
                        <a:pt x="8379" y="1495"/>
                      </a:lnTo>
                      <a:lnTo>
                        <a:pt x="8382" y="1503"/>
                      </a:lnTo>
                      <a:lnTo>
                        <a:pt x="8383" y="1511"/>
                      </a:lnTo>
                      <a:lnTo>
                        <a:pt x="8384" y="1519"/>
                      </a:lnTo>
                      <a:lnTo>
                        <a:pt x="8384" y="1536"/>
                      </a:lnTo>
                      <a:lnTo>
                        <a:pt x="8384" y="1553"/>
                      </a:lnTo>
                      <a:lnTo>
                        <a:pt x="8382" y="1572"/>
                      </a:lnTo>
                      <a:lnTo>
                        <a:pt x="8377" y="1592"/>
                      </a:lnTo>
                      <a:lnTo>
                        <a:pt x="8374" y="1601"/>
                      </a:lnTo>
                      <a:lnTo>
                        <a:pt x="8371" y="1611"/>
                      </a:lnTo>
                      <a:lnTo>
                        <a:pt x="8368" y="1618"/>
                      </a:lnTo>
                      <a:lnTo>
                        <a:pt x="8365" y="1623"/>
                      </a:lnTo>
                      <a:lnTo>
                        <a:pt x="8361" y="1626"/>
                      </a:lnTo>
                      <a:lnTo>
                        <a:pt x="8358" y="1629"/>
                      </a:lnTo>
                      <a:lnTo>
                        <a:pt x="8353" y="1631"/>
                      </a:lnTo>
                      <a:lnTo>
                        <a:pt x="8349" y="1632"/>
                      </a:lnTo>
                      <a:lnTo>
                        <a:pt x="8339" y="1632"/>
                      </a:lnTo>
                      <a:lnTo>
                        <a:pt x="8327" y="1632"/>
                      </a:lnTo>
                      <a:lnTo>
                        <a:pt x="8313" y="1631"/>
                      </a:lnTo>
                      <a:lnTo>
                        <a:pt x="8300" y="1632"/>
                      </a:lnTo>
                      <a:lnTo>
                        <a:pt x="8292" y="1635"/>
                      </a:lnTo>
                      <a:lnTo>
                        <a:pt x="8286" y="1638"/>
                      </a:lnTo>
                      <a:lnTo>
                        <a:pt x="8283" y="1643"/>
                      </a:lnTo>
                      <a:lnTo>
                        <a:pt x="8279" y="1649"/>
                      </a:lnTo>
                      <a:lnTo>
                        <a:pt x="8275" y="1664"/>
                      </a:lnTo>
                      <a:lnTo>
                        <a:pt x="8272" y="1684"/>
                      </a:lnTo>
                      <a:lnTo>
                        <a:pt x="8269" y="1704"/>
                      </a:lnTo>
                      <a:lnTo>
                        <a:pt x="8264" y="1725"/>
                      </a:lnTo>
                      <a:lnTo>
                        <a:pt x="8257" y="1749"/>
                      </a:lnTo>
                      <a:lnTo>
                        <a:pt x="8251" y="1774"/>
                      </a:lnTo>
                      <a:lnTo>
                        <a:pt x="8245" y="1798"/>
                      </a:lnTo>
                      <a:lnTo>
                        <a:pt x="8241" y="1819"/>
                      </a:lnTo>
                      <a:lnTo>
                        <a:pt x="8239" y="1844"/>
                      </a:lnTo>
                      <a:lnTo>
                        <a:pt x="8237" y="1875"/>
                      </a:lnTo>
                      <a:lnTo>
                        <a:pt x="8234" y="1905"/>
                      </a:lnTo>
                      <a:lnTo>
                        <a:pt x="8234" y="1927"/>
                      </a:lnTo>
                      <a:lnTo>
                        <a:pt x="8235" y="1945"/>
                      </a:lnTo>
                      <a:lnTo>
                        <a:pt x="8239" y="1962"/>
                      </a:lnTo>
                      <a:lnTo>
                        <a:pt x="8244" y="1978"/>
                      </a:lnTo>
                      <a:lnTo>
                        <a:pt x="8247" y="1991"/>
                      </a:lnTo>
                      <a:lnTo>
                        <a:pt x="8252" y="2002"/>
                      </a:lnTo>
                      <a:lnTo>
                        <a:pt x="8257" y="2010"/>
                      </a:lnTo>
                      <a:lnTo>
                        <a:pt x="8258" y="2015"/>
                      </a:lnTo>
                      <a:lnTo>
                        <a:pt x="8259" y="2020"/>
                      </a:lnTo>
                      <a:lnTo>
                        <a:pt x="8259" y="2025"/>
                      </a:lnTo>
                      <a:lnTo>
                        <a:pt x="8259" y="2032"/>
                      </a:lnTo>
                      <a:lnTo>
                        <a:pt x="8256" y="2042"/>
                      </a:lnTo>
                      <a:lnTo>
                        <a:pt x="8253" y="2051"/>
                      </a:lnTo>
                      <a:lnTo>
                        <a:pt x="8251" y="2058"/>
                      </a:lnTo>
                      <a:lnTo>
                        <a:pt x="8248" y="2067"/>
                      </a:lnTo>
                      <a:lnTo>
                        <a:pt x="8247" y="2077"/>
                      </a:lnTo>
                      <a:lnTo>
                        <a:pt x="8246" y="2086"/>
                      </a:lnTo>
                      <a:lnTo>
                        <a:pt x="8242" y="2094"/>
                      </a:lnTo>
                      <a:lnTo>
                        <a:pt x="8238" y="2102"/>
                      </a:lnTo>
                      <a:lnTo>
                        <a:pt x="8232" y="2109"/>
                      </a:lnTo>
                      <a:lnTo>
                        <a:pt x="8229" y="2111"/>
                      </a:lnTo>
                      <a:lnTo>
                        <a:pt x="8229" y="2108"/>
                      </a:lnTo>
                      <a:lnTo>
                        <a:pt x="8229" y="2100"/>
                      </a:lnTo>
                      <a:lnTo>
                        <a:pt x="8228" y="2091"/>
                      </a:lnTo>
                      <a:lnTo>
                        <a:pt x="8226" y="2084"/>
                      </a:lnTo>
                      <a:lnTo>
                        <a:pt x="8223" y="2079"/>
                      </a:lnTo>
                      <a:lnTo>
                        <a:pt x="8220" y="2075"/>
                      </a:lnTo>
                      <a:lnTo>
                        <a:pt x="8214" y="2069"/>
                      </a:lnTo>
                      <a:lnTo>
                        <a:pt x="8208" y="2061"/>
                      </a:lnTo>
                      <a:lnTo>
                        <a:pt x="8203" y="2053"/>
                      </a:lnTo>
                      <a:lnTo>
                        <a:pt x="8198" y="2044"/>
                      </a:lnTo>
                      <a:lnTo>
                        <a:pt x="8194" y="2032"/>
                      </a:lnTo>
                      <a:lnTo>
                        <a:pt x="8188" y="2016"/>
                      </a:lnTo>
                      <a:lnTo>
                        <a:pt x="8182" y="2001"/>
                      </a:lnTo>
                      <a:lnTo>
                        <a:pt x="8177" y="1988"/>
                      </a:lnTo>
                      <a:lnTo>
                        <a:pt x="8174" y="1977"/>
                      </a:lnTo>
                      <a:lnTo>
                        <a:pt x="8169" y="1964"/>
                      </a:lnTo>
                      <a:lnTo>
                        <a:pt x="8164" y="1951"/>
                      </a:lnTo>
                      <a:lnTo>
                        <a:pt x="8159" y="1940"/>
                      </a:lnTo>
                      <a:lnTo>
                        <a:pt x="8157" y="1935"/>
                      </a:lnTo>
                      <a:lnTo>
                        <a:pt x="8155" y="1933"/>
                      </a:lnTo>
                      <a:lnTo>
                        <a:pt x="8153" y="1933"/>
                      </a:lnTo>
                      <a:lnTo>
                        <a:pt x="8151" y="1933"/>
                      </a:lnTo>
                      <a:lnTo>
                        <a:pt x="8146" y="1935"/>
                      </a:lnTo>
                      <a:lnTo>
                        <a:pt x="8140" y="1941"/>
                      </a:lnTo>
                      <a:lnTo>
                        <a:pt x="8125" y="1957"/>
                      </a:lnTo>
                      <a:lnTo>
                        <a:pt x="8109" y="1975"/>
                      </a:lnTo>
                      <a:lnTo>
                        <a:pt x="8094" y="1994"/>
                      </a:lnTo>
                      <a:lnTo>
                        <a:pt x="8081" y="2010"/>
                      </a:lnTo>
                      <a:lnTo>
                        <a:pt x="8065" y="2032"/>
                      </a:lnTo>
                      <a:lnTo>
                        <a:pt x="8049" y="2054"/>
                      </a:lnTo>
                      <a:lnTo>
                        <a:pt x="8032" y="2076"/>
                      </a:lnTo>
                      <a:lnTo>
                        <a:pt x="8019" y="2097"/>
                      </a:lnTo>
                      <a:lnTo>
                        <a:pt x="8008" y="2116"/>
                      </a:lnTo>
                      <a:lnTo>
                        <a:pt x="8001" y="2135"/>
                      </a:lnTo>
                      <a:lnTo>
                        <a:pt x="7995" y="2152"/>
                      </a:lnTo>
                      <a:lnTo>
                        <a:pt x="7988" y="2164"/>
                      </a:lnTo>
                      <a:lnTo>
                        <a:pt x="7977" y="2176"/>
                      </a:lnTo>
                      <a:lnTo>
                        <a:pt x="7963" y="2187"/>
                      </a:lnTo>
                      <a:lnTo>
                        <a:pt x="7955" y="2193"/>
                      </a:lnTo>
                      <a:lnTo>
                        <a:pt x="7946" y="2198"/>
                      </a:lnTo>
                      <a:lnTo>
                        <a:pt x="7939" y="2202"/>
                      </a:lnTo>
                      <a:lnTo>
                        <a:pt x="7933" y="2204"/>
                      </a:lnTo>
                      <a:lnTo>
                        <a:pt x="7927" y="2206"/>
                      </a:lnTo>
                      <a:lnTo>
                        <a:pt x="7922" y="2209"/>
                      </a:lnTo>
                      <a:lnTo>
                        <a:pt x="7917" y="2211"/>
                      </a:lnTo>
                      <a:lnTo>
                        <a:pt x="7912" y="2215"/>
                      </a:lnTo>
                      <a:lnTo>
                        <a:pt x="7908" y="2220"/>
                      </a:lnTo>
                      <a:lnTo>
                        <a:pt x="7905" y="2224"/>
                      </a:lnTo>
                      <a:lnTo>
                        <a:pt x="7903" y="2230"/>
                      </a:lnTo>
                      <a:lnTo>
                        <a:pt x="7900" y="2236"/>
                      </a:lnTo>
                      <a:lnTo>
                        <a:pt x="7897" y="2250"/>
                      </a:lnTo>
                      <a:lnTo>
                        <a:pt x="7893" y="2266"/>
                      </a:lnTo>
                      <a:lnTo>
                        <a:pt x="7891" y="2273"/>
                      </a:lnTo>
                      <a:lnTo>
                        <a:pt x="7887" y="2280"/>
                      </a:lnTo>
                      <a:lnTo>
                        <a:pt x="7883" y="2286"/>
                      </a:lnTo>
                      <a:lnTo>
                        <a:pt x="7879" y="2291"/>
                      </a:lnTo>
                      <a:lnTo>
                        <a:pt x="7867" y="2300"/>
                      </a:lnTo>
                      <a:lnTo>
                        <a:pt x="7851" y="2310"/>
                      </a:lnTo>
                      <a:lnTo>
                        <a:pt x="7832" y="2322"/>
                      </a:lnTo>
                      <a:lnTo>
                        <a:pt x="7815" y="2335"/>
                      </a:lnTo>
                      <a:lnTo>
                        <a:pt x="7794" y="2353"/>
                      </a:lnTo>
                      <a:lnTo>
                        <a:pt x="7771" y="2372"/>
                      </a:lnTo>
                      <a:lnTo>
                        <a:pt x="7748" y="2391"/>
                      </a:lnTo>
                      <a:lnTo>
                        <a:pt x="7730" y="2407"/>
                      </a:lnTo>
                      <a:lnTo>
                        <a:pt x="7724" y="2414"/>
                      </a:lnTo>
                      <a:lnTo>
                        <a:pt x="7718" y="2422"/>
                      </a:lnTo>
                      <a:lnTo>
                        <a:pt x="7715" y="2430"/>
                      </a:lnTo>
                      <a:lnTo>
                        <a:pt x="7712" y="2439"/>
                      </a:lnTo>
                      <a:lnTo>
                        <a:pt x="7708" y="2455"/>
                      </a:lnTo>
                      <a:lnTo>
                        <a:pt x="7704" y="2469"/>
                      </a:lnTo>
                      <a:lnTo>
                        <a:pt x="7699" y="2482"/>
                      </a:lnTo>
                      <a:lnTo>
                        <a:pt x="7693" y="2494"/>
                      </a:lnTo>
                      <a:lnTo>
                        <a:pt x="7691" y="2500"/>
                      </a:lnTo>
                      <a:lnTo>
                        <a:pt x="7691" y="2505"/>
                      </a:lnTo>
                      <a:lnTo>
                        <a:pt x="7691" y="2507"/>
                      </a:lnTo>
                      <a:lnTo>
                        <a:pt x="7692" y="2510"/>
                      </a:lnTo>
                      <a:lnTo>
                        <a:pt x="7693" y="2511"/>
                      </a:lnTo>
                      <a:lnTo>
                        <a:pt x="7694" y="2513"/>
                      </a:lnTo>
                      <a:lnTo>
                        <a:pt x="7699" y="2516"/>
                      </a:lnTo>
                      <a:lnTo>
                        <a:pt x="7702" y="2519"/>
                      </a:lnTo>
                      <a:lnTo>
                        <a:pt x="7704" y="2523"/>
                      </a:lnTo>
                      <a:lnTo>
                        <a:pt x="7705" y="2526"/>
                      </a:lnTo>
                      <a:lnTo>
                        <a:pt x="7708" y="2535"/>
                      </a:lnTo>
                      <a:lnTo>
                        <a:pt x="7710" y="2544"/>
                      </a:lnTo>
                      <a:lnTo>
                        <a:pt x="7715" y="2554"/>
                      </a:lnTo>
                      <a:lnTo>
                        <a:pt x="7721" y="2563"/>
                      </a:lnTo>
                      <a:lnTo>
                        <a:pt x="7729" y="2570"/>
                      </a:lnTo>
                      <a:lnTo>
                        <a:pt x="7740" y="2577"/>
                      </a:lnTo>
                      <a:lnTo>
                        <a:pt x="7753" y="2586"/>
                      </a:lnTo>
                      <a:lnTo>
                        <a:pt x="7769" y="2593"/>
                      </a:lnTo>
                      <a:lnTo>
                        <a:pt x="7785" y="2601"/>
                      </a:lnTo>
                      <a:lnTo>
                        <a:pt x="7799" y="2607"/>
                      </a:lnTo>
                      <a:lnTo>
                        <a:pt x="7804" y="2611"/>
                      </a:lnTo>
                      <a:lnTo>
                        <a:pt x="7807" y="2614"/>
                      </a:lnTo>
                      <a:lnTo>
                        <a:pt x="7809" y="2618"/>
                      </a:lnTo>
                      <a:lnTo>
                        <a:pt x="7810" y="2622"/>
                      </a:lnTo>
                      <a:lnTo>
                        <a:pt x="7811" y="2636"/>
                      </a:lnTo>
                      <a:lnTo>
                        <a:pt x="7810" y="2651"/>
                      </a:lnTo>
                      <a:lnTo>
                        <a:pt x="7810" y="2659"/>
                      </a:lnTo>
                      <a:lnTo>
                        <a:pt x="7811" y="2665"/>
                      </a:lnTo>
                      <a:lnTo>
                        <a:pt x="7812" y="2670"/>
                      </a:lnTo>
                      <a:lnTo>
                        <a:pt x="7815" y="2672"/>
                      </a:lnTo>
                      <a:lnTo>
                        <a:pt x="7818" y="2675"/>
                      </a:lnTo>
                      <a:lnTo>
                        <a:pt x="7822" y="2675"/>
                      </a:lnTo>
                      <a:lnTo>
                        <a:pt x="7826" y="2675"/>
                      </a:lnTo>
                      <a:lnTo>
                        <a:pt x="7832" y="2675"/>
                      </a:lnTo>
                      <a:lnTo>
                        <a:pt x="7837" y="2676"/>
                      </a:lnTo>
                      <a:lnTo>
                        <a:pt x="7841" y="2678"/>
                      </a:lnTo>
                      <a:lnTo>
                        <a:pt x="7843" y="2681"/>
                      </a:lnTo>
                      <a:lnTo>
                        <a:pt x="7844" y="2685"/>
                      </a:lnTo>
                      <a:lnTo>
                        <a:pt x="7845" y="2696"/>
                      </a:lnTo>
                      <a:lnTo>
                        <a:pt x="7847" y="2710"/>
                      </a:lnTo>
                      <a:lnTo>
                        <a:pt x="7849" y="2719"/>
                      </a:lnTo>
                      <a:lnTo>
                        <a:pt x="7851" y="2727"/>
                      </a:lnTo>
                      <a:lnTo>
                        <a:pt x="7855" y="2733"/>
                      </a:lnTo>
                      <a:lnTo>
                        <a:pt x="7857" y="2738"/>
                      </a:lnTo>
                      <a:lnTo>
                        <a:pt x="7859" y="2739"/>
                      </a:lnTo>
                      <a:lnTo>
                        <a:pt x="7862" y="2740"/>
                      </a:lnTo>
                      <a:lnTo>
                        <a:pt x="7867" y="2741"/>
                      </a:lnTo>
                      <a:lnTo>
                        <a:pt x="7870" y="2743"/>
                      </a:lnTo>
                      <a:lnTo>
                        <a:pt x="7881" y="2743"/>
                      </a:lnTo>
                      <a:lnTo>
                        <a:pt x="7888" y="2743"/>
                      </a:lnTo>
                      <a:lnTo>
                        <a:pt x="7897" y="2741"/>
                      </a:lnTo>
                      <a:lnTo>
                        <a:pt x="7910" y="2739"/>
                      </a:lnTo>
                      <a:lnTo>
                        <a:pt x="7922" y="2734"/>
                      </a:lnTo>
                      <a:lnTo>
                        <a:pt x="7931" y="2729"/>
                      </a:lnTo>
                      <a:lnTo>
                        <a:pt x="7938" y="2725"/>
                      </a:lnTo>
                      <a:lnTo>
                        <a:pt x="7943" y="2719"/>
                      </a:lnTo>
                      <a:lnTo>
                        <a:pt x="7945" y="2712"/>
                      </a:lnTo>
                      <a:lnTo>
                        <a:pt x="7948" y="2706"/>
                      </a:lnTo>
                      <a:lnTo>
                        <a:pt x="7949" y="2700"/>
                      </a:lnTo>
                      <a:lnTo>
                        <a:pt x="7952" y="2695"/>
                      </a:lnTo>
                      <a:lnTo>
                        <a:pt x="7956" y="2691"/>
                      </a:lnTo>
                      <a:lnTo>
                        <a:pt x="7961" y="2689"/>
                      </a:lnTo>
                      <a:lnTo>
                        <a:pt x="7970" y="2688"/>
                      </a:lnTo>
                      <a:lnTo>
                        <a:pt x="7976" y="2689"/>
                      </a:lnTo>
                      <a:lnTo>
                        <a:pt x="7977" y="2689"/>
                      </a:lnTo>
                      <a:lnTo>
                        <a:pt x="7980" y="2687"/>
                      </a:lnTo>
                      <a:lnTo>
                        <a:pt x="7981" y="2684"/>
                      </a:lnTo>
                      <a:lnTo>
                        <a:pt x="7982" y="2680"/>
                      </a:lnTo>
                      <a:lnTo>
                        <a:pt x="7983" y="2670"/>
                      </a:lnTo>
                      <a:lnTo>
                        <a:pt x="7983" y="2661"/>
                      </a:lnTo>
                      <a:lnTo>
                        <a:pt x="7982" y="2652"/>
                      </a:lnTo>
                      <a:lnTo>
                        <a:pt x="7979" y="2644"/>
                      </a:lnTo>
                      <a:lnTo>
                        <a:pt x="7974" y="2632"/>
                      </a:lnTo>
                      <a:lnTo>
                        <a:pt x="7970" y="2622"/>
                      </a:lnTo>
                      <a:lnTo>
                        <a:pt x="7970" y="2620"/>
                      </a:lnTo>
                      <a:lnTo>
                        <a:pt x="7971" y="2619"/>
                      </a:lnTo>
                      <a:lnTo>
                        <a:pt x="7973" y="2619"/>
                      </a:lnTo>
                      <a:lnTo>
                        <a:pt x="7975" y="2620"/>
                      </a:lnTo>
                      <a:lnTo>
                        <a:pt x="7979" y="2622"/>
                      </a:lnTo>
                      <a:lnTo>
                        <a:pt x="7994" y="2628"/>
                      </a:lnTo>
                      <a:lnTo>
                        <a:pt x="8012" y="2634"/>
                      </a:lnTo>
                      <a:lnTo>
                        <a:pt x="8021" y="2640"/>
                      </a:lnTo>
                      <a:lnTo>
                        <a:pt x="8030" y="2644"/>
                      </a:lnTo>
                      <a:lnTo>
                        <a:pt x="8032" y="2646"/>
                      </a:lnTo>
                      <a:lnTo>
                        <a:pt x="8034" y="2649"/>
                      </a:lnTo>
                      <a:lnTo>
                        <a:pt x="8036" y="2651"/>
                      </a:lnTo>
                      <a:lnTo>
                        <a:pt x="8036" y="2655"/>
                      </a:lnTo>
                      <a:lnTo>
                        <a:pt x="8034" y="2663"/>
                      </a:lnTo>
                      <a:lnTo>
                        <a:pt x="8034" y="2674"/>
                      </a:lnTo>
                      <a:lnTo>
                        <a:pt x="8036" y="2677"/>
                      </a:lnTo>
                      <a:lnTo>
                        <a:pt x="8038" y="2681"/>
                      </a:lnTo>
                      <a:lnTo>
                        <a:pt x="8040" y="2683"/>
                      </a:lnTo>
                      <a:lnTo>
                        <a:pt x="8043" y="2684"/>
                      </a:lnTo>
                      <a:lnTo>
                        <a:pt x="8045" y="2683"/>
                      </a:lnTo>
                      <a:lnTo>
                        <a:pt x="8049" y="2682"/>
                      </a:lnTo>
                      <a:lnTo>
                        <a:pt x="8051" y="2680"/>
                      </a:lnTo>
                      <a:lnTo>
                        <a:pt x="8055" y="2677"/>
                      </a:lnTo>
                      <a:lnTo>
                        <a:pt x="8057" y="2675"/>
                      </a:lnTo>
                      <a:lnTo>
                        <a:pt x="8059" y="2674"/>
                      </a:lnTo>
                      <a:lnTo>
                        <a:pt x="8062" y="2674"/>
                      </a:lnTo>
                      <a:lnTo>
                        <a:pt x="8064" y="2674"/>
                      </a:lnTo>
                      <a:lnTo>
                        <a:pt x="8067" y="2676"/>
                      </a:lnTo>
                      <a:lnTo>
                        <a:pt x="8068" y="2678"/>
                      </a:lnTo>
                      <a:lnTo>
                        <a:pt x="8069" y="2682"/>
                      </a:lnTo>
                      <a:lnTo>
                        <a:pt x="8069" y="2685"/>
                      </a:lnTo>
                      <a:lnTo>
                        <a:pt x="8071" y="2691"/>
                      </a:lnTo>
                      <a:lnTo>
                        <a:pt x="8075" y="2697"/>
                      </a:lnTo>
                      <a:lnTo>
                        <a:pt x="8076" y="2699"/>
                      </a:lnTo>
                      <a:lnTo>
                        <a:pt x="8075" y="2700"/>
                      </a:lnTo>
                      <a:lnTo>
                        <a:pt x="8072" y="2701"/>
                      </a:lnTo>
                      <a:lnTo>
                        <a:pt x="8070" y="2702"/>
                      </a:lnTo>
                      <a:lnTo>
                        <a:pt x="8063" y="2704"/>
                      </a:lnTo>
                      <a:lnTo>
                        <a:pt x="8059" y="2707"/>
                      </a:lnTo>
                      <a:lnTo>
                        <a:pt x="8058" y="2712"/>
                      </a:lnTo>
                      <a:lnTo>
                        <a:pt x="8058" y="2719"/>
                      </a:lnTo>
                      <a:lnTo>
                        <a:pt x="8059" y="2733"/>
                      </a:lnTo>
                      <a:lnTo>
                        <a:pt x="8061" y="2748"/>
                      </a:lnTo>
                      <a:lnTo>
                        <a:pt x="8059" y="2750"/>
                      </a:lnTo>
                      <a:lnTo>
                        <a:pt x="8059" y="2752"/>
                      </a:lnTo>
                      <a:lnTo>
                        <a:pt x="8057" y="2754"/>
                      </a:lnTo>
                      <a:lnTo>
                        <a:pt x="8056" y="2756"/>
                      </a:lnTo>
                      <a:lnTo>
                        <a:pt x="8050" y="2758"/>
                      </a:lnTo>
                      <a:lnTo>
                        <a:pt x="8043" y="2759"/>
                      </a:lnTo>
                      <a:lnTo>
                        <a:pt x="8026" y="2760"/>
                      </a:lnTo>
                      <a:lnTo>
                        <a:pt x="8011" y="2762"/>
                      </a:lnTo>
                      <a:lnTo>
                        <a:pt x="8002" y="2762"/>
                      </a:lnTo>
                      <a:lnTo>
                        <a:pt x="7996" y="2764"/>
                      </a:lnTo>
                      <a:lnTo>
                        <a:pt x="7990" y="2766"/>
                      </a:lnTo>
                      <a:lnTo>
                        <a:pt x="7985" y="2769"/>
                      </a:lnTo>
                      <a:lnTo>
                        <a:pt x="7981" y="2772"/>
                      </a:lnTo>
                      <a:lnTo>
                        <a:pt x="7977" y="2777"/>
                      </a:lnTo>
                      <a:lnTo>
                        <a:pt x="7974" y="2782"/>
                      </a:lnTo>
                      <a:lnTo>
                        <a:pt x="7973" y="2788"/>
                      </a:lnTo>
                      <a:lnTo>
                        <a:pt x="7971" y="2794"/>
                      </a:lnTo>
                      <a:lnTo>
                        <a:pt x="7969" y="2797"/>
                      </a:lnTo>
                      <a:lnTo>
                        <a:pt x="7968" y="2801"/>
                      </a:lnTo>
                      <a:lnTo>
                        <a:pt x="7966" y="2803"/>
                      </a:lnTo>
                      <a:lnTo>
                        <a:pt x="7962" y="2806"/>
                      </a:lnTo>
                      <a:lnTo>
                        <a:pt x="7958" y="2807"/>
                      </a:lnTo>
                      <a:lnTo>
                        <a:pt x="7955" y="2808"/>
                      </a:lnTo>
                      <a:lnTo>
                        <a:pt x="7949" y="2808"/>
                      </a:lnTo>
                      <a:lnTo>
                        <a:pt x="7933" y="2808"/>
                      </a:lnTo>
                      <a:lnTo>
                        <a:pt x="7917" y="2808"/>
                      </a:lnTo>
                      <a:lnTo>
                        <a:pt x="7912" y="2809"/>
                      </a:lnTo>
                      <a:lnTo>
                        <a:pt x="7907" y="2810"/>
                      </a:lnTo>
                      <a:lnTo>
                        <a:pt x="7905" y="2814"/>
                      </a:lnTo>
                      <a:lnTo>
                        <a:pt x="7901" y="2817"/>
                      </a:lnTo>
                      <a:lnTo>
                        <a:pt x="7900" y="2821"/>
                      </a:lnTo>
                      <a:lnTo>
                        <a:pt x="7899" y="2826"/>
                      </a:lnTo>
                      <a:lnTo>
                        <a:pt x="7899" y="2832"/>
                      </a:lnTo>
                      <a:lnTo>
                        <a:pt x="7899" y="2839"/>
                      </a:lnTo>
                      <a:lnTo>
                        <a:pt x="7901" y="2853"/>
                      </a:lnTo>
                      <a:lnTo>
                        <a:pt x="7905" y="2870"/>
                      </a:lnTo>
                      <a:lnTo>
                        <a:pt x="7908" y="2878"/>
                      </a:lnTo>
                      <a:lnTo>
                        <a:pt x="7911" y="2885"/>
                      </a:lnTo>
                      <a:lnTo>
                        <a:pt x="7916" y="2891"/>
                      </a:lnTo>
                      <a:lnTo>
                        <a:pt x="7920" y="2897"/>
                      </a:lnTo>
                      <a:lnTo>
                        <a:pt x="7930" y="2909"/>
                      </a:lnTo>
                      <a:lnTo>
                        <a:pt x="7941" y="2922"/>
                      </a:lnTo>
                      <a:lnTo>
                        <a:pt x="7949" y="2932"/>
                      </a:lnTo>
                      <a:lnTo>
                        <a:pt x="7952" y="2936"/>
                      </a:lnTo>
                      <a:lnTo>
                        <a:pt x="7952" y="2943"/>
                      </a:lnTo>
                      <a:lnTo>
                        <a:pt x="7952" y="2955"/>
                      </a:lnTo>
                      <a:lnTo>
                        <a:pt x="7952" y="2965"/>
                      </a:lnTo>
                      <a:lnTo>
                        <a:pt x="7952" y="2975"/>
                      </a:lnTo>
                      <a:lnTo>
                        <a:pt x="7952" y="2985"/>
                      </a:lnTo>
                      <a:lnTo>
                        <a:pt x="7952" y="2995"/>
                      </a:lnTo>
                      <a:lnTo>
                        <a:pt x="7952" y="3002"/>
                      </a:lnTo>
                      <a:lnTo>
                        <a:pt x="7950" y="3006"/>
                      </a:lnTo>
                      <a:lnTo>
                        <a:pt x="7946" y="3011"/>
                      </a:lnTo>
                      <a:lnTo>
                        <a:pt x="7943" y="3015"/>
                      </a:lnTo>
                      <a:lnTo>
                        <a:pt x="7932" y="3018"/>
                      </a:lnTo>
                      <a:lnTo>
                        <a:pt x="7923" y="3021"/>
                      </a:lnTo>
                      <a:lnTo>
                        <a:pt x="7908" y="3023"/>
                      </a:lnTo>
                      <a:lnTo>
                        <a:pt x="7892" y="3027"/>
                      </a:lnTo>
                      <a:lnTo>
                        <a:pt x="7883" y="3029"/>
                      </a:lnTo>
                      <a:lnTo>
                        <a:pt x="7876" y="3031"/>
                      </a:lnTo>
                      <a:lnTo>
                        <a:pt x="7870" y="3034"/>
                      </a:lnTo>
                      <a:lnTo>
                        <a:pt x="7867" y="3037"/>
                      </a:lnTo>
                      <a:lnTo>
                        <a:pt x="7866" y="3042"/>
                      </a:lnTo>
                      <a:lnTo>
                        <a:pt x="7864" y="3048"/>
                      </a:lnTo>
                      <a:lnTo>
                        <a:pt x="7864" y="3055"/>
                      </a:lnTo>
                      <a:lnTo>
                        <a:pt x="7864" y="3062"/>
                      </a:lnTo>
                      <a:lnTo>
                        <a:pt x="7868" y="3080"/>
                      </a:lnTo>
                      <a:lnTo>
                        <a:pt x="7873" y="3097"/>
                      </a:lnTo>
                      <a:lnTo>
                        <a:pt x="7878" y="3115"/>
                      </a:lnTo>
                      <a:lnTo>
                        <a:pt x="7881" y="3135"/>
                      </a:lnTo>
                      <a:lnTo>
                        <a:pt x="7882" y="3155"/>
                      </a:lnTo>
                      <a:lnTo>
                        <a:pt x="7882" y="3173"/>
                      </a:lnTo>
                      <a:lnTo>
                        <a:pt x="7881" y="3180"/>
                      </a:lnTo>
                      <a:lnTo>
                        <a:pt x="7879" y="3186"/>
                      </a:lnTo>
                      <a:lnTo>
                        <a:pt x="7875" y="3189"/>
                      </a:lnTo>
                      <a:lnTo>
                        <a:pt x="7872" y="3192"/>
                      </a:lnTo>
                      <a:lnTo>
                        <a:pt x="7868" y="3194"/>
                      </a:lnTo>
                      <a:lnTo>
                        <a:pt x="7863" y="3194"/>
                      </a:lnTo>
                      <a:lnTo>
                        <a:pt x="7859" y="3194"/>
                      </a:lnTo>
                      <a:lnTo>
                        <a:pt x="7853" y="3193"/>
                      </a:lnTo>
                      <a:lnTo>
                        <a:pt x="7843" y="3191"/>
                      </a:lnTo>
                      <a:lnTo>
                        <a:pt x="7832" y="3189"/>
                      </a:lnTo>
                      <a:lnTo>
                        <a:pt x="7822" y="3187"/>
                      </a:lnTo>
                      <a:lnTo>
                        <a:pt x="7811" y="3184"/>
                      </a:lnTo>
                      <a:lnTo>
                        <a:pt x="7807" y="3181"/>
                      </a:lnTo>
                      <a:lnTo>
                        <a:pt x="7803" y="3176"/>
                      </a:lnTo>
                      <a:lnTo>
                        <a:pt x="7799" y="3172"/>
                      </a:lnTo>
                      <a:lnTo>
                        <a:pt x="7796" y="3166"/>
                      </a:lnTo>
                      <a:lnTo>
                        <a:pt x="7791" y="3154"/>
                      </a:lnTo>
                      <a:lnTo>
                        <a:pt x="7786" y="3141"/>
                      </a:lnTo>
                      <a:lnTo>
                        <a:pt x="7784" y="3135"/>
                      </a:lnTo>
                      <a:lnTo>
                        <a:pt x="7781" y="3130"/>
                      </a:lnTo>
                      <a:lnTo>
                        <a:pt x="7776" y="3125"/>
                      </a:lnTo>
                      <a:lnTo>
                        <a:pt x="7772" y="3123"/>
                      </a:lnTo>
                      <a:lnTo>
                        <a:pt x="7767" y="3121"/>
                      </a:lnTo>
                      <a:lnTo>
                        <a:pt x="7761" y="3121"/>
                      </a:lnTo>
                      <a:lnTo>
                        <a:pt x="7756" y="3122"/>
                      </a:lnTo>
                      <a:lnTo>
                        <a:pt x="7752" y="3124"/>
                      </a:lnTo>
                      <a:lnTo>
                        <a:pt x="7748" y="3128"/>
                      </a:lnTo>
                      <a:lnTo>
                        <a:pt x="7744" y="3132"/>
                      </a:lnTo>
                      <a:lnTo>
                        <a:pt x="7742" y="3137"/>
                      </a:lnTo>
                      <a:lnTo>
                        <a:pt x="7741" y="3142"/>
                      </a:lnTo>
                      <a:lnTo>
                        <a:pt x="7738" y="3154"/>
                      </a:lnTo>
                      <a:lnTo>
                        <a:pt x="7737" y="3164"/>
                      </a:lnTo>
                      <a:lnTo>
                        <a:pt x="7736" y="3169"/>
                      </a:lnTo>
                      <a:lnTo>
                        <a:pt x="7734" y="3173"/>
                      </a:lnTo>
                      <a:lnTo>
                        <a:pt x="7731" y="3174"/>
                      </a:lnTo>
                      <a:lnTo>
                        <a:pt x="7729" y="3175"/>
                      </a:lnTo>
                      <a:lnTo>
                        <a:pt x="7722" y="3173"/>
                      </a:lnTo>
                      <a:lnTo>
                        <a:pt x="7713" y="3168"/>
                      </a:lnTo>
                      <a:lnTo>
                        <a:pt x="7705" y="3162"/>
                      </a:lnTo>
                      <a:lnTo>
                        <a:pt x="7696" y="3157"/>
                      </a:lnTo>
                      <a:lnTo>
                        <a:pt x="7685" y="3153"/>
                      </a:lnTo>
                      <a:lnTo>
                        <a:pt x="7673" y="3147"/>
                      </a:lnTo>
                      <a:lnTo>
                        <a:pt x="7666" y="3143"/>
                      </a:lnTo>
                      <a:lnTo>
                        <a:pt x="7660" y="3138"/>
                      </a:lnTo>
                      <a:lnTo>
                        <a:pt x="7654" y="3132"/>
                      </a:lnTo>
                      <a:lnTo>
                        <a:pt x="7649" y="3126"/>
                      </a:lnTo>
                      <a:lnTo>
                        <a:pt x="7640" y="3115"/>
                      </a:lnTo>
                      <a:lnTo>
                        <a:pt x="7633" y="3104"/>
                      </a:lnTo>
                      <a:lnTo>
                        <a:pt x="7629" y="3099"/>
                      </a:lnTo>
                      <a:lnTo>
                        <a:pt x="7627" y="3097"/>
                      </a:lnTo>
                      <a:lnTo>
                        <a:pt x="7626" y="3096"/>
                      </a:lnTo>
                      <a:lnTo>
                        <a:pt x="7623" y="3094"/>
                      </a:lnTo>
                      <a:lnTo>
                        <a:pt x="7617" y="3096"/>
                      </a:lnTo>
                      <a:lnTo>
                        <a:pt x="7608" y="3098"/>
                      </a:lnTo>
                      <a:lnTo>
                        <a:pt x="7598" y="3099"/>
                      </a:lnTo>
                      <a:lnTo>
                        <a:pt x="7589" y="3098"/>
                      </a:lnTo>
                      <a:lnTo>
                        <a:pt x="7580" y="3097"/>
                      </a:lnTo>
                      <a:lnTo>
                        <a:pt x="7572" y="3098"/>
                      </a:lnTo>
                      <a:lnTo>
                        <a:pt x="7568" y="3099"/>
                      </a:lnTo>
                      <a:lnTo>
                        <a:pt x="7567" y="3101"/>
                      </a:lnTo>
                      <a:lnTo>
                        <a:pt x="7567" y="3105"/>
                      </a:lnTo>
                      <a:lnTo>
                        <a:pt x="7568" y="3109"/>
                      </a:lnTo>
                      <a:lnTo>
                        <a:pt x="7573" y="3116"/>
                      </a:lnTo>
                      <a:lnTo>
                        <a:pt x="7580" y="3123"/>
                      </a:lnTo>
                      <a:lnTo>
                        <a:pt x="7583" y="3128"/>
                      </a:lnTo>
                      <a:lnTo>
                        <a:pt x="7584" y="3132"/>
                      </a:lnTo>
                      <a:lnTo>
                        <a:pt x="7585" y="3138"/>
                      </a:lnTo>
                      <a:lnTo>
                        <a:pt x="7585" y="3144"/>
                      </a:lnTo>
                      <a:lnTo>
                        <a:pt x="7585" y="3157"/>
                      </a:lnTo>
                      <a:lnTo>
                        <a:pt x="7584" y="3168"/>
                      </a:lnTo>
                      <a:lnTo>
                        <a:pt x="7584" y="3173"/>
                      </a:lnTo>
                      <a:lnTo>
                        <a:pt x="7582" y="3178"/>
                      </a:lnTo>
                      <a:lnTo>
                        <a:pt x="7579" y="3182"/>
                      </a:lnTo>
                      <a:lnTo>
                        <a:pt x="7576" y="3187"/>
                      </a:lnTo>
                      <a:lnTo>
                        <a:pt x="7567" y="3197"/>
                      </a:lnTo>
                      <a:lnTo>
                        <a:pt x="7559" y="3203"/>
                      </a:lnTo>
                      <a:lnTo>
                        <a:pt x="7552" y="3208"/>
                      </a:lnTo>
                      <a:lnTo>
                        <a:pt x="7546" y="3214"/>
                      </a:lnTo>
                      <a:lnTo>
                        <a:pt x="7545" y="3218"/>
                      </a:lnTo>
                      <a:lnTo>
                        <a:pt x="7545" y="3222"/>
                      </a:lnTo>
                      <a:lnTo>
                        <a:pt x="7547" y="3225"/>
                      </a:lnTo>
                      <a:lnTo>
                        <a:pt x="7549" y="3230"/>
                      </a:lnTo>
                      <a:lnTo>
                        <a:pt x="7559" y="3236"/>
                      </a:lnTo>
                      <a:lnTo>
                        <a:pt x="7567" y="3239"/>
                      </a:lnTo>
                      <a:lnTo>
                        <a:pt x="7576" y="3242"/>
                      </a:lnTo>
                      <a:lnTo>
                        <a:pt x="7582" y="3243"/>
                      </a:lnTo>
                      <a:lnTo>
                        <a:pt x="7589" y="3241"/>
                      </a:lnTo>
                      <a:lnTo>
                        <a:pt x="7598" y="3236"/>
                      </a:lnTo>
                      <a:lnTo>
                        <a:pt x="7608" y="3231"/>
                      </a:lnTo>
                      <a:lnTo>
                        <a:pt x="7615" y="3226"/>
                      </a:lnTo>
                      <a:lnTo>
                        <a:pt x="7618" y="3225"/>
                      </a:lnTo>
                      <a:lnTo>
                        <a:pt x="7622" y="3224"/>
                      </a:lnTo>
                      <a:lnTo>
                        <a:pt x="7626" y="3224"/>
                      </a:lnTo>
                      <a:lnTo>
                        <a:pt x="7629" y="3225"/>
                      </a:lnTo>
                      <a:lnTo>
                        <a:pt x="7633" y="3227"/>
                      </a:lnTo>
                      <a:lnTo>
                        <a:pt x="7636" y="3231"/>
                      </a:lnTo>
                      <a:lnTo>
                        <a:pt x="7640" y="3237"/>
                      </a:lnTo>
                      <a:lnTo>
                        <a:pt x="7643" y="3244"/>
                      </a:lnTo>
                      <a:lnTo>
                        <a:pt x="7646" y="3252"/>
                      </a:lnTo>
                      <a:lnTo>
                        <a:pt x="7647" y="3260"/>
                      </a:lnTo>
                      <a:lnTo>
                        <a:pt x="7647" y="3267"/>
                      </a:lnTo>
                      <a:lnTo>
                        <a:pt x="7647" y="3273"/>
                      </a:lnTo>
                      <a:lnTo>
                        <a:pt x="7647" y="3282"/>
                      </a:lnTo>
                      <a:lnTo>
                        <a:pt x="7649" y="3290"/>
                      </a:lnTo>
                      <a:lnTo>
                        <a:pt x="7654" y="3299"/>
                      </a:lnTo>
                      <a:lnTo>
                        <a:pt x="7661" y="3306"/>
                      </a:lnTo>
                      <a:lnTo>
                        <a:pt x="7672" y="3315"/>
                      </a:lnTo>
                      <a:lnTo>
                        <a:pt x="7685" y="3326"/>
                      </a:lnTo>
                      <a:lnTo>
                        <a:pt x="7691" y="3331"/>
                      </a:lnTo>
                      <a:lnTo>
                        <a:pt x="7697" y="3336"/>
                      </a:lnTo>
                      <a:lnTo>
                        <a:pt x="7700" y="3340"/>
                      </a:lnTo>
                      <a:lnTo>
                        <a:pt x="7704" y="3346"/>
                      </a:lnTo>
                      <a:lnTo>
                        <a:pt x="7706" y="3351"/>
                      </a:lnTo>
                      <a:lnTo>
                        <a:pt x="7708" y="3357"/>
                      </a:lnTo>
                      <a:lnTo>
                        <a:pt x="7709" y="3363"/>
                      </a:lnTo>
                      <a:lnTo>
                        <a:pt x="7709" y="3369"/>
                      </a:lnTo>
                      <a:lnTo>
                        <a:pt x="7709" y="3375"/>
                      </a:lnTo>
                      <a:lnTo>
                        <a:pt x="7710" y="3381"/>
                      </a:lnTo>
                      <a:lnTo>
                        <a:pt x="7711" y="3386"/>
                      </a:lnTo>
                      <a:lnTo>
                        <a:pt x="7713" y="3390"/>
                      </a:lnTo>
                      <a:lnTo>
                        <a:pt x="7718" y="3396"/>
                      </a:lnTo>
                      <a:lnTo>
                        <a:pt x="7725" y="3402"/>
                      </a:lnTo>
                      <a:lnTo>
                        <a:pt x="7729" y="3406"/>
                      </a:lnTo>
                      <a:lnTo>
                        <a:pt x="7733" y="3408"/>
                      </a:lnTo>
                      <a:lnTo>
                        <a:pt x="7734" y="3412"/>
                      </a:lnTo>
                      <a:lnTo>
                        <a:pt x="7736" y="3416"/>
                      </a:lnTo>
                      <a:lnTo>
                        <a:pt x="7737" y="3425"/>
                      </a:lnTo>
                      <a:lnTo>
                        <a:pt x="7736" y="3435"/>
                      </a:lnTo>
                      <a:lnTo>
                        <a:pt x="7735" y="3441"/>
                      </a:lnTo>
                      <a:lnTo>
                        <a:pt x="7733" y="3446"/>
                      </a:lnTo>
                      <a:lnTo>
                        <a:pt x="7730" y="3450"/>
                      </a:lnTo>
                      <a:lnTo>
                        <a:pt x="7727" y="3454"/>
                      </a:lnTo>
                      <a:lnTo>
                        <a:pt x="7719" y="3462"/>
                      </a:lnTo>
                      <a:lnTo>
                        <a:pt x="7712" y="3469"/>
                      </a:lnTo>
                      <a:lnTo>
                        <a:pt x="7710" y="3474"/>
                      </a:lnTo>
                      <a:lnTo>
                        <a:pt x="7709" y="3478"/>
                      </a:lnTo>
                      <a:lnTo>
                        <a:pt x="7708" y="3483"/>
                      </a:lnTo>
                      <a:lnTo>
                        <a:pt x="7706" y="3489"/>
                      </a:lnTo>
                      <a:lnTo>
                        <a:pt x="7705" y="3502"/>
                      </a:lnTo>
                      <a:lnTo>
                        <a:pt x="7705" y="3513"/>
                      </a:lnTo>
                      <a:lnTo>
                        <a:pt x="7708" y="3527"/>
                      </a:lnTo>
                      <a:lnTo>
                        <a:pt x="7709" y="3544"/>
                      </a:lnTo>
                      <a:lnTo>
                        <a:pt x="7710" y="3560"/>
                      </a:lnTo>
                      <a:lnTo>
                        <a:pt x="7709" y="3573"/>
                      </a:lnTo>
                      <a:lnTo>
                        <a:pt x="7706" y="3586"/>
                      </a:lnTo>
                      <a:lnTo>
                        <a:pt x="7706" y="3601"/>
                      </a:lnTo>
                      <a:lnTo>
                        <a:pt x="7706" y="3608"/>
                      </a:lnTo>
                      <a:lnTo>
                        <a:pt x="7708" y="3614"/>
                      </a:lnTo>
                      <a:lnTo>
                        <a:pt x="7710" y="3619"/>
                      </a:lnTo>
                      <a:lnTo>
                        <a:pt x="7712" y="3622"/>
                      </a:lnTo>
                      <a:lnTo>
                        <a:pt x="7718" y="3627"/>
                      </a:lnTo>
                      <a:lnTo>
                        <a:pt x="7723" y="3632"/>
                      </a:lnTo>
                      <a:lnTo>
                        <a:pt x="7725" y="3635"/>
                      </a:lnTo>
                      <a:lnTo>
                        <a:pt x="7727" y="3638"/>
                      </a:lnTo>
                      <a:lnTo>
                        <a:pt x="7727" y="3641"/>
                      </a:lnTo>
                      <a:lnTo>
                        <a:pt x="7727" y="3643"/>
                      </a:lnTo>
                      <a:lnTo>
                        <a:pt x="7723" y="3648"/>
                      </a:lnTo>
                      <a:lnTo>
                        <a:pt x="7722" y="3652"/>
                      </a:lnTo>
                      <a:lnTo>
                        <a:pt x="7722" y="3654"/>
                      </a:lnTo>
                      <a:lnTo>
                        <a:pt x="7723" y="3655"/>
                      </a:lnTo>
                      <a:lnTo>
                        <a:pt x="7724" y="3655"/>
                      </a:lnTo>
                      <a:lnTo>
                        <a:pt x="7727" y="3657"/>
                      </a:lnTo>
                      <a:lnTo>
                        <a:pt x="7729" y="3657"/>
                      </a:lnTo>
                      <a:lnTo>
                        <a:pt x="7731" y="3658"/>
                      </a:lnTo>
                      <a:lnTo>
                        <a:pt x="7731" y="3659"/>
                      </a:lnTo>
                      <a:lnTo>
                        <a:pt x="7733" y="3661"/>
                      </a:lnTo>
                      <a:lnTo>
                        <a:pt x="7731" y="3666"/>
                      </a:lnTo>
                      <a:lnTo>
                        <a:pt x="7730" y="3674"/>
                      </a:lnTo>
                      <a:lnTo>
                        <a:pt x="7729" y="3678"/>
                      </a:lnTo>
                      <a:lnTo>
                        <a:pt x="7729" y="3683"/>
                      </a:lnTo>
                      <a:lnTo>
                        <a:pt x="7729" y="3689"/>
                      </a:lnTo>
                      <a:lnTo>
                        <a:pt x="7730" y="3693"/>
                      </a:lnTo>
                      <a:lnTo>
                        <a:pt x="7733" y="3699"/>
                      </a:lnTo>
                      <a:lnTo>
                        <a:pt x="7735" y="3705"/>
                      </a:lnTo>
                      <a:lnTo>
                        <a:pt x="7738" y="3711"/>
                      </a:lnTo>
                      <a:lnTo>
                        <a:pt x="7743" y="3718"/>
                      </a:lnTo>
                      <a:lnTo>
                        <a:pt x="7754" y="3731"/>
                      </a:lnTo>
                      <a:lnTo>
                        <a:pt x="7766" y="3742"/>
                      </a:lnTo>
                      <a:lnTo>
                        <a:pt x="7778" y="3752"/>
                      </a:lnTo>
                      <a:lnTo>
                        <a:pt x="7790" y="3758"/>
                      </a:lnTo>
                      <a:lnTo>
                        <a:pt x="7794" y="3761"/>
                      </a:lnTo>
                      <a:lnTo>
                        <a:pt x="7798" y="3766"/>
                      </a:lnTo>
                      <a:lnTo>
                        <a:pt x="7800" y="3769"/>
                      </a:lnTo>
                      <a:lnTo>
                        <a:pt x="7801" y="3774"/>
                      </a:lnTo>
                      <a:lnTo>
                        <a:pt x="7801" y="3786"/>
                      </a:lnTo>
                      <a:lnTo>
                        <a:pt x="7801" y="3798"/>
                      </a:lnTo>
                      <a:lnTo>
                        <a:pt x="7800" y="3811"/>
                      </a:lnTo>
                      <a:lnTo>
                        <a:pt x="7801" y="3827"/>
                      </a:lnTo>
                      <a:lnTo>
                        <a:pt x="7803" y="3835"/>
                      </a:lnTo>
                      <a:lnTo>
                        <a:pt x="7804" y="3842"/>
                      </a:lnTo>
                      <a:lnTo>
                        <a:pt x="7806" y="3849"/>
                      </a:lnTo>
                      <a:lnTo>
                        <a:pt x="7810" y="3855"/>
                      </a:lnTo>
                      <a:lnTo>
                        <a:pt x="7815" y="3860"/>
                      </a:lnTo>
                      <a:lnTo>
                        <a:pt x="7820" y="3863"/>
                      </a:lnTo>
                      <a:lnTo>
                        <a:pt x="7826" y="3866"/>
                      </a:lnTo>
                      <a:lnTo>
                        <a:pt x="7831" y="3868"/>
                      </a:lnTo>
                      <a:lnTo>
                        <a:pt x="7837" y="3868"/>
                      </a:lnTo>
                      <a:lnTo>
                        <a:pt x="7843" y="3868"/>
                      </a:lnTo>
                      <a:lnTo>
                        <a:pt x="7848" y="3867"/>
                      </a:lnTo>
                      <a:lnTo>
                        <a:pt x="7851" y="3866"/>
                      </a:lnTo>
                      <a:lnTo>
                        <a:pt x="7862" y="3857"/>
                      </a:lnTo>
                      <a:lnTo>
                        <a:pt x="7880" y="3846"/>
                      </a:lnTo>
                      <a:lnTo>
                        <a:pt x="7900" y="3830"/>
                      </a:lnTo>
                      <a:lnTo>
                        <a:pt x="7920" y="3815"/>
                      </a:lnTo>
                      <a:lnTo>
                        <a:pt x="7939" y="3797"/>
                      </a:lnTo>
                      <a:lnTo>
                        <a:pt x="7961" y="3775"/>
                      </a:lnTo>
                      <a:lnTo>
                        <a:pt x="7981" y="3754"/>
                      </a:lnTo>
                      <a:lnTo>
                        <a:pt x="7996" y="3739"/>
                      </a:lnTo>
                      <a:lnTo>
                        <a:pt x="8009" y="3728"/>
                      </a:lnTo>
                      <a:lnTo>
                        <a:pt x="8023" y="3717"/>
                      </a:lnTo>
                      <a:lnTo>
                        <a:pt x="8034" y="3709"/>
                      </a:lnTo>
                      <a:lnTo>
                        <a:pt x="8046" y="3703"/>
                      </a:lnTo>
                      <a:lnTo>
                        <a:pt x="8057" y="3698"/>
                      </a:lnTo>
                      <a:lnTo>
                        <a:pt x="8065" y="3697"/>
                      </a:lnTo>
                      <a:lnTo>
                        <a:pt x="8069" y="3698"/>
                      </a:lnTo>
                      <a:lnTo>
                        <a:pt x="8070" y="3701"/>
                      </a:lnTo>
                      <a:lnTo>
                        <a:pt x="8071" y="3704"/>
                      </a:lnTo>
                      <a:lnTo>
                        <a:pt x="8071" y="3709"/>
                      </a:lnTo>
                      <a:lnTo>
                        <a:pt x="8068" y="3722"/>
                      </a:lnTo>
                      <a:lnTo>
                        <a:pt x="8064" y="3736"/>
                      </a:lnTo>
                      <a:lnTo>
                        <a:pt x="8063" y="3745"/>
                      </a:lnTo>
                      <a:lnTo>
                        <a:pt x="8064" y="3750"/>
                      </a:lnTo>
                      <a:lnTo>
                        <a:pt x="8065" y="3758"/>
                      </a:lnTo>
                      <a:lnTo>
                        <a:pt x="8068" y="3764"/>
                      </a:lnTo>
                      <a:lnTo>
                        <a:pt x="8075" y="3773"/>
                      </a:lnTo>
                      <a:lnTo>
                        <a:pt x="8082" y="3784"/>
                      </a:lnTo>
                      <a:lnTo>
                        <a:pt x="8090" y="3793"/>
                      </a:lnTo>
                      <a:lnTo>
                        <a:pt x="8099" y="3804"/>
                      </a:lnTo>
                      <a:lnTo>
                        <a:pt x="8108" y="3817"/>
                      </a:lnTo>
                      <a:lnTo>
                        <a:pt x="8119" y="3829"/>
                      </a:lnTo>
                      <a:lnTo>
                        <a:pt x="8128" y="3841"/>
                      </a:lnTo>
                      <a:lnTo>
                        <a:pt x="8138" y="3850"/>
                      </a:lnTo>
                      <a:lnTo>
                        <a:pt x="8141" y="3855"/>
                      </a:lnTo>
                      <a:lnTo>
                        <a:pt x="8144" y="3861"/>
                      </a:lnTo>
                      <a:lnTo>
                        <a:pt x="8144" y="3867"/>
                      </a:lnTo>
                      <a:lnTo>
                        <a:pt x="8144" y="3873"/>
                      </a:lnTo>
                      <a:lnTo>
                        <a:pt x="8141" y="3885"/>
                      </a:lnTo>
                      <a:lnTo>
                        <a:pt x="8140" y="3897"/>
                      </a:lnTo>
                      <a:lnTo>
                        <a:pt x="8140" y="3901"/>
                      </a:lnTo>
                      <a:lnTo>
                        <a:pt x="8140" y="3906"/>
                      </a:lnTo>
                      <a:lnTo>
                        <a:pt x="8141" y="3911"/>
                      </a:lnTo>
                      <a:lnTo>
                        <a:pt x="8144" y="3914"/>
                      </a:lnTo>
                      <a:lnTo>
                        <a:pt x="8151" y="3923"/>
                      </a:lnTo>
                      <a:lnTo>
                        <a:pt x="8160" y="3931"/>
                      </a:lnTo>
                      <a:lnTo>
                        <a:pt x="8165" y="3936"/>
                      </a:lnTo>
                      <a:lnTo>
                        <a:pt x="8170" y="3941"/>
                      </a:lnTo>
                      <a:lnTo>
                        <a:pt x="8174" y="3947"/>
                      </a:lnTo>
                      <a:lnTo>
                        <a:pt x="8177" y="3953"/>
                      </a:lnTo>
                      <a:lnTo>
                        <a:pt x="8182" y="3967"/>
                      </a:lnTo>
                      <a:lnTo>
                        <a:pt x="8184" y="3981"/>
                      </a:lnTo>
                      <a:lnTo>
                        <a:pt x="8185" y="3989"/>
                      </a:lnTo>
                      <a:lnTo>
                        <a:pt x="8188" y="3998"/>
                      </a:lnTo>
                      <a:lnTo>
                        <a:pt x="8191" y="4006"/>
                      </a:lnTo>
                      <a:lnTo>
                        <a:pt x="8195" y="4013"/>
                      </a:lnTo>
                      <a:lnTo>
                        <a:pt x="8198" y="4021"/>
                      </a:lnTo>
                      <a:lnTo>
                        <a:pt x="8202" y="4029"/>
                      </a:lnTo>
                      <a:lnTo>
                        <a:pt x="8207" y="4036"/>
                      </a:lnTo>
                      <a:lnTo>
                        <a:pt x="8212" y="4042"/>
                      </a:lnTo>
                      <a:lnTo>
                        <a:pt x="8216" y="4048"/>
                      </a:lnTo>
                      <a:lnTo>
                        <a:pt x="8219" y="4055"/>
                      </a:lnTo>
                      <a:lnTo>
                        <a:pt x="8221" y="4063"/>
                      </a:lnTo>
                      <a:lnTo>
                        <a:pt x="8221" y="4070"/>
                      </a:lnTo>
                      <a:lnTo>
                        <a:pt x="8222" y="4081"/>
                      </a:lnTo>
                      <a:lnTo>
                        <a:pt x="8222" y="4093"/>
                      </a:lnTo>
                      <a:lnTo>
                        <a:pt x="8222" y="4095"/>
                      </a:lnTo>
                      <a:lnTo>
                        <a:pt x="8221" y="4095"/>
                      </a:lnTo>
                      <a:lnTo>
                        <a:pt x="8219" y="4094"/>
                      </a:lnTo>
                      <a:lnTo>
                        <a:pt x="8216" y="4093"/>
                      </a:lnTo>
                      <a:lnTo>
                        <a:pt x="8212" y="4090"/>
                      </a:lnTo>
                      <a:lnTo>
                        <a:pt x="8209" y="4090"/>
                      </a:lnTo>
                      <a:lnTo>
                        <a:pt x="8206" y="4093"/>
                      </a:lnTo>
                      <a:lnTo>
                        <a:pt x="8201" y="4096"/>
                      </a:lnTo>
                      <a:lnTo>
                        <a:pt x="8191" y="4102"/>
                      </a:lnTo>
                      <a:lnTo>
                        <a:pt x="8182" y="4109"/>
                      </a:lnTo>
                      <a:lnTo>
                        <a:pt x="8178" y="4113"/>
                      </a:lnTo>
                      <a:lnTo>
                        <a:pt x="8174" y="4117"/>
                      </a:lnTo>
                      <a:lnTo>
                        <a:pt x="8171" y="4120"/>
                      </a:lnTo>
                      <a:lnTo>
                        <a:pt x="8169" y="4125"/>
                      </a:lnTo>
                      <a:lnTo>
                        <a:pt x="8168" y="4130"/>
                      </a:lnTo>
                      <a:lnTo>
                        <a:pt x="8168" y="4136"/>
                      </a:lnTo>
                      <a:lnTo>
                        <a:pt x="8169" y="4142"/>
                      </a:lnTo>
                      <a:lnTo>
                        <a:pt x="8171" y="4147"/>
                      </a:lnTo>
                      <a:lnTo>
                        <a:pt x="8176" y="4152"/>
                      </a:lnTo>
                      <a:lnTo>
                        <a:pt x="8181" y="4157"/>
                      </a:lnTo>
                      <a:lnTo>
                        <a:pt x="8187" y="4159"/>
                      </a:lnTo>
                      <a:lnTo>
                        <a:pt x="8193" y="4162"/>
                      </a:lnTo>
                      <a:lnTo>
                        <a:pt x="8207" y="4165"/>
                      </a:lnTo>
                      <a:lnTo>
                        <a:pt x="8221" y="4169"/>
                      </a:lnTo>
                      <a:lnTo>
                        <a:pt x="8239" y="4172"/>
                      </a:lnTo>
                      <a:lnTo>
                        <a:pt x="8258" y="4177"/>
                      </a:lnTo>
                      <a:lnTo>
                        <a:pt x="8277" y="4181"/>
                      </a:lnTo>
                      <a:lnTo>
                        <a:pt x="8289" y="4185"/>
                      </a:lnTo>
                      <a:lnTo>
                        <a:pt x="8292" y="4189"/>
                      </a:lnTo>
                      <a:lnTo>
                        <a:pt x="8295" y="4193"/>
                      </a:lnTo>
                      <a:lnTo>
                        <a:pt x="8296" y="4199"/>
                      </a:lnTo>
                      <a:lnTo>
                        <a:pt x="8296" y="4206"/>
                      </a:lnTo>
                      <a:lnTo>
                        <a:pt x="8294" y="4220"/>
                      </a:lnTo>
                      <a:lnTo>
                        <a:pt x="8291" y="4232"/>
                      </a:lnTo>
                      <a:lnTo>
                        <a:pt x="8290" y="4254"/>
                      </a:lnTo>
                      <a:lnTo>
                        <a:pt x="8288" y="4282"/>
                      </a:lnTo>
                      <a:lnTo>
                        <a:pt x="8286" y="4295"/>
                      </a:lnTo>
                      <a:lnTo>
                        <a:pt x="8285" y="4308"/>
                      </a:lnTo>
                      <a:lnTo>
                        <a:pt x="8283" y="4319"/>
                      </a:lnTo>
                      <a:lnTo>
                        <a:pt x="8281" y="4327"/>
                      </a:lnTo>
                      <a:lnTo>
                        <a:pt x="8277" y="4332"/>
                      </a:lnTo>
                      <a:lnTo>
                        <a:pt x="8273" y="4335"/>
                      </a:lnTo>
                      <a:lnTo>
                        <a:pt x="8270" y="4338"/>
                      </a:lnTo>
                      <a:lnTo>
                        <a:pt x="8266" y="4338"/>
                      </a:lnTo>
                      <a:lnTo>
                        <a:pt x="8263" y="4338"/>
                      </a:lnTo>
                      <a:lnTo>
                        <a:pt x="8260" y="4336"/>
                      </a:lnTo>
                      <a:lnTo>
                        <a:pt x="8258" y="4335"/>
                      </a:lnTo>
                      <a:lnTo>
                        <a:pt x="8257" y="4332"/>
                      </a:lnTo>
                      <a:lnTo>
                        <a:pt x="8257" y="4330"/>
                      </a:lnTo>
                      <a:lnTo>
                        <a:pt x="8256" y="4329"/>
                      </a:lnTo>
                      <a:lnTo>
                        <a:pt x="8252" y="4329"/>
                      </a:lnTo>
                      <a:lnTo>
                        <a:pt x="8250" y="4329"/>
                      </a:lnTo>
                      <a:lnTo>
                        <a:pt x="8241" y="4332"/>
                      </a:lnTo>
                      <a:lnTo>
                        <a:pt x="8232" y="4334"/>
                      </a:lnTo>
                      <a:lnTo>
                        <a:pt x="8213" y="4342"/>
                      </a:lnTo>
                      <a:lnTo>
                        <a:pt x="8197" y="4350"/>
                      </a:lnTo>
                      <a:lnTo>
                        <a:pt x="8191" y="4353"/>
                      </a:lnTo>
                      <a:lnTo>
                        <a:pt x="8185" y="4358"/>
                      </a:lnTo>
                      <a:lnTo>
                        <a:pt x="8179" y="4363"/>
                      </a:lnTo>
                      <a:lnTo>
                        <a:pt x="8174" y="4369"/>
                      </a:lnTo>
                      <a:lnTo>
                        <a:pt x="8169" y="4374"/>
                      </a:lnTo>
                      <a:lnTo>
                        <a:pt x="8164" y="4382"/>
                      </a:lnTo>
                      <a:lnTo>
                        <a:pt x="8160" y="4388"/>
                      </a:lnTo>
                      <a:lnTo>
                        <a:pt x="8158" y="4393"/>
                      </a:lnTo>
                      <a:lnTo>
                        <a:pt x="8156" y="4399"/>
                      </a:lnTo>
                      <a:lnTo>
                        <a:pt x="8157" y="4405"/>
                      </a:lnTo>
                      <a:lnTo>
                        <a:pt x="8158" y="4410"/>
                      </a:lnTo>
                      <a:lnTo>
                        <a:pt x="8162" y="4415"/>
                      </a:lnTo>
                      <a:lnTo>
                        <a:pt x="8169" y="4422"/>
                      </a:lnTo>
                      <a:lnTo>
                        <a:pt x="8177" y="4427"/>
                      </a:lnTo>
                      <a:lnTo>
                        <a:pt x="8179" y="4429"/>
                      </a:lnTo>
                      <a:lnTo>
                        <a:pt x="8181" y="4430"/>
                      </a:lnTo>
                      <a:lnTo>
                        <a:pt x="8179" y="4433"/>
                      </a:lnTo>
                      <a:lnTo>
                        <a:pt x="8178" y="4435"/>
                      </a:lnTo>
                      <a:lnTo>
                        <a:pt x="8171" y="4441"/>
                      </a:lnTo>
                      <a:lnTo>
                        <a:pt x="8159" y="4446"/>
                      </a:lnTo>
                      <a:lnTo>
                        <a:pt x="8141" y="4453"/>
                      </a:lnTo>
                      <a:lnTo>
                        <a:pt x="8125" y="4460"/>
                      </a:lnTo>
                      <a:lnTo>
                        <a:pt x="8119" y="4462"/>
                      </a:lnTo>
                      <a:lnTo>
                        <a:pt x="8113" y="4464"/>
                      </a:lnTo>
                      <a:lnTo>
                        <a:pt x="8103" y="4462"/>
                      </a:lnTo>
                      <a:lnTo>
                        <a:pt x="8092" y="4460"/>
                      </a:lnTo>
                      <a:lnTo>
                        <a:pt x="8089" y="4461"/>
                      </a:lnTo>
                      <a:lnTo>
                        <a:pt x="8084" y="4464"/>
                      </a:lnTo>
                      <a:lnTo>
                        <a:pt x="8080" y="4467"/>
                      </a:lnTo>
                      <a:lnTo>
                        <a:pt x="8076" y="4473"/>
                      </a:lnTo>
                      <a:lnTo>
                        <a:pt x="8068" y="4484"/>
                      </a:lnTo>
                      <a:lnTo>
                        <a:pt x="8064" y="4491"/>
                      </a:lnTo>
                      <a:lnTo>
                        <a:pt x="8063" y="4493"/>
                      </a:lnTo>
                      <a:lnTo>
                        <a:pt x="8062" y="4495"/>
                      </a:lnTo>
                      <a:lnTo>
                        <a:pt x="8061" y="4497"/>
                      </a:lnTo>
                      <a:lnTo>
                        <a:pt x="8058" y="4497"/>
                      </a:lnTo>
                      <a:lnTo>
                        <a:pt x="8055" y="4497"/>
                      </a:lnTo>
                      <a:lnTo>
                        <a:pt x="8051" y="4496"/>
                      </a:lnTo>
                      <a:lnTo>
                        <a:pt x="8048" y="4495"/>
                      </a:lnTo>
                      <a:lnTo>
                        <a:pt x="8044" y="4492"/>
                      </a:lnTo>
                      <a:lnTo>
                        <a:pt x="8034" y="4487"/>
                      </a:lnTo>
                      <a:lnTo>
                        <a:pt x="8026" y="4485"/>
                      </a:lnTo>
                      <a:lnTo>
                        <a:pt x="8018" y="4484"/>
                      </a:lnTo>
                      <a:lnTo>
                        <a:pt x="8012" y="4484"/>
                      </a:lnTo>
                      <a:lnTo>
                        <a:pt x="8005" y="4484"/>
                      </a:lnTo>
                      <a:lnTo>
                        <a:pt x="7995" y="4484"/>
                      </a:lnTo>
                      <a:lnTo>
                        <a:pt x="7986" y="4481"/>
                      </a:lnTo>
                      <a:lnTo>
                        <a:pt x="7977" y="4478"/>
                      </a:lnTo>
                      <a:lnTo>
                        <a:pt x="7969" y="4473"/>
                      </a:lnTo>
                      <a:lnTo>
                        <a:pt x="7963" y="4470"/>
                      </a:lnTo>
                      <a:lnTo>
                        <a:pt x="7954" y="4466"/>
                      </a:lnTo>
                      <a:lnTo>
                        <a:pt x="7941" y="4462"/>
                      </a:lnTo>
                      <a:lnTo>
                        <a:pt x="7932" y="4462"/>
                      </a:lnTo>
                      <a:lnTo>
                        <a:pt x="7924" y="4462"/>
                      </a:lnTo>
                      <a:lnTo>
                        <a:pt x="7918" y="4465"/>
                      </a:lnTo>
                      <a:lnTo>
                        <a:pt x="7912" y="4467"/>
                      </a:lnTo>
                      <a:lnTo>
                        <a:pt x="7907" y="4470"/>
                      </a:lnTo>
                      <a:lnTo>
                        <a:pt x="7905" y="4473"/>
                      </a:lnTo>
                      <a:lnTo>
                        <a:pt x="7903" y="4477"/>
                      </a:lnTo>
                      <a:lnTo>
                        <a:pt x="7903" y="4480"/>
                      </a:lnTo>
                      <a:lnTo>
                        <a:pt x="7904" y="4484"/>
                      </a:lnTo>
                      <a:lnTo>
                        <a:pt x="7906" y="4486"/>
                      </a:lnTo>
                      <a:lnTo>
                        <a:pt x="7910" y="4490"/>
                      </a:lnTo>
                      <a:lnTo>
                        <a:pt x="7913" y="4491"/>
                      </a:lnTo>
                      <a:lnTo>
                        <a:pt x="7923" y="4496"/>
                      </a:lnTo>
                      <a:lnTo>
                        <a:pt x="7932" y="4499"/>
                      </a:lnTo>
                      <a:lnTo>
                        <a:pt x="7936" y="4503"/>
                      </a:lnTo>
                      <a:lnTo>
                        <a:pt x="7937" y="4508"/>
                      </a:lnTo>
                      <a:lnTo>
                        <a:pt x="7936" y="4514"/>
                      </a:lnTo>
                      <a:lnTo>
                        <a:pt x="7935" y="4519"/>
                      </a:lnTo>
                      <a:lnTo>
                        <a:pt x="7932" y="4525"/>
                      </a:lnTo>
                      <a:lnTo>
                        <a:pt x="7929" y="4530"/>
                      </a:lnTo>
                      <a:lnTo>
                        <a:pt x="7924" y="4535"/>
                      </a:lnTo>
                      <a:lnTo>
                        <a:pt x="7918" y="4537"/>
                      </a:lnTo>
                      <a:lnTo>
                        <a:pt x="7913" y="4540"/>
                      </a:lnTo>
                      <a:lnTo>
                        <a:pt x="7907" y="4541"/>
                      </a:lnTo>
                      <a:lnTo>
                        <a:pt x="7901" y="4541"/>
                      </a:lnTo>
                      <a:lnTo>
                        <a:pt x="7895" y="4540"/>
                      </a:lnTo>
                      <a:lnTo>
                        <a:pt x="7889" y="4538"/>
                      </a:lnTo>
                      <a:lnTo>
                        <a:pt x="7885" y="4537"/>
                      </a:lnTo>
                      <a:lnTo>
                        <a:pt x="7879" y="4534"/>
                      </a:lnTo>
                      <a:lnTo>
                        <a:pt x="7874" y="4530"/>
                      </a:lnTo>
                      <a:lnTo>
                        <a:pt x="7869" y="4528"/>
                      </a:lnTo>
                      <a:lnTo>
                        <a:pt x="7866" y="4527"/>
                      </a:lnTo>
                      <a:lnTo>
                        <a:pt x="7863" y="4529"/>
                      </a:lnTo>
                      <a:lnTo>
                        <a:pt x="7861" y="4531"/>
                      </a:lnTo>
                      <a:lnTo>
                        <a:pt x="7859" y="4534"/>
                      </a:lnTo>
                      <a:lnTo>
                        <a:pt x="7855" y="4537"/>
                      </a:lnTo>
                      <a:lnTo>
                        <a:pt x="7851" y="4538"/>
                      </a:lnTo>
                      <a:lnTo>
                        <a:pt x="7844" y="4540"/>
                      </a:lnTo>
                      <a:lnTo>
                        <a:pt x="7836" y="4538"/>
                      </a:lnTo>
                      <a:lnTo>
                        <a:pt x="7826" y="4537"/>
                      </a:lnTo>
                      <a:lnTo>
                        <a:pt x="7816" y="4537"/>
                      </a:lnTo>
                      <a:lnTo>
                        <a:pt x="7807" y="4540"/>
                      </a:lnTo>
                      <a:lnTo>
                        <a:pt x="7804" y="4541"/>
                      </a:lnTo>
                      <a:lnTo>
                        <a:pt x="7800" y="4543"/>
                      </a:lnTo>
                      <a:lnTo>
                        <a:pt x="7798" y="4546"/>
                      </a:lnTo>
                      <a:lnTo>
                        <a:pt x="7797" y="4548"/>
                      </a:lnTo>
                      <a:lnTo>
                        <a:pt x="7792" y="4558"/>
                      </a:lnTo>
                      <a:lnTo>
                        <a:pt x="7788" y="4571"/>
                      </a:lnTo>
                      <a:lnTo>
                        <a:pt x="7785" y="4584"/>
                      </a:lnTo>
                      <a:lnTo>
                        <a:pt x="7781" y="4596"/>
                      </a:lnTo>
                      <a:lnTo>
                        <a:pt x="7779" y="4600"/>
                      </a:lnTo>
                      <a:lnTo>
                        <a:pt x="7774" y="4606"/>
                      </a:lnTo>
                      <a:lnTo>
                        <a:pt x="7769" y="4612"/>
                      </a:lnTo>
                      <a:lnTo>
                        <a:pt x="7765" y="4619"/>
                      </a:lnTo>
                      <a:lnTo>
                        <a:pt x="7754" y="4630"/>
                      </a:lnTo>
                      <a:lnTo>
                        <a:pt x="7747" y="4638"/>
                      </a:lnTo>
                      <a:lnTo>
                        <a:pt x="7740" y="4653"/>
                      </a:lnTo>
                      <a:lnTo>
                        <a:pt x="7733" y="4664"/>
                      </a:lnTo>
                      <a:lnTo>
                        <a:pt x="7730" y="4670"/>
                      </a:lnTo>
                      <a:lnTo>
                        <a:pt x="7727" y="4674"/>
                      </a:lnTo>
                      <a:lnTo>
                        <a:pt x="7724" y="4675"/>
                      </a:lnTo>
                      <a:lnTo>
                        <a:pt x="7722" y="4674"/>
                      </a:lnTo>
                      <a:lnTo>
                        <a:pt x="7718" y="4673"/>
                      </a:lnTo>
                      <a:lnTo>
                        <a:pt x="7716" y="4670"/>
                      </a:lnTo>
                      <a:lnTo>
                        <a:pt x="7705" y="4660"/>
                      </a:lnTo>
                      <a:lnTo>
                        <a:pt x="7696" y="4650"/>
                      </a:lnTo>
                      <a:lnTo>
                        <a:pt x="7692" y="4647"/>
                      </a:lnTo>
                      <a:lnTo>
                        <a:pt x="7690" y="4644"/>
                      </a:lnTo>
                      <a:lnTo>
                        <a:pt x="7685" y="4644"/>
                      </a:lnTo>
                      <a:lnTo>
                        <a:pt x="7680" y="4645"/>
                      </a:lnTo>
                      <a:lnTo>
                        <a:pt x="7672" y="4648"/>
                      </a:lnTo>
                      <a:lnTo>
                        <a:pt x="7664" y="4650"/>
                      </a:lnTo>
                      <a:lnTo>
                        <a:pt x="7654" y="4653"/>
                      </a:lnTo>
                      <a:lnTo>
                        <a:pt x="7643" y="4654"/>
                      </a:lnTo>
                      <a:lnTo>
                        <a:pt x="7639" y="4655"/>
                      </a:lnTo>
                      <a:lnTo>
                        <a:pt x="7633" y="4657"/>
                      </a:lnTo>
                      <a:lnTo>
                        <a:pt x="7627" y="4661"/>
                      </a:lnTo>
                      <a:lnTo>
                        <a:pt x="7620" y="4667"/>
                      </a:lnTo>
                      <a:lnTo>
                        <a:pt x="7605" y="4683"/>
                      </a:lnTo>
                      <a:lnTo>
                        <a:pt x="7590" y="4703"/>
                      </a:lnTo>
                      <a:lnTo>
                        <a:pt x="7574" y="4722"/>
                      </a:lnTo>
                      <a:lnTo>
                        <a:pt x="7563" y="4735"/>
                      </a:lnTo>
                      <a:lnTo>
                        <a:pt x="7548" y="4750"/>
                      </a:lnTo>
                      <a:lnTo>
                        <a:pt x="7533" y="4764"/>
                      </a:lnTo>
                      <a:lnTo>
                        <a:pt x="7524" y="4773"/>
                      </a:lnTo>
                      <a:lnTo>
                        <a:pt x="7517" y="4777"/>
                      </a:lnTo>
                      <a:lnTo>
                        <a:pt x="7515" y="4777"/>
                      </a:lnTo>
                      <a:lnTo>
                        <a:pt x="7511" y="4776"/>
                      </a:lnTo>
                      <a:lnTo>
                        <a:pt x="7508" y="4774"/>
                      </a:lnTo>
                      <a:lnTo>
                        <a:pt x="7503" y="4769"/>
                      </a:lnTo>
                      <a:lnTo>
                        <a:pt x="7501" y="4767"/>
                      </a:lnTo>
                      <a:lnTo>
                        <a:pt x="7500" y="4766"/>
                      </a:lnTo>
                      <a:lnTo>
                        <a:pt x="7496" y="4764"/>
                      </a:lnTo>
                      <a:lnTo>
                        <a:pt x="7494" y="4764"/>
                      </a:lnTo>
                      <a:lnTo>
                        <a:pt x="7491" y="4764"/>
                      </a:lnTo>
                      <a:lnTo>
                        <a:pt x="7488" y="4767"/>
                      </a:lnTo>
                      <a:lnTo>
                        <a:pt x="7483" y="4769"/>
                      </a:lnTo>
                      <a:lnTo>
                        <a:pt x="7478" y="4773"/>
                      </a:lnTo>
                      <a:lnTo>
                        <a:pt x="7467" y="4781"/>
                      </a:lnTo>
                      <a:lnTo>
                        <a:pt x="7456" y="4790"/>
                      </a:lnTo>
                      <a:lnTo>
                        <a:pt x="7445" y="4798"/>
                      </a:lnTo>
                      <a:lnTo>
                        <a:pt x="7437" y="4802"/>
                      </a:lnTo>
                      <a:lnTo>
                        <a:pt x="7421" y="4811"/>
                      </a:lnTo>
                      <a:lnTo>
                        <a:pt x="7398" y="4821"/>
                      </a:lnTo>
                      <a:lnTo>
                        <a:pt x="7377" y="4833"/>
                      </a:lnTo>
                      <a:lnTo>
                        <a:pt x="7362" y="4843"/>
                      </a:lnTo>
                      <a:lnTo>
                        <a:pt x="7357" y="4846"/>
                      </a:lnTo>
                      <a:lnTo>
                        <a:pt x="7356" y="4852"/>
                      </a:lnTo>
                      <a:lnTo>
                        <a:pt x="7354" y="4857"/>
                      </a:lnTo>
                      <a:lnTo>
                        <a:pt x="7354" y="4863"/>
                      </a:lnTo>
                      <a:lnTo>
                        <a:pt x="7356" y="4875"/>
                      </a:lnTo>
                      <a:lnTo>
                        <a:pt x="7357" y="4886"/>
                      </a:lnTo>
                      <a:lnTo>
                        <a:pt x="7356" y="4890"/>
                      </a:lnTo>
                      <a:lnTo>
                        <a:pt x="7353" y="4895"/>
                      </a:lnTo>
                      <a:lnTo>
                        <a:pt x="7349" y="4899"/>
                      </a:lnTo>
                      <a:lnTo>
                        <a:pt x="7344" y="4903"/>
                      </a:lnTo>
                      <a:lnTo>
                        <a:pt x="7334" y="4909"/>
                      </a:lnTo>
                      <a:lnTo>
                        <a:pt x="7325" y="4913"/>
                      </a:lnTo>
                      <a:lnTo>
                        <a:pt x="7318" y="4915"/>
                      </a:lnTo>
                      <a:lnTo>
                        <a:pt x="7311" y="4919"/>
                      </a:lnTo>
                      <a:lnTo>
                        <a:pt x="7305" y="4925"/>
                      </a:lnTo>
                      <a:lnTo>
                        <a:pt x="7300" y="4933"/>
                      </a:lnTo>
                      <a:lnTo>
                        <a:pt x="7295" y="4943"/>
                      </a:lnTo>
                      <a:lnTo>
                        <a:pt x="7289" y="4954"/>
                      </a:lnTo>
                      <a:lnTo>
                        <a:pt x="7282" y="4968"/>
                      </a:lnTo>
                      <a:lnTo>
                        <a:pt x="7271" y="4981"/>
                      </a:lnTo>
                      <a:lnTo>
                        <a:pt x="7267" y="4988"/>
                      </a:lnTo>
                      <a:lnTo>
                        <a:pt x="7263" y="4995"/>
                      </a:lnTo>
                      <a:lnTo>
                        <a:pt x="7261" y="5002"/>
                      </a:lnTo>
                      <a:lnTo>
                        <a:pt x="7259" y="5009"/>
                      </a:lnTo>
                      <a:lnTo>
                        <a:pt x="7259" y="5021"/>
                      </a:lnTo>
                      <a:lnTo>
                        <a:pt x="7261" y="5033"/>
                      </a:lnTo>
                      <a:lnTo>
                        <a:pt x="7259" y="5037"/>
                      </a:lnTo>
                      <a:lnTo>
                        <a:pt x="7257" y="5040"/>
                      </a:lnTo>
                      <a:lnTo>
                        <a:pt x="7253" y="5041"/>
                      </a:lnTo>
                      <a:lnTo>
                        <a:pt x="7250" y="5042"/>
                      </a:lnTo>
                      <a:lnTo>
                        <a:pt x="7240" y="5041"/>
                      </a:lnTo>
                      <a:lnTo>
                        <a:pt x="7232" y="5039"/>
                      </a:lnTo>
                      <a:lnTo>
                        <a:pt x="7228" y="5037"/>
                      </a:lnTo>
                      <a:lnTo>
                        <a:pt x="7226" y="5034"/>
                      </a:lnTo>
                      <a:lnTo>
                        <a:pt x="7225" y="5032"/>
                      </a:lnTo>
                      <a:lnTo>
                        <a:pt x="7224" y="5027"/>
                      </a:lnTo>
                      <a:lnTo>
                        <a:pt x="7224" y="5017"/>
                      </a:lnTo>
                      <a:lnTo>
                        <a:pt x="7224" y="5004"/>
                      </a:lnTo>
                      <a:lnTo>
                        <a:pt x="7223" y="4997"/>
                      </a:lnTo>
                      <a:lnTo>
                        <a:pt x="7221" y="4991"/>
                      </a:lnTo>
                      <a:lnTo>
                        <a:pt x="7219" y="4984"/>
                      </a:lnTo>
                      <a:lnTo>
                        <a:pt x="7217" y="4978"/>
                      </a:lnTo>
                      <a:lnTo>
                        <a:pt x="7209" y="4965"/>
                      </a:lnTo>
                      <a:lnTo>
                        <a:pt x="7200" y="4950"/>
                      </a:lnTo>
                      <a:lnTo>
                        <a:pt x="7190" y="4933"/>
                      </a:lnTo>
                      <a:lnTo>
                        <a:pt x="7181" y="4916"/>
                      </a:lnTo>
                      <a:lnTo>
                        <a:pt x="7171" y="4902"/>
                      </a:lnTo>
                      <a:lnTo>
                        <a:pt x="7163" y="4888"/>
                      </a:lnTo>
                      <a:lnTo>
                        <a:pt x="7157" y="4876"/>
                      </a:lnTo>
                      <a:lnTo>
                        <a:pt x="7155" y="4864"/>
                      </a:lnTo>
                      <a:lnTo>
                        <a:pt x="7152" y="4852"/>
                      </a:lnTo>
                      <a:lnTo>
                        <a:pt x="7150" y="4840"/>
                      </a:lnTo>
                      <a:lnTo>
                        <a:pt x="7148" y="4836"/>
                      </a:lnTo>
                      <a:lnTo>
                        <a:pt x="7145" y="4832"/>
                      </a:lnTo>
                      <a:lnTo>
                        <a:pt x="7141" y="4830"/>
                      </a:lnTo>
                      <a:lnTo>
                        <a:pt x="7136" y="4827"/>
                      </a:lnTo>
                      <a:lnTo>
                        <a:pt x="7124" y="4826"/>
                      </a:lnTo>
                      <a:lnTo>
                        <a:pt x="7111" y="4826"/>
                      </a:lnTo>
                      <a:lnTo>
                        <a:pt x="7104" y="4826"/>
                      </a:lnTo>
                      <a:lnTo>
                        <a:pt x="7097" y="4825"/>
                      </a:lnTo>
                      <a:lnTo>
                        <a:pt x="7091" y="4824"/>
                      </a:lnTo>
                      <a:lnTo>
                        <a:pt x="7085" y="4821"/>
                      </a:lnTo>
                      <a:lnTo>
                        <a:pt x="7079" y="4819"/>
                      </a:lnTo>
                      <a:lnTo>
                        <a:pt x="7073" y="4815"/>
                      </a:lnTo>
                      <a:lnTo>
                        <a:pt x="7068" y="4809"/>
                      </a:lnTo>
                      <a:lnTo>
                        <a:pt x="7064" y="4804"/>
                      </a:lnTo>
                      <a:lnTo>
                        <a:pt x="7057" y="4789"/>
                      </a:lnTo>
                      <a:lnTo>
                        <a:pt x="7051" y="4774"/>
                      </a:lnTo>
                      <a:lnTo>
                        <a:pt x="7048" y="4767"/>
                      </a:lnTo>
                      <a:lnTo>
                        <a:pt x="7045" y="4762"/>
                      </a:lnTo>
                      <a:lnTo>
                        <a:pt x="7044" y="4761"/>
                      </a:lnTo>
                      <a:lnTo>
                        <a:pt x="7042" y="4761"/>
                      </a:lnTo>
                      <a:lnTo>
                        <a:pt x="7038" y="4768"/>
                      </a:lnTo>
                      <a:lnTo>
                        <a:pt x="7031" y="4779"/>
                      </a:lnTo>
                      <a:lnTo>
                        <a:pt x="7019" y="4792"/>
                      </a:lnTo>
                      <a:lnTo>
                        <a:pt x="7006" y="4804"/>
                      </a:lnTo>
                      <a:lnTo>
                        <a:pt x="6993" y="4815"/>
                      </a:lnTo>
                      <a:lnTo>
                        <a:pt x="6982" y="4825"/>
                      </a:lnTo>
                      <a:lnTo>
                        <a:pt x="6978" y="4831"/>
                      </a:lnTo>
                      <a:lnTo>
                        <a:pt x="6973" y="4836"/>
                      </a:lnTo>
                      <a:lnTo>
                        <a:pt x="6971" y="4840"/>
                      </a:lnTo>
                      <a:lnTo>
                        <a:pt x="6969" y="4844"/>
                      </a:lnTo>
                      <a:lnTo>
                        <a:pt x="6969" y="4849"/>
                      </a:lnTo>
                      <a:lnTo>
                        <a:pt x="6971" y="4852"/>
                      </a:lnTo>
                      <a:lnTo>
                        <a:pt x="6972" y="4855"/>
                      </a:lnTo>
                      <a:lnTo>
                        <a:pt x="6974" y="4857"/>
                      </a:lnTo>
                      <a:lnTo>
                        <a:pt x="6979" y="4863"/>
                      </a:lnTo>
                      <a:lnTo>
                        <a:pt x="6986" y="4870"/>
                      </a:lnTo>
                      <a:lnTo>
                        <a:pt x="6993" y="4877"/>
                      </a:lnTo>
                      <a:lnTo>
                        <a:pt x="6999" y="4887"/>
                      </a:lnTo>
                      <a:lnTo>
                        <a:pt x="7004" y="4897"/>
                      </a:lnTo>
                      <a:lnTo>
                        <a:pt x="7007" y="4908"/>
                      </a:lnTo>
                      <a:lnTo>
                        <a:pt x="7009" y="4914"/>
                      </a:lnTo>
                      <a:lnTo>
                        <a:pt x="7009" y="4920"/>
                      </a:lnTo>
                      <a:lnTo>
                        <a:pt x="7007" y="4927"/>
                      </a:lnTo>
                      <a:lnTo>
                        <a:pt x="7006" y="4933"/>
                      </a:lnTo>
                      <a:lnTo>
                        <a:pt x="7004" y="4947"/>
                      </a:lnTo>
                      <a:lnTo>
                        <a:pt x="7003" y="4960"/>
                      </a:lnTo>
                      <a:lnTo>
                        <a:pt x="7003" y="4974"/>
                      </a:lnTo>
                      <a:lnTo>
                        <a:pt x="7004" y="4985"/>
                      </a:lnTo>
                      <a:lnTo>
                        <a:pt x="7005" y="4991"/>
                      </a:lnTo>
                      <a:lnTo>
                        <a:pt x="7005" y="4997"/>
                      </a:lnTo>
                      <a:lnTo>
                        <a:pt x="7005" y="5003"/>
                      </a:lnTo>
                      <a:lnTo>
                        <a:pt x="7004" y="5008"/>
                      </a:lnTo>
                      <a:lnTo>
                        <a:pt x="7000" y="5019"/>
                      </a:lnTo>
                      <a:lnTo>
                        <a:pt x="6999" y="5029"/>
                      </a:lnTo>
                      <a:lnTo>
                        <a:pt x="7000" y="5040"/>
                      </a:lnTo>
                      <a:lnTo>
                        <a:pt x="6999" y="5056"/>
                      </a:lnTo>
                      <a:lnTo>
                        <a:pt x="6999" y="5064"/>
                      </a:lnTo>
                      <a:lnTo>
                        <a:pt x="6999" y="5069"/>
                      </a:lnTo>
                      <a:lnTo>
                        <a:pt x="6999" y="5071"/>
                      </a:lnTo>
                      <a:lnTo>
                        <a:pt x="7000" y="5073"/>
                      </a:lnTo>
                      <a:lnTo>
                        <a:pt x="7005" y="5075"/>
                      </a:lnTo>
                      <a:lnTo>
                        <a:pt x="7016" y="5079"/>
                      </a:lnTo>
                      <a:lnTo>
                        <a:pt x="7022" y="5083"/>
                      </a:lnTo>
                      <a:lnTo>
                        <a:pt x="7028" y="5088"/>
                      </a:lnTo>
                      <a:lnTo>
                        <a:pt x="7031" y="5092"/>
                      </a:lnTo>
                      <a:lnTo>
                        <a:pt x="7034" y="5097"/>
                      </a:lnTo>
                      <a:lnTo>
                        <a:pt x="7035" y="5102"/>
                      </a:lnTo>
                      <a:lnTo>
                        <a:pt x="7036" y="5107"/>
                      </a:lnTo>
                      <a:lnTo>
                        <a:pt x="7035" y="5111"/>
                      </a:lnTo>
                      <a:lnTo>
                        <a:pt x="7034" y="5115"/>
                      </a:lnTo>
                      <a:lnTo>
                        <a:pt x="7031" y="5119"/>
                      </a:lnTo>
                      <a:lnTo>
                        <a:pt x="7031" y="5122"/>
                      </a:lnTo>
                      <a:lnTo>
                        <a:pt x="7031" y="5126"/>
                      </a:lnTo>
                      <a:lnTo>
                        <a:pt x="7032" y="5129"/>
                      </a:lnTo>
                      <a:lnTo>
                        <a:pt x="7035" y="5138"/>
                      </a:lnTo>
                      <a:lnTo>
                        <a:pt x="7039" y="5147"/>
                      </a:lnTo>
                      <a:lnTo>
                        <a:pt x="7041" y="5153"/>
                      </a:lnTo>
                      <a:lnTo>
                        <a:pt x="7042" y="5158"/>
                      </a:lnTo>
                      <a:lnTo>
                        <a:pt x="7041" y="5164"/>
                      </a:lnTo>
                      <a:lnTo>
                        <a:pt x="7039" y="5168"/>
                      </a:lnTo>
                      <a:lnTo>
                        <a:pt x="7038" y="5172"/>
                      </a:lnTo>
                      <a:lnTo>
                        <a:pt x="7036" y="5177"/>
                      </a:lnTo>
                      <a:lnTo>
                        <a:pt x="7034" y="5179"/>
                      </a:lnTo>
                      <a:lnTo>
                        <a:pt x="7030" y="5182"/>
                      </a:lnTo>
                      <a:lnTo>
                        <a:pt x="7025" y="5186"/>
                      </a:lnTo>
                      <a:lnTo>
                        <a:pt x="7020" y="5191"/>
                      </a:lnTo>
                      <a:lnTo>
                        <a:pt x="7019" y="5195"/>
                      </a:lnTo>
                      <a:lnTo>
                        <a:pt x="7019" y="5198"/>
                      </a:lnTo>
                      <a:lnTo>
                        <a:pt x="7019" y="5202"/>
                      </a:lnTo>
                      <a:lnTo>
                        <a:pt x="7022" y="5205"/>
                      </a:lnTo>
                      <a:lnTo>
                        <a:pt x="7023" y="5209"/>
                      </a:lnTo>
                      <a:lnTo>
                        <a:pt x="7025" y="5212"/>
                      </a:lnTo>
                      <a:lnTo>
                        <a:pt x="7025" y="5216"/>
                      </a:lnTo>
                      <a:lnTo>
                        <a:pt x="7025" y="5220"/>
                      </a:lnTo>
                      <a:lnTo>
                        <a:pt x="7024" y="5222"/>
                      </a:lnTo>
                      <a:lnTo>
                        <a:pt x="7020" y="5225"/>
                      </a:lnTo>
                      <a:lnTo>
                        <a:pt x="7017" y="5229"/>
                      </a:lnTo>
                      <a:lnTo>
                        <a:pt x="7012" y="5233"/>
                      </a:lnTo>
                      <a:lnTo>
                        <a:pt x="6999" y="5240"/>
                      </a:lnTo>
                      <a:lnTo>
                        <a:pt x="6982" y="5246"/>
                      </a:lnTo>
                      <a:lnTo>
                        <a:pt x="6962" y="5250"/>
                      </a:lnTo>
                      <a:lnTo>
                        <a:pt x="6942" y="5255"/>
                      </a:lnTo>
                      <a:lnTo>
                        <a:pt x="6931" y="5256"/>
                      </a:lnTo>
                      <a:lnTo>
                        <a:pt x="6922" y="5258"/>
                      </a:lnTo>
                      <a:lnTo>
                        <a:pt x="6912" y="5258"/>
                      </a:lnTo>
                      <a:lnTo>
                        <a:pt x="6904" y="5256"/>
                      </a:lnTo>
                      <a:lnTo>
                        <a:pt x="6897" y="5254"/>
                      </a:lnTo>
                      <a:lnTo>
                        <a:pt x="6890" y="5252"/>
                      </a:lnTo>
                      <a:lnTo>
                        <a:pt x="6883" y="5248"/>
                      </a:lnTo>
                      <a:lnTo>
                        <a:pt x="6877" y="5245"/>
                      </a:lnTo>
                      <a:lnTo>
                        <a:pt x="6871" y="5241"/>
                      </a:lnTo>
                      <a:lnTo>
                        <a:pt x="6865" y="5240"/>
                      </a:lnTo>
                      <a:lnTo>
                        <a:pt x="6858" y="5240"/>
                      </a:lnTo>
                      <a:lnTo>
                        <a:pt x="6849" y="5240"/>
                      </a:lnTo>
                      <a:lnTo>
                        <a:pt x="6833" y="5243"/>
                      </a:lnTo>
                      <a:lnTo>
                        <a:pt x="6814" y="5246"/>
                      </a:lnTo>
                      <a:lnTo>
                        <a:pt x="6796" y="5246"/>
                      </a:lnTo>
                      <a:lnTo>
                        <a:pt x="6782" y="5246"/>
                      </a:lnTo>
                      <a:lnTo>
                        <a:pt x="6768" y="5246"/>
                      </a:lnTo>
                      <a:lnTo>
                        <a:pt x="6755" y="5247"/>
                      </a:lnTo>
                      <a:lnTo>
                        <a:pt x="6749" y="5248"/>
                      </a:lnTo>
                      <a:lnTo>
                        <a:pt x="6743" y="5250"/>
                      </a:lnTo>
                      <a:lnTo>
                        <a:pt x="6739" y="5254"/>
                      </a:lnTo>
                      <a:lnTo>
                        <a:pt x="6734" y="5258"/>
                      </a:lnTo>
                      <a:lnTo>
                        <a:pt x="6729" y="5261"/>
                      </a:lnTo>
                      <a:lnTo>
                        <a:pt x="6726" y="5264"/>
                      </a:lnTo>
                      <a:lnTo>
                        <a:pt x="6722" y="5265"/>
                      </a:lnTo>
                      <a:lnTo>
                        <a:pt x="6719" y="5266"/>
                      </a:lnTo>
                      <a:lnTo>
                        <a:pt x="6716" y="5265"/>
                      </a:lnTo>
                      <a:lnTo>
                        <a:pt x="6714" y="5264"/>
                      </a:lnTo>
                      <a:lnTo>
                        <a:pt x="6711" y="5260"/>
                      </a:lnTo>
                      <a:lnTo>
                        <a:pt x="6710" y="5258"/>
                      </a:lnTo>
                      <a:lnTo>
                        <a:pt x="6709" y="5249"/>
                      </a:lnTo>
                      <a:lnTo>
                        <a:pt x="6708" y="5239"/>
                      </a:lnTo>
                      <a:lnTo>
                        <a:pt x="6708" y="5230"/>
                      </a:lnTo>
                      <a:lnTo>
                        <a:pt x="6707" y="5223"/>
                      </a:lnTo>
                      <a:lnTo>
                        <a:pt x="6703" y="5220"/>
                      </a:lnTo>
                      <a:lnTo>
                        <a:pt x="6696" y="5215"/>
                      </a:lnTo>
                      <a:lnTo>
                        <a:pt x="6692" y="5212"/>
                      </a:lnTo>
                      <a:lnTo>
                        <a:pt x="6690" y="5210"/>
                      </a:lnTo>
                      <a:lnTo>
                        <a:pt x="6688" y="5208"/>
                      </a:lnTo>
                      <a:lnTo>
                        <a:pt x="6686" y="5204"/>
                      </a:lnTo>
                      <a:lnTo>
                        <a:pt x="6686" y="5198"/>
                      </a:lnTo>
                      <a:lnTo>
                        <a:pt x="6688" y="5190"/>
                      </a:lnTo>
                      <a:lnTo>
                        <a:pt x="6690" y="5180"/>
                      </a:lnTo>
                      <a:lnTo>
                        <a:pt x="6689" y="5172"/>
                      </a:lnTo>
                      <a:lnTo>
                        <a:pt x="6688" y="5167"/>
                      </a:lnTo>
                      <a:lnTo>
                        <a:pt x="6686" y="5161"/>
                      </a:lnTo>
                      <a:lnTo>
                        <a:pt x="6684" y="5157"/>
                      </a:lnTo>
                      <a:lnTo>
                        <a:pt x="6679" y="5151"/>
                      </a:lnTo>
                      <a:lnTo>
                        <a:pt x="6669" y="5138"/>
                      </a:lnTo>
                      <a:lnTo>
                        <a:pt x="6657" y="5126"/>
                      </a:lnTo>
                      <a:lnTo>
                        <a:pt x="6645" y="5114"/>
                      </a:lnTo>
                      <a:lnTo>
                        <a:pt x="6635" y="5103"/>
                      </a:lnTo>
                      <a:lnTo>
                        <a:pt x="6631" y="5098"/>
                      </a:lnTo>
                      <a:lnTo>
                        <a:pt x="6627" y="5094"/>
                      </a:lnTo>
                      <a:lnTo>
                        <a:pt x="6625" y="5088"/>
                      </a:lnTo>
                      <a:lnTo>
                        <a:pt x="6622" y="5082"/>
                      </a:lnTo>
                      <a:lnTo>
                        <a:pt x="6621" y="5076"/>
                      </a:lnTo>
                      <a:lnTo>
                        <a:pt x="6621" y="5070"/>
                      </a:lnTo>
                      <a:lnTo>
                        <a:pt x="6621" y="5064"/>
                      </a:lnTo>
                      <a:lnTo>
                        <a:pt x="6623" y="5059"/>
                      </a:lnTo>
                      <a:lnTo>
                        <a:pt x="6626" y="5056"/>
                      </a:lnTo>
                      <a:lnTo>
                        <a:pt x="6629" y="5052"/>
                      </a:lnTo>
                      <a:lnTo>
                        <a:pt x="6632" y="5051"/>
                      </a:lnTo>
                      <a:lnTo>
                        <a:pt x="6635" y="5051"/>
                      </a:lnTo>
                      <a:lnTo>
                        <a:pt x="6644" y="5054"/>
                      </a:lnTo>
                      <a:lnTo>
                        <a:pt x="6651" y="5059"/>
                      </a:lnTo>
                      <a:lnTo>
                        <a:pt x="6659" y="5064"/>
                      </a:lnTo>
                      <a:lnTo>
                        <a:pt x="6667" y="5066"/>
                      </a:lnTo>
                      <a:lnTo>
                        <a:pt x="6671" y="5066"/>
                      </a:lnTo>
                      <a:lnTo>
                        <a:pt x="6673" y="5066"/>
                      </a:lnTo>
                      <a:lnTo>
                        <a:pt x="6677" y="5064"/>
                      </a:lnTo>
                      <a:lnTo>
                        <a:pt x="6679" y="5060"/>
                      </a:lnTo>
                      <a:lnTo>
                        <a:pt x="6683" y="5052"/>
                      </a:lnTo>
                      <a:lnTo>
                        <a:pt x="6684" y="5041"/>
                      </a:lnTo>
                      <a:lnTo>
                        <a:pt x="6685" y="5035"/>
                      </a:lnTo>
                      <a:lnTo>
                        <a:pt x="6684" y="5031"/>
                      </a:lnTo>
                      <a:lnTo>
                        <a:pt x="6684" y="5026"/>
                      </a:lnTo>
                      <a:lnTo>
                        <a:pt x="6682" y="5022"/>
                      </a:lnTo>
                      <a:lnTo>
                        <a:pt x="6678" y="5016"/>
                      </a:lnTo>
                      <a:lnTo>
                        <a:pt x="6676" y="5012"/>
                      </a:lnTo>
                      <a:lnTo>
                        <a:pt x="6673" y="5004"/>
                      </a:lnTo>
                      <a:lnTo>
                        <a:pt x="6673" y="4996"/>
                      </a:lnTo>
                      <a:lnTo>
                        <a:pt x="6675" y="4988"/>
                      </a:lnTo>
                      <a:lnTo>
                        <a:pt x="6675" y="4979"/>
                      </a:lnTo>
                      <a:lnTo>
                        <a:pt x="6673" y="4970"/>
                      </a:lnTo>
                      <a:lnTo>
                        <a:pt x="6672" y="4957"/>
                      </a:lnTo>
                      <a:lnTo>
                        <a:pt x="6671" y="4950"/>
                      </a:lnTo>
                      <a:lnTo>
                        <a:pt x="6669" y="4944"/>
                      </a:lnTo>
                      <a:lnTo>
                        <a:pt x="6665" y="4939"/>
                      </a:lnTo>
                      <a:lnTo>
                        <a:pt x="6660" y="4935"/>
                      </a:lnTo>
                      <a:lnTo>
                        <a:pt x="6656" y="4934"/>
                      </a:lnTo>
                      <a:lnTo>
                        <a:pt x="6651" y="4934"/>
                      </a:lnTo>
                      <a:lnTo>
                        <a:pt x="6646" y="4935"/>
                      </a:lnTo>
                      <a:lnTo>
                        <a:pt x="6640" y="4938"/>
                      </a:lnTo>
                      <a:lnTo>
                        <a:pt x="6635" y="4940"/>
                      </a:lnTo>
                      <a:lnTo>
                        <a:pt x="6631" y="4941"/>
                      </a:lnTo>
                      <a:lnTo>
                        <a:pt x="6626" y="4940"/>
                      </a:lnTo>
                      <a:lnTo>
                        <a:pt x="6621" y="4939"/>
                      </a:lnTo>
                      <a:lnTo>
                        <a:pt x="6617" y="4935"/>
                      </a:lnTo>
                      <a:lnTo>
                        <a:pt x="6614" y="4931"/>
                      </a:lnTo>
                      <a:lnTo>
                        <a:pt x="6610" y="4926"/>
                      </a:lnTo>
                      <a:lnTo>
                        <a:pt x="6608" y="4919"/>
                      </a:lnTo>
                      <a:lnTo>
                        <a:pt x="6606" y="4912"/>
                      </a:lnTo>
                      <a:lnTo>
                        <a:pt x="6603" y="4906"/>
                      </a:lnTo>
                      <a:lnTo>
                        <a:pt x="6600" y="4900"/>
                      </a:lnTo>
                      <a:lnTo>
                        <a:pt x="6595" y="4896"/>
                      </a:lnTo>
                      <a:lnTo>
                        <a:pt x="6587" y="4889"/>
                      </a:lnTo>
                      <a:lnTo>
                        <a:pt x="6578" y="4884"/>
                      </a:lnTo>
                      <a:lnTo>
                        <a:pt x="6571" y="4882"/>
                      </a:lnTo>
                      <a:lnTo>
                        <a:pt x="6565" y="4878"/>
                      </a:lnTo>
                      <a:lnTo>
                        <a:pt x="6563" y="4876"/>
                      </a:lnTo>
                      <a:lnTo>
                        <a:pt x="6562" y="4875"/>
                      </a:lnTo>
                      <a:lnTo>
                        <a:pt x="6563" y="4872"/>
                      </a:lnTo>
                      <a:lnTo>
                        <a:pt x="6564" y="4869"/>
                      </a:lnTo>
                      <a:lnTo>
                        <a:pt x="6569" y="4864"/>
                      </a:lnTo>
                      <a:lnTo>
                        <a:pt x="6573" y="4858"/>
                      </a:lnTo>
                      <a:lnTo>
                        <a:pt x="6575" y="4856"/>
                      </a:lnTo>
                      <a:lnTo>
                        <a:pt x="6577" y="4852"/>
                      </a:lnTo>
                      <a:lnTo>
                        <a:pt x="6578" y="4848"/>
                      </a:lnTo>
                      <a:lnTo>
                        <a:pt x="6579" y="4843"/>
                      </a:lnTo>
                      <a:lnTo>
                        <a:pt x="6579" y="4838"/>
                      </a:lnTo>
                      <a:lnTo>
                        <a:pt x="6579" y="4833"/>
                      </a:lnTo>
                      <a:lnTo>
                        <a:pt x="6578" y="4829"/>
                      </a:lnTo>
                      <a:lnTo>
                        <a:pt x="6576" y="4823"/>
                      </a:lnTo>
                      <a:lnTo>
                        <a:pt x="6572" y="4818"/>
                      </a:lnTo>
                      <a:lnTo>
                        <a:pt x="6569" y="4812"/>
                      </a:lnTo>
                      <a:lnTo>
                        <a:pt x="6565" y="4806"/>
                      </a:lnTo>
                      <a:lnTo>
                        <a:pt x="6559" y="4800"/>
                      </a:lnTo>
                      <a:lnTo>
                        <a:pt x="6547" y="4787"/>
                      </a:lnTo>
                      <a:lnTo>
                        <a:pt x="6537" y="4771"/>
                      </a:lnTo>
                      <a:lnTo>
                        <a:pt x="6525" y="4756"/>
                      </a:lnTo>
                      <a:lnTo>
                        <a:pt x="6516" y="4741"/>
                      </a:lnTo>
                      <a:lnTo>
                        <a:pt x="6512" y="4735"/>
                      </a:lnTo>
                      <a:lnTo>
                        <a:pt x="6507" y="4730"/>
                      </a:lnTo>
                      <a:lnTo>
                        <a:pt x="6502" y="4725"/>
                      </a:lnTo>
                      <a:lnTo>
                        <a:pt x="6496" y="4723"/>
                      </a:lnTo>
                      <a:lnTo>
                        <a:pt x="6489" y="4722"/>
                      </a:lnTo>
                      <a:lnTo>
                        <a:pt x="6481" y="4722"/>
                      </a:lnTo>
                      <a:lnTo>
                        <a:pt x="6471" y="4724"/>
                      </a:lnTo>
                      <a:lnTo>
                        <a:pt x="6461" y="4727"/>
                      </a:lnTo>
                      <a:lnTo>
                        <a:pt x="6449" y="4731"/>
                      </a:lnTo>
                      <a:lnTo>
                        <a:pt x="6440" y="4733"/>
                      </a:lnTo>
                      <a:lnTo>
                        <a:pt x="6432" y="4735"/>
                      </a:lnTo>
                      <a:lnTo>
                        <a:pt x="6425" y="4736"/>
                      </a:lnTo>
                      <a:lnTo>
                        <a:pt x="6412" y="4736"/>
                      </a:lnTo>
                      <a:lnTo>
                        <a:pt x="6399" y="4738"/>
                      </a:lnTo>
                      <a:lnTo>
                        <a:pt x="6393" y="4739"/>
                      </a:lnTo>
                      <a:lnTo>
                        <a:pt x="6389" y="4742"/>
                      </a:lnTo>
                      <a:lnTo>
                        <a:pt x="6387" y="4746"/>
                      </a:lnTo>
                      <a:lnTo>
                        <a:pt x="6386" y="4751"/>
                      </a:lnTo>
                      <a:lnTo>
                        <a:pt x="6384" y="4761"/>
                      </a:lnTo>
                      <a:lnTo>
                        <a:pt x="6382" y="4773"/>
                      </a:lnTo>
                      <a:lnTo>
                        <a:pt x="6381" y="4775"/>
                      </a:lnTo>
                      <a:lnTo>
                        <a:pt x="6379" y="4777"/>
                      </a:lnTo>
                      <a:lnTo>
                        <a:pt x="6375" y="4780"/>
                      </a:lnTo>
                      <a:lnTo>
                        <a:pt x="6371" y="4781"/>
                      </a:lnTo>
                      <a:lnTo>
                        <a:pt x="6362" y="4785"/>
                      </a:lnTo>
                      <a:lnTo>
                        <a:pt x="6351" y="4788"/>
                      </a:lnTo>
                      <a:lnTo>
                        <a:pt x="6339" y="4790"/>
                      </a:lnTo>
                      <a:lnTo>
                        <a:pt x="6327" y="4792"/>
                      </a:lnTo>
                      <a:lnTo>
                        <a:pt x="6314" y="4792"/>
                      </a:lnTo>
                      <a:lnTo>
                        <a:pt x="6304" y="4792"/>
                      </a:lnTo>
                      <a:lnTo>
                        <a:pt x="6285" y="4790"/>
                      </a:lnTo>
                      <a:lnTo>
                        <a:pt x="6269" y="4792"/>
                      </a:lnTo>
                      <a:lnTo>
                        <a:pt x="6262" y="4794"/>
                      </a:lnTo>
                      <a:lnTo>
                        <a:pt x="6256" y="4796"/>
                      </a:lnTo>
                      <a:lnTo>
                        <a:pt x="6250" y="4799"/>
                      </a:lnTo>
                      <a:lnTo>
                        <a:pt x="6243" y="4802"/>
                      </a:lnTo>
                      <a:lnTo>
                        <a:pt x="6231" y="4809"/>
                      </a:lnTo>
                      <a:lnTo>
                        <a:pt x="6220" y="4818"/>
                      </a:lnTo>
                      <a:lnTo>
                        <a:pt x="6216" y="4824"/>
                      </a:lnTo>
                      <a:lnTo>
                        <a:pt x="6213" y="4830"/>
                      </a:lnTo>
                      <a:lnTo>
                        <a:pt x="6211" y="4837"/>
                      </a:lnTo>
                      <a:lnTo>
                        <a:pt x="6210" y="4845"/>
                      </a:lnTo>
                      <a:lnTo>
                        <a:pt x="6212" y="4862"/>
                      </a:lnTo>
                      <a:lnTo>
                        <a:pt x="6214" y="4875"/>
                      </a:lnTo>
                      <a:lnTo>
                        <a:pt x="6218" y="4886"/>
                      </a:lnTo>
                      <a:lnTo>
                        <a:pt x="6222" y="4896"/>
                      </a:lnTo>
                      <a:lnTo>
                        <a:pt x="6223" y="4901"/>
                      </a:lnTo>
                      <a:lnTo>
                        <a:pt x="6222" y="4906"/>
                      </a:lnTo>
                      <a:lnTo>
                        <a:pt x="6220" y="4908"/>
                      </a:lnTo>
                      <a:lnTo>
                        <a:pt x="6218" y="4909"/>
                      </a:lnTo>
                      <a:lnTo>
                        <a:pt x="6216" y="4911"/>
                      </a:lnTo>
                      <a:lnTo>
                        <a:pt x="6212" y="4909"/>
                      </a:lnTo>
                      <a:lnTo>
                        <a:pt x="6209" y="4908"/>
                      </a:lnTo>
                      <a:lnTo>
                        <a:pt x="6204" y="4907"/>
                      </a:lnTo>
                      <a:lnTo>
                        <a:pt x="6199" y="4905"/>
                      </a:lnTo>
                      <a:lnTo>
                        <a:pt x="6195" y="4905"/>
                      </a:lnTo>
                      <a:lnTo>
                        <a:pt x="6193" y="4905"/>
                      </a:lnTo>
                      <a:lnTo>
                        <a:pt x="6191" y="4907"/>
                      </a:lnTo>
                      <a:lnTo>
                        <a:pt x="6190" y="4909"/>
                      </a:lnTo>
                      <a:lnTo>
                        <a:pt x="6190" y="4913"/>
                      </a:lnTo>
                      <a:lnTo>
                        <a:pt x="6191" y="4918"/>
                      </a:lnTo>
                      <a:lnTo>
                        <a:pt x="6192" y="4924"/>
                      </a:lnTo>
                      <a:lnTo>
                        <a:pt x="6197" y="4937"/>
                      </a:lnTo>
                      <a:lnTo>
                        <a:pt x="6203" y="4949"/>
                      </a:lnTo>
                      <a:lnTo>
                        <a:pt x="6210" y="4962"/>
                      </a:lnTo>
                      <a:lnTo>
                        <a:pt x="6216" y="4974"/>
                      </a:lnTo>
                      <a:lnTo>
                        <a:pt x="6218" y="4978"/>
                      </a:lnTo>
                      <a:lnTo>
                        <a:pt x="6218" y="4983"/>
                      </a:lnTo>
                      <a:lnTo>
                        <a:pt x="6217" y="4988"/>
                      </a:lnTo>
                      <a:lnTo>
                        <a:pt x="6214" y="4991"/>
                      </a:lnTo>
                      <a:lnTo>
                        <a:pt x="6206" y="4997"/>
                      </a:lnTo>
                      <a:lnTo>
                        <a:pt x="6197" y="5002"/>
                      </a:lnTo>
                      <a:lnTo>
                        <a:pt x="6187" y="5008"/>
                      </a:lnTo>
                      <a:lnTo>
                        <a:pt x="6178" y="5014"/>
                      </a:lnTo>
                      <a:lnTo>
                        <a:pt x="6167" y="5020"/>
                      </a:lnTo>
                      <a:lnTo>
                        <a:pt x="6155" y="5025"/>
                      </a:lnTo>
                      <a:lnTo>
                        <a:pt x="6142" y="5027"/>
                      </a:lnTo>
                      <a:lnTo>
                        <a:pt x="6129" y="5028"/>
                      </a:lnTo>
                      <a:lnTo>
                        <a:pt x="6123" y="5029"/>
                      </a:lnTo>
                      <a:lnTo>
                        <a:pt x="6117" y="5028"/>
                      </a:lnTo>
                      <a:lnTo>
                        <a:pt x="6111" y="5027"/>
                      </a:lnTo>
                      <a:lnTo>
                        <a:pt x="6106" y="5026"/>
                      </a:lnTo>
                      <a:lnTo>
                        <a:pt x="6100" y="5023"/>
                      </a:lnTo>
                      <a:lnTo>
                        <a:pt x="6097" y="5022"/>
                      </a:lnTo>
                      <a:lnTo>
                        <a:pt x="6093" y="5022"/>
                      </a:lnTo>
                      <a:lnTo>
                        <a:pt x="6090" y="5022"/>
                      </a:lnTo>
                      <a:lnTo>
                        <a:pt x="6086" y="5023"/>
                      </a:lnTo>
                      <a:lnTo>
                        <a:pt x="6084" y="5025"/>
                      </a:lnTo>
                      <a:lnTo>
                        <a:pt x="6081" y="5028"/>
                      </a:lnTo>
                      <a:lnTo>
                        <a:pt x="6078" y="5031"/>
                      </a:lnTo>
                      <a:lnTo>
                        <a:pt x="6075" y="5034"/>
                      </a:lnTo>
                      <a:lnTo>
                        <a:pt x="6073" y="5035"/>
                      </a:lnTo>
                      <a:lnTo>
                        <a:pt x="6071" y="5035"/>
                      </a:lnTo>
                      <a:lnTo>
                        <a:pt x="6069" y="5033"/>
                      </a:lnTo>
                      <a:lnTo>
                        <a:pt x="6066" y="5026"/>
                      </a:lnTo>
                      <a:lnTo>
                        <a:pt x="6065" y="5015"/>
                      </a:lnTo>
                      <a:lnTo>
                        <a:pt x="6064" y="5009"/>
                      </a:lnTo>
                      <a:lnTo>
                        <a:pt x="6061" y="5004"/>
                      </a:lnTo>
                      <a:lnTo>
                        <a:pt x="6058" y="5002"/>
                      </a:lnTo>
                      <a:lnTo>
                        <a:pt x="6054" y="5000"/>
                      </a:lnTo>
                      <a:lnTo>
                        <a:pt x="6049" y="5000"/>
                      </a:lnTo>
                      <a:lnTo>
                        <a:pt x="6043" y="5001"/>
                      </a:lnTo>
                      <a:lnTo>
                        <a:pt x="6037" y="5004"/>
                      </a:lnTo>
                      <a:lnTo>
                        <a:pt x="6033" y="5009"/>
                      </a:lnTo>
                      <a:lnTo>
                        <a:pt x="6027" y="5016"/>
                      </a:lnTo>
                      <a:lnTo>
                        <a:pt x="6022" y="5023"/>
                      </a:lnTo>
                      <a:lnTo>
                        <a:pt x="6018" y="5032"/>
                      </a:lnTo>
                      <a:lnTo>
                        <a:pt x="6015" y="5040"/>
                      </a:lnTo>
                      <a:lnTo>
                        <a:pt x="6011" y="5047"/>
                      </a:lnTo>
                      <a:lnTo>
                        <a:pt x="6008" y="5054"/>
                      </a:lnTo>
                      <a:lnTo>
                        <a:pt x="6004" y="5060"/>
                      </a:lnTo>
                      <a:lnTo>
                        <a:pt x="6001" y="5065"/>
                      </a:lnTo>
                      <a:lnTo>
                        <a:pt x="5993" y="5072"/>
                      </a:lnTo>
                      <a:lnTo>
                        <a:pt x="5985" y="5080"/>
                      </a:lnTo>
                      <a:lnTo>
                        <a:pt x="5978" y="5090"/>
                      </a:lnTo>
                      <a:lnTo>
                        <a:pt x="5971" y="5100"/>
                      </a:lnTo>
                      <a:lnTo>
                        <a:pt x="5966" y="5105"/>
                      </a:lnTo>
                      <a:lnTo>
                        <a:pt x="5961" y="5109"/>
                      </a:lnTo>
                      <a:lnTo>
                        <a:pt x="5955" y="5111"/>
                      </a:lnTo>
                      <a:lnTo>
                        <a:pt x="5951" y="5114"/>
                      </a:lnTo>
                      <a:lnTo>
                        <a:pt x="5945" y="5114"/>
                      </a:lnTo>
                      <a:lnTo>
                        <a:pt x="5940" y="5113"/>
                      </a:lnTo>
                      <a:lnTo>
                        <a:pt x="5936" y="5110"/>
                      </a:lnTo>
                      <a:lnTo>
                        <a:pt x="5933" y="5105"/>
                      </a:lnTo>
                      <a:lnTo>
                        <a:pt x="5929" y="5097"/>
                      </a:lnTo>
                      <a:lnTo>
                        <a:pt x="5926" y="5089"/>
                      </a:lnTo>
                      <a:lnTo>
                        <a:pt x="5922" y="5078"/>
                      </a:lnTo>
                      <a:lnTo>
                        <a:pt x="5917" y="5065"/>
                      </a:lnTo>
                      <a:lnTo>
                        <a:pt x="5913" y="5059"/>
                      </a:lnTo>
                      <a:lnTo>
                        <a:pt x="5909" y="5056"/>
                      </a:lnTo>
                      <a:lnTo>
                        <a:pt x="5904" y="5052"/>
                      </a:lnTo>
                      <a:lnTo>
                        <a:pt x="5899" y="5051"/>
                      </a:lnTo>
                      <a:lnTo>
                        <a:pt x="5894" y="5052"/>
                      </a:lnTo>
                      <a:lnTo>
                        <a:pt x="5889" y="5053"/>
                      </a:lnTo>
                      <a:lnTo>
                        <a:pt x="5883" y="5056"/>
                      </a:lnTo>
                      <a:lnTo>
                        <a:pt x="5876" y="5058"/>
                      </a:lnTo>
                      <a:lnTo>
                        <a:pt x="5863" y="5067"/>
                      </a:lnTo>
                      <a:lnTo>
                        <a:pt x="5848" y="5079"/>
                      </a:lnTo>
                      <a:lnTo>
                        <a:pt x="5833" y="5092"/>
                      </a:lnTo>
                      <a:lnTo>
                        <a:pt x="5817" y="5105"/>
                      </a:lnTo>
                      <a:lnTo>
                        <a:pt x="5800" y="5119"/>
                      </a:lnTo>
                      <a:lnTo>
                        <a:pt x="5781" y="5130"/>
                      </a:lnTo>
                      <a:lnTo>
                        <a:pt x="5770" y="5136"/>
                      </a:lnTo>
                      <a:lnTo>
                        <a:pt x="5762" y="5141"/>
                      </a:lnTo>
                      <a:lnTo>
                        <a:pt x="5753" y="5143"/>
                      </a:lnTo>
                      <a:lnTo>
                        <a:pt x="5746" y="5146"/>
                      </a:lnTo>
                      <a:lnTo>
                        <a:pt x="5741" y="5147"/>
                      </a:lnTo>
                      <a:lnTo>
                        <a:pt x="5738" y="5149"/>
                      </a:lnTo>
                      <a:lnTo>
                        <a:pt x="5735" y="5152"/>
                      </a:lnTo>
                      <a:lnTo>
                        <a:pt x="5735" y="5154"/>
                      </a:lnTo>
                      <a:lnTo>
                        <a:pt x="5735" y="5157"/>
                      </a:lnTo>
                      <a:lnTo>
                        <a:pt x="5735" y="5160"/>
                      </a:lnTo>
                      <a:lnTo>
                        <a:pt x="5738" y="5163"/>
                      </a:lnTo>
                      <a:lnTo>
                        <a:pt x="5740" y="5166"/>
                      </a:lnTo>
                      <a:lnTo>
                        <a:pt x="5741" y="5168"/>
                      </a:lnTo>
                      <a:lnTo>
                        <a:pt x="5743" y="5172"/>
                      </a:lnTo>
                      <a:lnTo>
                        <a:pt x="5743" y="5176"/>
                      </a:lnTo>
                      <a:lnTo>
                        <a:pt x="5743" y="5178"/>
                      </a:lnTo>
                      <a:lnTo>
                        <a:pt x="5740" y="5180"/>
                      </a:lnTo>
                      <a:lnTo>
                        <a:pt x="5738" y="5183"/>
                      </a:lnTo>
                      <a:lnTo>
                        <a:pt x="5734" y="5184"/>
                      </a:lnTo>
                      <a:lnTo>
                        <a:pt x="5731" y="5184"/>
                      </a:lnTo>
                      <a:lnTo>
                        <a:pt x="5726" y="5184"/>
                      </a:lnTo>
                      <a:lnTo>
                        <a:pt x="5722" y="5185"/>
                      </a:lnTo>
                      <a:lnTo>
                        <a:pt x="5720" y="5186"/>
                      </a:lnTo>
                      <a:lnTo>
                        <a:pt x="5718" y="5189"/>
                      </a:lnTo>
                      <a:lnTo>
                        <a:pt x="5715" y="5195"/>
                      </a:lnTo>
                      <a:lnTo>
                        <a:pt x="5713" y="5203"/>
                      </a:lnTo>
                      <a:lnTo>
                        <a:pt x="5712" y="5208"/>
                      </a:lnTo>
                      <a:lnTo>
                        <a:pt x="5709" y="5211"/>
                      </a:lnTo>
                      <a:lnTo>
                        <a:pt x="5707" y="5212"/>
                      </a:lnTo>
                      <a:lnTo>
                        <a:pt x="5705" y="5214"/>
                      </a:lnTo>
                      <a:lnTo>
                        <a:pt x="5701" y="5214"/>
                      </a:lnTo>
                      <a:lnTo>
                        <a:pt x="5697" y="5214"/>
                      </a:lnTo>
                      <a:lnTo>
                        <a:pt x="5694" y="5211"/>
                      </a:lnTo>
                      <a:lnTo>
                        <a:pt x="5688" y="5209"/>
                      </a:lnTo>
                      <a:lnTo>
                        <a:pt x="5682" y="5206"/>
                      </a:lnTo>
                      <a:lnTo>
                        <a:pt x="5672" y="5205"/>
                      </a:lnTo>
                      <a:lnTo>
                        <a:pt x="5662" y="5205"/>
                      </a:lnTo>
                      <a:lnTo>
                        <a:pt x="5651" y="5206"/>
                      </a:lnTo>
                      <a:lnTo>
                        <a:pt x="5630" y="5209"/>
                      </a:lnTo>
                      <a:lnTo>
                        <a:pt x="5613" y="5211"/>
                      </a:lnTo>
                      <a:lnTo>
                        <a:pt x="5603" y="5212"/>
                      </a:lnTo>
                      <a:lnTo>
                        <a:pt x="5598" y="5211"/>
                      </a:lnTo>
                      <a:lnTo>
                        <a:pt x="5595" y="5210"/>
                      </a:lnTo>
                      <a:lnTo>
                        <a:pt x="5594" y="5208"/>
                      </a:lnTo>
                      <a:lnTo>
                        <a:pt x="5593" y="5205"/>
                      </a:lnTo>
                      <a:lnTo>
                        <a:pt x="5593" y="5202"/>
                      </a:lnTo>
                      <a:lnTo>
                        <a:pt x="5593" y="5184"/>
                      </a:lnTo>
                      <a:lnTo>
                        <a:pt x="5593" y="5167"/>
                      </a:lnTo>
                      <a:lnTo>
                        <a:pt x="5593" y="5157"/>
                      </a:lnTo>
                      <a:lnTo>
                        <a:pt x="5593" y="5145"/>
                      </a:lnTo>
                      <a:lnTo>
                        <a:pt x="5593" y="5130"/>
                      </a:lnTo>
                      <a:lnTo>
                        <a:pt x="5594" y="5120"/>
                      </a:lnTo>
                      <a:lnTo>
                        <a:pt x="5595" y="5111"/>
                      </a:lnTo>
                      <a:lnTo>
                        <a:pt x="5596" y="5103"/>
                      </a:lnTo>
                      <a:lnTo>
                        <a:pt x="5598" y="5092"/>
                      </a:lnTo>
                      <a:lnTo>
                        <a:pt x="5596" y="5079"/>
                      </a:lnTo>
                      <a:lnTo>
                        <a:pt x="5593" y="5065"/>
                      </a:lnTo>
                      <a:lnTo>
                        <a:pt x="5589" y="5053"/>
                      </a:lnTo>
                      <a:lnTo>
                        <a:pt x="5583" y="5042"/>
                      </a:lnTo>
                      <a:lnTo>
                        <a:pt x="5578" y="5033"/>
                      </a:lnTo>
                      <a:lnTo>
                        <a:pt x="5575" y="5022"/>
                      </a:lnTo>
                      <a:lnTo>
                        <a:pt x="5574" y="5012"/>
                      </a:lnTo>
                      <a:lnTo>
                        <a:pt x="5574" y="5006"/>
                      </a:lnTo>
                      <a:lnTo>
                        <a:pt x="5574" y="5001"/>
                      </a:lnTo>
                      <a:lnTo>
                        <a:pt x="5575" y="4996"/>
                      </a:lnTo>
                      <a:lnTo>
                        <a:pt x="5576" y="4993"/>
                      </a:lnTo>
                      <a:lnTo>
                        <a:pt x="5580" y="4987"/>
                      </a:lnTo>
                      <a:lnTo>
                        <a:pt x="5582" y="4981"/>
                      </a:lnTo>
                      <a:lnTo>
                        <a:pt x="5583" y="4977"/>
                      </a:lnTo>
                      <a:lnTo>
                        <a:pt x="5583" y="4975"/>
                      </a:lnTo>
                      <a:lnTo>
                        <a:pt x="5581" y="4972"/>
                      </a:lnTo>
                      <a:lnTo>
                        <a:pt x="5578" y="4970"/>
                      </a:lnTo>
                      <a:lnTo>
                        <a:pt x="5576" y="4968"/>
                      </a:lnTo>
                      <a:lnTo>
                        <a:pt x="5574" y="4968"/>
                      </a:lnTo>
                      <a:lnTo>
                        <a:pt x="5570" y="4969"/>
                      </a:lnTo>
                      <a:lnTo>
                        <a:pt x="5568" y="4970"/>
                      </a:lnTo>
                      <a:lnTo>
                        <a:pt x="5562" y="4975"/>
                      </a:lnTo>
                      <a:lnTo>
                        <a:pt x="5555" y="4981"/>
                      </a:lnTo>
                      <a:lnTo>
                        <a:pt x="5550" y="4984"/>
                      </a:lnTo>
                      <a:lnTo>
                        <a:pt x="5546" y="4987"/>
                      </a:lnTo>
                      <a:lnTo>
                        <a:pt x="5542" y="4988"/>
                      </a:lnTo>
                      <a:lnTo>
                        <a:pt x="5537" y="4989"/>
                      </a:lnTo>
                      <a:lnTo>
                        <a:pt x="5526" y="4988"/>
                      </a:lnTo>
                      <a:lnTo>
                        <a:pt x="5514" y="4987"/>
                      </a:lnTo>
                      <a:lnTo>
                        <a:pt x="5502" y="4985"/>
                      </a:lnTo>
                      <a:lnTo>
                        <a:pt x="5491" y="4985"/>
                      </a:lnTo>
                      <a:lnTo>
                        <a:pt x="5485" y="4988"/>
                      </a:lnTo>
                      <a:lnTo>
                        <a:pt x="5479" y="4989"/>
                      </a:lnTo>
                      <a:lnTo>
                        <a:pt x="5474" y="4991"/>
                      </a:lnTo>
                      <a:lnTo>
                        <a:pt x="5470" y="4995"/>
                      </a:lnTo>
                      <a:lnTo>
                        <a:pt x="5467" y="5000"/>
                      </a:lnTo>
                      <a:lnTo>
                        <a:pt x="5464" y="5004"/>
                      </a:lnTo>
                      <a:lnTo>
                        <a:pt x="5463" y="5012"/>
                      </a:lnTo>
                      <a:lnTo>
                        <a:pt x="5463" y="5019"/>
                      </a:lnTo>
                      <a:lnTo>
                        <a:pt x="5463" y="5033"/>
                      </a:lnTo>
                      <a:lnTo>
                        <a:pt x="5463" y="5045"/>
                      </a:lnTo>
                      <a:lnTo>
                        <a:pt x="5463" y="5050"/>
                      </a:lnTo>
                      <a:lnTo>
                        <a:pt x="5461" y="5053"/>
                      </a:lnTo>
                      <a:lnTo>
                        <a:pt x="5458" y="5056"/>
                      </a:lnTo>
                      <a:lnTo>
                        <a:pt x="5456" y="5058"/>
                      </a:lnTo>
                      <a:lnTo>
                        <a:pt x="5447" y="5063"/>
                      </a:lnTo>
                      <a:lnTo>
                        <a:pt x="5435" y="5064"/>
                      </a:lnTo>
                      <a:lnTo>
                        <a:pt x="5429" y="5065"/>
                      </a:lnTo>
                      <a:lnTo>
                        <a:pt x="5422" y="5067"/>
                      </a:lnTo>
                      <a:lnTo>
                        <a:pt x="5416" y="5070"/>
                      </a:lnTo>
                      <a:lnTo>
                        <a:pt x="5410" y="5073"/>
                      </a:lnTo>
                      <a:lnTo>
                        <a:pt x="5405" y="5077"/>
                      </a:lnTo>
                      <a:lnTo>
                        <a:pt x="5399" y="5082"/>
                      </a:lnTo>
                      <a:lnTo>
                        <a:pt x="5395" y="5088"/>
                      </a:lnTo>
                      <a:lnTo>
                        <a:pt x="5391" y="5095"/>
                      </a:lnTo>
                      <a:lnTo>
                        <a:pt x="5385" y="5113"/>
                      </a:lnTo>
                      <a:lnTo>
                        <a:pt x="5381" y="5130"/>
                      </a:lnTo>
                      <a:lnTo>
                        <a:pt x="5379" y="5147"/>
                      </a:lnTo>
                      <a:lnTo>
                        <a:pt x="5378" y="5161"/>
                      </a:lnTo>
                      <a:lnTo>
                        <a:pt x="5379" y="5179"/>
                      </a:lnTo>
                      <a:lnTo>
                        <a:pt x="5382" y="5204"/>
                      </a:lnTo>
                      <a:lnTo>
                        <a:pt x="5386" y="5229"/>
                      </a:lnTo>
                      <a:lnTo>
                        <a:pt x="5388" y="5247"/>
                      </a:lnTo>
                      <a:lnTo>
                        <a:pt x="5388" y="5253"/>
                      </a:lnTo>
                      <a:lnTo>
                        <a:pt x="5388" y="5258"/>
                      </a:lnTo>
                      <a:lnTo>
                        <a:pt x="5387" y="5260"/>
                      </a:lnTo>
                      <a:lnTo>
                        <a:pt x="5385" y="5261"/>
                      </a:lnTo>
                      <a:lnTo>
                        <a:pt x="5375" y="5262"/>
                      </a:lnTo>
                      <a:lnTo>
                        <a:pt x="5359" y="5260"/>
                      </a:lnTo>
                      <a:lnTo>
                        <a:pt x="5341" y="5258"/>
                      </a:lnTo>
                      <a:lnTo>
                        <a:pt x="5326" y="5258"/>
                      </a:lnTo>
                      <a:lnTo>
                        <a:pt x="5321" y="5259"/>
                      </a:lnTo>
                      <a:lnTo>
                        <a:pt x="5316" y="5260"/>
                      </a:lnTo>
                      <a:lnTo>
                        <a:pt x="5310" y="5262"/>
                      </a:lnTo>
                      <a:lnTo>
                        <a:pt x="5304" y="5266"/>
                      </a:lnTo>
                      <a:lnTo>
                        <a:pt x="5298" y="5271"/>
                      </a:lnTo>
                      <a:lnTo>
                        <a:pt x="5293" y="5275"/>
                      </a:lnTo>
                      <a:lnTo>
                        <a:pt x="5290" y="5281"/>
                      </a:lnTo>
                      <a:lnTo>
                        <a:pt x="5286" y="5287"/>
                      </a:lnTo>
                      <a:lnTo>
                        <a:pt x="5284" y="5293"/>
                      </a:lnTo>
                      <a:lnTo>
                        <a:pt x="5284" y="5299"/>
                      </a:lnTo>
                      <a:lnTo>
                        <a:pt x="5284" y="5304"/>
                      </a:lnTo>
                      <a:lnTo>
                        <a:pt x="5285" y="5309"/>
                      </a:lnTo>
                      <a:lnTo>
                        <a:pt x="5290" y="5316"/>
                      </a:lnTo>
                      <a:lnTo>
                        <a:pt x="5296" y="5324"/>
                      </a:lnTo>
                      <a:lnTo>
                        <a:pt x="5297" y="5329"/>
                      </a:lnTo>
                      <a:lnTo>
                        <a:pt x="5298" y="5332"/>
                      </a:lnTo>
                      <a:lnTo>
                        <a:pt x="5298" y="5338"/>
                      </a:lnTo>
                      <a:lnTo>
                        <a:pt x="5297" y="5343"/>
                      </a:lnTo>
                      <a:lnTo>
                        <a:pt x="5294" y="5349"/>
                      </a:lnTo>
                      <a:lnTo>
                        <a:pt x="5294" y="5354"/>
                      </a:lnTo>
                      <a:lnTo>
                        <a:pt x="5296" y="5359"/>
                      </a:lnTo>
                      <a:lnTo>
                        <a:pt x="5298" y="5363"/>
                      </a:lnTo>
                      <a:lnTo>
                        <a:pt x="5305" y="5372"/>
                      </a:lnTo>
                      <a:lnTo>
                        <a:pt x="5313" y="5379"/>
                      </a:lnTo>
                      <a:lnTo>
                        <a:pt x="5318" y="5382"/>
                      </a:lnTo>
                      <a:lnTo>
                        <a:pt x="5321" y="5386"/>
                      </a:lnTo>
                      <a:lnTo>
                        <a:pt x="5322" y="5391"/>
                      </a:lnTo>
                      <a:lnTo>
                        <a:pt x="5322" y="5395"/>
                      </a:lnTo>
                      <a:lnTo>
                        <a:pt x="5321" y="5400"/>
                      </a:lnTo>
                      <a:lnTo>
                        <a:pt x="5318" y="5404"/>
                      </a:lnTo>
                      <a:lnTo>
                        <a:pt x="5315" y="5407"/>
                      </a:lnTo>
                      <a:lnTo>
                        <a:pt x="5311" y="5409"/>
                      </a:lnTo>
                      <a:lnTo>
                        <a:pt x="5303" y="5411"/>
                      </a:lnTo>
                      <a:lnTo>
                        <a:pt x="5294" y="5413"/>
                      </a:lnTo>
                      <a:lnTo>
                        <a:pt x="5291" y="5416"/>
                      </a:lnTo>
                      <a:lnTo>
                        <a:pt x="5287" y="5419"/>
                      </a:lnTo>
                      <a:lnTo>
                        <a:pt x="5284" y="5423"/>
                      </a:lnTo>
                      <a:lnTo>
                        <a:pt x="5279" y="5428"/>
                      </a:lnTo>
                      <a:lnTo>
                        <a:pt x="5277" y="5433"/>
                      </a:lnTo>
                      <a:lnTo>
                        <a:pt x="5274" y="5439"/>
                      </a:lnTo>
                      <a:lnTo>
                        <a:pt x="5274" y="5447"/>
                      </a:lnTo>
                      <a:lnTo>
                        <a:pt x="5275" y="5453"/>
                      </a:lnTo>
                      <a:lnTo>
                        <a:pt x="5278" y="5457"/>
                      </a:lnTo>
                      <a:lnTo>
                        <a:pt x="5280" y="5463"/>
                      </a:lnTo>
                      <a:lnTo>
                        <a:pt x="5284" y="5468"/>
                      </a:lnTo>
                      <a:lnTo>
                        <a:pt x="5288" y="5472"/>
                      </a:lnTo>
                      <a:lnTo>
                        <a:pt x="5298" y="5481"/>
                      </a:lnTo>
                      <a:lnTo>
                        <a:pt x="5307" y="5493"/>
                      </a:lnTo>
                      <a:lnTo>
                        <a:pt x="5317" y="5506"/>
                      </a:lnTo>
                      <a:lnTo>
                        <a:pt x="5328" y="5520"/>
                      </a:lnTo>
                      <a:lnTo>
                        <a:pt x="5338" y="5538"/>
                      </a:lnTo>
                      <a:lnTo>
                        <a:pt x="5350" y="5559"/>
                      </a:lnTo>
                      <a:lnTo>
                        <a:pt x="5356" y="5570"/>
                      </a:lnTo>
                      <a:lnTo>
                        <a:pt x="5361" y="5581"/>
                      </a:lnTo>
                      <a:lnTo>
                        <a:pt x="5365" y="5590"/>
                      </a:lnTo>
                      <a:lnTo>
                        <a:pt x="5367" y="5599"/>
                      </a:lnTo>
                      <a:lnTo>
                        <a:pt x="5363" y="5612"/>
                      </a:lnTo>
                      <a:lnTo>
                        <a:pt x="5356" y="5630"/>
                      </a:lnTo>
                      <a:lnTo>
                        <a:pt x="5351" y="5646"/>
                      </a:lnTo>
                      <a:lnTo>
                        <a:pt x="5345" y="5665"/>
                      </a:lnTo>
                      <a:lnTo>
                        <a:pt x="5341" y="5675"/>
                      </a:lnTo>
                      <a:lnTo>
                        <a:pt x="5336" y="5684"/>
                      </a:lnTo>
                      <a:lnTo>
                        <a:pt x="5330" y="5694"/>
                      </a:lnTo>
                      <a:lnTo>
                        <a:pt x="5323" y="5703"/>
                      </a:lnTo>
                      <a:lnTo>
                        <a:pt x="5316" y="5710"/>
                      </a:lnTo>
                      <a:lnTo>
                        <a:pt x="5307" y="5715"/>
                      </a:lnTo>
                      <a:lnTo>
                        <a:pt x="5299" y="5720"/>
                      </a:lnTo>
                      <a:lnTo>
                        <a:pt x="5291" y="5722"/>
                      </a:lnTo>
                      <a:lnTo>
                        <a:pt x="5277" y="5722"/>
                      </a:lnTo>
                      <a:lnTo>
                        <a:pt x="5263" y="5720"/>
                      </a:lnTo>
                      <a:lnTo>
                        <a:pt x="5258" y="5721"/>
                      </a:lnTo>
                      <a:lnTo>
                        <a:pt x="5253" y="5725"/>
                      </a:lnTo>
                      <a:lnTo>
                        <a:pt x="5248" y="5729"/>
                      </a:lnTo>
                      <a:lnTo>
                        <a:pt x="5244" y="5735"/>
                      </a:lnTo>
                      <a:lnTo>
                        <a:pt x="5237" y="5750"/>
                      </a:lnTo>
                      <a:lnTo>
                        <a:pt x="5228" y="5764"/>
                      </a:lnTo>
                      <a:lnTo>
                        <a:pt x="5222" y="5771"/>
                      </a:lnTo>
                      <a:lnTo>
                        <a:pt x="5215" y="5777"/>
                      </a:lnTo>
                      <a:lnTo>
                        <a:pt x="5206" y="5783"/>
                      </a:lnTo>
                      <a:lnTo>
                        <a:pt x="5198" y="5788"/>
                      </a:lnTo>
                      <a:lnTo>
                        <a:pt x="5190" y="5789"/>
                      </a:lnTo>
                      <a:lnTo>
                        <a:pt x="5181" y="5790"/>
                      </a:lnTo>
                      <a:lnTo>
                        <a:pt x="5173" y="5790"/>
                      </a:lnTo>
                      <a:lnTo>
                        <a:pt x="5165" y="5790"/>
                      </a:lnTo>
                      <a:lnTo>
                        <a:pt x="5146" y="5789"/>
                      </a:lnTo>
                      <a:lnTo>
                        <a:pt x="5127" y="5788"/>
                      </a:lnTo>
                      <a:lnTo>
                        <a:pt x="5099" y="5785"/>
                      </a:lnTo>
                      <a:lnTo>
                        <a:pt x="5078" y="5783"/>
                      </a:lnTo>
                      <a:lnTo>
                        <a:pt x="5067" y="5782"/>
                      </a:lnTo>
                      <a:lnTo>
                        <a:pt x="5055" y="5782"/>
                      </a:lnTo>
                      <a:lnTo>
                        <a:pt x="5041" y="5784"/>
                      </a:lnTo>
                      <a:lnTo>
                        <a:pt x="5023" y="5787"/>
                      </a:lnTo>
                      <a:lnTo>
                        <a:pt x="5015" y="5789"/>
                      </a:lnTo>
                      <a:lnTo>
                        <a:pt x="5007" y="5791"/>
                      </a:lnTo>
                      <a:lnTo>
                        <a:pt x="5000" y="5795"/>
                      </a:lnTo>
                      <a:lnTo>
                        <a:pt x="4994" y="5800"/>
                      </a:lnTo>
                      <a:lnTo>
                        <a:pt x="4989" y="5803"/>
                      </a:lnTo>
                      <a:lnTo>
                        <a:pt x="4985" y="5808"/>
                      </a:lnTo>
                      <a:lnTo>
                        <a:pt x="4982" y="5813"/>
                      </a:lnTo>
                      <a:lnTo>
                        <a:pt x="4978" y="5817"/>
                      </a:lnTo>
                      <a:lnTo>
                        <a:pt x="4970" y="5839"/>
                      </a:lnTo>
                      <a:lnTo>
                        <a:pt x="4964" y="5859"/>
                      </a:lnTo>
                      <a:lnTo>
                        <a:pt x="4962" y="5863"/>
                      </a:lnTo>
                      <a:lnTo>
                        <a:pt x="4958" y="5866"/>
                      </a:lnTo>
                      <a:lnTo>
                        <a:pt x="4956" y="5870"/>
                      </a:lnTo>
                      <a:lnTo>
                        <a:pt x="4951" y="5872"/>
                      </a:lnTo>
                      <a:lnTo>
                        <a:pt x="4943" y="5877"/>
                      </a:lnTo>
                      <a:lnTo>
                        <a:pt x="4933" y="5879"/>
                      </a:lnTo>
                      <a:lnTo>
                        <a:pt x="4923" y="5879"/>
                      </a:lnTo>
                      <a:lnTo>
                        <a:pt x="4913" y="5879"/>
                      </a:lnTo>
                      <a:lnTo>
                        <a:pt x="4904" y="5876"/>
                      </a:lnTo>
                      <a:lnTo>
                        <a:pt x="4897" y="5871"/>
                      </a:lnTo>
                      <a:lnTo>
                        <a:pt x="4881" y="5858"/>
                      </a:lnTo>
                      <a:lnTo>
                        <a:pt x="4860" y="5841"/>
                      </a:lnTo>
                      <a:lnTo>
                        <a:pt x="4849" y="5835"/>
                      </a:lnTo>
                      <a:lnTo>
                        <a:pt x="4837" y="5829"/>
                      </a:lnTo>
                      <a:lnTo>
                        <a:pt x="4831" y="5827"/>
                      </a:lnTo>
                      <a:lnTo>
                        <a:pt x="4825" y="5826"/>
                      </a:lnTo>
                      <a:lnTo>
                        <a:pt x="4819" y="5825"/>
                      </a:lnTo>
                      <a:lnTo>
                        <a:pt x="4813" y="5826"/>
                      </a:lnTo>
                      <a:lnTo>
                        <a:pt x="4807" y="5826"/>
                      </a:lnTo>
                      <a:lnTo>
                        <a:pt x="4802" y="5828"/>
                      </a:lnTo>
                      <a:lnTo>
                        <a:pt x="4797" y="5830"/>
                      </a:lnTo>
                      <a:lnTo>
                        <a:pt x="4793" y="5834"/>
                      </a:lnTo>
                      <a:lnTo>
                        <a:pt x="4787" y="5842"/>
                      </a:lnTo>
                      <a:lnTo>
                        <a:pt x="4781" y="5853"/>
                      </a:lnTo>
                      <a:lnTo>
                        <a:pt x="4773" y="5878"/>
                      </a:lnTo>
                      <a:lnTo>
                        <a:pt x="4764" y="5902"/>
                      </a:lnTo>
                      <a:lnTo>
                        <a:pt x="4750" y="5936"/>
                      </a:lnTo>
                      <a:lnTo>
                        <a:pt x="4730" y="5983"/>
                      </a:lnTo>
                      <a:lnTo>
                        <a:pt x="4711" y="6028"/>
                      </a:lnTo>
                      <a:lnTo>
                        <a:pt x="4699" y="6060"/>
                      </a:lnTo>
                      <a:lnTo>
                        <a:pt x="4695" y="6067"/>
                      </a:lnTo>
                      <a:lnTo>
                        <a:pt x="4692" y="6077"/>
                      </a:lnTo>
                      <a:lnTo>
                        <a:pt x="4688" y="6088"/>
                      </a:lnTo>
                      <a:lnTo>
                        <a:pt x="4687" y="6101"/>
                      </a:lnTo>
                      <a:lnTo>
                        <a:pt x="4686" y="6105"/>
                      </a:lnTo>
                      <a:lnTo>
                        <a:pt x="4686" y="6109"/>
                      </a:lnTo>
                      <a:lnTo>
                        <a:pt x="4683" y="6112"/>
                      </a:lnTo>
                      <a:lnTo>
                        <a:pt x="4682" y="6113"/>
                      </a:lnTo>
                      <a:lnTo>
                        <a:pt x="4679" y="6117"/>
                      </a:lnTo>
                      <a:lnTo>
                        <a:pt x="4675" y="6121"/>
                      </a:lnTo>
                      <a:lnTo>
                        <a:pt x="4670" y="6126"/>
                      </a:lnTo>
                      <a:lnTo>
                        <a:pt x="4667" y="6130"/>
                      </a:lnTo>
                      <a:lnTo>
                        <a:pt x="4662" y="6132"/>
                      </a:lnTo>
                      <a:lnTo>
                        <a:pt x="4658" y="6134"/>
                      </a:lnTo>
                      <a:lnTo>
                        <a:pt x="4651" y="6134"/>
                      </a:lnTo>
                      <a:lnTo>
                        <a:pt x="4644" y="6134"/>
                      </a:lnTo>
                      <a:lnTo>
                        <a:pt x="4632" y="6132"/>
                      </a:lnTo>
                      <a:lnTo>
                        <a:pt x="4620" y="6131"/>
                      </a:lnTo>
                      <a:lnTo>
                        <a:pt x="4607" y="6130"/>
                      </a:lnTo>
                      <a:lnTo>
                        <a:pt x="4594" y="6130"/>
                      </a:lnTo>
                      <a:lnTo>
                        <a:pt x="4581" y="6130"/>
                      </a:lnTo>
                      <a:lnTo>
                        <a:pt x="4570" y="6129"/>
                      </a:lnTo>
                      <a:lnTo>
                        <a:pt x="4555" y="6125"/>
                      </a:lnTo>
                      <a:lnTo>
                        <a:pt x="4544" y="6123"/>
                      </a:lnTo>
                      <a:lnTo>
                        <a:pt x="4540" y="6122"/>
                      </a:lnTo>
                      <a:lnTo>
                        <a:pt x="4536" y="6121"/>
                      </a:lnTo>
                      <a:lnTo>
                        <a:pt x="4534" y="6122"/>
                      </a:lnTo>
                      <a:lnTo>
                        <a:pt x="4530" y="6122"/>
                      </a:lnTo>
                      <a:lnTo>
                        <a:pt x="4519" y="6121"/>
                      </a:lnTo>
                      <a:lnTo>
                        <a:pt x="4506" y="6121"/>
                      </a:lnTo>
                      <a:lnTo>
                        <a:pt x="4505" y="6123"/>
                      </a:lnTo>
                      <a:lnTo>
                        <a:pt x="4504" y="6125"/>
                      </a:lnTo>
                      <a:lnTo>
                        <a:pt x="4504" y="6128"/>
                      </a:lnTo>
                      <a:lnTo>
                        <a:pt x="4504" y="6131"/>
                      </a:lnTo>
                      <a:lnTo>
                        <a:pt x="4505" y="6136"/>
                      </a:lnTo>
                      <a:lnTo>
                        <a:pt x="4506" y="6140"/>
                      </a:lnTo>
                      <a:lnTo>
                        <a:pt x="4507" y="6147"/>
                      </a:lnTo>
                      <a:lnTo>
                        <a:pt x="4510" y="6159"/>
                      </a:lnTo>
                      <a:lnTo>
                        <a:pt x="4510" y="6166"/>
                      </a:lnTo>
                      <a:lnTo>
                        <a:pt x="4509" y="6172"/>
                      </a:lnTo>
                      <a:lnTo>
                        <a:pt x="4507" y="6175"/>
                      </a:lnTo>
                      <a:lnTo>
                        <a:pt x="4505" y="6178"/>
                      </a:lnTo>
                      <a:lnTo>
                        <a:pt x="4503" y="6180"/>
                      </a:lnTo>
                      <a:lnTo>
                        <a:pt x="4500" y="6182"/>
                      </a:lnTo>
                      <a:lnTo>
                        <a:pt x="4494" y="6186"/>
                      </a:lnTo>
                      <a:lnTo>
                        <a:pt x="4490" y="6189"/>
                      </a:lnTo>
                      <a:lnTo>
                        <a:pt x="4487" y="6194"/>
                      </a:lnTo>
                      <a:lnTo>
                        <a:pt x="4485" y="6201"/>
                      </a:lnTo>
                      <a:lnTo>
                        <a:pt x="4482" y="6210"/>
                      </a:lnTo>
                      <a:lnTo>
                        <a:pt x="4480" y="6214"/>
                      </a:lnTo>
                      <a:lnTo>
                        <a:pt x="4478" y="6216"/>
                      </a:lnTo>
                      <a:lnTo>
                        <a:pt x="4474" y="6217"/>
                      </a:lnTo>
                      <a:lnTo>
                        <a:pt x="4469" y="6217"/>
                      </a:lnTo>
                      <a:lnTo>
                        <a:pt x="4463" y="6217"/>
                      </a:lnTo>
                      <a:lnTo>
                        <a:pt x="4449" y="6217"/>
                      </a:lnTo>
                      <a:lnTo>
                        <a:pt x="4434" y="6217"/>
                      </a:lnTo>
                      <a:lnTo>
                        <a:pt x="4419" y="6218"/>
                      </a:lnTo>
                      <a:lnTo>
                        <a:pt x="4406" y="6220"/>
                      </a:lnTo>
                      <a:lnTo>
                        <a:pt x="4399" y="6225"/>
                      </a:lnTo>
                      <a:lnTo>
                        <a:pt x="4393" y="6231"/>
                      </a:lnTo>
                      <a:lnTo>
                        <a:pt x="4391" y="6232"/>
                      </a:lnTo>
                      <a:lnTo>
                        <a:pt x="4389" y="6232"/>
                      </a:lnTo>
                      <a:lnTo>
                        <a:pt x="4386" y="6231"/>
                      </a:lnTo>
                      <a:lnTo>
                        <a:pt x="4383" y="6226"/>
                      </a:lnTo>
                      <a:lnTo>
                        <a:pt x="4381" y="6222"/>
                      </a:lnTo>
                      <a:lnTo>
                        <a:pt x="4381" y="6216"/>
                      </a:lnTo>
                      <a:lnTo>
                        <a:pt x="4384" y="6210"/>
                      </a:lnTo>
                      <a:lnTo>
                        <a:pt x="4387" y="6204"/>
                      </a:lnTo>
                      <a:lnTo>
                        <a:pt x="4394" y="6193"/>
                      </a:lnTo>
                      <a:lnTo>
                        <a:pt x="4402" y="6185"/>
                      </a:lnTo>
                      <a:lnTo>
                        <a:pt x="4406" y="6176"/>
                      </a:lnTo>
                      <a:lnTo>
                        <a:pt x="4410" y="6168"/>
                      </a:lnTo>
                      <a:lnTo>
                        <a:pt x="4411" y="6164"/>
                      </a:lnTo>
                      <a:lnTo>
                        <a:pt x="4411" y="6161"/>
                      </a:lnTo>
                      <a:lnTo>
                        <a:pt x="4410" y="6157"/>
                      </a:lnTo>
                      <a:lnTo>
                        <a:pt x="4409" y="6155"/>
                      </a:lnTo>
                      <a:lnTo>
                        <a:pt x="4405" y="6154"/>
                      </a:lnTo>
                      <a:lnTo>
                        <a:pt x="4402" y="6153"/>
                      </a:lnTo>
                      <a:lnTo>
                        <a:pt x="4397" y="6153"/>
                      </a:lnTo>
                      <a:lnTo>
                        <a:pt x="4391" y="6154"/>
                      </a:lnTo>
                      <a:lnTo>
                        <a:pt x="4378" y="6156"/>
                      </a:lnTo>
                      <a:lnTo>
                        <a:pt x="4364" y="6162"/>
                      </a:lnTo>
                      <a:lnTo>
                        <a:pt x="4347" y="6169"/>
                      </a:lnTo>
                      <a:lnTo>
                        <a:pt x="4330" y="6176"/>
                      </a:lnTo>
                      <a:lnTo>
                        <a:pt x="4322" y="6182"/>
                      </a:lnTo>
                      <a:lnTo>
                        <a:pt x="4315" y="6188"/>
                      </a:lnTo>
                      <a:lnTo>
                        <a:pt x="4307" y="6195"/>
                      </a:lnTo>
                      <a:lnTo>
                        <a:pt x="4301" y="6203"/>
                      </a:lnTo>
                      <a:lnTo>
                        <a:pt x="4290" y="6220"/>
                      </a:lnTo>
                      <a:lnTo>
                        <a:pt x="4280" y="6236"/>
                      </a:lnTo>
                      <a:lnTo>
                        <a:pt x="4273" y="6252"/>
                      </a:lnTo>
                      <a:lnTo>
                        <a:pt x="4266" y="6268"/>
                      </a:lnTo>
                      <a:lnTo>
                        <a:pt x="4264" y="6275"/>
                      </a:lnTo>
                      <a:lnTo>
                        <a:pt x="4260" y="6281"/>
                      </a:lnTo>
                      <a:lnTo>
                        <a:pt x="4255" y="6286"/>
                      </a:lnTo>
                      <a:lnTo>
                        <a:pt x="4252" y="6289"/>
                      </a:lnTo>
                      <a:lnTo>
                        <a:pt x="4248" y="6290"/>
                      </a:lnTo>
                      <a:lnTo>
                        <a:pt x="4244" y="6292"/>
                      </a:lnTo>
                      <a:lnTo>
                        <a:pt x="4240" y="6292"/>
                      </a:lnTo>
                      <a:lnTo>
                        <a:pt x="4236" y="6290"/>
                      </a:lnTo>
                      <a:lnTo>
                        <a:pt x="4233" y="6288"/>
                      </a:lnTo>
                      <a:lnTo>
                        <a:pt x="4229" y="6285"/>
                      </a:lnTo>
                      <a:lnTo>
                        <a:pt x="4226" y="6280"/>
                      </a:lnTo>
                      <a:lnTo>
                        <a:pt x="4222" y="6274"/>
                      </a:lnTo>
                      <a:lnTo>
                        <a:pt x="4215" y="6262"/>
                      </a:lnTo>
                      <a:lnTo>
                        <a:pt x="4209" y="6251"/>
                      </a:lnTo>
                      <a:lnTo>
                        <a:pt x="4207" y="6248"/>
                      </a:lnTo>
                      <a:lnTo>
                        <a:pt x="4202" y="6245"/>
                      </a:lnTo>
                      <a:lnTo>
                        <a:pt x="4196" y="6243"/>
                      </a:lnTo>
                      <a:lnTo>
                        <a:pt x="4191" y="6243"/>
                      </a:lnTo>
                      <a:lnTo>
                        <a:pt x="4185" y="6243"/>
                      </a:lnTo>
                      <a:lnTo>
                        <a:pt x="4181" y="6245"/>
                      </a:lnTo>
                      <a:lnTo>
                        <a:pt x="4176" y="6249"/>
                      </a:lnTo>
                      <a:lnTo>
                        <a:pt x="4172" y="6255"/>
                      </a:lnTo>
                      <a:lnTo>
                        <a:pt x="4170" y="6260"/>
                      </a:lnTo>
                      <a:lnTo>
                        <a:pt x="4166" y="6263"/>
                      </a:lnTo>
                      <a:lnTo>
                        <a:pt x="4164" y="6267"/>
                      </a:lnTo>
                      <a:lnTo>
                        <a:pt x="4162" y="6268"/>
                      </a:lnTo>
                      <a:lnTo>
                        <a:pt x="4158" y="6269"/>
                      </a:lnTo>
                      <a:lnTo>
                        <a:pt x="4156" y="6269"/>
                      </a:lnTo>
                      <a:lnTo>
                        <a:pt x="4152" y="6268"/>
                      </a:lnTo>
                      <a:lnTo>
                        <a:pt x="4148" y="6266"/>
                      </a:lnTo>
                      <a:lnTo>
                        <a:pt x="4140" y="6257"/>
                      </a:lnTo>
                      <a:lnTo>
                        <a:pt x="4132" y="6246"/>
                      </a:lnTo>
                      <a:lnTo>
                        <a:pt x="4122" y="6232"/>
                      </a:lnTo>
                      <a:lnTo>
                        <a:pt x="4114" y="6218"/>
                      </a:lnTo>
                      <a:lnTo>
                        <a:pt x="4108" y="6212"/>
                      </a:lnTo>
                      <a:lnTo>
                        <a:pt x="4103" y="6208"/>
                      </a:lnTo>
                      <a:lnTo>
                        <a:pt x="4097" y="6206"/>
                      </a:lnTo>
                      <a:lnTo>
                        <a:pt x="4089" y="6206"/>
                      </a:lnTo>
                      <a:lnTo>
                        <a:pt x="4077" y="6206"/>
                      </a:lnTo>
                      <a:lnTo>
                        <a:pt x="4070" y="6207"/>
                      </a:lnTo>
                      <a:lnTo>
                        <a:pt x="4069" y="6208"/>
                      </a:lnTo>
                      <a:lnTo>
                        <a:pt x="4068" y="6211"/>
                      </a:lnTo>
                      <a:lnTo>
                        <a:pt x="4069" y="6213"/>
                      </a:lnTo>
                      <a:lnTo>
                        <a:pt x="4071" y="6218"/>
                      </a:lnTo>
                      <a:lnTo>
                        <a:pt x="4076" y="6226"/>
                      </a:lnTo>
                      <a:lnTo>
                        <a:pt x="4081" y="6235"/>
                      </a:lnTo>
                      <a:lnTo>
                        <a:pt x="4085" y="6244"/>
                      </a:lnTo>
                      <a:lnTo>
                        <a:pt x="4091" y="6255"/>
                      </a:lnTo>
                      <a:lnTo>
                        <a:pt x="4097" y="6267"/>
                      </a:lnTo>
                      <a:lnTo>
                        <a:pt x="4101" y="6275"/>
                      </a:lnTo>
                      <a:lnTo>
                        <a:pt x="4101" y="6279"/>
                      </a:lnTo>
                      <a:lnTo>
                        <a:pt x="4099" y="6282"/>
                      </a:lnTo>
                      <a:lnTo>
                        <a:pt x="4095" y="6286"/>
                      </a:lnTo>
                      <a:lnTo>
                        <a:pt x="4090" y="6290"/>
                      </a:lnTo>
                      <a:lnTo>
                        <a:pt x="4081" y="6295"/>
                      </a:lnTo>
                      <a:lnTo>
                        <a:pt x="4072" y="6300"/>
                      </a:lnTo>
                      <a:lnTo>
                        <a:pt x="4064" y="6304"/>
                      </a:lnTo>
                      <a:lnTo>
                        <a:pt x="4058" y="6305"/>
                      </a:lnTo>
                      <a:lnTo>
                        <a:pt x="4052" y="6305"/>
                      </a:lnTo>
                      <a:lnTo>
                        <a:pt x="4045" y="6305"/>
                      </a:lnTo>
                      <a:lnTo>
                        <a:pt x="4038" y="6306"/>
                      </a:lnTo>
                      <a:lnTo>
                        <a:pt x="4027" y="6311"/>
                      </a:lnTo>
                      <a:lnTo>
                        <a:pt x="4021" y="6313"/>
                      </a:lnTo>
                      <a:lnTo>
                        <a:pt x="4015" y="6318"/>
                      </a:lnTo>
                      <a:lnTo>
                        <a:pt x="4009" y="6324"/>
                      </a:lnTo>
                      <a:lnTo>
                        <a:pt x="4003" y="6330"/>
                      </a:lnTo>
                      <a:lnTo>
                        <a:pt x="3994" y="6343"/>
                      </a:lnTo>
                      <a:lnTo>
                        <a:pt x="3986" y="6353"/>
                      </a:lnTo>
                      <a:lnTo>
                        <a:pt x="3981" y="6357"/>
                      </a:lnTo>
                      <a:lnTo>
                        <a:pt x="3977" y="6361"/>
                      </a:lnTo>
                      <a:lnTo>
                        <a:pt x="3971" y="6363"/>
                      </a:lnTo>
                      <a:lnTo>
                        <a:pt x="3967" y="6365"/>
                      </a:lnTo>
                      <a:lnTo>
                        <a:pt x="3956" y="6368"/>
                      </a:lnTo>
                      <a:lnTo>
                        <a:pt x="3945" y="6370"/>
                      </a:lnTo>
                      <a:lnTo>
                        <a:pt x="3940" y="6372"/>
                      </a:lnTo>
                      <a:lnTo>
                        <a:pt x="3938" y="6376"/>
                      </a:lnTo>
                      <a:lnTo>
                        <a:pt x="3936" y="6382"/>
                      </a:lnTo>
                      <a:lnTo>
                        <a:pt x="3934" y="6388"/>
                      </a:lnTo>
                      <a:lnTo>
                        <a:pt x="3934" y="6402"/>
                      </a:lnTo>
                      <a:lnTo>
                        <a:pt x="3934" y="6416"/>
                      </a:lnTo>
                      <a:lnTo>
                        <a:pt x="3934" y="6427"/>
                      </a:lnTo>
                      <a:lnTo>
                        <a:pt x="3934" y="6433"/>
                      </a:lnTo>
                      <a:lnTo>
                        <a:pt x="3931" y="6437"/>
                      </a:lnTo>
                      <a:lnTo>
                        <a:pt x="3925" y="6440"/>
                      </a:lnTo>
                      <a:lnTo>
                        <a:pt x="3918" y="6446"/>
                      </a:lnTo>
                      <a:lnTo>
                        <a:pt x="3912" y="6453"/>
                      </a:lnTo>
                      <a:lnTo>
                        <a:pt x="3907" y="6462"/>
                      </a:lnTo>
                      <a:lnTo>
                        <a:pt x="3904" y="6470"/>
                      </a:lnTo>
                      <a:lnTo>
                        <a:pt x="3902" y="6474"/>
                      </a:lnTo>
                      <a:lnTo>
                        <a:pt x="3900" y="6476"/>
                      </a:lnTo>
                      <a:lnTo>
                        <a:pt x="3898" y="6478"/>
                      </a:lnTo>
                      <a:lnTo>
                        <a:pt x="3895" y="6481"/>
                      </a:lnTo>
                      <a:lnTo>
                        <a:pt x="3886" y="6482"/>
                      </a:lnTo>
                      <a:lnTo>
                        <a:pt x="3873" y="6483"/>
                      </a:lnTo>
                      <a:lnTo>
                        <a:pt x="3867" y="6483"/>
                      </a:lnTo>
                      <a:lnTo>
                        <a:pt x="3861" y="6484"/>
                      </a:lnTo>
                      <a:lnTo>
                        <a:pt x="3857" y="6487"/>
                      </a:lnTo>
                      <a:lnTo>
                        <a:pt x="3855" y="6489"/>
                      </a:lnTo>
                      <a:lnTo>
                        <a:pt x="3851" y="6496"/>
                      </a:lnTo>
                      <a:lnTo>
                        <a:pt x="3848" y="6506"/>
                      </a:lnTo>
                      <a:lnTo>
                        <a:pt x="3846" y="6512"/>
                      </a:lnTo>
                      <a:lnTo>
                        <a:pt x="3844" y="6515"/>
                      </a:lnTo>
                      <a:lnTo>
                        <a:pt x="3842" y="6519"/>
                      </a:lnTo>
                      <a:lnTo>
                        <a:pt x="3839" y="6521"/>
                      </a:lnTo>
                      <a:lnTo>
                        <a:pt x="3833" y="6525"/>
                      </a:lnTo>
                      <a:lnTo>
                        <a:pt x="3826" y="6527"/>
                      </a:lnTo>
                      <a:lnTo>
                        <a:pt x="3823" y="6528"/>
                      </a:lnTo>
                      <a:lnTo>
                        <a:pt x="3820" y="6531"/>
                      </a:lnTo>
                      <a:lnTo>
                        <a:pt x="3819" y="6534"/>
                      </a:lnTo>
                      <a:lnTo>
                        <a:pt x="3819" y="6539"/>
                      </a:lnTo>
                      <a:lnTo>
                        <a:pt x="3820" y="6548"/>
                      </a:lnTo>
                      <a:lnTo>
                        <a:pt x="3820" y="6557"/>
                      </a:lnTo>
                      <a:lnTo>
                        <a:pt x="3820" y="6561"/>
                      </a:lnTo>
                      <a:lnTo>
                        <a:pt x="3818" y="6564"/>
                      </a:lnTo>
                      <a:lnTo>
                        <a:pt x="3814" y="6567"/>
                      </a:lnTo>
                      <a:lnTo>
                        <a:pt x="3811" y="6571"/>
                      </a:lnTo>
                      <a:lnTo>
                        <a:pt x="3799" y="6577"/>
                      </a:lnTo>
                      <a:lnTo>
                        <a:pt x="3783" y="6585"/>
                      </a:lnTo>
                      <a:lnTo>
                        <a:pt x="3769" y="6592"/>
                      </a:lnTo>
                      <a:lnTo>
                        <a:pt x="3760" y="6598"/>
                      </a:lnTo>
                      <a:lnTo>
                        <a:pt x="3756" y="6602"/>
                      </a:lnTo>
                      <a:lnTo>
                        <a:pt x="3754" y="6605"/>
                      </a:lnTo>
                      <a:lnTo>
                        <a:pt x="3751" y="6609"/>
                      </a:lnTo>
                      <a:lnTo>
                        <a:pt x="3749" y="6614"/>
                      </a:lnTo>
                      <a:lnTo>
                        <a:pt x="3742" y="6626"/>
                      </a:lnTo>
                      <a:lnTo>
                        <a:pt x="3734" y="6636"/>
                      </a:lnTo>
                      <a:lnTo>
                        <a:pt x="3725" y="6647"/>
                      </a:lnTo>
                      <a:lnTo>
                        <a:pt x="3719" y="6658"/>
                      </a:lnTo>
                      <a:lnTo>
                        <a:pt x="3717" y="6662"/>
                      </a:lnTo>
                      <a:lnTo>
                        <a:pt x="3715" y="6666"/>
                      </a:lnTo>
                      <a:lnTo>
                        <a:pt x="3712" y="6668"/>
                      </a:lnTo>
                      <a:lnTo>
                        <a:pt x="3710" y="6670"/>
                      </a:lnTo>
                      <a:lnTo>
                        <a:pt x="3704" y="6671"/>
                      </a:lnTo>
                      <a:lnTo>
                        <a:pt x="3696" y="6672"/>
                      </a:lnTo>
                      <a:lnTo>
                        <a:pt x="3692" y="6673"/>
                      </a:lnTo>
                      <a:lnTo>
                        <a:pt x="3690" y="6676"/>
                      </a:lnTo>
                      <a:lnTo>
                        <a:pt x="3688" y="6679"/>
                      </a:lnTo>
                      <a:lnTo>
                        <a:pt x="3687" y="6683"/>
                      </a:lnTo>
                      <a:lnTo>
                        <a:pt x="3687" y="6692"/>
                      </a:lnTo>
                      <a:lnTo>
                        <a:pt x="3687" y="6704"/>
                      </a:lnTo>
                      <a:lnTo>
                        <a:pt x="3687" y="6710"/>
                      </a:lnTo>
                      <a:lnTo>
                        <a:pt x="3686" y="6715"/>
                      </a:lnTo>
                      <a:lnTo>
                        <a:pt x="3685" y="6718"/>
                      </a:lnTo>
                      <a:lnTo>
                        <a:pt x="3684" y="6722"/>
                      </a:lnTo>
                      <a:lnTo>
                        <a:pt x="3679" y="6729"/>
                      </a:lnTo>
                      <a:lnTo>
                        <a:pt x="3675" y="6737"/>
                      </a:lnTo>
                      <a:lnTo>
                        <a:pt x="3674" y="6743"/>
                      </a:lnTo>
                      <a:lnTo>
                        <a:pt x="3675" y="6749"/>
                      </a:lnTo>
                      <a:lnTo>
                        <a:pt x="3679" y="6755"/>
                      </a:lnTo>
                      <a:lnTo>
                        <a:pt x="3684" y="6761"/>
                      </a:lnTo>
                      <a:lnTo>
                        <a:pt x="3688" y="6767"/>
                      </a:lnTo>
                      <a:lnTo>
                        <a:pt x="3694" y="6772"/>
                      </a:lnTo>
                      <a:lnTo>
                        <a:pt x="3700" y="6775"/>
                      </a:lnTo>
                      <a:lnTo>
                        <a:pt x="3706" y="6779"/>
                      </a:lnTo>
                      <a:lnTo>
                        <a:pt x="3715" y="6784"/>
                      </a:lnTo>
                      <a:lnTo>
                        <a:pt x="3720" y="6788"/>
                      </a:lnTo>
                      <a:lnTo>
                        <a:pt x="3723" y="6792"/>
                      </a:lnTo>
                      <a:lnTo>
                        <a:pt x="3724" y="6796"/>
                      </a:lnTo>
                      <a:lnTo>
                        <a:pt x="3724" y="6800"/>
                      </a:lnTo>
                      <a:lnTo>
                        <a:pt x="3724" y="6805"/>
                      </a:lnTo>
                      <a:lnTo>
                        <a:pt x="3720" y="6818"/>
                      </a:lnTo>
                      <a:lnTo>
                        <a:pt x="3717" y="6832"/>
                      </a:lnTo>
                      <a:lnTo>
                        <a:pt x="3712" y="6848"/>
                      </a:lnTo>
                      <a:lnTo>
                        <a:pt x="3705" y="6861"/>
                      </a:lnTo>
                      <a:lnTo>
                        <a:pt x="3699" y="6872"/>
                      </a:lnTo>
                      <a:lnTo>
                        <a:pt x="3694" y="6878"/>
                      </a:lnTo>
                      <a:lnTo>
                        <a:pt x="3692" y="6879"/>
                      </a:lnTo>
                      <a:lnTo>
                        <a:pt x="3688" y="6879"/>
                      </a:lnTo>
                      <a:lnTo>
                        <a:pt x="3686" y="6878"/>
                      </a:lnTo>
                      <a:lnTo>
                        <a:pt x="3684" y="6876"/>
                      </a:lnTo>
                      <a:lnTo>
                        <a:pt x="3671" y="6861"/>
                      </a:lnTo>
                      <a:lnTo>
                        <a:pt x="3656" y="6842"/>
                      </a:lnTo>
                      <a:lnTo>
                        <a:pt x="3654" y="6840"/>
                      </a:lnTo>
                      <a:lnTo>
                        <a:pt x="3650" y="6837"/>
                      </a:lnTo>
                      <a:lnTo>
                        <a:pt x="3647" y="6838"/>
                      </a:lnTo>
                      <a:lnTo>
                        <a:pt x="3643" y="6840"/>
                      </a:lnTo>
                      <a:lnTo>
                        <a:pt x="3640" y="6843"/>
                      </a:lnTo>
                      <a:lnTo>
                        <a:pt x="3637" y="6848"/>
                      </a:lnTo>
                      <a:lnTo>
                        <a:pt x="3634" y="6854"/>
                      </a:lnTo>
                      <a:lnTo>
                        <a:pt x="3633" y="6861"/>
                      </a:lnTo>
                      <a:lnTo>
                        <a:pt x="3630" y="6878"/>
                      </a:lnTo>
                      <a:lnTo>
                        <a:pt x="3630" y="6897"/>
                      </a:lnTo>
                      <a:lnTo>
                        <a:pt x="3631" y="6913"/>
                      </a:lnTo>
                      <a:lnTo>
                        <a:pt x="3631" y="6926"/>
                      </a:lnTo>
                      <a:lnTo>
                        <a:pt x="3633" y="6939"/>
                      </a:lnTo>
                      <a:lnTo>
                        <a:pt x="3634" y="6954"/>
                      </a:lnTo>
                      <a:lnTo>
                        <a:pt x="3634" y="6961"/>
                      </a:lnTo>
                      <a:lnTo>
                        <a:pt x="3633" y="6968"/>
                      </a:lnTo>
                      <a:lnTo>
                        <a:pt x="3630" y="6973"/>
                      </a:lnTo>
                      <a:lnTo>
                        <a:pt x="3627" y="6976"/>
                      </a:lnTo>
                      <a:lnTo>
                        <a:pt x="3621" y="6980"/>
                      </a:lnTo>
                      <a:lnTo>
                        <a:pt x="3616" y="6981"/>
                      </a:lnTo>
                      <a:lnTo>
                        <a:pt x="3609" y="6983"/>
                      </a:lnTo>
                      <a:lnTo>
                        <a:pt x="3602" y="6985"/>
                      </a:lnTo>
                      <a:lnTo>
                        <a:pt x="3586" y="6985"/>
                      </a:lnTo>
                      <a:lnTo>
                        <a:pt x="3566" y="6985"/>
                      </a:lnTo>
                      <a:lnTo>
                        <a:pt x="3547" y="6985"/>
                      </a:lnTo>
                      <a:lnTo>
                        <a:pt x="3531" y="6986"/>
                      </a:lnTo>
                      <a:lnTo>
                        <a:pt x="3517" y="6988"/>
                      </a:lnTo>
                      <a:lnTo>
                        <a:pt x="3502" y="6989"/>
                      </a:lnTo>
                      <a:lnTo>
                        <a:pt x="3485" y="6991"/>
                      </a:lnTo>
                      <a:lnTo>
                        <a:pt x="3470" y="6992"/>
                      </a:lnTo>
                      <a:lnTo>
                        <a:pt x="3455" y="6994"/>
                      </a:lnTo>
                      <a:lnTo>
                        <a:pt x="3445" y="6998"/>
                      </a:lnTo>
                      <a:lnTo>
                        <a:pt x="3433" y="7002"/>
                      </a:lnTo>
                      <a:lnTo>
                        <a:pt x="3420" y="7006"/>
                      </a:lnTo>
                      <a:lnTo>
                        <a:pt x="3413" y="7007"/>
                      </a:lnTo>
                      <a:lnTo>
                        <a:pt x="3405" y="7007"/>
                      </a:lnTo>
                      <a:lnTo>
                        <a:pt x="3400" y="7007"/>
                      </a:lnTo>
                      <a:lnTo>
                        <a:pt x="3392" y="7005"/>
                      </a:lnTo>
                      <a:lnTo>
                        <a:pt x="3388" y="7002"/>
                      </a:lnTo>
                      <a:lnTo>
                        <a:pt x="3383" y="7000"/>
                      </a:lnTo>
                      <a:lnTo>
                        <a:pt x="3379" y="6995"/>
                      </a:lnTo>
                      <a:lnTo>
                        <a:pt x="3376" y="6992"/>
                      </a:lnTo>
                      <a:lnTo>
                        <a:pt x="3372" y="6979"/>
                      </a:lnTo>
                      <a:lnTo>
                        <a:pt x="3369" y="6963"/>
                      </a:lnTo>
                      <a:lnTo>
                        <a:pt x="3365" y="6947"/>
                      </a:lnTo>
                      <a:lnTo>
                        <a:pt x="3360" y="6935"/>
                      </a:lnTo>
                      <a:lnTo>
                        <a:pt x="3358" y="6930"/>
                      </a:lnTo>
                      <a:lnTo>
                        <a:pt x="3353" y="6925"/>
                      </a:lnTo>
                      <a:lnTo>
                        <a:pt x="3348" y="6922"/>
                      </a:lnTo>
                      <a:lnTo>
                        <a:pt x="3341" y="6917"/>
                      </a:lnTo>
                      <a:lnTo>
                        <a:pt x="3333" y="6912"/>
                      </a:lnTo>
                      <a:lnTo>
                        <a:pt x="3322" y="6909"/>
                      </a:lnTo>
                      <a:lnTo>
                        <a:pt x="3312" y="6906"/>
                      </a:lnTo>
                      <a:lnTo>
                        <a:pt x="3301" y="6903"/>
                      </a:lnTo>
                      <a:lnTo>
                        <a:pt x="3281" y="6899"/>
                      </a:lnTo>
                      <a:lnTo>
                        <a:pt x="3266" y="6897"/>
                      </a:lnTo>
                      <a:lnTo>
                        <a:pt x="3257" y="6893"/>
                      </a:lnTo>
                      <a:lnTo>
                        <a:pt x="3247" y="6891"/>
                      </a:lnTo>
                      <a:lnTo>
                        <a:pt x="3238" y="6887"/>
                      </a:lnTo>
                      <a:lnTo>
                        <a:pt x="3228" y="6882"/>
                      </a:lnTo>
                      <a:lnTo>
                        <a:pt x="3218" y="6876"/>
                      </a:lnTo>
                      <a:lnTo>
                        <a:pt x="3208" y="6871"/>
                      </a:lnTo>
                      <a:lnTo>
                        <a:pt x="3200" y="6865"/>
                      </a:lnTo>
                      <a:lnTo>
                        <a:pt x="3193" y="6859"/>
                      </a:lnTo>
                      <a:lnTo>
                        <a:pt x="3187" y="6848"/>
                      </a:lnTo>
                      <a:lnTo>
                        <a:pt x="3182" y="6836"/>
                      </a:lnTo>
                      <a:lnTo>
                        <a:pt x="3177" y="6824"/>
                      </a:lnTo>
                      <a:lnTo>
                        <a:pt x="3171" y="6813"/>
                      </a:lnTo>
                      <a:lnTo>
                        <a:pt x="3162" y="6805"/>
                      </a:lnTo>
                      <a:lnTo>
                        <a:pt x="3148" y="6793"/>
                      </a:lnTo>
                      <a:lnTo>
                        <a:pt x="3139" y="6788"/>
                      </a:lnTo>
                      <a:lnTo>
                        <a:pt x="3130" y="6783"/>
                      </a:lnTo>
                      <a:lnTo>
                        <a:pt x="3119" y="6779"/>
                      </a:lnTo>
                      <a:lnTo>
                        <a:pt x="3108" y="6775"/>
                      </a:lnTo>
                      <a:lnTo>
                        <a:pt x="3107" y="6775"/>
                      </a:lnTo>
                      <a:lnTo>
                        <a:pt x="3105" y="6775"/>
                      </a:lnTo>
                      <a:lnTo>
                        <a:pt x="3096" y="6774"/>
                      </a:lnTo>
                      <a:lnTo>
                        <a:pt x="3088" y="6774"/>
                      </a:lnTo>
                      <a:lnTo>
                        <a:pt x="3080" y="6774"/>
                      </a:lnTo>
                      <a:lnTo>
                        <a:pt x="3071" y="6775"/>
                      </a:lnTo>
                      <a:lnTo>
                        <a:pt x="3064" y="6777"/>
                      </a:lnTo>
                      <a:lnTo>
                        <a:pt x="3057" y="6778"/>
                      </a:lnTo>
                      <a:lnTo>
                        <a:pt x="3048" y="6779"/>
                      </a:lnTo>
                      <a:lnTo>
                        <a:pt x="3038" y="6780"/>
                      </a:lnTo>
                      <a:lnTo>
                        <a:pt x="3033" y="6780"/>
                      </a:lnTo>
                      <a:lnTo>
                        <a:pt x="3029" y="6780"/>
                      </a:lnTo>
                      <a:lnTo>
                        <a:pt x="3026" y="6780"/>
                      </a:lnTo>
                      <a:lnTo>
                        <a:pt x="3024" y="6779"/>
                      </a:lnTo>
                      <a:lnTo>
                        <a:pt x="3018" y="6778"/>
                      </a:lnTo>
                      <a:lnTo>
                        <a:pt x="3012" y="6774"/>
                      </a:lnTo>
                      <a:close/>
                    </a:path>
                  </a:pathLst>
                </a:custGeom>
                <a:solidFill>
                  <a:srgbClr val="9BC2E6"/>
                </a:solidFill>
                <a:ln w="9525">
                  <a:solidFill>
                    <a:srgbClr val="AFABAB"/>
                  </a:solidFill>
                  <a:round/>
                  <a:headEnd/>
                  <a:tailEnd/>
                </a:ln>
              </p:spPr>
              <p:txBody>
                <a:bodyPr/>
                <a:lstStyle/>
                <a:p>
                  <a:endParaRPr lang="zh-CN" altLang="en-US"/>
                </a:p>
              </p:txBody>
            </p:sp>
            <p:sp>
              <p:nvSpPr>
                <p:cNvPr id="55" name="陕西">
                  <a:extLst>
                    <a:ext uri="{FF2B5EF4-FFF2-40B4-BE49-F238E27FC236}">
                      <a16:creationId xmlns:a16="http://schemas.microsoft.com/office/drawing/2014/main" id="{8E5AB1B8-DDDD-4DA6-85C3-91EBA4833804}"/>
                    </a:ext>
                  </a:extLst>
                </p:cNvPr>
                <p:cNvSpPr>
                  <a:spLocks/>
                </p:cNvSpPr>
                <p:nvPr/>
              </p:nvSpPr>
              <p:spPr bwMode="auto">
                <a:xfrm>
                  <a:off x="2705133" y="1666962"/>
                  <a:ext cx="533406" cy="923973"/>
                </a:xfrm>
                <a:custGeom>
                  <a:avLst/>
                  <a:gdLst>
                    <a:gd name="T0" fmla="*/ 2147483646 w 2030"/>
                    <a:gd name="T1" fmla="*/ 2147483646 h 3463"/>
                    <a:gd name="T2" fmla="*/ 2147483646 w 2030"/>
                    <a:gd name="T3" fmla="*/ 2147483646 h 3463"/>
                    <a:gd name="T4" fmla="*/ 2147483646 w 2030"/>
                    <a:gd name="T5" fmla="*/ 2147483646 h 3463"/>
                    <a:gd name="T6" fmla="*/ 2147483646 w 2030"/>
                    <a:gd name="T7" fmla="*/ 2147483646 h 3463"/>
                    <a:gd name="T8" fmla="*/ 2147483646 w 2030"/>
                    <a:gd name="T9" fmla="*/ 2147483646 h 3463"/>
                    <a:gd name="T10" fmla="*/ 0 w 2030"/>
                    <a:gd name="T11" fmla="*/ 2147483646 h 3463"/>
                    <a:gd name="T12" fmla="*/ 2147483646 w 2030"/>
                    <a:gd name="T13" fmla="*/ 2147483646 h 3463"/>
                    <a:gd name="T14" fmla="*/ 2147483646 w 2030"/>
                    <a:gd name="T15" fmla="*/ 2147483646 h 3463"/>
                    <a:gd name="T16" fmla="*/ 2147483646 w 2030"/>
                    <a:gd name="T17" fmla="*/ 2147483646 h 3463"/>
                    <a:gd name="T18" fmla="*/ 2147483646 w 2030"/>
                    <a:gd name="T19" fmla="*/ 2147483646 h 3463"/>
                    <a:gd name="T20" fmla="*/ 2147483646 w 2030"/>
                    <a:gd name="T21" fmla="*/ 2147483646 h 3463"/>
                    <a:gd name="T22" fmla="*/ 2147483646 w 2030"/>
                    <a:gd name="T23" fmla="*/ 2147483646 h 3463"/>
                    <a:gd name="T24" fmla="*/ 2147483646 w 2030"/>
                    <a:gd name="T25" fmla="*/ 2147483646 h 3463"/>
                    <a:gd name="T26" fmla="*/ 2147483646 w 2030"/>
                    <a:gd name="T27" fmla="*/ 2147483646 h 3463"/>
                    <a:gd name="T28" fmla="*/ 2147483646 w 2030"/>
                    <a:gd name="T29" fmla="*/ 2147483646 h 3463"/>
                    <a:gd name="T30" fmla="*/ 2147483646 w 2030"/>
                    <a:gd name="T31" fmla="*/ 2147483646 h 3463"/>
                    <a:gd name="T32" fmla="*/ 2147483646 w 2030"/>
                    <a:gd name="T33" fmla="*/ 2147483646 h 3463"/>
                    <a:gd name="T34" fmla="*/ 2147483646 w 2030"/>
                    <a:gd name="T35" fmla="*/ 2147483646 h 3463"/>
                    <a:gd name="T36" fmla="*/ 2147483646 w 2030"/>
                    <a:gd name="T37" fmla="*/ 2147483646 h 3463"/>
                    <a:gd name="T38" fmla="*/ 2147483646 w 2030"/>
                    <a:gd name="T39" fmla="*/ 2147483646 h 3463"/>
                    <a:gd name="T40" fmla="*/ 2147483646 w 2030"/>
                    <a:gd name="T41" fmla="*/ 2147483646 h 3463"/>
                    <a:gd name="T42" fmla="*/ 2147483646 w 2030"/>
                    <a:gd name="T43" fmla="*/ 2147483646 h 3463"/>
                    <a:gd name="T44" fmla="*/ 2147483646 w 2030"/>
                    <a:gd name="T45" fmla="*/ 2147483646 h 3463"/>
                    <a:gd name="T46" fmla="*/ 2147483646 w 2030"/>
                    <a:gd name="T47" fmla="*/ 2147483646 h 3463"/>
                    <a:gd name="T48" fmla="*/ 2147483646 w 2030"/>
                    <a:gd name="T49" fmla="*/ 2147483646 h 3463"/>
                    <a:gd name="T50" fmla="*/ 2147483646 w 2030"/>
                    <a:gd name="T51" fmla="*/ 2147483646 h 3463"/>
                    <a:gd name="T52" fmla="*/ 2147483646 w 2030"/>
                    <a:gd name="T53" fmla="*/ 2147483646 h 3463"/>
                    <a:gd name="T54" fmla="*/ 2147483646 w 2030"/>
                    <a:gd name="T55" fmla="*/ 2147483646 h 3463"/>
                    <a:gd name="T56" fmla="*/ 2147483646 w 2030"/>
                    <a:gd name="T57" fmla="*/ 2147483646 h 3463"/>
                    <a:gd name="T58" fmla="*/ 2147483646 w 2030"/>
                    <a:gd name="T59" fmla="*/ 2147483646 h 3463"/>
                    <a:gd name="T60" fmla="*/ 2147483646 w 2030"/>
                    <a:gd name="T61" fmla="*/ 2147483646 h 3463"/>
                    <a:gd name="T62" fmla="*/ 2147483646 w 2030"/>
                    <a:gd name="T63" fmla="*/ 2147483646 h 3463"/>
                    <a:gd name="T64" fmla="*/ 2147483646 w 2030"/>
                    <a:gd name="T65" fmla="*/ 2147483646 h 3463"/>
                    <a:gd name="T66" fmla="*/ 2147483646 w 2030"/>
                    <a:gd name="T67" fmla="*/ 2147483646 h 3463"/>
                    <a:gd name="T68" fmla="*/ 2147483646 w 2030"/>
                    <a:gd name="T69" fmla="*/ 2147483646 h 3463"/>
                    <a:gd name="T70" fmla="*/ 2147483646 w 2030"/>
                    <a:gd name="T71" fmla="*/ 2147483646 h 3463"/>
                    <a:gd name="T72" fmla="*/ 2147483646 w 2030"/>
                    <a:gd name="T73" fmla="*/ 2147483646 h 3463"/>
                    <a:gd name="T74" fmla="*/ 2147483646 w 2030"/>
                    <a:gd name="T75" fmla="*/ 2147483646 h 3463"/>
                    <a:gd name="T76" fmla="*/ 2147483646 w 2030"/>
                    <a:gd name="T77" fmla="*/ 2147483646 h 3463"/>
                    <a:gd name="T78" fmla="*/ 2147483646 w 2030"/>
                    <a:gd name="T79" fmla="*/ 2147483646 h 3463"/>
                    <a:gd name="T80" fmla="*/ 2147483646 w 2030"/>
                    <a:gd name="T81" fmla="*/ 2147483646 h 3463"/>
                    <a:gd name="T82" fmla="*/ 2147483646 w 2030"/>
                    <a:gd name="T83" fmla="*/ 2147483646 h 3463"/>
                    <a:gd name="T84" fmla="*/ 2147483646 w 2030"/>
                    <a:gd name="T85" fmla="*/ 2147483646 h 3463"/>
                    <a:gd name="T86" fmla="*/ 2147483646 w 2030"/>
                    <a:gd name="T87" fmla="*/ 2147483646 h 3463"/>
                    <a:gd name="T88" fmla="*/ 2147483646 w 2030"/>
                    <a:gd name="T89" fmla="*/ 2147483646 h 3463"/>
                    <a:gd name="T90" fmla="*/ 2147483646 w 2030"/>
                    <a:gd name="T91" fmla="*/ 2147483646 h 3463"/>
                    <a:gd name="T92" fmla="*/ 2147483646 w 2030"/>
                    <a:gd name="T93" fmla="*/ 2147483646 h 3463"/>
                    <a:gd name="T94" fmla="*/ 2147483646 w 2030"/>
                    <a:gd name="T95" fmla="*/ 2147483646 h 3463"/>
                    <a:gd name="T96" fmla="*/ 2147483646 w 2030"/>
                    <a:gd name="T97" fmla="*/ 2147483646 h 3463"/>
                    <a:gd name="T98" fmla="*/ 2147483646 w 2030"/>
                    <a:gd name="T99" fmla="*/ 2147483646 h 3463"/>
                    <a:gd name="T100" fmla="*/ 2147483646 w 2030"/>
                    <a:gd name="T101" fmla="*/ 2147483646 h 3463"/>
                    <a:gd name="T102" fmla="*/ 2147483646 w 2030"/>
                    <a:gd name="T103" fmla="*/ 2147483646 h 3463"/>
                    <a:gd name="T104" fmla="*/ 2147483646 w 2030"/>
                    <a:gd name="T105" fmla="*/ 2147483646 h 3463"/>
                    <a:gd name="T106" fmla="*/ 2147483646 w 2030"/>
                    <a:gd name="T107" fmla="*/ 2147483646 h 3463"/>
                    <a:gd name="T108" fmla="*/ 2147483646 w 2030"/>
                    <a:gd name="T109" fmla="*/ 2147483646 h 3463"/>
                    <a:gd name="T110" fmla="*/ 2147483646 w 2030"/>
                    <a:gd name="T111" fmla="*/ 2147483646 h 3463"/>
                    <a:gd name="T112" fmla="*/ 2147483646 w 2030"/>
                    <a:gd name="T113" fmla="*/ 2147483646 h 3463"/>
                    <a:gd name="T114" fmla="*/ 2147483646 w 2030"/>
                    <a:gd name="T115" fmla="*/ 2147483646 h 3463"/>
                    <a:gd name="T116" fmla="*/ 2147483646 w 2030"/>
                    <a:gd name="T117" fmla="*/ 2147483646 h 3463"/>
                    <a:gd name="T118" fmla="*/ 2147483646 w 2030"/>
                    <a:gd name="T119" fmla="*/ 2147483646 h 3463"/>
                    <a:gd name="T120" fmla="*/ 2147483646 w 2030"/>
                    <a:gd name="T121" fmla="*/ 2147483646 h 3463"/>
                    <a:gd name="T122" fmla="*/ 2147483646 w 2030"/>
                    <a:gd name="T123" fmla="*/ 2147483646 h 3463"/>
                    <a:gd name="T124" fmla="*/ 2147483646 w 2030"/>
                    <a:gd name="T125" fmla="*/ 2147483646 h 346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030" h="3463">
                      <a:moveTo>
                        <a:pt x="593" y="3133"/>
                      </a:moveTo>
                      <a:lnTo>
                        <a:pt x="591" y="3133"/>
                      </a:lnTo>
                      <a:lnTo>
                        <a:pt x="590" y="3133"/>
                      </a:lnTo>
                      <a:lnTo>
                        <a:pt x="588" y="3133"/>
                      </a:lnTo>
                      <a:lnTo>
                        <a:pt x="587" y="3132"/>
                      </a:lnTo>
                      <a:lnTo>
                        <a:pt x="585" y="3130"/>
                      </a:lnTo>
                      <a:lnTo>
                        <a:pt x="582" y="3129"/>
                      </a:lnTo>
                      <a:lnTo>
                        <a:pt x="581" y="3126"/>
                      </a:lnTo>
                      <a:lnTo>
                        <a:pt x="580" y="3121"/>
                      </a:lnTo>
                      <a:lnTo>
                        <a:pt x="579" y="3116"/>
                      </a:lnTo>
                      <a:lnTo>
                        <a:pt x="578" y="3111"/>
                      </a:lnTo>
                      <a:lnTo>
                        <a:pt x="575" y="3109"/>
                      </a:lnTo>
                      <a:lnTo>
                        <a:pt x="572" y="3107"/>
                      </a:lnTo>
                      <a:lnTo>
                        <a:pt x="567" y="3104"/>
                      </a:lnTo>
                      <a:lnTo>
                        <a:pt x="563" y="3103"/>
                      </a:lnTo>
                      <a:lnTo>
                        <a:pt x="556" y="3101"/>
                      </a:lnTo>
                      <a:lnTo>
                        <a:pt x="553" y="3097"/>
                      </a:lnTo>
                      <a:lnTo>
                        <a:pt x="549" y="3093"/>
                      </a:lnTo>
                      <a:lnTo>
                        <a:pt x="548" y="3090"/>
                      </a:lnTo>
                      <a:lnTo>
                        <a:pt x="548" y="3079"/>
                      </a:lnTo>
                      <a:lnTo>
                        <a:pt x="550" y="3067"/>
                      </a:lnTo>
                      <a:lnTo>
                        <a:pt x="552" y="3059"/>
                      </a:lnTo>
                      <a:lnTo>
                        <a:pt x="553" y="3050"/>
                      </a:lnTo>
                      <a:lnTo>
                        <a:pt x="553" y="3041"/>
                      </a:lnTo>
                      <a:lnTo>
                        <a:pt x="552" y="3032"/>
                      </a:lnTo>
                      <a:lnTo>
                        <a:pt x="550" y="3025"/>
                      </a:lnTo>
                      <a:lnTo>
                        <a:pt x="548" y="3017"/>
                      </a:lnTo>
                      <a:lnTo>
                        <a:pt x="546" y="3014"/>
                      </a:lnTo>
                      <a:lnTo>
                        <a:pt x="542" y="3011"/>
                      </a:lnTo>
                      <a:lnTo>
                        <a:pt x="538" y="3009"/>
                      </a:lnTo>
                      <a:lnTo>
                        <a:pt x="534" y="3008"/>
                      </a:lnTo>
                      <a:lnTo>
                        <a:pt x="523" y="3004"/>
                      </a:lnTo>
                      <a:lnTo>
                        <a:pt x="510" y="3002"/>
                      </a:lnTo>
                      <a:lnTo>
                        <a:pt x="506" y="3002"/>
                      </a:lnTo>
                      <a:lnTo>
                        <a:pt x="503" y="3002"/>
                      </a:lnTo>
                      <a:lnTo>
                        <a:pt x="497" y="3001"/>
                      </a:lnTo>
                      <a:lnTo>
                        <a:pt x="491" y="3001"/>
                      </a:lnTo>
                      <a:lnTo>
                        <a:pt x="486" y="3001"/>
                      </a:lnTo>
                      <a:lnTo>
                        <a:pt x="481" y="3000"/>
                      </a:lnTo>
                      <a:lnTo>
                        <a:pt x="479" y="3000"/>
                      </a:lnTo>
                      <a:lnTo>
                        <a:pt x="477" y="3000"/>
                      </a:lnTo>
                      <a:lnTo>
                        <a:pt x="474" y="3000"/>
                      </a:lnTo>
                      <a:lnTo>
                        <a:pt x="472" y="3000"/>
                      </a:lnTo>
                      <a:lnTo>
                        <a:pt x="467" y="3001"/>
                      </a:lnTo>
                      <a:lnTo>
                        <a:pt x="462" y="3001"/>
                      </a:lnTo>
                      <a:lnTo>
                        <a:pt x="456" y="3000"/>
                      </a:lnTo>
                      <a:lnTo>
                        <a:pt x="452" y="2998"/>
                      </a:lnTo>
                      <a:lnTo>
                        <a:pt x="449" y="2998"/>
                      </a:lnTo>
                      <a:lnTo>
                        <a:pt x="448" y="2997"/>
                      </a:lnTo>
                      <a:lnTo>
                        <a:pt x="445" y="2995"/>
                      </a:lnTo>
                      <a:lnTo>
                        <a:pt x="442" y="2992"/>
                      </a:lnTo>
                      <a:lnTo>
                        <a:pt x="439" y="2991"/>
                      </a:lnTo>
                      <a:lnTo>
                        <a:pt x="435" y="2990"/>
                      </a:lnTo>
                      <a:lnTo>
                        <a:pt x="431" y="2990"/>
                      </a:lnTo>
                      <a:lnTo>
                        <a:pt x="429" y="2990"/>
                      </a:lnTo>
                      <a:lnTo>
                        <a:pt x="423" y="2992"/>
                      </a:lnTo>
                      <a:lnTo>
                        <a:pt x="415" y="2997"/>
                      </a:lnTo>
                      <a:lnTo>
                        <a:pt x="405" y="3006"/>
                      </a:lnTo>
                      <a:lnTo>
                        <a:pt x="393" y="3011"/>
                      </a:lnTo>
                      <a:lnTo>
                        <a:pt x="380" y="3015"/>
                      </a:lnTo>
                      <a:lnTo>
                        <a:pt x="367" y="3015"/>
                      </a:lnTo>
                      <a:lnTo>
                        <a:pt x="364" y="3015"/>
                      </a:lnTo>
                      <a:lnTo>
                        <a:pt x="360" y="3015"/>
                      </a:lnTo>
                      <a:lnTo>
                        <a:pt x="355" y="3016"/>
                      </a:lnTo>
                      <a:lnTo>
                        <a:pt x="353" y="3016"/>
                      </a:lnTo>
                      <a:lnTo>
                        <a:pt x="349" y="3019"/>
                      </a:lnTo>
                      <a:lnTo>
                        <a:pt x="345" y="3022"/>
                      </a:lnTo>
                      <a:lnTo>
                        <a:pt x="342" y="3025"/>
                      </a:lnTo>
                      <a:lnTo>
                        <a:pt x="341" y="3026"/>
                      </a:lnTo>
                      <a:lnTo>
                        <a:pt x="340" y="3028"/>
                      </a:lnTo>
                      <a:lnTo>
                        <a:pt x="339" y="3029"/>
                      </a:lnTo>
                      <a:lnTo>
                        <a:pt x="335" y="3032"/>
                      </a:lnTo>
                      <a:lnTo>
                        <a:pt x="332" y="3032"/>
                      </a:lnTo>
                      <a:lnTo>
                        <a:pt x="330" y="3032"/>
                      </a:lnTo>
                      <a:lnTo>
                        <a:pt x="328" y="3032"/>
                      </a:lnTo>
                      <a:lnTo>
                        <a:pt x="326" y="3030"/>
                      </a:lnTo>
                      <a:lnTo>
                        <a:pt x="323" y="3028"/>
                      </a:lnTo>
                      <a:lnTo>
                        <a:pt x="319" y="3026"/>
                      </a:lnTo>
                      <a:lnTo>
                        <a:pt x="315" y="3022"/>
                      </a:lnTo>
                      <a:lnTo>
                        <a:pt x="305" y="3016"/>
                      </a:lnTo>
                      <a:lnTo>
                        <a:pt x="297" y="3013"/>
                      </a:lnTo>
                      <a:lnTo>
                        <a:pt x="294" y="3010"/>
                      </a:lnTo>
                      <a:lnTo>
                        <a:pt x="290" y="3009"/>
                      </a:lnTo>
                      <a:lnTo>
                        <a:pt x="284" y="3007"/>
                      </a:lnTo>
                      <a:lnTo>
                        <a:pt x="278" y="3006"/>
                      </a:lnTo>
                      <a:lnTo>
                        <a:pt x="270" y="3003"/>
                      </a:lnTo>
                      <a:lnTo>
                        <a:pt x="260" y="3001"/>
                      </a:lnTo>
                      <a:lnTo>
                        <a:pt x="253" y="2998"/>
                      </a:lnTo>
                      <a:lnTo>
                        <a:pt x="245" y="2996"/>
                      </a:lnTo>
                      <a:lnTo>
                        <a:pt x="242" y="2995"/>
                      </a:lnTo>
                      <a:lnTo>
                        <a:pt x="239" y="2994"/>
                      </a:lnTo>
                      <a:lnTo>
                        <a:pt x="236" y="2994"/>
                      </a:lnTo>
                      <a:lnTo>
                        <a:pt x="235" y="2992"/>
                      </a:lnTo>
                      <a:lnTo>
                        <a:pt x="231" y="2990"/>
                      </a:lnTo>
                      <a:lnTo>
                        <a:pt x="227" y="2987"/>
                      </a:lnTo>
                      <a:lnTo>
                        <a:pt x="222" y="2982"/>
                      </a:lnTo>
                      <a:lnTo>
                        <a:pt x="219" y="2976"/>
                      </a:lnTo>
                      <a:lnTo>
                        <a:pt x="215" y="2970"/>
                      </a:lnTo>
                      <a:lnTo>
                        <a:pt x="214" y="2964"/>
                      </a:lnTo>
                      <a:lnTo>
                        <a:pt x="213" y="2960"/>
                      </a:lnTo>
                      <a:lnTo>
                        <a:pt x="214" y="2957"/>
                      </a:lnTo>
                      <a:lnTo>
                        <a:pt x="214" y="2956"/>
                      </a:lnTo>
                      <a:lnTo>
                        <a:pt x="215" y="2956"/>
                      </a:lnTo>
                      <a:lnTo>
                        <a:pt x="215" y="2954"/>
                      </a:lnTo>
                      <a:lnTo>
                        <a:pt x="216" y="2952"/>
                      </a:lnTo>
                      <a:lnTo>
                        <a:pt x="219" y="2950"/>
                      </a:lnTo>
                      <a:lnTo>
                        <a:pt x="219" y="2947"/>
                      </a:lnTo>
                      <a:lnTo>
                        <a:pt x="220" y="2944"/>
                      </a:lnTo>
                      <a:lnTo>
                        <a:pt x="220" y="2939"/>
                      </a:lnTo>
                      <a:lnTo>
                        <a:pt x="219" y="2935"/>
                      </a:lnTo>
                      <a:lnTo>
                        <a:pt x="217" y="2932"/>
                      </a:lnTo>
                      <a:lnTo>
                        <a:pt x="215" y="2929"/>
                      </a:lnTo>
                      <a:lnTo>
                        <a:pt x="213" y="2927"/>
                      </a:lnTo>
                      <a:lnTo>
                        <a:pt x="210" y="2926"/>
                      </a:lnTo>
                      <a:lnTo>
                        <a:pt x="206" y="2926"/>
                      </a:lnTo>
                      <a:lnTo>
                        <a:pt x="198" y="2927"/>
                      </a:lnTo>
                      <a:lnTo>
                        <a:pt x="190" y="2931"/>
                      </a:lnTo>
                      <a:lnTo>
                        <a:pt x="179" y="2938"/>
                      </a:lnTo>
                      <a:lnTo>
                        <a:pt x="168" y="2941"/>
                      </a:lnTo>
                      <a:lnTo>
                        <a:pt x="160" y="2943"/>
                      </a:lnTo>
                      <a:lnTo>
                        <a:pt x="153" y="2944"/>
                      </a:lnTo>
                      <a:lnTo>
                        <a:pt x="145" y="2943"/>
                      </a:lnTo>
                      <a:lnTo>
                        <a:pt x="137" y="2941"/>
                      </a:lnTo>
                      <a:lnTo>
                        <a:pt x="130" y="2943"/>
                      </a:lnTo>
                      <a:lnTo>
                        <a:pt x="125" y="2944"/>
                      </a:lnTo>
                      <a:lnTo>
                        <a:pt x="121" y="2945"/>
                      </a:lnTo>
                      <a:lnTo>
                        <a:pt x="116" y="2952"/>
                      </a:lnTo>
                      <a:lnTo>
                        <a:pt x="113" y="2959"/>
                      </a:lnTo>
                      <a:lnTo>
                        <a:pt x="110" y="2968"/>
                      </a:lnTo>
                      <a:lnTo>
                        <a:pt x="108" y="2970"/>
                      </a:lnTo>
                      <a:lnTo>
                        <a:pt x="106" y="2972"/>
                      </a:lnTo>
                      <a:lnTo>
                        <a:pt x="100" y="2973"/>
                      </a:lnTo>
                      <a:lnTo>
                        <a:pt x="91" y="2972"/>
                      </a:lnTo>
                      <a:lnTo>
                        <a:pt x="88" y="2971"/>
                      </a:lnTo>
                      <a:lnTo>
                        <a:pt x="83" y="2970"/>
                      </a:lnTo>
                      <a:lnTo>
                        <a:pt x="80" y="2970"/>
                      </a:lnTo>
                      <a:lnTo>
                        <a:pt x="76" y="2970"/>
                      </a:lnTo>
                      <a:lnTo>
                        <a:pt x="75" y="2971"/>
                      </a:lnTo>
                      <a:lnTo>
                        <a:pt x="72" y="2971"/>
                      </a:lnTo>
                      <a:lnTo>
                        <a:pt x="70" y="2972"/>
                      </a:lnTo>
                      <a:lnTo>
                        <a:pt x="68" y="2973"/>
                      </a:lnTo>
                      <a:lnTo>
                        <a:pt x="64" y="2976"/>
                      </a:lnTo>
                      <a:lnTo>
                        <a:pt x="62" y="2978"/>
                      </a:lnTo>
                      <a:lnTo>
                        <a:pt x="58" y="2982"/>
                      </a:lnTo>
                      <a:lnTo>
                        <a:pt x="55" y="2984"/>
                      </a:lnTo>
                      <a:lnTo>
                        <a:pt x="52" y="2987"/>
                      </a:lnTo>
                      <a:lnTo>
                        <a:pt x="51" y="2989"/>
                      </a:lnTo>
                      <a:lnTo>
                        <a:pt x="49" y="2990"/>
                      </a:lnTo>
                      <a:lnTo>
                        <a:pt x="47" y="2991"/>
                      </a:lnTo>
                      <a:lnTo>
                        <a:pt x="45" y="2991"/>
                      </a:lnTo>
                      <a:lnTo>
                        <a:pt x="42" y="2992"/>
                      </a:lnTo>
                      <a:lnTo>
                        <a:pt x="37" y="2992"/>
                      </a:lnTo>
                      <a:lnTo>
                        <a:pt x="33" y="2991"/>
                      </a:lnTo>
                      <a:lnTo>
                        <a:pt x="27" y="2990"/>
                      </a:lnTo>
                      <a:lnTo>
                        <a:pt x="18" y="2983"/>
                      </a:lnTo>
                      <a:lnTo>
                        <a:pt x="17" y="2981"/>
                      </a:lnTo>
                      <a:lnTo>
                        <a:pt x="14" y="2978"/>
                      </a:lnTo>
                      <a:lnTo>
                        <a:pt x="13" y="2975"/>
                      </a:lnTo>
                      <a:lnTo>
                        <a:pt x="13" y="2971"/>
                      </a:lnTo>
                      <a:lnTo>
                        <a:pt x="12" y="2966"/>
                      </a:lnTo>
                      <a:lnTo>
                        <a:pt x="11" y="2963"/>
                      </a:lnTo>
                      <a:lnTo>
                        <a:pt x="9" y="2956"/>
                      </a:lnTo>
                      <a:lnTo>
                        <a:pt x="6" y="2943"/>
                      </a:lnTo>
                      <a:lnTo>
                        <a:pt x="3" y="2934"/>
                      </a:lnTo>
                      <a:lnTo>
                        <a:pt x="2" y="2926"/>
                      </a:lnTo>
                      <a:lnTo>
                        <a:pt x="0" y="2915"/>
                      </a:lnTo>
                      <a:lnTo>
                        <a:pt x="0" y="2905"/>
                      </a:lnTo>
                      <a:lnTo>
                        <a:pt x="0" y="2900"/>
                      </a:lnTo>
                      <a:lnTo>
                        <a:pt x="1" y="2895"/>
                      </a:lnTo>
                      <a:lnTo>
                        <a:pt x="2" y="2895"/>
                      </a:lnTo>
                      <a:lnTo>
                        <a:pt x="3" y="2895"/>
                      </a:lnTo>
                      <a:lnTo>
                        <a:pt x="6" y="2896"/>
                      </a:lnTo>
                      <a:lnTo>
                        <a:pt x="8" y="2897"/>
                      </a:lnTo>
                      <a:lnTo>
                        <a:pt x="9" y="2899"/>
                      </a:lnTo>
                      <a:lnTo>
                        <a:pt x="12" y="2900"/>
                      </a:lnTo>
                      <a:lnTo>
                        <a:pt x="14" y="2902"/>
                      </a:lnTo>
                      <a:lnTo>
                        <a:pt x="17" y="2903"/>
                      </a:lnTo>
                      <a:lnTo>
                        <a:pt x="18" y="2905"/>
                      </a:lnTo>
                      <a:lnTo>
                        <a:pt x="20" y="2906"/>
                      </a:lnTo>
                      <a:lnTo>
                        <a:pt x="24" y="2908"/>
                      </a:lnTo>
                      <a:lnTo>
                        <a:pt x="28" y="2909"/>
                      </a:lnTo>
                      <a:lnTo>
                        <a:pt x="37" y="2910"/>
                      </a:lnTo>
                      <a:lnTo>
                        <a:pt x="43" y="2910"/>
                      </a:lnTo>
                      <a:lnTo>
                        <a:pt x="52" y="2910"/>
                      </a:lnTo>
                      <a:lnTo>
                        <a:pt x="61" y="2909"/>
                      </a:lnTo>
                      <a:lnTo>
                        <a:pt x="70" y="2907"/>
                      </a:lnTo>
                      <a:lnTo>
                        <a:pt x="80" y="2903"/>
                      </a:lnTo>
                      <a:lnTo>
                        <a:pt x="93" y="2897"/>
                      </a:lnTo>
                      <a:lnTo>
                        <a:pt x="106" y="2891"/>
                      </a:lnTo>
                      <a:lnTo>
                        <a:pt x="113" y="2888"/>
                      </a:lnTo>
                      <a:lnTo>
                        <a:pt x="120" y="2884"/>
                      </a:lnTo>
                      <a:lnTo>
                        <a:pt x="124" y="2883"/>
                      </a:lnTo>
                      <a:lnTo>
                        <a:pt x="127" y="2883"/>
                      </a:lnTo>
                      <a:lnTo>
                        <a:pt x="133" y="2881"/>
                      </a:lnTo>
                      <a:lnTo>
                        <a:pt x="139" y="2880"/>
                      </a:lnTo>
                      <a:lnTo>
                        <a:pt x="145" y="2878"/>
                      </a:lnTo>
                      <a:lnTo>
                        <a:pt x="150" y="2877"/>
                      </a:lnTo>
                      <a:lnTo>
                        <a:pt x="152" y="2876"/>
                      </a:lnTo>
                      <a:lnTo>
                        <a:pt x="154" y="2875"/>
                      </a:lnTo>
                      <a:lnTo>
                        <a:pt x="156" y="2872"/>
                      </a:lnTo>
                      <a:lnTo>
                        <a:pt x="157" y="2871"/>
                      </a:lnTo>
                      <a:lnTo>
                        <a:pt x="159" y="2866"/>
                      </a:lnTo>
                      <a:lnTo>
                        <a:pt x="162" y="2857"/>
                      </a:lnTo>
                      <a:lnTo>
                        <a:pt x="162" y="2849"/>
                      </a:lnTo>
                      <a:lnTo>
                        <a:pt x="162" y="2839"/>
                      </a:lnTo>
                      <a:lnTo>
                        <a:pt x="162" y="2834"/>
                      </a:lnTo>
                      <a:lnTo>
                        <a:pt x="162" y="2830"/>
                      </a:lnTo>
                      <a:lnTo>
                        <a:pt x="159" y="2815"/>
                      </a:lnTo>
                      <a:lnTo>
                        <a:pt x="158" y="2802"/>
                      </a:lnTo>
                      <a:lnTo>
                        <a:pt x="158" y="2798"/>
                      </a:lnTo>
                      <a:lnTo>
                        <a:pt x="159" y="2794"/>
                      </a:lnTo>
                      <a:lnTo>
                        <a:pt x="159" y="2792"/>
                      </a:lnTo>
                      <a:lnTo>
                        <a:pt x="160" y="2790"/>
                      </a:lnTo>
                      <a:lnTo>
                        <a:pt x="162" y="2790"/>
                      </a:lnTo>
                      <a:lnTo>
                        <a:pt x="164" y="2790"/>
                      </a:lnTo>
                      <a:lnTo>
                        <a:pt x="166" y="2790"/>
                      </a:lnTo>
                      <a:lnTo>
                        <a:pt x="169" y="2792"/>
                      </a:lnTo>
                      <a:lnTo>
                        <a:pt x="170" y="2793"/>
                      </a:lnTo>
                      <a:lnTo>
                        <a:pt x="171" y="2794"/>
                      </a:lnTo>
                      <a:lnTo>
                        <a:pt x="172" y="2796"/>
                      </a:lnTo>
                      <a:lnTo>
                        <a:pt x="173" y="2798"/>
                      </a:lnTo>
                      <a:lnTo>
                        <a:pt x="176" y="2801"/>
                      </a:lnTo>
                      <a:lnTo>
                        <a:pt x="177" y="2803"/>
                      </a:lnTo>
                      <a:lnTo>
                        <a:pt x="179" y="2805"/>
                      </a:lnTo>
                      <a:lnTo>
                        <a:pt x="181" y="2805"/>
                      </a:lnTo>
                      <a:lnTo>
                        <a:pt x="182" y="2803"/>
                      </a:lnTo>
                      <a:lnTo>
                        <a:pt x="183" y="2803"/>
                      </a:lnTo>
                      <a:lnTo>
                        <a:pt x="184" y="2801"/>
                      </a:lnTo>
                      <a:lnTo>
                        <a:pt x="184" y="2799"/>
                      </a:lnTo>
                      <a:lnTo>
                        <a:pt x="185" y="2795"/>
                      </a:lnTo>
                      <a:lnTo>
                        <a:pt x="185" y="2793"/>
                      </a:lnTo>
                      <a:lnTo>
                        <a:pt x="185" y="2792"/>
                      </a:lnTo>
                      <a:lnTo>
                        <a:pt x="184" y="2789"/>
                      </a:lnTo>
                      <a:lnTo>
                        <a:pt x="184" y="2788"/>
                      </a:lnTo>
                      <a:lnTo>
                        <a:pt x="183" y="2784"/>
                      </a:lnTo>
                      <a:lnTo>
                        <a:pt x="181" y="2777"/>
                      </a:lnTo>
                      <a:lnTo>
                        <a:pt x="176" y="2771"/>
                      </a:lnTo>
                      <a:lnTo>
                        <a:pt x="169" y="2765"/>
                      </a:lnTo>
                      <a:lnTo>
                        <a:pt x="162" y="2762"/>
                      </a:lnTo>
                      <a:lnTo>
                        <a:pt x="153" y="2759"/>
                      </a:lnTo>
                      <a:lnTo>
                        <a:pt x="139" y="2756"/>
                      </a:lnTo>
                      <a:lnTo>
                        <a:pt x="125" y="2751"/>
                      </a:lnTo>
                      <a:lnTo>
                        <a:pt x="118" y="2749"/>
                      </a:lnTo>
                      <a:lnTo>
                        <a:pt x="112" y="2744"/>
                      </a:lnTo>
                      <a:lnTo>
                        <a:pt x="106" y="2739"/>
                      </a:lnTo>
                      <a:lnTo>
                        <a:pt x="101" y="2735"/>
                      </a:lnTo>
                      <a:lnTo>
                        <a:pt x="97" y="2726"/>
                      </a:lnTo>
                      <a:lnTo>
                        <a:pt x="94" y="2718"/>
                      </a:lnTo>
                      <a:lnTo>
                        <a:pt x="93" y="2712"/>
                      </a:lnTo>
                      <a:lnTo>
                        <a:pt x="91" y="2704"/>
                      </a:lnTo>
                      <a:lnTo>
                        <a:pt x="91" y="2700"/>
                      </a:lnTo>
                      <a:lnTo>
                        <a:pt x="91" y="2698"/>
                      </a:lnTo>
                      <a:lnTo>
                        <a:pt x="93" y="2693"/>
                      </a:lnTo>
                      <a:lnTo>
                        <a:pt x="95" y="2689"/>
                      </a:lnTo>
                      <a:lnTo>
                        <a:pt x="100" y="2689"/>
                      </a:lnTo>
                      <a:lnTo>
                        <a:pt x="106" y="2692"/>
                      </a:lnTo>
                      <a:lnTo>
                        <a:pt x="110" y="2693"/>
                      </a:lnTo>
                      <a:lnTo>
                        <a:pt x="115" y="2693"/>
                      </a:lnTo>
                      <a:lnTo>
                        <a:pt x="120" y="2692"/>
                      </a:lnTo>
                      <a:lnTo>
                        <a:pt x="122" y="2691"/>
                      </a:lnTo>
                      <a:lnTo>
                        <a:pt x="125" y="2688"/>
                      </a:lnTo>
                      <a:lnTo>
                        <a:pt x="126" y="2687"/>
                      </a:lnTo>
                      <a:lnTo>
                        <a:pt x="128" y="2681"/>
                      </a:lnTo>
                      <a:lnTo>
                        <a:pt x="130" y="2674"/>
                      </a:lnTo>
                      <a:lnTo>
                        <a:pt x="131" y="2666"/>
                      </a:lnTo>
                      <a:lnTo>
                        <a:pt x="133" y="2657"/>
                      </a:lnTo>
                      <a:lnTo>
                        <a:pt x="135" y="2649"/>
                      </a:lnTo>
                      <a:lnTo>
                        <a:pt x="140" y="2642"/>
                      </a:lnTo>
                      <a:lnTo>
                        <a:pt x="145" y="2635"/>
                      </a:lnTo>
                      <a:lnTo>
                        <a:pt x="150" y="2629"/>
                      </a:lnTo>
                      <a:lnTo>
                        <a:pt x="157" y="2619"/>
                      </a:lnTo>
                      <a:lnTo>
                        <a:pt x="165" y="2610"/>
                      </a:lnTo>
                      <a:lnTo>
                        <a:pt x="170" y="2605"/>
                      </a:lnTo>
                      <a:lnTo>
                        <a:pt x="175" y="2601"/>
                      </a:lnTo>
                      <a:lnTo>
                        <a:pt x="179" y="2598"/>
                      </a:lnTo>
                      <a:lnTo>
                        <a:pt x="184" y="2595"/>
                      </a:lnTo>
                      <a:lnTo>
                        <a:pt x="189" y="2594"/>
                      </a:lnTo>
                      <a:lnTo>
                        <a:pt x="195" y="2594"/>
                      </a:lnTo>
                      <a:lnTo>
                        <a:pt x="206" y="2597"/>
                      </a:lnTo>
                      <a:lnTo>
                        <a:pt x="217" y="2601"/>
                      </a:lnTo>
                      <a:lnTo>
                        <a:pt x="229" y="2606"/>
                      </a:lnTo>
                      <a:lnTo>
                        <a:pt x="241" y="2612"/>
                      </a:lnTo>
                      <a:lnTo>
                        <a:pt x="250" y="2616"/>
                      </a:lnTo>
                      <a:lnTo>
                        <a:pt x="257" y="2617"/>
                      </a:lnTo>
                      <a:lnTo>
                        <a:pt x="264" y="2618"/>
                      </a:lnTo>
                      <a:lnTo>
                        <a:pt x="269" y="2618"/>
                      </a:lnTo>
                      <a:lnTo>
                        <a:pt x="284" y="2611"/>
                      </a:lnTo>
                      <a:lnTo>
                        <a:pt x="301" y="2603"/>
                      </a:lnTo>
                      <a:lnTo>
                        <a:pt x="305" y="2603"/>
                      </a:lnTo>
                      <a:lnTo>
                        <a:pt x="309" y="2603"/>
                      </a:lnTo>
                      <a:lnTo>
                        <a:pt x="310" y="2604"/>
                      </a:lnTo>
                      <a:lnTo>
                        <a:pt x="311" y="2604"/>
                      </a:lnTo>
                      <a:lnTo>
                        <a:pt x="314" y="2605"/>
                      </a:lnTo>
                      <a:lnTo>
                        <a:pt x="317" y="2607"/>
                      </a:lnTo>
                      <a:lnTo>
                        <a:pt x="320" y="2607"/>
                      </a:lnTo>
                      <a:lnTo>
                        <a:pt x="321" y="2607"/>
                      </a:lnTo>
                      <a:lnTo>
                        <a:pt x="322" y="2607"/>
                      </a:lnTo>
                      <a:lnTo>
                        <a:pt x="323" y="2607"/>
                      </a:lnTo>
                      <a:lnTo>
                        <a:pt x="324" y="2606"/>
                      </a:lnTo>
                      <a:lnTo>
                        <a:pt x="326" y="2606"/>
                      </a:lnTo>
                      <a:lnTo>
                        <a:pt x="329" y="2604"/>
                      </a:lnTo>
                      <a:lnTo>
                        <a:pt x="333" y="2601"/>
                      </a:lnTo>
                      <a:lnTo>
                        <a:pt x="338" y="2597"/>
                      </a:lnTo>
                      <a:lnTo>
                        <a:pt x="342" y="2595"/>
                      </a:lnTo>
                      <a:lnTo>
                        <a:pt x="345" y="2597"/>
                      </a:lnTo>
                      <a:lnTo>
                        <a:pt x="347" y="2600"/>
                      </a:lnTo>
                      <a:lnTo>
                        <a:pt x="348" y="2604"/>
                      </a:lnTo>
                      <a:lnTo>
                        <a:pt x="349" y="2606"/>
                      </a:lnTo>
                      <a:lnTo>
                        <a:pt x="351" y="2609"/>
                      </a:lnTo>
                      <a:lnTo>
                        <a:pt x="352" y="2610"/>
                      </a:lnTo>
                      <a:lnTo>
                        <a:pt x="353" y="2613"/>
                      </a:lnTo>
                      <a:lnTo>
                        <a:pt x="354" y="2616"/>
                      </a:lnTo>
                      <a:lnTo>
                        <a:pt x="357" y="2619"/>
                      </a:lnTo>
                      <a:lnTo>
                        <a:pt x="359" y="2623"/>
                      </a:lnTo>
                      <a:lnTo>
                        <a:pt x="365" y="2629"/>
                      </a:lnTo>
                      <a:lnTo>
                        <a:pt x="371" y="2634"/>
                      </a:lnTo>
                      <a:lnTo>
                        <a:pt x="378" y="2637"/>
                      </a:lnTo>
                      <a:lnTo>
                        <a:pt x="383" y="2638"/>
                      </a:lnTo>
                      <a:lnTo>
                        <a:pt x="387" y="2638"/>
                      </a:lnTo>
                      <a:lnTo>
                        <a:pt x="390" y="2637"/>
                      </a:lnTo>
                      <a:lnTo>
                        <a:pt x="395" y="2635"/>
                      </a:lnTo>
                      <a:lnTo>
                        <a:pt x="397" y="2631"/>
                      </a:lnTo>
                      <a:lnTo>
                        <a:pt x="399" y="2626"/>
                      </a:lnTo>
                      <a:lnTo>
                        <a:pt x="401" y="2620"/>
                      </a:lnTo>
                      <a:lnTo>
                        <a:pt x="403" y="2611"/>
                      </a:lnTo>
                      <a:lnTo>
                        <a:pt x="403" y="2601"/>
                      </a:lnTo>
                      <a:lnTo>
                        <a:pt x="403" y="2593"/>
                      </a:lnTo>
                      <a:lnTo>
                        <a:pt x="402" y="2587"/>
                      </a:lnTo>
                      <a:lnTo>
                        <a:pt x="401" y="2582"/>
                      </a:lnTo>
                      <a:lnTo>
                        <a:pt x="399" y="2579"/>
                      </a:lnTo>
                      <a:lnTo>
                        <a:pt x="398" y="2575"/>
                      </a:lnTo>
                      <a:lnTo>
                        <a:pt x="396" y="2572"/>
                      </a:lnTo>
                      <a:lnTo>
                        <a:pt x="386" y="2565"/>
                      </a:lnTo>
                      <a:lnTo>
                        <a:pt x="378" y="2557"/>
                      </a:lnTo>
                      <a:lnTo>
                        <a:pt x="372" y="2550"/>
                      </a:lnTo>
                      <a:lnTo>
                        <a:pt x="367" y="2543"/>
                      </a:lnTo>
                      <a:lnTo>
                        <a:pt x="366" y="2540"/>
                      </a:lnTo>
                      <a:lnTo>
                        <a:pt x="365" y="2536"/>
                      </a:lnTo>
                      <a:lnTo>
                        <a:pt x="364" y="2532"/>
                      </a:lnTo>
                      <a:lnTo>
                        <a:pt x="364" y="2529"/>
                      </a:lnTo>
                      <a:lnTo>
                        <a:pt x="365" y="2522"/>
                      </a:lnTo>
                      <a:lnTo>
                        <a:pt x="366" y="2516"/>
                      </a:lnTo>
                      <a:lnTo>
                        <a:pt x="370" y="2509"/>
                      </a:lnTo>
                      <a:lnTo>
                        <a:pt x="373" y="2503"/>
                      </a:lnTo>
                      <a:lnTo>
                        <a:pt x="377" y="2497"/>
                      </a:lnTo>
                      <a:lnTo>
                        <a:pt x="379" y="2491"/>
                      </a:lnTo>
                      <a:lnTo>
                        <a:pt x="379" y="2489"/>
                      </a:lnTo>
                      <a:lnTo>
                        <a:pt x="377" y="2487"/>
                      </a:lnTo>
                      <a:lnTo>
                        <a:pt x="373" y="2486"/>
                      </a:lnTo>
                      <a:lnTo>
                        <a:pt x="370" y="2486"/>
                      </a:lnTo>
                      <a:lnTo>
                        <a:pt x="365" y="2485"/>
                      </a:lnTo>
                      <a:lnTo>
                        <a:pt x="361" y="2485"/>
                      </a:lnTo>
                      <a:lnTo>
                        <a:pt x="357" y="2481"/>
                      </a:lnTo>
                      <a:lnTo>
                        <a:pt x="352" y="2477"/>
                      </a:lnTo>
                      <a:lnTo>
                        <a:pt x="352" y="2471"/>
                      </a:lnTo>
                      <a:lnTo>
                        <a:pt x="354" y="2462"/>
                      </a:lnTo>
                      <a:lnTo>
                        <a:pt x="362" y="2449"/>
                      </a:lnTo>
                      <a:lnTo>
                        <a:pt x="368" y="2440"/>
                      </a:lnTo>
                      <a:lnTo>
                        <a:pt x="371" y="2434"/>
                      </a:lnTo>
                      <a:lnTo>
                        <a:pt x="372" y="2428"/>
                      </a:lnTo>
                      <a:lnTo>
                        <a:pt x="372" y="2421"/>
                      </a:lnTo>
                      <a:lnTo>
                        <a:pt x="373" y="2415"/>
                      </a:lnTo>
                      <a:lnTo>
                        <a:pt x="377" y="2410"/>
                      </a:lnTo>
                      <a:lnTo>
                        <a:pt x="380" y="2405"/>
                      </a:lnTo>
                      <a:lnTo>
                        <a:pt x="389" y="2397"/>
                      </a:lnTo>
                      <a:lnTo>
                        <a:pt x="398" y="2385"/>
                      </a:lnTo>
                      <a:lnTo>
                        <a:pt x="403" y="2379"/>
                      </a:lnTo>
                      <a:lnTo>
                        <a:pt x="408" y="2371"/>
                      </a:lnTo>
                      <a:lnTo>
                        <a:pt x="411" y="2363"/>
                      </a:lnTo>
                      <a:lnTo>
                        <a:pt x="414" y="2353"/>
                      </a:lnTo>
                      <a:lnTo>
                        <a:pt x="415" y="2348"/>
                      </a:lnTo>
                      <a:lnTo>
                        <a:pt x="415" y="2342"/>
                      </a:lnTo>
                      <a:lnTo>
                        <a:pt x="415" y="2338"/>
                      </a:lnTo>
                      <a:lnTo>
                        <a:pt x="414" y="2333"/>
                      </a:lnTo>
                      <a:lnTo>
                        <a:pt x="409" y="2328"/>
                      </a:lnTo>
                      <a:lnTo>
                        <a:pt x="402" y="2322"/>
                      </a:lnTo>
                      <a:lnTo>
                        <a:pt x="395" y="2317"/>
                      </a:lnTo>
                      <a:lnTo>
                        <a:pt x="393" y="2315"/>
                      </a:lnTo>
                      <a:lnTo>
                        <a:pt x="397" y="2313"/>
                      </a:lnTo>
                      <a:lnTo>
                        <a:pt x="404" y="2311"/>
                      </a:lnTo>
                      <a:lnTo>
                        <a:pt x="412" y="2310"/>
                      </a:lnTo>
                      <a:lnTo>
                        <a:pt x="421" y="2310"/>
                      </a:lnTo>
                      <a:lnTo>
                        <a:pt x="430" y="2308"/>
                      </a:lnTo>
                      <a:lnTo>
                        <a:pt x="436" y="2305"/>
                      </a:lnTo>
                      <a:lnTo>
                        <a:pt x="441" y="2300"/>
                      </a:lnTo>
                      <a:lnTo>
                        <a:pt x="446" y="2292"/>
                      </a:lnTo>
                      <a:lnTo>
                        <a:pt x="448" y="2288"/>
                      </a:lnTo>
                      <a:lnTo>
                        <a:pt x="450" y="2284"/>
                      </a:lnTo>
                      <a:lnTo>
                        <a:pt x="453" y="2279"/>
                      </a:lnTo>
                      <a:lnTo>
                        <a:pt x="454" y="2273"/>
                      </a:lnTo>
                      <a:lnTo>
                        <a:pt x="454" y="2271"/>
                      </a:lnTo>
                      <a:lnTo>
                        <a:pt x="453" y="2269"/>
                      </a:lnTo>
                      <a:lnTo>
                        <a:pt x="450" y="2266"/>
                      </a:lnTo>
                      <a:lnTo>
                        <a:pt x="447" y="2264"/>
                      </a:lnTo>
                      <a:lnTo>
                        <a:pt x="439" y="2259"/>
                      </a:lnTo>
                      <a:lnTo>
                        <a:pt x="430" y="2253"/>
                      </a:lnTo>
                      <a:lnTo>
                        <a:pt x="423" y="2247"/>
                      </a:lnTo>
                      <a:lnTo>
                        <a:pt x="417" y="2241"/>
                      </a:lnTo>
                      <a:lnTo>
                        <a:pt x="406" y="2226"/>
                      </a:lnTo>
                      <a:lnTo>
                        <a:pt x="397" y="2213"/>
                      </a:lnTo>
                      <a:lnTo>
                        <a:pt x="393" y="2210"/>
                      </a:lnTo>
                      <a:lnTo>
                        <a:pt x="389" y="2208"/>
                      </a:lnTo>
                      <a:lnTo>
                        <a:pt x="382" y="2206"/>
                      </a:lnTo>
                      <a:lnTo>
                        <a:pt x="373" y="2203"/>
                      </a:lnTo>
                      <a:lnTo>
                        <a:pt x="361" y="2201"/>
                      </a:lnTo>
                      <a:lnTo>
                        <a:pt x="349" y="2198"/>
                      </a:lnTo>
                      <a:lnTo>
                        <a:pt x="343" y="2195"/>
                      </a:lnTo>
                      <a:lnTo>
                        <a:pt x="338" y="2191"/>
                      </a:lnTo>
                      <a:lnTo>
                        <a:pt x="335" y="2185"/>
                      </a:lnTo>
                      <a:lnTo>
                        <a:pt x="334" y="2179"/>
                      </a:lnTo>
                      <a:lnTo>
                        <a:pt x="334" y="2178"/>
                      </a:lnTo>
                      <a:lnTo>
                        <a:pt x="334" y="2176"/>
                      </a:lnTo>
                      <a:lnTo>
                        <a:pt x="336" y="2166"/>
                      </a:lnTo>
                      <a:lnTo>
                        <a:pt x="341" y="2158"/>
                      </a:lnTo>
                      <a:lnTo>
                        <a:pt x="343" y="2155"/>
                      </a:lnTo>
                      <a:lnTo>
                        <a:pt x="347" y="2152"/>
                      </a:lnTo>
                      <a:lnTo>
                        <a:pt x="352" y="2147"/>
                      </a:lnTo>
                      <a:lnTo>
                        <a:pt x="357" y="2144"/>
                      </a:lnTo>
                      <a:lnTo>
                        <a:pt x="361" y="2139"/>
                      </a:lnTo>
                      <a:lnTo>
                        <a:pt x="366" y="2135"/>
                      </a:lnTo>
                      <a:lnTo>
                        <a:pt x="377" y="2126"/>
                      </a:lnTo>
                      <a:lnTo>
                        <a:pt x="386" y="2116"/>
                      </a:lnTo>
                      <a:lnTo>
                        <a:pt x="393" y="2109"/>
                      </a:lnTo>
                      <a:lnTo>
                        <a:pt x="399" y="2103"/>
                      </a:lnTo>
                      <a:lnTo>
                        <a:pt x="403" y="2099"/>
                      </a:lnTo>
                      <a:lnTo>
                        <a:pt x="405" y="2093"/>
                      </a:lnTo>
                      <a:lnTo>
                        <a:pt x="406" y="2086"/>
                      </a:lnTo>
                      <a:lnTo>
                        <a:pt x="406" y="2075"/>
                      </a:lnTo>
                      <a:lnTo>
                        <a:pt x="405" y="2059"/>
                      </a:lnTo>
                      <a:lnTo>
                        <a:pt x="403" y="2042"/>
                      </a:lnTo>
                      <a:lnTo>
                        <a:pt x="402" y="2033"/>
                      </a:lnTo>
                      <a:lnTo>
                        <a:pt x="401" y="2024"/>
                      </a:lnTo>
                      <a:lnTo>
                        <a:pt x="401" y="2018"/>
                      </a:lnTo>
                      <a:lnTo>
                        <a:pt x="401" y="2013"/>
                      </a:lnTo>
                      <a:lnTo>
                        <a:pt x="401" y="2009"/>
                      </a:lnTo>
                      <a:lnTo>
                        <a:pt x="401" y="2007"/>
                      </a:lnTo>
                      <a:lnTo>
                        <a:pt x="401" y="2001"/>
                      </a:lnTo>
                      <a:lnTo>
                        <a:pt x="401" y="1994"/>
                      </a:lnTo>
                      <a:lnTo>
                        <a:pt x="401" y="1992"/>
                      </a:lnTo>
                      <a:lnTo>
                        <a:pt x="401" y="1990"/>
                      </a:lnTo>
                      <a:lnTo>
                        <a:pt x="402" y="1986"/>
                      </a:lnTo>
                      <a:lnTo>
                        <a:pt x="402" y="1981"/>
                      </a:lnTo>
                      <a:lnTo>
                        <a:pt x="403" y="1975"/>
                      </a:lnTo>
                      <a:lnTo>
                        <a:pt x="405" y="1970"/>
                      </a:lnTo>
                      <a:lnTo>
                        <a:pt x="408" y="1966"/>
                      </a:lnTo>
                      <a:lnTo>
                        <a:pt x="410" y="1962"/>
                      </a:lnTo>
                      <a:lnTo>
                        <a:pt x="418" y="1958"/>
                      </a:lnTo>
                      <a:lnTo>
                        <a:pt x="429" y="1955"/>
                      </a:lnTo>
                      <a:lnTo>
                        <a:pt x="440" y="1952"/>
                      </a:lnTo>
                      <a:lnTo>
                        <a:pt x="453" y="1950"/>
                      </a:lnTo>
                      <a:lnTo>
                        <a:pt x="462" y="1949"/>
                      </a:lnTo>
                      <a:lnTo>
                        <a:pt x="472" y="1949"/>
                      </a:lnTo>
                      <a:lnTo>
                        <a:pt x="481" y="1949"/>
                      </a:lnTo>
                      <a:lnTo>
                        <a:pt x="491" y="1949"/>
                      </a:lnTo>
                      <a:lnTo>
                        <a:pt x="502" y="1950"/>
                      </a:lnTo>
                      <a:lnTo>
                        <a:pt x="511" y="1951"/>
                      </a:lnTo>
                      <a:lnTo>
                        <a:pt x="521" y="1954"/>
                      </a:lnTo>
                      <a:lnTo>
                        <a:pt x="529" y="1956"/>
                      </a:lnTo>
                      <a:lnTo>
                        <a:pt x="541" y="1961"/>
                      </a:lnTo>
                      <a:lnTo>
                        <a:pt x="552" y="1966"/>
                      </a:lnTo>
                      <a:lnTo>
                        <a:pt x="561" y="1971"/>
                      </a:lnTo>
                      <a:lnTo>
                        <a:pt x="571" y="1979"/>
                      </a:lnTo>
                      <a:lnTo>
                        <a:pt x="582" y="1989"/>
                      </a:lnTo>
                      <a:lnTo>
                        <a:pt x="592" y="1999"/>
                      </a:lnTo>
                      <a:lnTo>
                        <a:pt x="604" y="2015"/>
                      </a:lnTo>
                      <a:lnTo>
                        <a:pt x="612" y="2027"/>
                      </a:lnTo>
                      <a:lnTo>
                        <a:pt x="618" y="2037"/>
                      </a:lnTo>
                      <a:lnTo>
                        <a:pt x="624" y="2045"/>
                      </a:lnTo>
                      <a:lnTo>
                        <a:pt x="628" y="2049"/>
                      </a:lnTo>
                      <a:lnTo>
                        <a:pt x="630" y="2050"/>
                      </a:lnTo>
                      <a:lnTo>
                        <a:pt x="634" y="2051"/>
                      </a:lnTo>
                      <a:lnTo>
                        <a:pt x="636" y="2050"/>
                      </a:lnTo>
                      <a:lnTo>
                        <a:pt x="643" y="2046"/>
                      </a:lnTo>
                      <a:lnTo>
                        <a:pt x="653" y="2039"/>
                      </a:lnTo>
                      <a:lnTo>
                        <a:pt x="657" y="2036"/>
                      </a:lnTo>
                      <a:lnTo>
                        <a:pt x="663" y="2032"/>
                      </a:lnTo>
                      <a:lnTo>
                        <a:pt x="670" y="2031"/>
                      </a:lnTo>
                      <a:lnTo>
                        <a:pt x="678" y="2030"/>
                      </a:lnTo>
                      <a:lnTo>
                        <a:pt x="685" y="2030"/>
                      </a:lnTo>
                      <a:lnTo>
                        <a:pt x="693" y="2031"/>
                      </a:lnTo>
                      <a:lnTo>
                        <a:pt x="700" y="2033"/>
                      </a:lnTo>
                      <a:lnTo>
                        <a:pt x="708" y="2036"/>
                      </a:lnTo>
                      <a:lnTo>
                        <a:pt x="716" y="2038"/>
                      </a:lnTo>
                      <a:lnTo>
                        <a:pt x="723" y="2039"/>
                      </a:lnTo>
                      <a:lnTo>
                        <a:pt x="729" y="2040"/>
                      </a:lnTo>
                      <a:lnTo>
                        <a:pt x="735" y="2039"/>
                      </a:lnTo>
                      <a:lnTo>
                        <a:pt x="744" y="2036"/>
                      </a:lnTo>
                      <a:lnTo>
                        <a:pt x="752" y="2031"/>
                      </a:lnTo>
                      <a:lnTo>
                        <a:pt x="757" y="2029"/>
                      </a:lnTo>
                      <a:lnTo>
                        <a:pt x="761" y="2026"/>
                      </a:lnTo>
                      <a:lnTo>
                        <a:pt x="765" y="2025"/>
                      </a:lnTo>
                      <a:lnTo>
                        <a:pt x="770" y="2025"/>
                      </a:lnTo>
                      <a:lnTo>
                        <a:pt x="780" y="2025"/>
                      </a:lnTo>
                      <a:lnTo>
                        <a:pt x="792" y="2026"/>
                      </a:lnTo>
                      <a:lnTo>
                        <a:pt x="806" y="2029"/>
                      </a:lnTo>
                      <a:lnTo>
                        <a:pt x="821" y="2029"/>
                      </a:lnTo>
                      <a:lnTo>
                        <a:pt x="830" y="2027"/>
                      </a:lnTo>
                      <a:lnTo>
                        <a:pt x="837" y="2026"/>
                      </a:lnTo>
                      <a:lnTo>
                        <a:pt x="843" y="2023"/>
                      </a:lnTo>
                      <a:lnTo>
                        <a:pt x="848" y="2019"/>
                      </a:lnTo>
                      <a:lnTo>
                        <a:pt x="851" y="2014"/>
                      </a:lnTo>
                      <a:lnTo>
                        <a:pt x="853" y="2009"/>
                      </a:lnTo>
                      <a:lnTo>
                        <a:pt x="853" y="2004"/>
                      </a:lnTo>
                      <a:lnTo>
                        <a:pt x="852" y="1999"/>
                      </a:lnTo>
                      <a:lnTo>
                        <a:pt x="851" y="1993"/>
                      </a:lnTo>
                      <a:lnTo>
                        <a:pt x="848" y="1988"/>
                      </a:lnTo>
                      <a:lnTo>
                        <a:pt x="844" y="1983"/>
                      </a:lnTo>
                      <a:lnTo>
                        <a:pt x="839" y="1980"/>
                      </a:lnTo>
                      <a:lnTo>
                        <a:pt x="831" y="1971"/>
                      </a:lnTo>
                      <a:lnTo>
                        <a:pt x="823" y="1962"/>
                      </a:lnTo>
                      <a:lnTo>
                        <a:pt x="819" y="1957"/>
                      </a:lnTo>
                      <a:lnTo>
                        <a:pt x="817" y="1951"/>
                      </a:lnTo>
                      <a:lnTo>
                        <a:pt x="815" y="1945"/>
                      </a:lnTo>
                      <a:lnTo>
                        <a:pt x="814" y="1938"/>
                      </a:lnTo>
                      <a:lnTo>
                        <a:pt x="814" y="1925"/>
                      </a:lnTo>
                      <a:lnTo>
                        <a:pt x="813" y="1918"/>
                      </a:lnTo>
                      <a:lnTo>
                        <a:pt x="812" y="1916"/>
                      </a:lnTo>
                      <a:lnTo>
                        <a:pt x="811" y="1914"/>
                      </a:lnTo>
                      <a:lnTo>
                        <a:pt x="807" y="1913"/>
                      </a:lnTo>
                      <a:lnTo>
                        <a:pt x="804" y="1912"/>
                      </a:lnTo>
                      <a:lnTo>
                        <a:pt x="800" y="1911"/>
                      </a:lnTo>
                      <a:lnTo>
                        <a:pt x="798" y="1908"/>
                      </a:lnTo>
                      <a:lnTo>
                        <a:pt x="796" y="1906"/>
                      </a:lnTo>
                      <a:lnTo>
                        <a:pt x="795" y="1904"/>
                      </a:lnTo>
                      <a:lnTo>
                        <a:pt x="796" y="1901"/>
                      </a:lnTo>
                      <a:lnTo>
                        <a:pt x="798" y="1899"/>
                      </a:lnTo>
                      <a:lnTo>
                        <a:pt x="801" y="1895"/>
                      </a:lnTo>
                      <a:lnTo>
                        <a:pt x="806" y="1893"/>
                      </a:lnTo>
                      <a:lnTo>
                        <a:pt x="811" y="1889"/>
                      </a:lnTo>
                      <a:lnTo>
                        <a:pt x="817" y="1885"/>
                      </a:lnTo>
                      <a:lnTo>
                        <a:pt x="820" y="1880"/>
                      </a:lnTo>
                      <a:lnTo>
                        <a:pt x="824" y="1874"/>
                      </a:lnTo>
                      <a:lnTo>
                        <a:pt x="830" y="1864"/>
                      </a:lnTo>
                      <a:lnTo>
                        <a:pt x="833" y="1861"/>
                      </a:lnTo>
                      <a:lnTo>
                        <a:pt x="838" y="1866"/>
                      </a:lnTo>
                      <a:lnTo>
                        <a:pt x="848" y="1874"/>
                      </a:lnTo>
                      <a:lnTo>
                        <a:pt x="855" y="1878"/>
                      </a:lnTo>
                      <a:lnTo>
                        <a:pt x="865" y="1882"/>
                      </a:lnTo>
                      <a:lnTo>
                        <a:pt x="876" y="1886"/>
                      </a:lnTo>
                      <a:lnTo>
                        <a:pt x="883" y="1887"/>
                      </a:lnTo>
                      <a:lnTo>
                        <a:pt x="887" y="1889"/>
                      </a:lnTo>
                      <a:lnTo>
                        <a:pt x="889" y="1892"/>
                      </a:lnTo>
                      <a:lnTo>
                        <a:pt x="890" y="1894"/>
                      </a:lnTo>
                      <a:lnTo>
                        <a:pt x="890" y="1898"/>
                      </a:lnTo>
                      <a:lnTo>
                        <a:pt x="891" y="1901"/>
                      </a:lnTo>
                      <a:lnTo>
                        <a:pt x="893" y="1905"/>
                      </a:lnTo>
                      <a:lnTo>
                        <a:pt x="894" y="1906"/>
                      </a:lnTo>
                      <a:lnTo>
                        <a:pt x="895" y="1906"/>
                      </a:lnTo>
                      <a:lnTo>
                        <a:pt x="897" y="1906"/>
                      </a:lnTo>
                      <a:lnTo>
                        <a:pt x="900" y="1904"/>
                      </a:lnTo>
                      <a:lnTo>
                        <a:pt x="908" y="1899"/>
                      </a:lnTo>
                      <a:lnTo>
                        <a:pt x="914" y="1894"/>
                      </a:lnTo>
                      <a:lnTo>
                        <a:pt x="915" y="1894"/>
                      </a:lnTo>
                      <a:lnTo>
                        <a:pt x="916" y="1893"/>
                      </a:lnTo>
                      <a:lnTo>
                        <a:pt x="930" y="1885"/>
                      </a:lnTo>
                      <a:lnTo>
                        <a:pt x="943" y="1878"/>
                      </a:lnTo>
                      <a:lnTo>
                        <a:pt x="957" y="1872"/>
                      </a:lnTo>
                      <a:lnTo>
                        <a:pt x="970" y="1868"/>
                      </a:lnTo>
                      <a:lnTo>
                        <a:pt x="976" y="1868"/>
                      </a:lnTo>
                      <a:lnTo>
                        <a:pt x="982" y="1868"/>
                      </a:lnTo>
                      <a:lnTo>
                        <a:pt x="987" y="1870"/>
                      </a:lnTo>
                      <a:lnTo>
                        <a:pt x="991" y="1874"/>
                      </a:lnTo>
                      <a:lnTo>
                        <a:pt x="996" y="1878"/>
                      </a:lnTo>
                      <a:lnTo>
                        <a:pt x="1002" y="1880"/>
                      </a:lnTo>
                      <a:lnTo>
                        <a:pt x="1009" y="1882"/>
                      </a:lnTo>
                      <a:lnTo>
                        <a:pt x="1017" y="1884"/>
                      </a:lnTo>
                      <a:lnTo>
                        <a:pt x="1026" y="1885"/>
                      </a:lnTo>
                      <a:lnTo>
                        <a:pt x="1035" y="1885"/>
                      </a:lnTo>
                      <a:lnTo>
                        <a:pt x="1046" y="1885"/>
                      </a:lnTo>
                      <a:lnTo>
                        <a:pt x="1056" y="1884"/>
                      </a:lnTo>
                      <a:lnTo>
                        <a:pt x="1067" y="1881"/>
                      </a:lnTo>
                      <a:lnTo>
                        <a:pt x="1078" y="1878"/>
                      </a:lnTo>
                      <a:lnTo>
                        <a:pt x="1089" y="1873"/>
                      </a:lnTo>
                      <a:lnTo>
                        <a:pt x="1100" y="1866"/>
                      </a:lnTo>
                      <a:lnTo>
                        <a:pt x="1109" y="1859"/>
                      </a:lnTo>
                      <a:lnTo>
                        <a:pt x="1116" y="1851"/>
                      </a:lnTo>
                      <a:lnTo>
                        <a:pt x="1122" y="1844"/>
                      </a:lnTo>
                      <a:lnTo>
                        <a:pt x="1126" y="1837"/>
                      </a:lnTo>
                      <a:lnTo>
                        <a:pt x="1127" y="1824"/>
                      </a:lnTo>
                      <a:lnTo>
                        <a:pt x="1127" y="1811"/>
                      </a:lnTo>
                      <a:lnTo>
                        <a:pt x="1127" y="1796"/>
                      </a:lnTo>
                      <a:lnTo>
                        <a:pt x="1126" y="1778"/>
                      </a:lnTo>
                      <a:lnTo>
                        <a:pt x="1124" y="1769"/>
                      </a:lnTo>
                      <a:lnTo>
                        <a:pt x="1123" y="1762"/>
                      </a:lnTo>
                      <a:lnTo>
                        <a:pt x="1122" y="1756"/>
                      </a:lnTo>
                      <a:lnTo>
                        <a:pt x="1121" y="1752"/>
                      </a:lnTo>
                      <a:lnTo>
                        <a:pt x="1116" y="1747"/>
                      </a:lnTo>
                      <a:lnTo>
                        <a:pt x="1113" y="1743"/>
                      </a:lnTo>
                      <a:lnTo>
                        <a:pt x="1110" y="1741"/>
                      </a:lnTo>
                      <a:lnTo>
                        <a:pt x="1109" y="1737"/>
                      </a:lnTo>
                      <a:lnTo>
                        <a:pt x="1107" y="1731"/>
                      </a:lnTo>
                      <a:lnTo>
                        <a:pt x="1105" y="1725"/>
                      </a:lnTo>
                      <a:lnTo>
                        <a:pt x="1102" y="1710"/>
                      </a:lnTo>
                      <a:lnTo>
                        <a:pt x="1100" y="1695"/>
                      </a:lnTo>
                      <a:lnTo>
                        <a:pt x="1098" y="1674"/>
                      </a:lnTo>
                      <a:lnTo>
                        <a:pt x="1097" y="1652"/>
                      </a:lnTo>
                      <a:lnTo>
                        <a:pt x="1097" y="1641"/>
                      </a:lnTo>
                      <a:lnTo>
                        <a:pt x="1097" y="1630"/>
                      </a:lnTo>
                      <a:lnTo>
                        <a:pt x="1100" y="1622"/>
                      </a:lnTo>
                      <a:lnTo>
                        <a:pt x="1102" y="1615"/>
                      </a:lnTo>
                      <a:lnTo>
                        <a:pt x="1115" y="1602"/>
                      </a:lnTo>
                      <a:lnTo>
                        <a:pt x="1133" y="1585"/>
                      </a:lnTo>
                      <a:lnTo>
                        <a:pt x="1142" y="1577"/>
                      </a:lnTo>
                      <a:lnTo>
                        <a:pt x="1151" y="1567"/>
                      </a:lnTo>
                      <a:lnTo>
                        <a:pt x="1154" y="1563"/>
                      </a:lnTo>
                      <a:lnTo>
                        <a:pt x="1157" y="1558"/>
                      </a:lnTo>
                      <a:lnTo>
                        <a:pt x="1159" y="1554"/>
                      </a:lnTo>
                      <a:lnTo>
                        <a:pt x="1160" y="1550"/>
                      </a:lnTo>
                      <a:lnTo>
                        <a:pt x="1161" y="1540"/>
                      </a:lnTo>
                      <a:lnTo>
                        <a:pt x="1161" y="1529"/>
                      </a:lnTo>
                      <a:lnTo>
                        <a:pt x="1161" y="1519"/>
                      </a:lnTo>
                      <a:lnTo>
                        <a:pt x="1161" y="1508"/>
                      </a:lnTo>
                      <a:lnTo>
                        <a:pt x="1159" y="1498"/>
                      </a:lnTo>
                      <a:lnTo>
                        <a:pt x="1158" y="1488"/>
                      </a:lnTo>
                      <a:lnTo>
                        <a:pt x="1154" y="1479"/>
                      </a:lnTo>
                      <a:lnTo>
                        <a:pt x="1151" y="1472"/>
                      </a:lnTo>
                      <a:lnTo>
                        <a:pt x="1148" y="1466"/>
                      </a:lnTo>
                      <a:lnTo>
                        <a:pt x="1147" y="1460"/>
                      </a:lnTo>
                      <a:lnTo>
                        <a:pt x="1146" y="1456"/>
                      </a:lnTo>
                      <a:lnTo>
                        <a:pt x="1147" y="1451"/>
                      </a:lnTo>
                      <a:lnTo>
                        <a:pt x="1151" y="1443"/>
                      </a:lnTo>
                      <a:lnTo>
                        <a:pt x="1157" y="1435"/>
                      </a:lnTo>
                      <a:lnTo>
                        <a:pt x="1159" y="1432"/>
                      </a:lnTo>
                      <a:lnTo>
                        <a:pt x="1163" y="1427"/>
                      </a:lnTo>
                      <a:lnTo>
                        <a:pt x="1164" y="1422"/>
                      </a:lnTo>
                      <a:lnTo>
                        <a:pt x="1165" y="1416"/>
                      </a:lnTo>
                      <a:lnTo>
                        <a:pt x="1165" y="1412"/>
                      </a:lnTo>
                      <a:lnTo>
                        <a:pt x="1164" y="1406"/>
                      </a:lnTo>
                      <a:lnTo>
                        <a:pt x="1161" y="1400"/>
                      </a:lnTo>
                      <a:lnTo>
                        <a:pt x="1157" y="1395"/>
                      </a:lnTo>
                      <a:lnTo>
                        <a:pt x="1144" y="1384"/>
                      </a:lnTo>
                      <a:lnTo>
                        <a:pt x="1127" y="1374"/>
                      </a:lnTo>
                      <a:lnTo>
                        <a:pt x="1119" y="1369"/>
                      </a:lnTo>
                      <a:lnTo>
                        <a:pt x="1111" y="1364"/>
                      </a:lnTo>
                      <a:lnTo>
                        <a:pt x="1105" y="1362"/>
                      </a:lnTo>
                      <a:lnTo>
                        <a:pt x="1100" y="1362"/>
                      </a:lnTo>
                      <a:lnTo>
                        <a:pt x="1084" y="1363"/>
                      </a:lnTo>
                      <a:lnTo>
                        <a:pt x="1070" y="1363"/>
                      </a:lnTo>
                      <a:lnTo>
                        <a:pt x="1066" y="1362"/>
                      </a:lnTo>
                      <a:lnTo>
                        <a:pt x="1064" y="1359"/>
                      </a:lnTo>
                      <a:lnTo>
                        <a:pt x="1059" y="1352"/>
                      </a:lnTo>
                      <a:lnTo>
                        <a:pt x="1054" y="1342"/>
                      </a:lnTo>
                      <a:lnTo>
                        <a:pt x="1051" y="1337"/>
                      </a:lnTo>
                      <a:lnTo>
                        <a:pt x="1046" y="1332"/>
                      </a:lnTo>
                      <a:lnTo>
                        <a:pt x="1041" y="1327"/>
                      </a:lnTo>
                      <a:lnTo>
                        <a:pt x="1034" y="1324"/>
                      </a:lnTo>
                      <a:lnTo>
                        <a:pt x="1021" y="1318"/>
                      </a:lnTo>
                      <a:lnTo>
                        <a:pt x="1012" y="1314"/>
                      </a:lnTo>
                      <a:lnTo>
                        <a:pt x="1006" y="1311"/>
                      </a:lnTo>
                      <a:lnTo>
                        <a:pt x="1001" y="1306"/>
                      </a:lnTo>
                      <a:lnTo>
                        <a:pt x="998" y="1303"/>
                      </a:lnTo>
                      <a:lnTo>
                        <a:pt x="997" y="1302"/>
                      </a:lnTo>
                      <a:lnTo>
                        <a:pt x="995" y="1302"/>
                      </a:lnTo>
                      <a:lnTo>
                        <a:pt x="993" y="1302"/>
                      </a:lnTo>
                      <a:lnTo>
                        <a:pt x="989" y="1305"/>
                      </a:lnTo>
                      <a:lnTo>
                        <a:pt x="985" y="1311"/>
                      </a:lnTo>
                      <a:lnTo>
                        <a:pt x="984" y="1313"/>
                      </a:lnTo>
                      <a:lnTo>
                        <a:pt x="982" y="1314"/>
                      </a:lnTo>
                      <a:lnTo>
                        <a:pt x="978" y="1315"/>
                      </a:lnTo>
                      <a:lnTo>
                        <a:pt x="975" y="1317"/>
                      </a:lnTo>
                      <a:lnTo>
                        <a:pt x="971" y="1317"/>
                      </a:lnTo>
                      <a:lnTo>
                        <a:pt x="966" y="1315"/>
                      </a:lnTo>
                      <a:lnTo>
                        <a:pt x="962" y="1313"/>
                      </a:lnTo>
                      <a:lnTo>
                        <a:pt x="957" y="1309"/>
                      </a:lnTo>
                      <a:lnTo>
                        <a:pt x="949" y="1302"/>
                      </a:lnTo>
                      <a:lnTo>
                        <a:pt x="941" y="1294"/>
                      </a:lnTo>
                      <a:lnTo>
                        <a:pt x="937" y="1286"/>
                      </a:lnTo>
                      <a:lnTo>
                        <a:pt x="934" y="1275"/>
                      </a:lnTo>
                      <a:lnTo>
                        <a:pt x="933" y="1270"/>
                      </a:lnTo>
                      <a:lnTo>
                        <a:pt x="931" y="1267"/>
                      </a:lnTo>
                      <a:lnTo>
                        <a:pt x="928" y="1264"/>
                      </a:lnTo>
                      <a:lnTo>
                        <a:pt x="927" y="1263"/>
                      </a:lnTo>
                      <a:lnTo>
                        <a:pt x="921" y="1263"/>
                      </a:lnTo>
                      <a:lnTo>
                        <a:pt x="914" y="1265"/>
                      </a:lnTo>
                      <a:lnTo>
                        <a:pt x="912" y="1267"/>
                      </a:lnTo>
                      <a:lnTo>
                        <a:pt x="909" y="1267"/>
                      </a:lnTo>
                      <a:lnTo>
                        <a:pt x="907" y="1265"/>
                      </a:lnTo>
                      <a:lnTo>
                        <a:pt x="906" y="1264"/>
                      </a:lnTo>
                      <a:lnTo>
                        <a:pt x="901" y="1261"/>
                      </a:lnTo>
                      <a:lnTo>
                        <a:pt x="899" y="1256"/>
                      </a:lnTo>
                      <a:lnTo>
                        <a:pt x="897" y="1249"/>
                      </a:lnTo>
                      <a:lnTo>
                        <a:pt x="896" y="1243"/>
                      </a:lnTo>
                      <a:lnTo>
                        <a:pt x="895" y="1237"/>
                      </a:lnTo>
                      <a:lnTo>
                        <a:pt x="890" y="1231"/>
                      </a:lnTo>
                      <a:lnTo>
                        <a:pt x="883" y="1224"/>
                      </a:lnTo>
                      <a:lnTo>
                        <a:pt x="874" y="1218"/>
                      </a:lnTo>
                      <a:lnTo>
                        <a:pt x="864" y="1213"/>
                      </a:lnTo>
                      <a:lnTo>
                        <a:pt x="857" y="1208"/>
                      </a:lnTo>
                      <a:lnTo>
                        <a:pt x="848" y="1202"/>
                      </a:lnTo>
                      <a:lnTo>
                        <a:pt x="837" y="1197"/>
                      </a:lnTo>
                      <a:lnTo>
                        <a:pt x="827" y="1191"/>
                      </a:lnTo>
                      <a:lnTo>
                        <a:pt x="820" y="1188"/>
                      </a:lnTo>
                      <a:lnTo>
                        <a:pt x="817" y="1187"/>
                      </a:lnTo>
                      <a:lnTo>
                        <a:pt x="811" y="1187"/>
                      </a:lnTo>
                      <a:lnTo>
                        <a:pt x="804" y="1187"/>
                      </a:lnTo>
                      <a:lnTo>
                        <a:pt x="793" y="1189"/>
                      </a:lnTo>
                      <a:lnTo>
                        <a:pt x="785" y="1189"/>
                      </a:lnTo>
                      <a:lnTo>
                        <a:pt x="779" y="1189"/>
                      </a:lnTo>
                      <a:lnTo>
                        <a:pt x="774" y="1188"/>
                      </a:lnTo>
                      <a:lnTo>
                        <a:pt x="770" y="1186"/>
                      </a:lnTo>
                      <a:lnTo>
                        <a:pt x="767" y="1179"/>
                      </a:lnTo>
                      <a:lnTo>
                        <a:pt x="764" y="1169"/>
                      </a:lnTo>
                      <a:lnTo>
                        <a:pt x="763" y="1166"/>
                      </a:lnTo>
                      <a:lnTo>
                        <a:pt x="761" y="1163"/>
                      </a:lnTo>
                      <a:lnTo>
                        <a:pt x="758" y="1161"/>
                      </a:lnTo>
                      <a:lnTo>
                        <a:pt x="755" y="1160"/>
                      </a:lnTo>
                      <a:lnTo>
                        <a:pt x="746" y="1157"/>
                      </a:lnTo>
                      <a:lnTo>
                        <a:pt x="737" y="1155"/>
                      </a:lnTo>
                      <a:lnTo>
                        <a:pt x="717" y="1155"/>
                      </a:lnTo>
                      <a:lnTo>
                        <a:pt x="700" y="1154"/>
                      </a:lnTo>
                      <a:lnTo>
                        <a:pt x="692" y="1154"/>
                      </a:lnTo>
                      <a:lnTo>
                        <a:pt x="687" y="1151"/>
                      </a:lnTo>
                      <a:lnTo>
                        <a:pt x="686" y="1150"/>
                      </a:lnTo>
                      <a:lnTo>
                        <a:pt x="685" y="1147"/>
                      </a:lnTo>
                      <a:lnTo>
                        <a:pt x="685" y="1143"/>
                      </a:lnTo>
                      <a:lnTo>
                        <a:pt x="685" y="1137"/>
                      </a:lnTo>
                      <a:lnTo>
                        <a:pt x="683" y="1128"/>
                      </a:lnTo>
                      <a:lnTo>
                        <a:pt x="683" y="1117"/>
                      </a:lnTo>
                      <a:lnTo>
                        <a:pt x="685" y="1110"/>
                      </a:lnTo>
                      <a:lnTo>
                        <a:pt x="686" y="1103"/>
                      </a:lnTo>
                      <a:lnTo>
                        <a:pt x="687" y="1098"/>
                      </a:lnTo>
                      <a:lnTo>
                        <a:pt x="689" y="1093"/>
                      </a:lnTo>
                      <a:lnTo>
                        <a:pt x="691" y="1088"/>
                      </a:lnTo>
                      <a:lnTo>
                        <a:pt x="692" y="1085"/>
                      </a:lnTo>
                      <a:lnTo>
                        <a:pt x="692" y="1081"/>
                      </a:lnTo>
                      <a:lnTo>
                        <a:pt x="692" y="1078"/>
                      </a:lnTo>
                      <a:lnTo>
                        <a:pt x="688" y="1069"/>
                      </a:lnTo>
                      <a:lnTo>
                        <a:pt x="683" y="1063"/>
                      </a:lnTo>
                      <a:lnTo>
                        <a:pt x="680" y="1061"/>
                      </a:lnTo>
                      <a:lnTo>
                        <a:pt x="679" y="1059"/>
                      </a:lnTo>
                      <a:lnTo>
                        <a:pt x="682" y="1060"/>
                      </a:lnTo>
                      <a:lnTo>
                        <a:pt x="688" y="1061"/>
                      </a:lnTo>
                      <a:lnTo>
                        <a:pt x="692" y="1061"/>
                      </a:lnTo>
                      <a:lnTo>
                        <a:pt x="697" y="1061"/>
                      </a:lnTo>
                      <a:lnTo>
                        <a:pt x="698" y="1061"/>
                      </a:lnTo>
                      <a:lnTo>
                        <a:pt x="699" y="1060"/>
                      </a:lnTo>
                      <a:lnTo>
                        <a:pt x="700" y="1059"/>
                      </a:lnTo>
                      <a:lnTo>
                        <a:pt x="700" y="1056"/>
                      </a:lnTo>
                      <a:lnTo>
                        <a:pt x="700" y="1054"/>
                      </a:lnTo>
                      <a:lnTo>
                        <a:pt x="702" y="1053"/>
                      </a:lnTo>
                      <a:lnTo>
                        <a:pt x="704" y="1051"/>
                      </a:lnTo>
                      <a:lnTo>
                        <a:pt x="706" y="1050"/>
                      </a:lnTo>
                      <a:lnTo>
                        <a:pt x="711" y="1049"/>
                      </a:lnTo>
                      <a:lnTo>
                        <a:pt x="713" y="1047"/>
                      </a:lnTo>
                      <a:lnTo>
                        <a:pt x="716" y="1041"/>
                      </a:lnTo>
                      <a:lnTo>
                        <a:pt x="716" y="1037"/>
                      </a:lnTo>
                      <a:lnTo>
                        <a:pt x="713" y="1032"/>
                      </a:lnTo>
                      <a:lnTo>
                        <a:pt x="710" y="1029"/>
                      </a:lnTo>
                      <a:lnTo>
                        <a:pt x="701" y="1023"/>
                      </a:lnTo>
                      <a:lnTo>
                        <a:pt x="695" y="1018"/>
                      </a:lnTo>
                      <a:lnTo>
                        <a:pt x="693" y="1016"/>
                      </a:lnTo>
                      <a:lnTo>
                        <a:pt x="692" y="1012"/>
                      </a:lnTo>
                      <a:lnTo>
                        <a:pt x="694" y="1009"/>
                      </a:lnTo>
                      <a:lnTo>
                        <a:pt x="697" y="1006"/>
                      </a:lnTo>
                      <a:lnTo>
                        <a:pt x="699" y="1004"/>
                      </a:lnTo>
                      <a:lnTo>
                        <a:pt x="701" y="1002"/>
                      </a:lnTo>
                      <a:lnTo>
                        <a:pt x="701" y="999"/>
                      </a:lnTo>
                      <a:lnTo>
                        <a:pt x="701" y="998"/>
                      </a:lnTo>
                      <a:lnTo>
                        <a:pt x="699" y="993"/>
                      </a:lnTo>
                      <a:lnTo>
                        <a:pt x="694" y="986"/>
                      </a:lnTo>
                      <a:lnTo>
                        <a:pt x="692" y="984"/>
                      </a:lnTo>
                      <a:lnTo>
                        <a:pt x="691" y="980"/>
                      </a:lnTo>
                      <a:lnTo>
                        <a:pt x="691" y="975"/>
                      </a:lnTo>
                      <a:lnTo>
                        <a:pt x="691" y="969"/>
                      </a:lnTo>
                      <a:lnTo>
                        <a:pt x="691" y="952"/>
                      </a:lnTo>
                      <a:lnTo>
                        <a:pt x="691" y="934"/>
                      </a:lnTo>
                      <a:lnTo>
                        <a:pt x="692" y="923"/>
                      </a:lnTo>
                      <a:lnTo>
                        <a:pt x="695" y="914"/>
                      </a:lnTo>
                      <a:lnTo>
                        <a:pt x="700" y="904"/>
                      </a:lnTo>
                      <a:lnTo>
                        <a:pt x="706" y="897"/>
                      </a:lnTo>
                      <a:lnTo>
                        <a:pt x="712" y="890"/>
                      </a:lnTo>
                      <a:lnTo>
                        <a:pt x="717" y="883"/>
                      </a:lnTo>
                      <a:lnTo>
                        <a:pt x="718" y="880"/>
                      </a:lnTo>
                      <a:lnTo>
                        <a:pt x="719" y="877"/>
                      </a:lnTo>
                      <a:lnTo>
                        <a:pt x="718" y="873"/>
                      </a:lnTo>
                      <a:lnTo>
                        <a:pt x="714" y="871"/>
                      </a:lnTo>
                      <a:lnTo>
                        <a:pt x="708" y="866"/>
                      </a:lnTo>
                      <a:lnTo>
                        <a:pt x="705" y="861"/>
                      </a:lnTo>
                      <a:lnTo>
                        <a:pt x="705" y="858"/>
                      </a:lnTo>
                      <a:lnTo>
                        <a:pt x="705" y="855"/>
                      </a:lnTo>
                      <a:lnTo>
                        <a:pt x="706" y="853"/>
                      </a:lnTo>
                      <a:lnTo>
                        <a:pt x="708" y="849"/>
                      </a:lnTo>
                      <a:lnTo>
                        <a:pt x="716" y="842"/>
                      </a:lnTo>
                      <a:lnTo>
                        <a:pt x="726" y="832"/>
                      </a:lnTo>
                      <a:lnTo>
                        <a:pt x="736" y="823"/>
                      </a:lnTo>
                      <a:lnTo>
                        <a:pt x="744" y="817"/>
                      </a:lnTo>
                      <a:lnTo>
                        <a:pt x="750" y="815"/>
                      </a:lnTo>
                      <a:lnTo>
                        <a:pt x="755" y="811"/>
                      </a:lnTo>
                      <a:lnTo>
                        <a:pt x="758" y="807"/>
                      </a:lnTo>
                      <a:lnTo>
                        <a:pt x="761" y="801"/>
                      </a:lnTo>
                      <a:lnTo>
                        <a:pt x="763" y="797"/>
                      </a:lnTo>
                      <a:lnTo>
                        <a:pt x="765" y="794"/>
                      </a:lnTo>
                      <a:lnTo>
                        <a:pt x="769" y="791"/>
                      </a:lnTo>
                      <a:lnTo>
                        <a:pt x="773" y="788"/>
                      </a:lnTo>
                      <a:lnTo>
                        <a:pt x="783" y="783"/>
                      </a:lnTo>
                      <a:lnTo>
                        <a:pt x="796" y="779"/>
                      </a:lnTo>
                      <a:lnTo>
                        <a:pt x="808" y="776"/>
                      </a:lnTo>
                      <a:lnTo>
                        <a:pt x="817" y="771"/>
                      </a:lnTo>
                      <a:lnTo>
                        <a:pt x="821" y="766"/>
                      </a:lnTo>
                      <a:lnTo>
                        <a:pt x="825" y="759"/>
                      </a:lnTo>
                      <a:lnTo>
                        <a:pt x="826" y="754"/>
                      </a:lnTo>
                      <a:lnTo>
                        <a:pt x="826" y="751"/>
                      </a:lnTo>
                      <a:lnTo>
                        <a:pt x="825" y="746"/>
                      </a:lnTo>
                      <a:lnTo>
                        <a:pt x="824" y="742"/>
                      </a:lnTo>
                      <a:lnTo>
                        <a:pt x="824" y="740"/>
                      </a:lnTo>
                      <a:lnTo>
                        <a:pt x="825" y="740"/>
                      </a:lnTo>
                      <a:lnTo>
                        <a:pt x="826" y="739"/>
                      </a:lnTo>
                      <a:lnTo>
                        <a:pt x="830" y="740"/>
                      </a:lnTo>
                      <a:lnTo>
                        <a:pt x="834" y="741"/>
                      </a:lnTo>
                      <a:lnTo>
                        <a:pt x="840" y="744"/>
                      </a:lnTo>
                      <a:lnTo>
                        <a:pt x="855" y="746"/>
                      </a:lnTo>
                      <a:lnTo>
                        <a:pt x="875" y="750"/>
                      </a:lnTo>
                      <a:lnTo>
                        <a:pt x="886" y="753"/>
                      </a:lnTo>
                      <a:lnTo>
                        <a:pt x="896" y="756"/>
                      </a:lnTo>
                      <a:lnTo>
                        <a:pt x="907" y="759"/>
                      </a:lnTo>
                      <a:lnTo>
                        <a:pt x="915" y="764"/>
                      </a:lnTo>
                      <a:lnTo>
                        <a:pt x="922" y="769"/>
                      </a:lnTo>
                      <a:lnTo>
                        <a:pt x="927" y="772"/>
                      </a:lnTo>
                      <a:lnTo>
                        <a:pt x="932" y="777"/>
                      </a:lnTo>
                      <a:lnTo>
                        <a:pt x="934" y="782"/>
                      </a:lnTo>
                      <a:lnTo>
                        <a:pt x="939" y="794"/>
                      </a:lnTo>
                      <a:lnTo>
                        <a:pt x="943" y="810"/>
                      </a:lnTo>
                      <a:lnTo>
                        <a:pt x="946" y="826"/>
                      </a:lnTo>
                      <a:lnTo>
                        <a:pt x="950" y="839"/>
                      </a:lnTo>
                      <a:lnTo>
                        <a:pt x="953" y="842"/>
                      </a:lnTo>
                      <a:lnTo>
                        <a:pt x="957" y="847"/>
                      </a:lnTo>
                      <a:lnTo>
                        <a:pt x="962" y="849"/>
                      </a:lnTo>
                      <a:lnTo>
                        <a:pt x="966" y="852"/>
                      </a:lnTo>
                      <a:lnTo>
                        <a:pt x="974" y="854"/>
                      </a:lnTo>
                      <a:lnTo>
                        <a:pt x="979" y="854"/>
                      </a:lnTo>
                      <a:lnTo>
                        <a:pt x="987" y="854"/>
                      </a:lnTo>
                      <a:lnTo>
                        <a:pt x="994" y="853"/>
                      </a:lnTo>
                      <a:lnTo>
                        <a:pt x="1007" y="849"/>
                      </a:lnTo>
                      <a:lnTo>
                        <a:pt x="1019" y="845"/>
                      </a:lnTo>
                      <a:lnTo>
                        <a:pt x="1029" y="841"/>
                      </a:lnTo>
                      <a:lnTo>
                        <a:pt x="1044" y="839"/>
                      </a:lnTo>
                      <a:lnTo>
                        <a:pt x="1059" y="838"/>
                      </a:lnTo>
                      <a:lnTo>
                        <a:pt x="1076" y="836"/>
                      </a:lnTo>
                      <a:lnTo>
                        <a:pt x="1091" y="835"/>
                      </a:lnTo>
                      <a:lnTo>
                        <a:pt x="1105" y="833"/>
                      </a:lnTo>
                      <a:lnTo>
                        <a:pt x="1121" y="832"/>
                      </a:lnTo>
                      <a:lnTo>
                        <a:pt x="1140" y="832"/>
                      </a:lnTo>
                      <a:lnTo>
                        <a:pt x="1160" y="832"/>
                      </a:lnTo>
                      <a:lnTo>
                        <a:pt x="1176" y="832"/>
                      </a:lnTo>
                      <a:lnTo>
                        <a:pt x="1183" y="830"/>
                      </a:lnTo>
                      <a:lnTo>
                        <a:pt x="1190" y="828"/>
                      </a:lnTo>
                      <a:lnTo>
                        <a:pt x="1195" y="827"/>
                      </a:lnTo>
                      <a:lnTo>
                        <a:pt x="1201" y="823"/>
                      </a:lnTo>
                      <a:lnTo>
                        <a:pt x="1204" y="820"/>
                      </a:lnTo>
                      <a:lnTo>
                        <a:pt x="1207" y="815"/>
                      </a:lnTo>
                      <a:lnTo>
                        <a:pt x="1208" y="808"/>
                      </a:lnTo>
                      <a:lnTo>
                        <a:pt x="1208" y="801"/>
                      </a:lnTo>
                      <a:lnTo>
                        <a:pt x="1207" y="786"/>
                      </a:lnTo>
                      <a:lnTo>
                        <a:pt x="1205" y="773"/>
                      </a:lnTo>
                      <a:lnTo>
                        <a:pt x="1205" y="760"/>
                      </a:lnTo>
                      <a:lnTo>
                        <a:pt x="1204" y="744"/>
                      </a:lnTo>
                      <a:lnTo>
                        <a:pt x="1204" y="725"/>
                      </a:lnTo>
                      <a:lnTo>
                        <a:pt x="1207" y="708"/>
                      </a:lnTo>
                      <a:lnTo>
                        <a:pt x="1208" y="701"/>
                      </a:lnTo>
                      <a:lnTo>
                        <a:pt x="1211" y="695"/>
                      </a:lnTo>
                      <a:lnTo>
                        <a:pt x="1214" y="690"/>
                      </a:lnTo>
                      <a:lnTo>
                        <a:pt x="1217" y="687"/>
                      </a:lnTo>
                      <a:lnTo>
                        <a:pt x="1221" y="685"/>
                      </a:lnTo>
                      <a:lnTo>
                        <a:pt x="1224" y="684"/>
                      </a:lnTo>
                      <a:lnTo>
                        <a:pt x="1228" y="687"/>
                      </a:lnTo>
                      <a:lnTo>
                        <a:pt x="1230" y="689"/>
                      </a:lnTo>
                      <a:lnTo>
                        <a:pt x="1245" y="708"/>
                      </a:lnTo>
                      <a:lnTo>
                        <a:pt x="1258" y="723"/>
                      </a:lnTo>
                      <a:lnTo>
                        <a:pt x="1260" y="725"/>
                      </a:lnTo>
                      <a:lnTo>
                        <a:pt x="1262" y="726"/>
                      </a:lnTo>
                      <a:lnTo>
                        <a:pt x="1266" y="726"/>
                      </a:lnTo>
                      <a:lnTo>
                        <a:pt x="1268" y="725"/>
                      </a:lnTo>
                      <a:lnTo>
                        <a:pt x="1273" y="719"/>
                      </a:lnTo>
                      <a:lnTo>
                        <a:pt x="1279" y="708"/>
                      </a:lnTo>
                      <a:lnTo>
                        <a:pt x="1286" y="695"/>
                      </a:lnTo>
                      <a:lnTo>
                        <a:pt x="1291" y="679"/>
                      </a:lnTo>
                      <a:lnTo>
                        <a:pt x="1294" y="665"/>
                      </a:lnTo>
                      <a:lnTo>
                        <a:pt x="1298" y="652"/>
                      </a:lnTo>
                      <a:lnTo>
                        <a:pt x="1298" y="647"/>
                      </a:lnTo>
                      <a:lnTo>
                        <a:pt x="1298" y="643"/>
                      </a:lnTo>
                      <a:lnTo>
                        <a:pt x="1297" y="639"/>
                      </a:lnTo>
                      <a:lnTo>
                        <a:pt x="1294" y="635"/>
                      </a:lnTo>
                      <a:lnTo>
                        <a:pt x="1289" y="631"/>
                      </a:lnTo>
                      <a:lnTo>
                        <a:pt x="1280" y="626"/>
                      </a:lnTo>
                      <a:lnTo>
                        <a:pt x="1274" y="622"/>
                      </a:lnTo>
                      <a:lnTo>
                        <a:pt x="1268" y="619"/>
                      </a:lnTo>
                      <a:lnTo>
                        <a:pt x="1262" y="614"/>
                      </a:lnTo>
                      <a:lnTo>
                        <a:pt x="1258" y="608"/>
                      </a:lnTo>
                      <a:lnTo>
                        <a:pt x="1253" y="602"/>
                      </a:lnTo>
                      <a:lnTo>
                        <a:pt x="1249" y="596"/>
                      </a:lnTo>
                      <a:lnTo>
                        <a:pt x="1248" y="590"/>
                      </a:lnTo>
                      <a:lnTo>
                        <a:pt x="1249" y="584"/>
                      </a:lnTo>
                      <a:lnTo>
                        <a:pt x="1253" y="576"/>
                      </a:lnTo>
                      <a:lnTo>
                        <a:pt x="1258" y="569"/>
                      </a:lnTo>
                      <a:lnTo>
                        <a:pt x="1259" y="565"/>
                      </a:lnTo>
                      <a:lnTo>
                        <a:pt x="1260" y="562"/>
                      </a:lnTo>
                      <a:lnTo>
                        <a:pt x="1261" y="557"/>
                      </a:lnTo>
                      <a:lnTo>
                        <a:pt x="1261" y="551"/>
                      </a:lnTo>
                      <a:lnTo>
                        <a:pt x="1261" y="539"/>
                      </a:lnTo>
                      <a:lnTo>
                        <a:pt x="1261" y="530"/>
                      </a:lnTo>
                      <a:lnTo>
                        <a:pt x="1262" y="526"/>
                      </a:lnTo>
                      <a:lnTo>
                        <a:pt x="1264" y="523"/>
                      </a:lnTo>
                      <a:lnTo>
                        <a:pt x="1266" y="520"/>
                      </a:lnTo>
                      <a:lnTo>
                        <a:pt x="1270" y="519"/>
                      </a:lnTo>
                      <a:lnTo>
                        <a:pt x="1278" y="518"/>
                      </a:lnTo>
                      <a:lnTo>
                        <a:pt x="1284" y="517"/>
                      </a:lnTo>
                      <a:lnTo>
                        <a:pt x="1286" y="515"/>
                      </a:lnTo>
                      <a:lnTo>
                        <a:pt x="1289" y="513"/>
                      </a:lnTo>
                      <a:lnTo>
                        <a:pt x="1291" y="509"/>
                      </a:lnTo>
                      <a:lnTo>
                        <a:pt x="1293" y="505"/>
                      </a:lnTo>
                      <a:lnTo>
                        <a:pt x="1299" y="494"/>
                      </a:lnTo>
                      <a:lnTo>
                        <a:pt x="1308" y="483"/>
                      </a:lnTo>
                      <a:lnTo>
                        <a:pt x="1316" y="473"/>
                      </a:lnTo>
                      <a:lnTo>
                        <a:pt x="1323" y="461"/>
                      </a:lnTo>
                      <a:lnTo>
                        <a:pt x="1325" y="456"/>
                      </a:lnTo>
                      <a:lnTo>
                        <a:pt x="1328" y="452"/>
                      </a:lnTo>
                      <a:lnTo>
                        <a:pt x="1330" y="449"/>
                      </a:lnTo>
                      <a:lnTo>
                        <a:pt x="1334" y="445"/>
                      </a:lnTo>
                      <a:lnTo>
                        <a:pt x="1343" y="439"/>
                      </a:lnTo>
                      <a:lnTo>
                        <a:pt x="1357" y="432"/>
                      </a:lnTo>
                      <a:lnTo>
                        <a:pt x="1373" y="424"/>
                      </a:lnTo>
                      <a:lnTo>
                        <a:pt x="1385" y="418"/>
                      </a:lnTo>
                      <a:lnTo>
                        <a:pt x="1388" y="414"/>
                      </a:lnTo>
                      <a:lnTo>
                        <a:pt x="1392" y="411"/>
                      </a:lnTo>
                      <a:lnTo>
                        <a:pt x="1394" y="408"/>
                      </a:lnTo>
                      <a:lnTo>
                        <a:pt x="1394" y="404"/>
                      </a:lnTo>
                      <a:lnTo>
                        <a:pt x="1394" y="395"/>
                      </a:lnTo>
                      <a:lnTo>
                        <a:pt x="1393" y="386"/>
                      </a:lnTo>
                      <a:lnTo>
                        <a:pt x="1393" y="381"/>
                      </a:lnTo>
                      <a:lnTo>
                        <a:pt x="1394" y="378"/>
                      </a:lnTo>
                      <a:lnTo>
                        <a:pt x="1397" y="375"/>
                      </a:lnTo>
                      <a:lnTo>
                        <a:pt x="1400" y="374"/>
                      </a:lnTo>
                      <a:lnTo>
                        <a:pt x="1407" y="372"/>
                      </a:lnTo>
                      <a:lnTo>
                        <a:pt x="1413" y="368"/>
                      </a:lnTo>
                      <a:lnTo>
                        <a:pt x="1416" y="366"/>
                      </a:lnTo>
                      <a:lnTo>
                        <a:pt x="1418" y="362"/>
                      </a:lnTo>
                      <a:lnTo>
                        <a:pt x="1420" y="359"/>
                      </a:lnTo>
                      <a:lnTo>
                        <a:pt x="1422" y="353"/>
                      </a:lnTo>
                      <a:lnTo>
                        <a:pt x="1425" y="343"/>
                      </a:lnTo>
                      <a:lnTo>
                        <a:pt x="1429" y="336"/>
                      </a:lnTo>
                      <a:lnTo>
                        <a:pt x="1431" y="334"/>
                      </a:lnTo>
                      <a:lnTo>
                        <a:pt x="1435" y="331"/>
                      </a:lnTo>
                      <a:lnTo>
                        <a:pt x="1441" y="330"/>
                      </a:lnTo>
                      <a:lnTo>
                        <a:pt x="1447" y="330"/>
                      </a:lnTo>
                      <a:lnTo>
                        <a:pt x="1460" y="329"/>
                      </a:lnTo>
                      <a:lnTo>
                        <a:pt x="1469" y="328"/>
                      </a:lnTo>
                      <a:lnTo>
                        <a:pt x="1472" y="325"/>
                      </a:lnTo>
                      <a:lnTo>
                        <a:pt x="1474" y="323"/>
                      </a:lnTo>
                      <a:lnTo>
                        <a:pt x="1476" y="321"/>
                      </a:lnTo>
                      <a:lnTo>
                        <a:pt x="1478" y="317"/>
                      </a:lnTo>
                      <a:lnTo>
                        <a:pt x="1481" y="309"/>
                      </a:lnTo>
                      <a:lnTo>
                        <a:pt x="1486" y="300"/>
                      </a:lnTo>
                      <a:lnTo>
                        <a:pt x="1492" y="293"/>
                      </a:lnTo>
                      <a:lnTo>
                        <a:pt x="1499" y="287"/>
                      </a:lnTo>
                      <a:lnTo>
                        <a:pt x="1505" y="284"/>
                      </a:lnTo>
                      <a:lnTo>
                        <a:pt x="1508" y="280"/>
                      </a:lnTo>
                      <a:lnTo>
                        <a:pt x="1508" y="274"/>
                      </a:lnTo>
                      <a:lnTo>
                        <a:pt x="1508" y="263"/>
                      </a:lnTo>
                      <a:lnTo>
                        <a:pt x="1508" y="249"/>
                      </a:lnTo>
                      <a:lnTo>
                        <a:pt x="1508" y="235"/>
                      </a:lnTo>
                      <a:lnTo>
                        <a:pt x="1510" y="229"/>
                      </a:lnTo>
                      <a:lnTo>
                        <a:pt x="1512" y="223"/>
                      </a:lnTo>
                      <a:lnTo>
                        <a:pt x="1514" y="219"/>
                      </a:lnTo>
                      <a:lnTo>
                        <a:pt x="1519" y="217"/>
                      </a:lnTo>
                      <a:lnTo>
                        <a:pt x="1530" y="215"/>
                      </a:lnTo>
                      <a:lnTo>
                        <a:pt x="1541" y="212"/>
                      </a:lnTo>
                      <a:lnTo>
                        <a:pt x="1545" y="210"/>
                      </a:lnTo>
                      <a:lnTo>
                        <a:pt x="1551" y="208"/>
                      </a:lnTo>
                      <a:lnTo>
                        <a:pt x="1555" y="204"/>
                      </a:lnTo>
                      <a:lnTo>
                        <a:pt x="1560" y="200"/>
                      </a:lnTo>
                      <a:lnTo>
                        <a:pt x="1568" y="190"/>
                      </a:lnTo>
                      <a:lnTo>
                        <a:pt x="1577" y="177"/>
                      </a:lnTo>
                      <a:lnTo>
                        <a:pt x="1583" y="171"/>
                      </a:lnTo>
                      <a:lnTo>
                        <a:pt x="1589" y="165"/>
                      </a:lnTo>
                      <a:lnTo>
                        <a:pt x="1595" y="160"/>
                      </a:lnTo>
                      <a:lnTo>
                        <a:pt x="1601" y="158"/>
                      </a:lnTo>
                      <a:lnTo>
                        <a:pt x="1612" y="153"/>
                      </a:lnTo>
                      <a:lnTo>
                        <a:pt x="1619" y="152"/>
                      </a:lnTo>
                      <a:lnTo>
                        <a:pt x="1626" y="152"/>
                      </a:lnTo>
                      <a:lnTo>
                        <a:pt x="1632" y="152"/>
                      </a:lnTo>
                      <a:lnTo>
                        <a:pt x="1638" y="151"/>
                      </a:lnTo>
                      <a:lnTo>
                        <a:pt x="1645" y="148"/>
                      </a:lnTo>
                      <a:lnTo>
                        <a:pt x="1652" y="143"/>
                      </a:lnTo>
                      <a:lnTo>
                        <a:pt x="1661" y="139"/>
                      </a:lnTo>
                      <a:lnTo>
                        <a:pt x="1668" y="135"/>
                      </a:lnTo>
                      <a:lnTo>
                        <a:pt x="1675" y="129"/>
                      </a:lnTo>
                      <a:lnTo>
                        <a:pt x="1676" y="127"/>
                      </a:lnTo>
                      <a:lnTo>
                        <a:pt x="1675" y="122"/>
                      </a:lnTo>
                      <a:lnTo>
                        <a:pt x="1673" y="117"/>
                      </a:lnTo>
                      <a:lnTo>
                        <a:pt x="1670" y="111"/>
                      </a:lnTo>
                      <a:lnTo>
                        <a:pt x="1663" y="98"/>
                      </a:lnTo>
                      <a:lnTo>
                        <a:pt x="1658" y="89"/>
                      </a:lnTo>
                      <a:lnTo>
                        <a:pt x="1652" y="78"/>
                      </a:lnTo>
                      <a:lnTo>
                        <a:pt x="1644" y="64"/>
                      </a:lnTo>
                      <a:lnTo>
                        <a:pt x="1640" y="57"/>
                      </a:lnTo>
                      <a:lnTo>
                        <a:pt x="1639" y="54"/>
                      </a:lnTo>
                      <a:lnTo>
                        <a:pt x="1643" y="53"/>
                      </a:lnTo>
                      <a:lnTo>
                        <a:pt x="1652" y="52"/>
                      </a:lnTo>
                      <a:lnTo>
                        <a:pt x="1662" y="53"/>
                      </a:lnTo>
                      <a:lnTo>
                        <a:pt x="1671" y="54"/>
                      </a:lnTo>
                      <a:lnTo>
                        <a:pt x="1676" y="57"/>
                      </a:lnTo>
                      <a:lnTo>
                        <a:pt x="1681" y="59"/>
                      </a:lnTo>
                      <a:lnTo>
                        <a:pt x="1684" y="61"/>
                      </a:lnTo>
                      <a:lnTo>
                        <a:pt x="1688" y="65"/>
                      </a:lnTo>
                      <a:lnTo>
                        <a:pt x="1696" y="79"/>
                      </a:lnTo>
                      <a:lnTo>
                        <a:pt x="1706" y="93"/>
                      </a:lnTo>
                      <a:lnTo>
                        <a:pt x="1714" y="104"/>
                      </a:lnTo>
                      <a:lnTo>
                        <a:pt x="1722" y="113"/>
                      </a:lnTo>
                      <a:lnTo>
                        <a:pt x="1726" y="115"/>
                      </a:lnTo>
                      <a:lnTo>
                        <a:pt x="1730" y="116"/>
                      </a:lnTo>
                      <a:lnTo>
                        <a:pt x="1732" y="116"/>
                      </a:lnTo>
                      <a:lnTo>
                        <a:pt x="1736" y="115"/>
                      </a:lnTo>
                      <a:lnTo>
                        <a:pt x="1738" y="114"/>
                      </a:lnTo>
                      <a:lnTo>
                        <a:pt x="1740" y="110"/>
                      </a:lnTo>
                      <a:lnTo>
                        <a:pt x="1744" y="107"/>
                      </a:lnTo>
                      <a:lnTo>
                        <a:pt x="1746" y="102"/>
                      </a:lnTo>
                      <a:lnTo>
                        <a:pt x="1750" y="96"/>
                      </a:lnTo>
                      <a:lnTo>
                        <a:pt x="1755" y="92"/>
                      </a:lnTo>
                      <a:lnTo>
                        <a:pt x="1759" y="90"/>
                      </a:lnTo>
                      <a:lnTo>
                        <a:pt x="1765" y="90"/>
                      </a:lnTo>
                      <a:lnTo>
                        <a:pt x="1770" y="90"/>
                      </a:lnTo>
                      <a:lnTo>
                        <a:pt x="1776" y="92"/>
                      </a:lnTo>
                      <a:lnTo>
                        <a:pt x="1781" y="95"/>
                      </a:lnTo>
                      <a:lnTo>
                        <a:pt x="1783" y="98"/>
                      </a:lnTo>
                      <a:lnTo>
                        <a:pt x="1789" y="109"/>
                      </a:lnTo>
                      <a:lnTo>
                        <a:pt x="1796" y="121"/>
                      </a:lnTo>
                      <a:lnTo>
                        <a:pt x="1800" y="127"/>
                      </a:lnTo>
                      <a:lnTo>
                        <a:pt x="1803" y="132"/>
                      </a:lnTo>
                      <a:lnTo>
                        <a:pt x="1807" y="135"/>
                      </a:lnTo>
                      <a:lnTo>
                        <a:pt x="1810" y="137"/>
                      </a:lnTo>
                      <a:lnTo>
                        <a:pt x="1814" y="139"/>
                      </a:lnTo>
                      <a:lnTo>
                        <a:pt x="1818" y="139"/>
                      </a:lnTo>
                      <a:lnTo>
                        <a:pt x="1822" y="137"/>
                      </a:lnTo>
                      <a:lnTo>
                        <a:pt x="1826" y="136"/>
                      </a:lnTo>
                      <a:lnTo>
                        <a:pt x="1829" y="133"/>
                      </a:lnTo>
                      <a:lnTo>
                        <a:pt x="1834" y="128"/>
                      </a:lnTo>
                      <a:lnTo>
                        <a:pt x="1838" y="122"/>
                      </a:lnTo>
                      <a:lnTo>
                        <a:pt x="1840" y="115"/>
                      </a:lnTo>
                      <a:lnTo>
                        <a:pt x="1847" y="99"/>
                      </a:lnTo>
                      <a:lnTo>
                        <a:pt x="1854" y="83"/>
                      </a:lnTo>
                      <a:lnTo>
                        <a:pt x="1864" y="67"/>
                      </a:lnTo>
                      <a:lnTo>
                        <a:pt x="1875" y="50"/>
                      </a:lnTo>
                      <a:lnTo>
                        <a:pt x="1881" y="42"/>
                      </a:lnTo>
                      <a:lnTo>
                        <a:pt x="1889" y="35"/>
                      </a:lnTo>
                      <a:lnTo>
                        <a:pt x="1896" y="29"/>
                      </a:lnTo>
                      <a:lnTo>
                        <a:pt x="1904" y="23"/>
                      </a:lnTo>
                      <a:lnTo>
                        <a:pt x="1921" y="16"/>
                      </a:lnTo>
                      <a:lnTo>
                        <a:pt x="1938" y="9"/>
                      </a:lnTo>
                      <a:lnTo>
                        <a:pt x="1952" y="3"/>
                      </a:lnTo>
                      <a:lnTo>
                        <a:pt x="1965" y="1"/>
                      </a:lnTo>
                      <a:lnTo>
                        <a:pt x="1971" y="0"/>
                      </a:lnTo>
                      <a:lnTo>
                        <a:pt x="1976" y="0"/>
                      </a:lnTo>
                      <a:lnTo>
                        <a:pt x="1979" y="1"/>
                      </a:lnTo>
                      <a:lnTo>
                        <a:pt x="1983" y="2"/>
                      </a:lnTo>
                      <a:lnTo>
                        <a:pt x="1984" y="4"/>
                      </a:lnTo>
                      <a:lnTo>
                        <a:pt x="1985" y="8"/>
                      </a:lnTo>
                      <a:lnTo>
                        <a:pt x="1985" y="11"/>
                      </a:lnTo>
                      <a:lnTo>
                        <a:pt x="1984" y="15"/>
                      </a:lnTo>
                      <a:lnTo>
                        <a:pt x="1980" y="23"/>
                      </a:lnTo>
                      <a:lnTo>
                        <a:pt x="1976" y="32"/>
                      </a:lnTo>
                      <a:lnTo>
                        <a:pt x="1968" y="40"/>
                      </a:lnTo>
                      <a:lnTo>
                        <a:pt x="1963" y="50"/>
                      </a:lnTo>
                      <a:lnTo>
                        <a:pt x="1958" y="58"/>
                      </a:lnTo>
                      <a:lnTo>
                        <a:pt x="1955" y="66"/>
                      </a:lnTo>
                      <a:lnTo>
                        <a:pt x="1955" y="71"/>
                      </a:lnTo>
                      <a:lnTo>
                        <a:pt x="1958" y="74"/>
                      </a:lnTo>
                      <a:lnTo>
                        <a:pt x="1960" y="78"/>
                      </a:lnTo>
                      <a:lnTo>
                        <a:pt x="1964" y="82"/>
                      </a:lnTo>
                      <a:lnTo>
                        <a:pt x="1965" y="84"/>
                      </a:lnTo>
                      <a:lnTo>
                        <a:pt x="1966" y="89"/>
                      </a:lnTo>
                      <a:lnTo>
                        <a:pt x="1968" y="90"/>
                      </a:lnTo>
                      <a:lnTo>
                        <a:pt x="1971" y="91"/>
                      </a:lnTo>
                      <a:lnTo>
                        <a:pt x="1976" y="91"/>
                      </a:lnTo>
                      <a:lnTo>
                        <a:pt x="1979" y="92"/>
                      </a:lnTo>
                      <a:lnTo>
                        <a:pt x="1990" y="91"/>
                      </a:lnTo>
                      <a:lnTo>
                        <a:pt x="1998" y="90"/>
                      </a:lnTo>
                      <a:lnTo>
                        <a:pt x="2007" y="90"/>
                      </a:lnTo>
                      <a:lnTo>
                        <a:pt x="2012" y="91"/>
                      </a:lnTo>
                      <a:lnTo>
                        <a:pt x="2017" y="93"/>
                      </a:lnTo>
                      <a:lnTo>
                        <a:pt x="2022" y="98"/>
                      </a:lnTo>
                      <a:lnTo>
                        <a:pt x="2027" y="105"/>
                      </a:lnTo>
                      <a:lnTo>
                        <a:pt x="2030" y="114"/>
                      </a:lnTo>
                      <a:lnTo>
                        <a:pt x="2030" y="117"/>
                      </a:lnTo>
                      <a:lnTo>
                        <a:pt x="2030" y="121"/>
                      </a:lnTo>
                      <a:lnTo>
                        <a:pt x="2029" y="123"/>
                      </a:lnTo>
                      <a:lnTo>
                        <a:pt x="2027" y="126"/>
                      </a:lnTo>
                      <a:lnTo>
                        <a:pt x="2021" y="129"/>
                      </a:lnTo>
                      <a:lnTo>
                        <a:pt x="2014" y="132"/>
                      </a:lnTo>
                      <a:lnTo>
                        <a:pt x="2010" y="133"/>
                      </a:lnTo>
                      <a:lnTo>
                        <a:pt x="2007" y="135"/>
                      </a:lnTo>
                      <a:lnTo>
                        <a:pt x="2003" y="139"/>
                      </a:lnTo>
                      <a:lnTo>
                        <a:pt x="2001" y="143"/>
                      </a:lnTo>
                      <a:lnTo>
                        <a:pt x="1996" y="155"/>
                      </a:lnTo>
                      <a:lnTo>
                        <a:pt x="1992" y="167"/>
                      </a:lnTo>
                      <a:lnTo>
                        <a:pt x="1991" y="179"/>
                      </a:lnTo>
                      <a:lnTo>
                        <a:pt x="1990" y="190"/>
                      </a:lnTo>
                      <a:lnTo>
                        <a:pt x="1989" y="200"/>
                      </a:lnTo>
                      <a:lnTo>
                        <a:pt x="1988" y="210"/>
                      </a:lnTo>
                      <a:lnTo>
                        <a:pt x="1984" y="219"/>
                      </a:lnTo>
                      <a:lnTo>
                        <a:pt x="1979" y="225"/>
                      </a:lnTo>
                      <a:lnTo>
                        <a:pt x="1972" y="233"/>
                      </a:lnTo>
                      <a:lnTo>
                        <a:pt x="1963" y="239"/>
                      </a:lnTo>
                      <a:lnTo>
                        <a:pt x="1952" y="244"/>
                      </a:lnTo>
                      <a:lnTo>
                        <a:pt x="1944" y="249"/>
                      </a:lnTo>
                      <a:lnTo>
                        <a:pt x="1941" y="250"/>
                      </a:lnTo>
                      <a:lnTo>
                        <a:pt x="1940" y="253"/>
                      </a:lnTo>
                      <a:lnTo>
                        <a:pt x="1939" y="255"/>
                      </a:lnTo>
                      <a:lnTo>
                        <a:pt x="1938" y="258"/>
                      </a:lnTo>
                      <a:lnTo>
                        <a:pt x="1939" y="263"/>
                      </a:lnTo>
                      <a:lnTo>
                        <a:pt x="1941" y="271"/>
                      </a:lnTo>
                      <a:lnTo>
                        <a:pt x="1944" y="279"/>
                      </a:lnTo>
                      <a:lnTo>
                        <a:pt x="1946" y="288"/>
                      </a:lnTo>
                      <a:lnTo>
                        <a:pt x="1947" y="294"/>
                      </a:lnTo>
                      <a:lnTo>
                        <a:pt x="1947" y="299"/>
                      </a:lnTo>
                      <a:lnTo>
                        <a:pt x="1946" y="304"/>
                      </a:lnTo>
                      <a:lnTo>
                        <a:pt x="1945" y="309"/>
                      </a:lnTo>
                      <a:lnTo>
                        <a:pt x="1940" y="318"/>
                      </a:lnTo>
                      <a:lnTo>
                        <a:pt x="1934" y="328"/>
                      </a:lnTo>
                      <a:lnTo>
                        <a:pt x="1927" y="338"/>
                      </a:lnTo>
                      <a:lnTo>
                        <a:pt x="1923" y="350"/>
                      </a:lnTo>
                      <a:lnTo>
                        <a:pt x="1920" y="363"/>
                      </a:lnTo>
                      <a:lnTo>
                        <a:pt x="1917" y="374"/>
                      </a:lnTo>
                      <a:lnTo>
                        <a:pt x="1914" y="385"/>
                      </a:lnTo>
                      <a:lnTo>
                        <a:pt x="1910" y="395"/>
                      </a:lnTo>
                      <a:lnTo>
                        <a:pt x="1905" y="408"/>
                      </a:lnTo>
                      <a:lnTo>
                        <a:pt x="1902" y="422"/>
                      </a:lnTo>
                      <a:lnTo>
                        <a:pt x="1901" y="436"/>
                      </a:lnTo>
                      <a:lnTo>
                        <a:pt x="1900" y="448"/>
                      </a:lnTo>
                      <a:lnTo>
                        <a:pt x="1900" y="458"/>
                      </a:lnTo>
                      <a:lnTo>
                        <a:pt x="1898" y="467"/>
                      </a:lnTo>
                      <a:lnTo>
                        <a:pt x="1895" y="476"/>
                      </a:lnTo>
                      <a:lnTo>
                        <a:pt x="1890" y="485"/>
                      </a:lnTo>
                      <a:lnTo>
                        <a:pt x="1884" y="493"/>
                      </a:lnTo>
                      <a:lnTo>
                        <a:pt x="1878" y="496"/>
                      </a:lnTo>
                      <a:lnTo>
                        <a:pt x="1873" y="499"/>
                      </a:lnTo>
                      <a:lnTo>
                        <a:pt x="1869" y="500"/>
                      </a:lnTo>
                      <a:lnTo>
                        <a:pt x="1864" y="501"/>
                      </a:lnTo>
                      <a:lnTo>
                        <a:pt x="1860" y="505"/>
                      </a:lnTo>
                      <a:lnTo>
                        <a:pt x="1858" y="508"/>
                      </a:lnTo>
                      <a:lnTo>
                        <a:pt x="1857" y="513"/>
                      </a:lnTo>
                      <a:lnTo>
                        <a:pt x="1854" y="520"/>
                      </a:lnTo>
                      <a:lnTo>
                        <a:pt x="1850" y="530"/>
                      </a:lnTo>
                      <a:lnTo>
                        <a:pt x="1842" y="539"/>
                      </a:lnTo>
                      <a:lnTo>
                        <a:pt x="1837" y="546"/>
                      </a:lnTo>
                      <a:lnTo>
                        <a:pt x="1831" y="552"/>
                      </a:lnTo>
                      <a:lnTo>
                        <a:pt x="1823" y="557"/>
                      </a:lnTo>
                      <a:lnTo>
                        <a:pt x="1818" y="561"/>
                      </a:lnTo>
                      <a:lnTo>
                        <a:pt x="1809" y="563"/>
                      </a:lnTo>
                      <a:lnTo>
                        <a:pt x="1802" y="564"/>
                      </a:lnTo>
                      <a:lnTo>
                        <a:pt x="1796" y="568"/>
                      </a:lnTo>
                      <a:lnTo>
                        <a:pt x="1794" y="570"/>
                      </a:lnTo>
                      <a:lnTo>
                        <a:pt x="1793" y="572"/>
                      </a:lnTo>
                      <a:lnTo>
                        <a:pt x="1791" y="576"/>
                      </a:lnTo>
                      <a:lnTo>
                        <a:pt x="1791" y="580"/>
                      </a:lnTo>
                      <a:lnTo>
                        <a:pt x="1790" y="587"/>
                      </a:lnTo>
                      <a:lnTo>
                        <a:pt x="1789" y="593"/>
                      </a:lnTo>
                      <a:lnTo>
                        <a:pt x="1787" y="599"/>
                      </a:lnTo>
                      <a:lnTo>
                        <a:pt x="1783" y="603"/>
                      </a:lnTo>
                      <a:lnTo>
                        <a:pt x="1779" y="609"/>
                      </a:lnTo>
                      <a:lnTo>
                        <a:pt x="1776" y="616"/>
                      </a:lnTo>
                      <a:lnTo>
                        <a:pt x="1775" y="624"/>
                      </a:lnTo>
                      <a:lnTo>
                        <a:pt x="1775" y="633"/>
                      </a:lnTo>
                      <a:lnTo>
                        <a:pt x="1776" y="645"/>
                      </a:lnTo>
                      <a:lnTo>
                        <a:pt x="1776" y="660"/>
                      </a:lnTo>
                      <a:lnTo>
                        <a:pt x="1775" y="675"/>
                      </a:lnTo>
                      <a:lnTo>
                        <a:pt x="1774" y="688"/>
                      </a:lnTo>
                      <a:lnTo>
                        <a:pt x="1774" y="697"/>
                      </a:lnTo>
                      <a:lnTo>
                        <a:pt x="1774" y="706"/>
                      </a:lnTo>
                      <a:lnTo>
                        <a:pt x="1775" y="709"/>
                      </a:lnTo>
                      <a:lnTo>
                        <a:pt x="1776" y="713"/>
                      </a:lnTo>
                      <a:lnTo>
                        <a:pt x="1778" y="715"/>
                      </a:lnTo>
                      <a:lnTo>
                        <a:pt x="1782" y="719"/>
                      </a:lnTo>
                      <a:lnTo>
                        <a:pt x="1789" y="725"/>
                      </a:lnTo>
                      <a:lnTo>
                        <a:pt x="1797" y="731"/>
                      </a:lnTo>
                      <a:lnTo>
                        <a:pt x="1806" y="739"/>
                      </a:lnTo>
                      <a:lnTo>
                        <a:pt x="1812" y="747"/>
                      </a:lnTo>
                      <a:lnTo>
                        <a:pt x="1820" y="765"/>
                      </a:lnTo>
                      <a:lnTo>
                        <a:pt x="1826" y="780"/>
                      </a:lnTo>
                      <a:lnTo>
                        <a:pt x="1829" y="786"/>
                      </a:lnTo>
                      <a:lnTo>
                        <a:pt x="1834" y="790"/>
                      </a:lnTo>
                      <a:lnTo>
                        <a:pt x="1839" y="791"/>
                      </a:lnTo>
                      <a:lnTo>
                        <a:pt x="1844" y="794"/>
                      </a:lnTo>
                      <a:lnTo>
                        <a:pt x="1847" y="796"/>
                      </a:lnTo>
                      <a:lnTo>
                        <a:pt x="1851" y="801"/>
                      </a:lnTo>
                      <a:lnTo>
                        <a:pt x="1851" y="804"/>
                      </a:lnTo>
                      <a:lnTo>
                        <a:pt x="1852" y="807"/>
                      </a:lnTo>
                      <a:lnTo>
                        <a:pt x="1851" y="810"/>
                      </a:lnTo>
                      <a:lnTo>
                        <a:pt x="1850" y="814"/>
                      </a:lnTo>
                      <a:lnTo>
                        <a:pt x="1847" y="820"/>
                      </a:lnTo>
                      <a:lnTo>
                        <a:pt x="1846" y="823"/>
                      </a:lnTo>
                      <a:lnTo>
                        <a:pt x="1848" y="828"/>
                      </a:lnTo>
                      <a:lnTo>
                        <a:pt x="1852" y="832"/>
                      </a:lnTo>
                      <a:lnTo>
                        <a:pt x="1857" y="835"/>
                      </a:lnTo>
                      <a:lnTo>
                        <a:pt x="1862" y="840"/>
                      </a:lnTo>
                      <a:lnTo>
                        <a:pt x="1864" y="843"/>
                      </a:lnTo>
                      <a:lnTo>
                        <a:pt x="1866" y="847"/>
                      </a:lnTo>
                      <a:lnTo>
                        <a:pt x="1869" y="851"/>
                      </a:lnTo>
                      <a:lnTo>
                        <a:pt x="1870" y="857"/>
                      </a:lnTo>
                      <a:lnTo>
                        <a:pt x="1871" y="867"/>
                      </a:lnTo>
                      <a:lnTo>
                        <a:pt x="1872" y="878"/>
                      </a:lnTo>
                      <a:lnTo>
                        <a:pt x="1872" y="889"/>
                      </a:lnTo>
                      <a:lnTo>
                        <a:pt x="1871" y="899"/>
                      </a:lnTo>
                      <a:lnTo>
                        <a:pt x="1870" y="904"/>
                      </a:lnTo>
                      <a:lnTo>
                        <a:pt x="1867" y="909"/>
                      </a:lnTo>
                      <a:lnTo>
                        <a:pt x="1865" y="914"/>
                      </a:lnTo>
                      <a:lnTo>
                        <a:pt x="1863" y="918"/>
                      </a:lnTo>
                      <a:lnTo>
                        <a:pt x="1856" y="927"/>
                      </a:lnTo>
                      <a:lnTo>
                        <a:pt x="1846" y="934"/>
                      </a:lnTo>
                      <a:lnTo>
                        <a:pt x="1837" y="940"/>
                      </a:lnTo>
                      <a:lnTo>
                        <a:pt x="1828" y="945"/>
                      </a:lnTo>
                      <a:lnTo>
                        <a:pt x="1826" y="947"/>
                      </a:lnTo>
                      <a:lnTo>
                        <a:pt x="1822" y="948"/>
                      </a:lnTo>
                      <a:lnTo>
                        <a:pt x="1821" y="950"/>
                      </a:lnTo>
                      <a:lnTo>
                        <a:pt x="1820" y="953"/>
                      </a:lnTo>
                      <a:lnTo>
                        <a:pt x="1820" y="959"/>
                      </a:lnTo>
                      <a:lnTo>
                        <a:pt x="1822" y="966"/>
                      </a:lnTo>
                      <a:lnTo>
                        <a:pt x="1826" y="972"/>
                      </a:lnTo>
                      <a:lnTo>
                        <a:pt x="1829" y="979"/>
                      </a:lnTo>
                      <a:lnTo>
                        <a:pt x="1834" y="984"/>
                      </a:lnTo>
                      <a:lnTo>
                        <a:pt x="1837" y="989"/>
                      </a:lnTo>
                      <a:lnTo>
                        <a:pt x="1838" y="994"/>
                      </a:lnTo>
                      <a:lnTo>
                        <a:pt x="1837" y="1003"/>
                      </a:lnTo>
                      <a:lnTo>
                        <a:pt x="1827" y="1019"/>
                      </a:lnTo>
                      <a:lnTo>
                        <a:pt x="1815" y="1036"/>
                      </a:lnTo>
                      <a:lnTo>
                        <a:pt x="1809" y="1047"/>
                      </a:lnTo>
                      <a:lnTo>
                        <a:pt x="1801" y="1060"/>
                      </a:lnTo>
                      <a:lnTo>
                        <a:pt x="1791" y="1074"/>
                      </a:lnTo>
                      <a:lnTo>
                        <a:pt x="1782" y="1087"/>
                      </a:lnTo>
                      <a:lnTo>
                        <a:pt x="1771" y="1098"/>
                      </a:lnTo>
                      <a:lnTo>
                        <a:pt x="1760" y="1109"/>
                      </a:lnTo>
                      <a:lnTo>
                        <a:pt x="1751" y="1118"/>
                      </a:lnTo>
                      <a:lnTo>
                        <a:pt x="1745" y="1124"/>
                      </a:lnTo>
                      <a:lnTo>
                        <a:pt x="1741" y="1130"/>
                      </a:lnTo>
                      <a:lnTo>
                        <a:pt x="1739" y="1136"/>
                      </a:lnTo>
                      <a:lnTo>
                        <a:pt x="1739" y="1142"/>
                      </a:lnTo>
                      <a:lnTo>
                        <a:pt x="1741" y="1148"/>
                      </a:lnTo>
                      <a:lnTo>
                        <a:pt x="1744" y="1155"/>
                      </a:lnTo>
                      <a:lnTo>
                        <a:pt x="1745" y="1162"/>
                      </a:lnTo>
                      <a:lnTo>
                        <a:pt x="1746" y="1169"/>
                      </a:lnTo>
                      <a:lnTo>
                        <a:pt x="1745" y="1179"/>
                      </a:lnTo>
                      <a:lnTo>
                        <a:pt x="1743" y="1186"/>
                      </a:lnTo>
                      <a:lnTo>
                        <a:pt x="1741" y="1192"/>
                      </a:lnTo>
                      <a:lnTo>
                        <a:pt x="1741" y="1197"/>
                      </a:lnTo>
                      <a:lnTo>
                        <a:pt x="1744" y="1201"/>
                      </a:lnTo>
                      <a:lnTo>
                        <a:pt x="1746" y="1207"/>
                      </a:lnTo>
                      <a:lnTo>
                        <a:pt x="1749" y="1214"/>
                      </a:lnTo>
                      <a:lnTo>
                        <a:pt x="1749" y="1221"/>
                      </a:lnTo>
                      <a:lnTo>
                        <a:pt x="1746" y="1229"/>
                      </a:lnTo>
                      <a:lnTo>
                        <a:pt x="1743" y="1236"/>
                      </a:lnTo>
                      <a:lnTo>
                        <a:pt x="1741" y="1243"/>
                      </a:lnTo>
                      <a:lnTo>
                        <a:pt x="1741" y="1245"/>
                      </a:lnTo>
                      <a:lnTo>
                        <a:pt x="1743" y="1248"/>
                      </a:lnTo>
                      <a:lnTo>
                        <a:pt x="1744" y="1250"/>
                      </a:lnTo>
                      <a:lnTo>
                        <a:pt x="1746" y="1251"/>
                      </a:lnTo>
                      <a:lnTo>
                        <a:pt x="1752" y="1255"/>
                      </a:lnTo>
                      <a:lnTo>
                        <a:pt x="1757" y="1258"/>
                      </a:lnTo>
                      <a:lnTo>
                        <a:pt x="1758" y="1262"/>
                      </a:lnTo>
                      <a:lnTo>
                        <a:pt x="1759" y="1264"/>
                      </a:lnTo>
                      <a:lnTo>
                        <a:pt x="1760" y="1268"/>
                      </a:lnTo>
                      <a:lnTo>
                        <a:pt x="1759" y="1273"/>
                      </a:lnTo>
                      <a:lnTo>
                        <a:pt x="1759" y="1282"/>
                      </a:lnTo>
                      <a:lnTo>
                        <a:pt x="1759" y="1290"/>
                      </a:lnTo>
                      <a:lnTo>
                        <a:pt x="1762" y="1299"/>
                      </a:lnTo>
                      <a:lnTo>
                        <a:pt x="1766" y="1308"/>
                      </a:lnTo>
                      <a:lnTo>
                        <a:pt x="1769" y="1313"/>
                      </a:lnTo>
                      <a:lnTo>
                        <a:pt x="1771" y="1318"/>
                      </a:lnTo>
                      <a:lnTo>
                        <a:pt x="1772" y="1324"/>
                      </a:lnTo>
                      <a:lnTo>
                        <a:pt x="1774" y="1328"/>
                      </a:lnTo>
                      <a:lnTo>
                        <a:pt x="1774" y="1340"/>
                      </a:lnTo>
                      <a:lnTo>
                        <a:pt x="1771" y="1350"/>
                      </a:lnTo>
                      <a:lnTo>
                        <a:pt x="1769" y="1359"/>
                      </a:lnTo>
                      <a:lnTo>
                        <a:pt x="1766" y="1368"/>
                      </a:lnTo>
                      <a:lnTo>
                        <a:pt x="1766" y="1377"/>
                      </a:lnTo>
                      <a:lnTo>
                        <a:pt x="1768" y="1387"/>
                      </a:lnTo>
                      <a:lnTo>
                        <a:pt x="1770" y="1399"/>
                      </a:lnTo>
                      <a:lnTo>
                        <a:pt x="1771" y="1412"/>
                      </a:lnTo>
                      <a:lnTo>
                        <a:pt x="1772" y="1418"/>
                      </a:lnTo>
                      <a:lnTo>
                        <a:pt x="1771" y="1425"/>
                      </a:lnTo>
                      <a:lnTo>
                        <a:pt x="1771" y="1432"/>
                      </a:lnTo>
                      <a:lnTo>
                        <a:pt x="1770" y="1438"/>
                      </a:lnTo>
                      <a:lnTo>
                        <a:pt x="1766" y="1451"/>
                      </a:lnTo>
                      <a:lnTo>
                        <a:pt x="1763" y="1465"/>
                      </a:lnTo>
                      <a:lnTo>
                        <a:pt x="1760" y="1481"/>
                      </a:lnTo>
                      <a:lnTo>
                        <a:pt x="1759" y="1495"/>
                      </a:lnTo>
                      <a:lnTo>
                        <a:pt x="1760" y="1509"/>
                      </a:lnTo>
                      <a:lnTo>
                        <a:pt x="1763" y="1521"/>
                      </a:lnTo>
                      <a:lnTo>
                        <a:pt x="1765" y="1534"/>
                      </a:lnTo>
                      <a:lnTo>
                        <a:pt x="1769" y="1546"/>
                      </a:lnTo>
                      <a:lnTo>
                        <a:pt x="1774" y="1559"/>
                      </a:lnTo>
                      <a:lnTo>
                        <a:pt x="1777" y="1569"/>
                      </a:lnTo>
                      <a:lnTo>
                        <a:pt x="1779" y="1578"/>
                      </a:lnTo>
                      <a:lnTo>
                        <a:pt x="1781" y="1589"/>
                      </a:lnTo>
                      <a:lnTo>
                        <a:pt x="1782" y="1601"/>
                      </a:lnTo>
                      <a:lnTo>
                        <a:pt x="1783" y="1610"/>
                      </a:lnTo>
                      <a:lnTo>
                        <a:pt x="1785" y="1620"/>
                      </a:lnTo>
                      <a:lnTo>
                        <a:pt x="1790" y="1626"/>
                      </a:lnTo>
                      <a:lnTo>
                        <a:pt x="1795" y="1629"/>
                      </a:lnTo>
                      <a:lnTo>
                        <a:pt x="1800" y="1633"/>
                      </a:lnTo>
                      <a:lnTo>
                        <a:pt x="1801" y="1636"/>
                      </a:lnTo>
                      <a:lnTo>
                        <a:pt x="1802" y="1640"/>
                      </a:lnTo>
                      <a:lnTo>
                        <a:pt x="1803" y="1645"/>
                      </a:lnTo>
                      <a:lnTo>
                        <a:pt x="1804" y="1652"/>
                      </a:lnTo>
                      <a:lnTo>
                        <a:pt x="1806" y="1670"/>
                      </a:lnTo>
                      <a:lnTo>
                        <a:pt x="1808" y="1692"/>
                      </a:lnTo>
                      <a:lnTo>
                        <a:pt x="1809" y="1714"/>
                      </a:lnTo>
                      <a:lnTo>
                        <a:pt x="1810" y="1728"/>
                      </a:lnTo>
                      <a:lnTo>
                        <a:pt x="1808" y="1746"/>
                      </a:lnTo>
                      <a:lnTo>
                        <a:pt x="1801" y="1772"/>
                      </a:lnTo>
                      <a:lnTo>
                        <a:pt x="1791" y="1800"/>
                      </a:lnTo>
                      <a:lnTo>
                        <a:pt x="1782" y="1823"/>
                      </a:lnTo>
                      <a:lnTo>
                        <a:pt x="1772" y="1842"/>
                      </a:lnTo>
                      <a:lnTo>
                        <a:pt x="1760" y="1860"/>
                      </a:lnTo>
                      <a:lnTo>
                        <a:pt x="1750" y="1875"/>
                      </a:lnTo>
                      <a:lnTo>
                        <a:pt x="1741" y="1887"/>
                      </a:lnTo>
                      <a:lnTo>
                        <a:pt x="1736" y="1900"/>
                      </a:lnTo>
                      <a:lnTo>
                        <a:pt x="1731" y="1917"/>
                      </a:lnTo>
                      <a:lnTo>
                        <a:pt x="1727" y="1932"/>
                      </a:lnTo>
                      <a:lnTo>
                        <a:pt x="1725" y="1945"/>
                      </a:lnTo>
                      <a:lnTo>
                        <a:pt x="1725" y="1957"/>
                      </a:lnTo>
                      <a:lnTo>
                        <a:pt x="1722" y="1970"/>
                      </a:lnTo>
                      <a:lnTo>
                        <a:pt x="1719" y="1983"/>
                      </a:lnTo>
                      <a:lnTo>
                        <a:pt x="1713" y="1996"/>
                      </a:lnTo>
                      <a:lnTo>
                        <a:pt x="1708" y="2009"/>
                      </a:lnTo>
                      <a:lnTo>
                        <a:pt x="1705" y="2024"/>
                      </a:lnTo>
                      <a:lnTo>
                        <a:pt x="1702" y="2040"/>
                      </a:lnTo>
                      <a:lnTo>
                        <a:pt x="1701" y="2057"/>
                      </a:lnTo>
                      <a:lnTo>
                        <a:pt x="1701" y="2075"/>
                      </a:lnTo>
                      <a:lnTo>
                        <a:pt x="1701" y="2094"/>
                      </a:lnTo>
                      <a:lnTo>
                        <a:pt x="1701" y="2112"/>
                      </a:lnTo>
                      <a:lnTo>
                        <a:pt x="1701" y="2125"/>
                      </a:lnTo>
                      <a:lnTo>
                        <a:pt x="1702" y="2139"/>
                      </a:lnTo>
                      <a:lnTo>
                        <a:pt x="1706" y="2156"/>
                      </a:lnTo>
                      <a:lnTo>
                        <a:pt x="1708" y="2163"/>
                      </a:lnTo>
                      <a:lnTo>
                        <a:pt x="1711" y="2171"/>
                      </a:lnTo>
                      <a:lnTo>
                        <a:pt x="1714" y="2177"/>
                      </a:lnTo>
                      <a:lnTo>
                        <a:pt x="1719" y="2183"/>
                      </a:lnTo>
                      <a:lnTo>
                        <a:pt x="1722" y="2187"/>
                      </a:lnTo>
                      <a:lnTo>
                        <a:pt x="1728" y="2188"/>
                      </a:lnTo>
                      <a:lnTo>
                        <a:pt x="1734" y="2190"/>
                      </a:lnTo>
                      <a:lnTo>
                        <a:pt x="1740" y="2190"/>
                      </a:lnTo>
                      <a:lnTo>
                        <a:pt x="1745" y="2190"/>
                      </a:lnTo>
                      <a:lnTo>
                        <a:pt x="1747" y="2190"/>
                      </a:lnTo>
                      <a:lnTo>
                        <a:pt x="1749" y="2190"/>
                      </a:lnTo>
                      <a:lnTo>
                        <a:pt x="1749" y="2193"/>
                      </a:lnTo>
                      <a:lnTo>
                        <a:pt x="1746" y="2196"/>
                      </a:lnTo>
                      <a:lnTo>
                        <a:pt x="1744" y="2202"/>
                      </a:lnTo>
                      <a:lnTo>
                        <a:pt x="1741" y="2209"/>
                      </a:lnTo>
                      <a:lnTo>
                        <a:pt x="1739" y="2218"/>
                      </a:lnTo>
                      <a:lnTo>
                        <a:pt x="1738" y="2227"/>
                      </a:lnTo>
                      <a:lnTo>
                        <a:pt x="1739" y="2237"/>
                      </a:lnTo>
                      <a:lnTo>
                        <a:pt x="1740" y="2246"/>
                      </a:lnTo>
                      <a:lnTo>
                        <a:pt x="1744" y="2253"/>
                      </a:lnTo>
                      <a:lnTo>
                        <a:pt x="1747" y="2259"/>
                      </a:lnTo>
                      <a:lnTo>
                        <a:pt x="1752" y="2264"/>
                      </a:lnTo>
                      <a:lnTo>
                        <a:pt x="1762" y="2272"/>
                      </a:lnTo>
                      <a:lnTo>
                        <a:pt x="1770" y="2279"/>
                      </a:lnTo>
                      <a:lnTo>
                        <a:pt x="1772" y="2283"/>
                      </a:lnTo>
                      <a:lnTo>
                        <a:pt x="1775" y="2288"/>
                      </a:lnTo>
                      <a:lnTo>
                        <a:pt x="1776" y="2291"/>
                      </a:lnTo>
                      <a:lnTo>
                        <a:pt x="1777" y="2295"/>
                      </a:lnTo>
                      <a:lnTo>
                        <a:pt x="1776" y="2298"/>
                      </a:lnTo>
                      <a:lnTo>
                        <a:pt x="1775" y="2302"/>
                      </a:lnTo>
                      <a:lnTo>
                        <a:pt x="1772" y="2305"/>
                      </a:lnTo>
                      <a:lnTo>
                        <a:pt x="1770" y="2309"/>
                      </a:lnTo>
                      <a:lnTo>
                        <a:pt x="1763" y="2317"/>
                      </a:lnTo>
                      <a:lnTo>
                        <a:pt x="1758" y="2327"/>
                      </a:lnTo>
                      <a:lnTo>
                        <a:pt x="1757" y="2332"/>
                      </a:lnTo>
                      <a:lnTo>
                        <a:pt x="1758" y="2335"/>
                      </a:lnTo>
                      <a:lnTo>
                        <a:pt x="1759" y="2340"/>
                      </a:lnTo>
                      <a:lnTo>
                        <a:pt x="1764" y="2343"/>
                      </a:lnTo>
                      <a:lnTo>
                        <a:pt x="1778" y="2351"/>
                      </a:lnTo>
                      <a:lnTo>
                        <a:pt x="1795" y="2359"/>
                      </a:lnTo>
                      <a:lnTo>
                        <a:pt x="1813" y="2366"/>
                      </a:lnTo>
                      <a:lnTo>
                        <a:pt x="1826" y="2373"/>
                      </a:lnTo>
                      <a:lnTo>
                        <a:pt x="1829" y="2377"/>
                      </a:lnTo>
                      <a:lnTo>
                        <a:pt x="1833" y="2379"/>
                      </a:lnTo>
                      <a:lnTo>
                        <a:pt x="1834" y="2383"/>
                      </a:lnTo>
                      <a:lnTo>
                        <a:pt x="1835" y="2385"/>
                      </a:lnTo>
                      <a:lnTo>
                        <a:pt x="1834" y="2391"/>
                      </a:lnTo>
                      <a:lnTo>
                        <a:pt x="1832" y="2396"/>
                      </a:lnTo>
                      <a:lnTo>
                        <a:pt x="1827" y="2402"/>
                      </a:lnTo>
                      <a:lnTo>
                        <a:pt x="1821" y="2409"/>
                      </a:lnTo>
                      <a:lnTo>
                        <a:pt x="1819" y="2412"/>
                      </a:lnTo>
                      <a:lnTo>
                        <a:pt x="1818" y="2417"/>
                      </a:lnTo>
                      <a:lnTo>
                        <a:pt x="1816" y="2423"/>
                      </a:lnTo>
                      <a:lnTo>
                        <a:pt x="1816" y="2429"/>
                      </a:lnTo>
                      <a:lnTo>
                        <a:pt x="1818" y="2435"/>
                      </a:lnTo>
                      <a:lnTo>
                        <a:pt x="1820" y="2441"/>
                      </a:lnTo>
                      <a:lnTo>
                        <a:pt x="1822" y="2446"/>
                      </a:lnTo>
                      <a:lnTo>
                        <a:pt x="1826" y="2450"/>
                      </a:lnTo>
                      <a:lnTo>
                        <a:pt x="1832" y="2458"/>
                      </a:lnTo>
                      <a:lnTo>
                        <a:pt x="1837" y="2464"/>
                      </a:lnTo>
                      <a:lnTo>
                        <a:pt x="1838" y="2466"/>
                      </a:lnTo>
                      <a:lnTo>
                        <a:pt x="1838" y="2469"/>
                      </a:lnTo>
                      <a:lnTo>
                        <a:pt x="1838" y="2472"/>
                      </a:lnTo>
                      <a:lnTo>
                        <a:pt x="1837" y="2475"/>
                      </a:lnTo>
                      <a:lnTo>
                        <a:pt x="1833" y="2481"/>
                      </a:lnTo>
                      <a:lnTo>
                        <a:pt x="1828" y="2489"/>
                      </a:lnTo>
                      <a:lnTo>
                        <a:pt x="1826" y="2492"/>
                      </a:lnTo>
                      <a:lnTo>
                        <a:pt x="1823" y="2496"/>
                      </a:lnTo>
                      <a:lnTo>
                        <a:pt x="1822" y="2500"/>
                      </a:lnTo>
                      <a:lnTo>
                        <a:pt x="1822" y="2504"/>
                      </a:lnTo>
                      <a:lnTo>
                        <a:pt x="1822" y="2508"/>
                      </a:lnTo>
                      <a:lnTo>
                        <a:pt x="1825" y="2511"/>
                      </a:lnTo>
                      <a:lnTo>
                        <a:pt x="1828" y="2513"/>
                      </a:lnTo>
                      <a:lnTo>
                        <a:pt x="1833" y="2516"/>
                      </a:lnTo>
                      <a:lnTo>
                        <a:pt x="1847" y="2518"/>
                      </a:lnTo>
                      <a:lnTo>
                        <a:pt x="1860" y="2523"/>
                      </a:lnTo>
                      <a:lnTo>
                        <a:pt x="1867" y="2525"/>
                      </a:lnTo>
                      <a:lnTo>
                        <a:pt x="1873" y="2529"/>
                      </a:lnTo>
                      <a:lnTo>
                        <a:pt x="1878" y="2534"/>
                      </a:lnTo>
                      <a:lnTo>
                        <a:pt x="1883" y="2541"/>
                      </a:lnTo>
                      <a:lnTo>
                        <a:pt x="1888" y="2555"/>
                      </a:lnTo>
                      <a:lnTo>
                        <a:pt x="1890" y="2568"/>
                      </a:lnTo>
                      <a:lnTo>
                        <a:pt x="1892" y="2575"/>
                      </a:lnTo>
                      <a:lnTo>
                        <a:pt x="1895" y="2582"/>
                      </a:lnTo>
                      <a:lnTo>
                        <a:pt x="1898" y="2588"/>
                      </a:lnTo>
                      <a:lnTo>
                        <a:pt x="1903" y="2594"/>
                      </a:lnTo>
                      <a:lnTo>
                        <a:pt x="1917" y="2607"/>
                      </a:lnTo>
                      <a:lnTo>
                        <a:pt x="1932" y="2618"/>
                      </a:lnTo>
                      <a:lnTo>
                        <a:pt x="1946" y="2630"/>
                      </a:lnTo>
                      <a:lnTo>
                        <a:pt x="1958" y="2642"/>
                      </a:lnTo>
                      <a:lnTo>
                        <a:pt x="1963" y="2648"/>
                      </a:lnTo>
                      <a:lnTo>
                        <a:pt x="1967" y="2654"/>
                      </a:lnTo>
                      <a:lnTo>
                        <a:pt x="1970" y="2660"/>
                      </a:lnTo>
                      <a:lnTo>
                        <a:pt x="1972" y="2667"/>
                      </a:lnTo>
                      <a:lnTo>
                        <a:pt x="1974" y="2680"/>
                      </a:lnTo>
                      <a:lnTo>
                        <a:pt x="1974" y="2694"/>
                      </a:lnTo>
                      <a:lnTo>
                        <a:pt x="1973" y="2711"/>
                      </a:lnTo>
                      <a:lnTo>
                        <a:pt x="1973" y="2727"/>
                      </a:lnTo>
                      <a:lnTo>
                        <a:pt x="1971" y="2742"/>
                      </a:lnTo>
                      <a:lnTo>
                        <a:pt x="1968" y="2754"/>
                      </a:lnTo>
                      <a:lnTo>
                        <a:pt x="1964" y="2763"/>
                      </a:lnTo>
                      <a:lnTo>
                        <a:pt x="1957" y="2775"/>
                      </a:lnTo>
                      <a:lnTo>
                        <a:pt x="1949" y="2787"/>
                      </a:lnTo>
                      <a:lnTo>
                        <a:pt x="1942" y="2795"/>
                      </a:lnTo>
                      <a:lnTo>
                        <a:pt x="1938" y="2801"/>
                      </a:lnTo>
                      <a:lnTo>
                        <a:pt x="1934" y="2802"/>
                      </a:lnTo>
                      <a:lnTo>
                        <a:pt x="1930" y="2802"/>
                      </a:lnTo>
                      <a:lnTo>
                        <a:pt x="1926" y="2800"/>
                      </a:lnTo>
                      <a:lnTo>
                        <a:pt x="1922" y="2799"/>
                      </a:lnTo>
                      <a:lnTo>
                        <a:pt x="1919" y="2800"/>
                      </a:lnTo>
                      <a:lnTo>
                        <a:pt x="1914" y="2801"/>
                      </a:lnTo>
                      <a:lnTo>
                        <a:pt x="1910" y="2802"/>
                      </a:lnTo>
                      <a:lnTo>
                        <a:pt x="1902" y="2808"/>
                      </a:lnTo>
                      <a:lnTo>
                        <a:pt x="1892" y="2815"/>
                      </a:lnTo>
                      <a:lnTo>
                        <a:pt x="1876" y="2826"/>
                      </a:lnTo>
                      <a:lnTo>
                        <a:pt x="1864" y="2833"/>
                      </a:lnTo>
                      <a:lnTo>
                        <a:pt x="1863" y="2836"/>
                      </a:lnTo>
                      <a:lnTo>
                        <a:pt x="1860" y="2837"/>
                      </a:lnTo>
                      <a:lnTo>
                        <a:pt x="1858" y="2837"/>
                      </a:lnTo>
                      <a:lnTo>
                        <a:pt x="1854" y="2838"/>
                      </a:lnTo>
                      <a:lnTo>
                        <a:pt x="1852" y="2837"/>
                      </a:lnTo>
                      <a:lnTo>
                        <a:pt x="1850" y="2836"/>
                      </a:lnTo>
                      <a:lnTo>
                        <a:pt x="1847" y="2834"/>
                      </a:lnTo>
                      <a:lnTo>
                        <a:pt x="1845" y="2831"/>
                      </a:lnTo>
                      <a:lnTo>
                        <a:pt x="1842" y="2827"/>
                      </a:lnTo>
                      <a:lnTo>
                        <a:pt x="1839" y="2825"/>
                      </a:lnTo>
                      <a:lnTo>
                        <a:pt x="1837" y="2825"/>
                      </a:lnTo>
                      <a:lnTo>
                        <a:pt x="1832" y="2826"/>
                      </a:lnTo>
                      <a:lnTo>
                        <a:pt x="1827" y="2826"/>
                      </a:lnTo>
                      <a:lnTo>
                        <a:pt x="1823" y="2824"/>
                      </a:lnTo>
                      <a:lnTo>
                        <a:pt x="1822" y="2819"/>
                      </a:lnTo>
                      <a:lnTo>
                        <a:pt x="1820" y="2809"/>
                      </a:lnTo>
                      <a:lnTo>
                        <a:pt x="1819" y="2799"/>
                      </a:lnTo>
                      <a:lnTo>
                        <a:pt x="1815" y="2792"/>
                      </a:lnTo>
                      <a:lnTo>
                        <a:pt x="1812" y="2788"/>
                      </a:lnTo>
                      <a:lnTo>
                        <a:pt x="1808" y="2784"/>
                      </a:lnTo>
                      <a:lnTo>
                        <a:pt x="1806" y="2784"/>
                      </a:lnTo>
                      <a:lnTo>
                        <a:pt x="1803" y="2784"/>
                      </a:lnTo>
                      <a:lnTo>
                        <a:pt x="1801" y="2784"/>
                      </a:lnTo>
                      <a:lnTo>
                        <a:pt x="1799" y="2786"/>
                      </a:lnTo>
                      <a:lnTo>
                        <a:pt x="1793" y="2790"/>
                      </a:lnTo>
                      <a:lnTo>
                        <a:pt x="1788" y="2796"/>
                      </a:lnTo>
                      <a:lnTo>
                        <a:pt x="1782" y="2801"/>
                      </a:lnTo>
                      <a:lnTo>
                        <a:pt x="1776" y="2805"/>
                      </a:lnTo>
                      <a:lnTo>
                        <a:pt x="1769" y="2807"/>
                      </a:lnTo>
                      <a:lnTo>
                        <a:pt x="1759" y="2809"/>
                      </a:lnTo>
                      <a:lnTo>
                        <a:pt x="1747" y="2809"/>
                      </a:lnTo>
                      <a:lnTo>
                        <a:pt x="1737" y="2811"/>
                      </a:lnTo>
                      <a:lnTo>
                        <a:pt x="1725" y="2813"/>
                      </a:lnTo>
                      <a:lnTo>
                        <a:pt x="1711" y="2817"/>
                      </a:lnTo>
                      <a:lnTo>
                        <a:pt x="1703" y="2818"/>
                      </a:lnTo>
                      <a:lnTo>
                        <a:pt x="1697" y="2819"/>
                      </a:lnTo>
                      <a:lnTo>
                        <a:pt x="1692" y="2818"/>
                      </a:lnTo>
                      <a:lnTo>
                        <a:pt x="1687" y="2817"/>
                      </a:lnTo>
                      <a:lnTo>
                        <a:pt x="1678" y="2813"/>
                      </a:lnTo>
                      <a:lnTo>
                        <a:pt x="1670" y="2808"/>
                      </a:lnTo>
                      <a:lnTo>
                        <a:pt x="1667" y="2805"/>
                      </a:lnTo>
                      <a:lnTo>
                        <a:pt x="1661" y="2802"/>
                      </a:lnTo>
                      <a:lnTo>
                        <a:pt x="1655" y="2801"/>
                      </a:lnTo>
                      <a:lnTo>
                        <a:pt x="1649" y="2800"/>
                      </a:lnTo>
                      <a:lnTo>
                        <a:pt x="1636" y="2799"/>
                      </a:lnTo>
                      <a:lnTo>
                        <a:pt x="1625" y="2800"/>
                      </a:lnTo>
                      <a:lnTo>
                        <a:pt x="1614" y="2801"/>
                      </a:lnTo>
                      <a:lnTo>
                        <a:pt x="1601" y="2801"/>
                      </a:lnTo>
                      <a:lnTo>
                        <a:pt x="1586" y="2800"/>
                      </a:lnTo>
                      <a:lnTo>
                        <a:pt x="1571" y="2796"/>
                      </a:lnTo>
                      <a:lnTo>
                        <a:pt x="1556" y="2793"/>
                      </a:lnTo>
                      <a:lnTo>
                        <a:pt x="1541" y="2790"/>
                      </a:lnTo>
                      <a:lnTo>
                        <a:pt x="1526" y="2790"/>
                      </a:lnTo>
                      <a:lnTo>
                        <a:pt x="1519" y="2790"/>
                      </a:lnTo>
                      <a:lnTo>
                        <a:pt x="1513" y="2788"/>
                      </a:lnTo>
                      <a:lnTo>
                        <a:pt x="1504" y="2786"/>
                      </a:lnTo>
                      <a:lnTo>
                        <a:pt x="1498" y="2784"/>
                      </a:lnTo>
                      <a:lnTo>
                        <a:pt x="1492" y="2783"/>
                      </a:lnTo>
                      <a:lnTo>
                        <a:pt x="1486" y="2784"/>
                      </a:lnTo>
                      <a:lnTo>
                        <a:pt x="1480" y="2786"/>
                      </a:lnTo>
                      <a:lnTo>
                        <a:pt x="1470" y="2788"/>
                      </a:lnTo>
                      <a:lnTo>
                        <a:pt x="1462" y="2790"/>
                      </a:lnTo>
                      <a:lnTo>
                        <a:pt x="1454" y="2790"/>
                      </a:lnTo>
                      <a:lnTo>
                        <a:pt x="1444" y="2790"/>
                      </a:lnTo>
                      <a:lnTo>
                        <a:pt x="1438" y="2790"/>
                      </a:lnTo>
                      <a:lnTo>
                        <a:pt x="1434" y="2792"/>
                      </a:lnTo>
                      <a:lnTo>
                        <a:pt x="1428" y="2794"/>
                      </a:lnTo>
                      <a:lnTo>
                        <a:pt x="1423" y="2798"/>
                      </a:lnTo>
                      <a:lnTo>
                        <a:pt x="1415" y="2803"/>
                      </a:lnTo>
                      <a:lnTo>
                        <a:pt x="1409" y="2811"/>
                      </a:lnTo>
                      <a:lnTo>
                        <a:pt x="1407" y="2814"/>
                      </a:lnTo>
                      <a:lnTo>
                        <a:pt x="1405" y="2817"/>
                      </a:lnTo>
                      <a:lnTo>
                        <a:pt x="1405" y="2820"/>
                      </a:lnTo>
                      <a:lnTo>
                        <a:pt x="1405" y="2824"/>
                      </a:lnTo>
                      <a:lnTo>
                        <a:pt x="1406" y="2827"/>
                      </a:lnTo>
                      <a:lnTo>
                        <a:pt x="1407" y="2831"/>
                      </a:lnTo>
                      <a:lnTo>
                        <a:pt x="1411" y="2833"/>
                      </a:lnTo>
                      <a:lnTo>
                        <a:pt x="1416" y="2834"/>
                      </a:lnTo>
                      <a:lnTo>
                        <a:pt x="1430" y="2838"/>
                      </a:lnTo>
                      <a:lnTo>
                        <a:pt x="1449" y="2840"/>
                      </a:lnTo>
                      <a:lnTo>
                        <a:pt x="1468" y="2843"/>
                      </a:lnTo>
                      <a:lnTo>
                        <a:pt x="1483" y="2845"/>
                      </a:lnTo>
                      <a:lnTo>
                        <a:pt x="1491" y="2846"/>
                      </a:lnTo>
                      <a:lnTo>
                        <a:pt x="1497" y="2849"/>
                      </a:lnTo>
                      <a:lnTo>
                        <a:pt x="1503" y="2852"/>
                      </a:lnTo>
                      <a:lnTo>
                        <a:pt x="1508" y="2856"/>
                      </a:lnTo>
                      <a:lnTo>
                        <a:pt x="1513" y="2861"/>
                      </a:lnTo>
                      <a:lnTo>
                        <a:pt x="1517" y="2864"/>
                      </a:lnTo>
                      <a:lnTo>
                        <a:pt x="1519" y="2869"/>
                      </a:lnTo>
                      <a:lnTo>
                        <a:pt x="1520" y="2874"/>
                      </a:lnTo>
                      <a:lnTo>
                        <a:pt x="1522" y="2884"/>
                      </a:lnTo>
                      <a:lnTo>
                        <a:pt x="1522" y="2901"/>
                      </a:lnTo>
                      <a:lnTo>
                        <a:pt x="1520" y="2919"/>
                      </a:lnTo>
                      <a:lnTo>
                        <a:pt x="1520" y="2935"/>
                      </a:lnTo>
                      <a:lnTo>
                        <a:pt x="1520" y="2943"/>
                      </a:lnTo>
                      <a:lnTo>
                        <a:pt x="1522" y="2947"/>
                      </a:lnTo>
                      <a:lnTo>
                        <a:pt x="1524" y="2950"/>
                      </a:lnTo>
                      <a:lnTo>
                        <a:pt x="1526" y="2951"/>
                      </a:lnTo>
                      <a:lnTo>
                        <a:pt x="1532" y="2952"/>
                      </a:lnTo>
                      <a:lnTo>
                        <a:pt x="1538" y="2950"/>
                      </a:lnTo>
                      <a:lnTo>
                        <a:pt x="1550" y="2946"/>
                      </a:lnTo>
                      <a:lnTo>
                        <a:pt x="1563" y="2943"/>
                      </a:lnTo>
                      <a:lnTo>
                        <a:pt x="1569" y="2943"/>
                      </a:lnTo>
                      <a:lnTo>
                        <a:pt x="1574" y="2944"/>
                      </a:lnTo>
                      <a:lnTo>
                        <a:pt x="1577" y="2946"/>
                      </a:lnTo>
                      <a:lnTo>
                        <a:pt x="1580" y="2948"/>
                      </a:lnTo>
                      <a:lnTo>
                        <a:pt x="1583" y="2951"/>
                      </a:lnTo>
                      <a:lnTo>
                        <a:pt x="1588" y="2954"/>
                      </a:lnTo>
                      <a:lnTo>
                        <a:pt x="1595" y="2956"/>
                      </a:lnTo>
                      <a:lnTo>
                        <a:pt x="1604" y="2957"/>
                      </a:lnTo>
                      <a:lnTo>
                        <a:pt x="1613" y="2956"/>
                      </a:lnTo>
                      <a:lnTo>
                        <a:pt x="1623" y="2956"/>
                      </a:lnTo>
                      <a:lnTo>
                        <a:pt x="1631" y="2958"/>
                      </a:lnTo>
                      <a:lnTo>
                        <a:pt x="1637" y="2960"/>
                      </a:lnTo>
                      <a:lnTo>
                        <a:pt x="1646" y="2969"/>
                      </a:lnTo>
                      <a:lnTo>
                        <a:pt x="1655" y="2975"/>
                      </a:lnTo>
                      <a:lnTo>
                        <a:pt x="1659" y="2978"/>
                      </a:lnTo>
                      <a:lnTo>
                        <a:pt x="1661" y="2981"/>
                      </a:lnTo>
                      <a:lnTo>
                        <a:pt x="1661" y="2985"/>
                      </a:lnTo>
                      <a:lnTo>
                        <a:pt x="1661" y="2991"/>
                      </a:lnTo>
                      <a:lnTo>
                        <a:pt x="1659" y="3001"/>
                      </a:lnTo>
                      <a:lnTo>
                        <a:pt x="1661" y="3011"/>
                      </a:lnTo>
                      <a:lnTo>
                        <a:pt x="1665" y="3030"/>
                      </a:lnTo>
                      <a:lnTo>
                        <a:pt x="1671" y="3046"/>
                      </a:lnTo>
                      <a:lnTo>
                        <a:pt x="1673" y="3055"/>
                      </a:lnTo>
                      <a:lnTo>
                        <a:pt x="1671" y="3063"/>
                      </a:lnTo>
                      <a:lnTo>
                        <a:pt x="1669" y="3065"/>
                      </a:lnTo>
                      <a:lnTo>
                        <a:pt x="1667" y="3067"/>
                      </a:lnTo>
                      <a:lnTo>
                        <a:pt x="1664" y="3067"/>
                      </a:lnTo>
                      <a:lnTo>
                        <a:pt x="1659" y="3067"/>
                      </a:lnTo>
                      <a:lnTo>
                        <a:pt x="1652" y="3067"/>
                      </a:lnTo>
                      <a:lnTo>
                        <a:pt x="1648" y="3069"/>
                      </a:lnTo>
                      <a:lnTo>
                        <a:pt x="1644" y="3072"/>
                      </a:lnTo>
                      <a:lnTo>
                        <a:pt x="1640" y="3077"/>
                      </a:lnTo>
                      <a:lnTo>
                        <a:pt x="1634" y="3083"/>
                      </a:lnTo>
                      <a:lnTo>
                        <a:pt x="1627" y="3089"/>
                      </a:lnTo>
                      <a:lnTo>
                        <a:pt x="1619" y="3096"/>
                      </a:lnTo>
                      <a:lnTo>
                        <a:pt x="1612" y="3101"/>
                      </a:lnTo>
                      <a:lnTo>
                        <a:pt x="1608" y="3102"/>
                      </a:lnTo>
                      <a:lnTo>
                        <a:pt x="1605" y="3101"/>
                      </a:lnTo>
                      <a:lnTo>
                        <a:pt x="1600" y="3098"/>
                      </a:lnTo>
                      <a:lnTo>
                        <a:pt x="1595" y="3096"/>
                      </a:lnTo>
                      <a:lnTo>
                        <a:pt x="1586" y="3088"/>
                      </a:lnTo>
                      <a:lnTo>
                        <a:pt x="1577" y="3079"/>
                      </a:lnTo>
                      <a:lnTo>
                        <a:pt x="1573" y="3077"/>
                      </a:lnTo>
                      <a:lnTo>
                        <a:pt x="1569" y="3074"/>
                      </a:lnTo>
                      <a:lnTo>
                        <a:pt x="1566" y="3074"/>
                      </a:lnTo>
                      <a:lnTo>
                        <a:pt x="1562" y="3074"/>
                      </a:lnTo>
                      <a:lnTo>
                        <a:pt x="1555" y="3077"/>
                      </a:lnTo>
                      <a:lnTo>
                        <a:pt x="1549" y="3082"/>
                      </a:lnTo>
                      <a:lnTo>
                        <a:pt x="1543" y="3086"/>
                      </a:lnTo>
                      <a:lnTo>
                        <a:pt x="1538" y="3089"/>
                      </a:lnTo>
                      <a:lnTo>
                        <a:pt x="1533" y="3088"/>
                      </a:lnTo>
                      <a:lnTo>
                        <a:pt x="1526" y="3085"/>
                      </a:lnTo>
                      <a:lnTo>
                        <a:pt x="1518" y="3083"/>
                      </a:lnTo>
                      <a:lnTo>
                        <a:pt x="1508" y="3083"/>
                      </a:lnTo>
                      <a:lnTo>
                        <a:pt x="1499" y="3083"/>
                      </a:lnTo>
                      <a:lnTo>
                        <a:pt x="1491" y="3082"/>
                      </a:lnTo>
                      <a:lnTo>
                        <a:pt x="1485" y="3080"/>
                      </a:lnTo>
                      <a:lnTo>
                        <a:pt x="1478" y="3080"/>
                      </a:lnTo>
                      <a:lnTo>
                        <a:pt x="1474" y="3080"/>
                      </a:lnTo>
                      <a:lnTo>
                        <a:pt x="1472" y="3082"/>
                      </a:lnTo>
                      <a:lnTo>
                        <a:pt x="1468" y="3084"/>
                      </a:lnTo>
                      <a:lnTo>
                        <a:pt x="1464" y="3086"/>
                      </a:lnTo>
                      <a:lnTo>
                        <a:pt x="1459" y="3095"/>
                      </a:lnTo>
                      <a:lnTo>
                        <a:pt x="1453" y="3105"/>
                      </a:lnTo>
                      <a:lnTo>
                        <a:pt x="1450" y="3111"/>
                      </a:lnTo>
                      <a:lnTo>
                        <a:pt x="1448" y="3118"/>
                      </a:lnTo>
                      <a:lnTo>
                        <a:pt x="1447" y="3124"/>
                      </a:lnTo>
                      <a:lnTo>
                        <a:pt x="1447" y="3132"/>
                      </a:lnTo>
                      <a:lnTo>
                        <a:pt x="1447" y="3137"/>
                      </a:lnTo>
                      <a:lnTo>
                        <a:pt x="1445" y="3143"/>
                      </a:lnTo>
                      <a:lnTo>
                        <a:pt x="1444" y="3147"/>
                      </a:lnTo>
                      <a:lnTo>
                        <a:pt x="1443" y="3151"/>
                      </a:lnTo>
                      <a:lnTo>
                        <a:pt x="1440" y="3155"/>
                      </a:lnTo>
                      <a:lnTo>
                        <a:pt x="1435" y="3159"/>
                      </a:lnTo>
                      <a:lnTo>
                        <a:pt x="1429" y="3165"/>
                      </a:lnTo>
                      <a:lnTo>
                        <a:pt x="1424" y="3173"/>
                      </a:lnTo>
                      <a:lnTo>
                        <a:pt x="1422" y="3179"/>
                      </a:lnTo>
                      <a:lnTo>
                        <a:pt x="1419" y="3186"/>
                      </a:lnTo>
                      <a:lnTo>
                        <a:pt x="1419" y="3192"/>
                      </a:lnTo>
                      <a:lnTo>
                        <a:pt x="1419" y="3200"/>
                      </a:lnTo>
                      <a:lnTo>
                        <a:pt x="1420" y="3208"/>
                      </a:lnTo>
                      <a:lnTo>
                        <a:pt x="1423" y="3214"/>
                      </a:lnTo>
                      <a:lnTo>
                        <a:pt x="1426" y="3218"/>
                      </a:lnTo>
                      <a:lnTo>
                        <a:pt x="1430" y="3223"/>
                      </a:lnTo>
                      <a:lnTo>
                        <a:pt x="1438" y="3229"/>
                      </a:lnTo>
                      <a:lnTo>
                        <a:pt x="1445" y="3235"/>
                      </a:lnTo>
                      <a:lnTo>
                        <a:pt x="1448" y="3238"/>
                      </a:lnTo>
                      <a:lnTo>
                        <a:pt x="1450" y="3243"/>
                      </a:lnTo>
                      <a:lnTo>
                        <a:pt x="1451" y="3249"/>
                      </a:lnTo>
                      <a:lnTo>
                        <a:pt x="1453" y="3256"/>
                      </a:lnTo>
                      <a:lnTo>
                        <a:pt x="1454" y="3273"/>
                      </a:lnTo>
                      <a:lnTo>
                        <a:pt x="1455" y="3291"/>
                      </a:lnTo>
                      <a:lnTo>
                        <a:pt x="1454" y="3313"/>
                      </a:lnTo>
                      <a:lnTo>
                        <a:pt x="1453" y="3343"/>
                      </a:lnTo>
                      <a:lnTo>
                        <a:pt x="1453" y="3359"/>
                      </a:lnTo>
                      <a:lnTo>
                        <a:pt x="1454" y="3374"/>
                      </a:lnTo>
                      <a:lnTo>
                        <a:pt x="1454" y="3387"/>
                      </a:lnTo>
                      <a:lnTo>
                        <a:pt x="1456" y="3398"/>
                      </a:lnTo>
                      <a:lnTo>
                        <a:pt x="1457" y="3407"/>
                      </a:lnTo>
                      <a:lnTo>
                        <a:pt x="1457" y="3416"/>
                      </a:lnTo>
                      <a:lnTo>
                        <a:pt x="1457" y="3423"/>
                      </a:lnTo>
                      <a:lnTo>
                        <a:pt x="1455" y="3430"/>
                      </a:lnTo>
                      <a:lnTo>
                        <a:pt x="1453" y="3436"/>
                      </a:lnTo>
                      <a:lnTo>
                        <a:pt x="1449" y="3442"/>
                      </a:lnTo>
                      <a:lnTo>
                        <a:pt x="1445" y="3447"/>
                      </a:lnTo>
                      <a:lnTo>
                        <a:pt x="1442" y="3450"/>
                      </a:lnTo>
                      <a:lnTo>
                        <a:pt x="1438" y="3452"/>
                      </a:lnTo>
                      <a:lnTo>
                        <a:pt x="1432" y="3455"/>
                      </a:lnTo>
                      <a:lnTo>
                        <a:pt x="1425" y="3457"/>
                      </a:lnTo>
                      <a:lnTo>
                        <a:pt x="1416" y="3460"/>
                      </a:lnTo>
                      <a:lnTo>
                        <a:pt x="1397" y="3462"/>
                      </a:lnTo>
                      <a:lnTo>
                        <a:pt x="1375" y="3463"/>
                      </a:lnTo>
                      <a:lnTo>
                        <a:pt x="1366" y="3462"/>
                      </a:lnTo>
                      <a:lnTo>
                        <a:pt x="1359" y="3461"/>
                      </a:lnTo>
                      <a:lnTo>
                        <a:pt x="1352" y="3460"/>
                      </a:lnTo>
                      <a:lnTo>
                        <a:pt x="1347" y="3457"/>
                      </a:lnTo>
                      <a:lnTo>
                        <a:pt x="1343" y="3455"/>
                      </a:lnTo>
                      <a:lnTo>
                        <a:pt x="1341" y="3450"/>
                      </a:lnTo>
                      <a:lnTo>
                        <a:pt x="1337" y="3445"/>
                      </a:lnTo>
                      <a:lnTo>
                        <a:pt x="1335" y="3441"/>
                      </a:lnTo>
                      <a:lnTo>
                        <a:pt x="1328" y="3427"/>
                      </a:lnTo>
                      <a:lnTo>
                        <a:pt x="1319" y="3416"/>
                      </a:lnTo>
                      <a:lnTo>
                        <a:pt x="1310" y="3404"/>
                      </a:lnTo>
                      <a:lnTo>
                        <a:pt x="1298" y="3391"/>
                      </a:lnTo>
                      <a:lnTo>
                        <a:pt x="1284" y="3376"/>
                      </a:lnTo>
                      <a:lnTo>
                        <a:pt x="1267" y="3361"/>
                      </a:lnTo>
                      <a:lnTo>
                        <a:pt x="1252" y="3348"/>
                      </a:lnTo>
                      <a:lnTo>
                        <a:pt x="1240" y="3341"/>
                      </a:lnTo>
                      <a:lnTo>
                        <a:pt x="1229" y="3336"/>
                      </a:lnTo>
                      <a:lnTo>
                        <a:pt x="1216" y="3331"/>
                      </a:lnTo>
                      <a:lnTo>
                        <a:pt x="1203" y="3326"/>
                      </a:lnTo>
                      <a:lnTo>
                        <a:pt x="1192" y="3322"/>
                      </a:lnTo>
                      <a:lnTo>
                        <a:pt x="1184" y="3316"/>
                      </a:lnTo>
                      <a:lnTo>
                        <a:pt x="1174" y="3307"/>
                      </a:lnTo>
                      <a:lnTo>
                        <a:pt x="1164" y="3299"/>
                      </a:lnTo>
                      <a:lnTo>
                        <a:pt x="1151" y="3290"/>
                      </a:lnTo>
                      <a:lnTo>
                        <a:pt x="1138" y="3282"/>
                      </a:lnTo>
                      <a:lnTo>
                        <a:pt x="1124" y="3274"/>
                      </a:lnTo>
                      <a:lnTo>
                        <a:pt x="1114" y="3268"/>
                      </a:lnTo>
                      <a:lnTo>
                        <a:pt x="1105" y="3263"/>
                      </a:lnTo>
                      <a:lnTo>
                        <a:pt x="1098" y="3259"/>
                      </a:lnTo>
                      <a:lnTo>
                        <a:pt x="1091" y="3254"/>
                      </a:lnTo>
                      <a:lnTo>
                        <a:pt x="1086" y="3248"/>
                      </a:lnTo>
                      <a:lnTo>
                        <a:pt x="1082" y="3243"/>
                      </a:lnTo>
                      <a:lnTo>
                        <a:pt x="1072" y="3233"/>
                      </a:lnTo>
                      <a:lnTo>
                        <a:pt x="1065" y="3224"/>
                      </a:lnTo>
                      <a:lnTo>
                        <a:pt x="1058" y="3218"/>
                      </a:lnTo>
                      <a:lnTo>
                        <a:pt x="1052" y="3214"/>
                      </a:lnTo>
                      <a:lnTo>
                        <a:pt x="1046" y="3210"/>
                      </a:lnTo>
                      <a:lnTo>
                        <a:pt x="1040" y="3210"/>
                      </a:lnTo>
                      <a:lnTo>
                        <a:pt x="1032" y="3211"/>
                      </a:lnTo>
                      <a:lnTo>
                        <a:pt x="1021" y="3214"/>
                      </a:lnTo>
                      <a:lnTo>
                        <a:pt x="1016" y="3215"/>
                      </a:lnTo>
                      <a:lnTo>
                        <a:pt x="1010" y="3215"/>
                      </a:lnTo>
                      <a:lnTo>
                        <a:pt x="1004" y="3214"/>
                      </a:lnTo>
                      <a:lnTo>
                        <a:pt x="998" y="3210"/>
                      </a:lnTo>
                      <a:lnTo>
                        <a:pt x="994" y="3208"/>
                      </a:lnTo>
                      <a:lnTo>
                        <a:pt x="989" y="3206"/>
                      </a:lnTo>
                      <a:lnTo>
                        <a:pt x="985" y="3205"/>
                      </a:lnTo>
                      <a:lnTo>
                        <a:pt x="982" y="3206"/>
                      </a:lnTo>
                      <a:lnTo>
                        <a:pt x="972" y="3211"/>
                      </a:lnTo>
                      <a:lnTo>
                        <a:pt x="959" y="3219"/>
                      </a:lnTo>
                      <a:lnTo>
                        <a:pt x="952" y="3223"/>
                      </a:lnTo>
                      <a:lnTo>
                        <a:pt x="945" y="3224"/>
                      </a:lnTo>
                      <a:lnTo>
                        <a:pt x="938" y="3224"/>
                      </a:lnTo>
                      <a:lnTo>
                        <a:pt x="931" y="3224"/>
                      </a:lnTo>
                      <a:lnTo>
                        <a:pt x="918" y="3223"/>
                      </a:lnTo>
                      <a:lnTo>
                        <a:pt x="903" y="3223"/>
                      </a:lnTo>
                      <a:lnTo>
                        <a:pt x="897" y="3225"/>
                      </a:lnTo>
                      <a:lnTo>
                        <a:pt x="893" y="3228"/>
                      </a:lnTo>
                      <a:lnTo>
                        <a:pt x="889" y="3231"/>
                      </a:lnTo>
                      <a:lnTo>
                        <a:pt x="887" y="3235"/>
                      </a:lnTo>
                      <a:lnTo>
                        <a:pt x="884" y="3244"/>
                      </a:lnTo>
                      <a:lnTo>
                        <a:pt x="881" y="3254"/>
                      </a:lnTo>
                      <a:lnTo>
                        <a:pt x="878" y="3258"/>
                      </a:lnTo>
                      <a:lnTo>
                        <a:pt x="876" y="3259"/>
                      </a:lnTo>
                      <a:lnTo>
                        <a:pt x="874" y="3259"/>
                      </a:lnTo>
                      <a:lnTo>
                        <a:pt x="870" y="3258"/>
                      </a:lnTo>
                      <a:lnTo>
                        <a:pt x="863" y="3252"/>
                      </a:lnTo>
                      <a:lnTo>
                        <a:pt x="856" y="3247"/>
                      </a:lnTo>
                      <a:lnTo>
                        <a:pt x="846" y="3241"/>
                      </a:lnTo>
                      <a:lnTo>
                        <a:pt x="836" y="3233"/>
                      </a:lnTo>
                      <a:lnTo>
                        <a:pt x="826" y="3224"/>
                      </a:lnTo>
                      <a:lnTo>
                        <a:pt x="818" y="3217"/>
                      </a:lnTo>
                      <a:lnTo>
                        <a:pt x="812" y="3209"/>
                      </a:lnTo>
                      <a:lnTo>
                        <a:pt x="805" y="3199"/>
                      </a:lnTo>
                      <a:lnTo>
                        <a:pt x="796" y="3190"/>
                      </a:lnTo>
                      <a:lnTo>
                        <a:pt x="788" y="3180"/>
                      </a:lnTo>
                      <a:lnTo>
                        <a:pt x="781" y="3172"/>
                      </a:lnTo>
                      <a:lnTo>
                        <a:pt x="774" y="3162"/>
                      </a:lnTo>
                      <a:lnTo>
                        <a:pt x="769" y="3154"/>
                      </a:lnTo>
                      <a:lnTo>
                        <a:pt x="765" y="3147"/>
                      </a:lnTo>
                      <a:lnTo>
                        <a:pt x="764" y="3143"/>
                      </a:lnTo>
                      <a:lnTo>
                        <a:pt x="761" y="3142"/>
                      </a:lnTo>
                      <a:lnTo>
                        <a:pt x="756" y="3140"/>
                      </a:lnTo>
                      <a:lnTo>
                        <a:pt x="750" y="3140"/>
                      </a:lnTo>
                      <a:lnTo>
                        <a:pt x="743" y="3140"/>
                      </a:lnTo>
                      <a:lnTo>
                        <a:pt x="736" y="3140"/>
                      </a:lnTo>
                      <a:lnTo>
                        <a:pt x="729" y="3142"/>
                      </a:lnTo>
                      <a:lnTo>
                        <a:pt x="722" y="3143"/>
                      </a:lnTo>
                      <a:lnTo>
                        <a:pt x="714" y="3146"/>
                      </a:lnTo>
                      <a:lnTo>
                        <a:pt x="706" y="3146"/>
                      </a:lnTo>
                      <a:lnTo>
                        <a:pt x="699" y="3146"/>
                      </a:lnTo>
                      <a:lnTo>
                        <a:pt x="693" y="3145"/>
                      </a:lnTo>
                      <a:lnTo>
                        <a:pt x="686" y="3142"/>
                      </a:lnTo>
                      <a:lnTo>
                        <a:pt x="680" y="3137"/>
                      </a:lnTo>
                      <a:lnTo>
                        <a:pt x="678" y="3135"/>
                      </a:lnTo>
                      <a:lnTo>
                        <a:pt x="676" y="3132"/>
                      </a:lnTo>
                      <a:lnTo>
                        <a:pt x="675" y="3128"/>
                      </a:lnTo>
                      <a:lnTo>
                        <a:pt x="676" y="3123"/>
                      </a:lnTo>
                      <a:lnTo>
                        <a:pt x="680" y="3104"/>
                      </a:lnTo>
                      <a:lnTo>
                        <a:pt x="682" y="3089"/>
                      </a:lnTo>
                      <a:lnTo>
                        <a:pt x="681" y="3086"/>
                      </a:lnTo>
                      <a:lnTo>
                        <a:pt x="679" y="3085"/>
                      </a:lnTo>
                      <a:lnTo>
                        <a:pt x="676" y="3084"/>
                      </a:lnTo>
                      <a:lnTo>
                        <a:pt x="672" y="3084"/>
                      </a:lnTo>
                      <a:lnTo>
                        <a:pt x="662" y="3085"/>
                      </a:lnTo>
                      <a:lnTo>
                        <a:pt x="654" y="3089"/>
                      </a:lnTo>
                      <a:lnTo>
                        <a:pt x="647" y="3095"/>
                      </a:lnTo>
                      <a:lnTo>
                        <a:pt x="639" y="3101"/>
                      </a:lnTo>
                      <a:lnTo>
                        <a:pt x="634" y="3109"/>
                      </a:lnTo>
                      <a:lnTo>
                        <a:pt x="629" y="3118"/>
                      </a:lnTo>
                      <a:lnTo>
                        <a:pt x="625" y="3123"/>
                      </a:lnTo>
                      <a:lnTo>
                        <a:pt x="622" y="3127"/>
                      </a:lnTo>
                      <a:lnTo>
                        <a:pt x="617" y="3130"/>
                      </a:lnTo>
                      <a:lnTo>
                        <a:pt x="612" y="3132"/>
                      </a:lnTo>
                      <a:lnTo>
                        <a:pt x="601" y="3133"/>
                      </a:lnTo>
                      <a:lnTo>
                        <a:pt x="593" y="3133"/>
                      </a:lnTo>
                      <a:close/>
                    </a:path>
                  </a:pathLst>
                </a:custGeom>
                <a:solidFill>
                  <a:srgbClr val="DDEBF7"/>
                </a:solidFill>
                <a:ln w="9525">
                  <a:solidFill>
                    <a:srgbClr val="AFABAB"/>
                  </a:solidFill>
                  <a:round/>
                  <a:headEnd/>
                  <a:tailEnd/>
                </a:ln>
              </p:spPr>
              <p:txBody>
                <a:bodyPr/>
                <a:lstStyle/>
                <a:p>
                  <a:endParaRPr lang="zh-CN" altLang="en-US"/>
                </a:p>
              </p:txBody>
            </p:sp>
            <p:sp>
              <p:nvSpPr>
                <p:cNvPr id="56" name="重庆">
                  <a:extLst>
                    <a:ext uri="{FF2B5EF4-FFF2-40B4-BE49-F238E27FC236}">
                      <a16:creationId xmlns:a16="http://schemas.microsoft.com/office/drawing/2014/main" id="{7D8439ED-B4AD-47FB-8B19-7018D0A6EA6A}"/>
                    </a:ext>
                  </a:extLst>
                </p:cNvPr>
                <p:cNvSpPr>
                  <a:spLocks/>
                </p:cNvSpPr>
                <p:nvPr/>
              </p:nvSpPr>
              <p:spPr bwMode="auto">
                <a:xfrm>
                  <a:off x="2676558" y="2533783"/>
                  <a:ext cx="466731" cy="457224"/>
                </a:xfrm>
                <a:custGeom>
                  <a:avLst/>
                  <a:gdLst>
                    <a:gd name="T0" fmla="*/ 2147483646 w 1775"/>
                    <a:gd name="T1" fmla="*/ 2147483646 h 1753"/>
                    <a:gd name="T2" fmla="*/ 2147483646 w 1775"/>
                    <a:gd name="T3" fmla="*/ 2147483646 h 1753"/>
                    <a:gd name="T4" fmla="*/ 2147483646 w 1775"/>
                    <a:gd name="T5" fmla="*/ 2147483646 h 1753"/>
                    <a:gd name="T6" fmla="*/ 2147483646 w 1775"/>
                    <a:gd name="T7" fmla="*/ 2147483646 h 1753"/>
                    <a:gd name="T8" fmla="*/ 2147483646 w 1775"/>
                    <a:gd name="T9" fmla="*/ 2147483646 h 1753"/>
                    <a:gd name="T10" fmla="*/ 2147483646 w 1775"/>
                    <a:gd name="T11" fmla="*/ 2147483646 h 1753"/>
                    <a:gd name="T12" fmla="*/ 2147483646 w 1775"/>
                    <a:gd name="T13" fmla="*/ 2147483646 h 1753"/>
                    <a:gd name="T14" fmla="*/ 2147483646 w 1775"/>
                    <a:gd name="T15" fmla="*/ 2147483646 h 1753"/>
                    <a:gd name="T16" fmla="*/ 2147483646 w 1775"/>
                    <a:gd name="T17" fmla="*/ 2147483646 h 1753"/>
                    <a:gd name="T18" fmla="*/ 2147483646 w 1775"/>
                    <a:gd name="T19" fmla="*/ 2147483646 h 1753"/>
                    <a:gd name="T20" fmla="*/ 2147483646 w 1775"/>
                    <a:gd name="T21" fmla="*/ 2147483646 h 1753"/>
                    <a:gd name="T22" fmla="*/ 2147483646 w 1775"/>
                    <a:gd name="T23" fmla="*/ 2147483646 h 1753"/>
                    <a:gd name="T24" fmla="*/ 2147483646 w 1775"/>
                    <a:gd name="T25" fmla="*/ 2147483646 h 1753"/>
                    <a:gd name="T26" fmla="*/ 2147483646 w 1775"/>
                    <a:gd name="T27" fmla="*/ 2147483646 h 1753"/>
                    <a:gd name="T28" fmla="*/ 2147483646 w 1775"/>
                    <a:gd name="T29" fmla="*/ 2147483646 h 1753"/>
                    <a:gd name="T30" fmla="*/ 2147483646 w 1775"/>
                    <a:gd name="T31" fmla="*/ 2147483646 h 1753"/>
                    <a:gd name="T32" fmla="*/ 2147483646 w 1775"/>
                    <a:gd name="T33" fmla="*/ 2147483646 h 1753"/>
                    <a:gd name="T34" fmla="*/ 2147483646 w 1775"/>
                    <a:gd name="T35" fmla="*/ 2147483646 h 1753"/>
                    <a:gd name="T36" fmla="*/ 2147483646 w 1775"/>
                    <a:gd name="T37" fmla="*/ 2147483646 h 1753"/>
                    <a:gd name="T38" fmla="*/ 2147483646 w 1775"/>
                    <a:gd name="T39" fmla="*/ 2147483646 h 1753"/>
                    <a:gd name="T40" fmla="*/ 2147483646 w 1775"/>
                    <a:gd name="T41" fmla="*/ 2147483646 h 1753"/>
                    <a:gd name="T42" fmla="*/ 2147483646 w 1775"/>
                    <a:gd name="T43" fmla="*/ 2147483646 h 1753"/>
                    <a:gd name="T44" fmla="*/ 2147483646 w 1775"/>
                    <a:gd name="T45" fmla="*/ 2147483646 h 1753"/>
                    <a:gd name="T46" fmla="*/ 2147483646 w 1775"/>
                    <a:gd name="T47" fmla="*/ 2147483646 h 1753"/>
                    <a:gd name="T48" fmla="*/ 2147483646 w 1775"/>
                    <a:gd name="T49" fmla="*/ 2147483646 h 1753"/>
                    <a:gd name="T50" fmla="*/ 2147483646 w 1775"/>
                    <a:gd name="T51" fmla="*/ 2147483646 h 1753"/>
                    <a:gd name="T52" fmla="*/ 2147483646 w 1775"/>
                    <a:gd name="T53" fmla="*/ 2147483646 h 1753"/>
                    <a:gd name="T54" fmla="*/ 2147483646 w 1775"/>
                    <a:gd name="T55" fmla="*/ 2147483646 h 1753"/>
                    <a:gd name="T56" fmla="*/ 2147483646 w 1775"/>
                    <a:gd name="T57" fmla="*/ 2147483646 h 1753"/>
                    <a:gd name="T58" fmla="*/ 2147483646 w 1775"/>
                    <a:gd name="T59" fmla="*/ 2147483646 h 1753"/>
                    <a:gd name="T60" fmla="*/ 2147483646 w 1775"/>
                    <a:gd name="T61" fmla="*/ 2147483646 h 1753"/>
                    <a:gd name="T62" fmla="*/ 2147483646 w 1775"/>
                    <a:gd name="T63" fmla="*/ 2147483646 h 1753"/>
                    <a:gd name="T64" fmla="*/ 2147483646 w 1775"/>
                    <a:gd name="T65" fmla="*/ 2147483646 h 1753"/>
                    <a:gd name="T66" fmla="*/ 2147483646 w 1775"/>
                    <a:gd name="T67" fmla="*/ 2147483646 h 1753"/>
                    <a:gd name="T68" fmla="*/ 2147483646 w 1775"/>
                    <a:gd name="T69" fmla="*/ 2147483646 h 1753"/>
                    <a:gd name="T70" fmla="*/ 2147483646 w 1775"/>
                    <a:gd name="T71" fmla="*/ 2147483646 h 1753"/>
                    <a:gd name="T72" fmla="*/ 2147483646 w 1775"/>
                    <a:gd name="T73" fmla="*/ 2147483646 h 1753"/>
                    <a:gd name="T74" fmla="*/ 2147483646 w 1775"/>
                    <a:gd name="T75" fmla="*/ 2147483646 h 1753"/>
                    <a:gd name="T76" fmla="*/ 2147483646 w 1775"/>
                    <a:gd name="T77" fmla="*/ 2147483646 h 1753"/>
                    <a:gd name="T78" fmla="*/ 2147483646 w 1775"/>
                    <a:gd name="T79" fmla="*/ 2147483646 h 1753"/>
                    <a:gd name="T80" fmla="*/ 2147483646 w 1775"/>
                    <a:gd name="T81" fmla="*/ 2147483646 h 1753"/>
                    <a:gd name="T82" fmla="*/ 2147483646 w 1775"/>
                    <a:gd name="T83" fmla="*/ 2147483646 h 1753"/>
                    <a:gd name="T84" fmla="*/ 2147483646 w 1775"/>
                    <a:gd name="T85" fmla="*/ 2147483646 h 1753"/>
                    <a:gd name="T86" fmla="*/ 2147483646 w 1775"/>
                    <a:gd name="T87" fmla="*/ 2147483646 h 1753"/>
                    <a:gd name="T88" fmla="*/ 2147483646 w 1775"/>
                    <a:gd name="T89" fmla="*/ 2147483646 h 1753"/>
                    <a:gd name="T90" fmla="*/ 2147483646 w 1775"/>
                    <a:gd name="T91" fmla="*/ 2147483646 h 1753"/>
                    <a:gd name="T92" fmla="*/ 2147483646 w 1775"/>
                    <a:gd name="T93" fmla="*/ 2147483646 h 1753"/>
                    <a:gd name="T94" fmla="*/ 2147483646 w 1775"/>
                    <a:gd name="T95" fmla="*/ 2147483646 h 1753"/>
                    <a:gd name="T96" fmla="*/ 2147483646 w 1775"/>
                    <a:gd name="T97" fmla="*/ 2147483646 h 1753"/>
                    <a:gd name="T98" fmla="*/ 2147483646 w 1775"/>
                    <a:gd name="T99" fmla="*/ 2147483646 h 1753"/>
                    <a:gd name="T100" fmla="*/ 2147483646 w 1775"/>
                    <a:gd name="T101" fmla="*/ 2147483646 h 1753"/>
                    <a:gd name="T102" fmla="*/ 2147483646 w 1775"/>
                    <a:gd name="T103" fmla="*/ 2147483646 h 1753"/>
                    <a:gd name="T104" fmla="*/ 2147483646 w 1775"/>
                    <a:gd name="T105" fmla="*/ 2147483646 h 1753"/>
                    <a:gd name="T106" fmla="*/ 2147483646 w 1775"/>
                    <a:gd name="T107" fmla="*/ 2147483646 h 1753"/>
                    <a:gd name="T108" fmla="*/ 2147483646 w 1775"/>
                    <a:gd name="T109" fmla="*/ 2147483646 h 1753"/>
                    <a:gd name="T110" fmla="*/ 2147483646 w 1775"/>
                    <a:gd name="T111" fmla="*/ 2147483646 h 1753"/>
                    <a:gd name="T112" fmla="*/ 2147483646 w 1775"/>
                    <a:gd name="T113" fmla="*/ 2147483646 h 1753"/>
                    <a:gd name="T114" fmla="*/ 2147483646 w 1775"/>
                    <a:gd name="T115" fmla="*/ 2147483646 h 1753"/>
                    <a:gd name="T116" fmla="*/ 2147483646 w 1775"/>
                    <a:gd name="T117" fmla="*/ 2147483646 h 1753"/>
                    <a:gd name="T118" fmla="*/ 2147483646 w 1775"/>
                    <a:gd name="T119" fmla="*/ 2147483646 h 1753"/>
                    <a:gd name="T120" fmla="*/ 2147483646 w 1775"/>
                    <a:gd name="T121" fmla="*/ 2147483646 h 17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775" h="1753">
                      <a:moveTo>
                        <a:pt x="692" y="1479"/>
                      </a:moveTo>
                      <a:lnTo>
                        <a:pt x="687" y="1479"/>
                      </a:lnTo>
                      <a:lnTo>
                        <a:pt x="682" y="1479"/>
                      </a:lnTo>
                      <a:lnTo>
                        <a:pt x="680" y="1477"/>
                      </a:lnTo>
                      <a:lnTo>
                        <a:pt x="679" y="1475"/>
                      </a:lnTo>
                      <a:lnTo>
                        <a:pt x="678" y="1474"/>
                      </a:lnTo>
                      <a:lnTo>
                        <a:pt x="677" y="1471"/>
                      </a:lnTo>
                      <a:lnTo>
                        <a:pt x="674" y="1467"/>
                      </a:lnTo>
                      <a:lnTo>
                        <a:pt x="672" y="1460"/>
                      </a:lnTo>
                      <a:lnTo>
                        <a:pt x="667" y="1454"/>
                      </a:lnTo>
                      <a:lnTo>
                        <a:pt x="660" y="1448"/>
                      </a:lnTo>
                      <a:lnTo>
                        <a:pt x="653" y="1443"/>
                      </a:lnTo>
                      <a:lnTo>
                        <a:pt x="643" y="1441"/>
                      </a:lnTo>
                      <a:lnTo>
                        <a:pt x="634" y="1438"/>
                      </a:lnTo>
                      <a:lnTo>
                        <a:pt x="624" y="1437"/>
                      </a:lnTo>
                      <a:lnTo>
                        <a:pt x="617" y="1436"/>
                      </a:lnTo>
                      <a:lnTo>
                        <a:pt x="610" y="1435"/>
                      </a:lnTo>
                      <a:lnTo>
                        <a:pt x="605" y="1433"/>
                      </a:lnTo>
                      <a:lnTo>
                        <a:pt x="599" y="1433"/>
                      </a:lnTo>
                      <a:lnTo>
                        <a:pt x="595" y="1433"/>
                      </a:lnTo>
                      <a:lnTo>
                        <a:pt x="590" y="1435"/>
                      </a:lnTo>
                      <a:lnTo>
                        <a:pt x="587" y="1437"/>
                      </a:lnTo>
                      <a:lnTo>
                        <a:pt x="584" y="1441"/>
                      </a:lnTo>
                      <a:lnTo>
                        <a:pt x="583" y="1445"/>
                      </a:lnTo>
                      <a:lnTo>
                        <a:pt x="581" y="1450"/>
                      </a:lnTo>
                      <a:lnTo>
                        <a:pt x="581" y="1460"/>
                      </a:lnTo>
                      <a:lnTo>
                        <a:pt x="583" y="1469"/>
                      </a:lnTo>
                      <a:lnTo>
                        <a:pt x="583" y="1475"/>
                      </a:lnTo>
                      <a:lnTo>
                        <a:pt x="580" y="1479"/>
                      </a:lnTo>
                      <a:lnTo>
                        <a:pt x="578" y="1479"/>
                      </a:lnTo>
                      <a:lnTo>
                        <a:pt x="577" y="1479"/>
                      </a:lnTo>
                      <a:lnTo>
                        <a:pt x="574" y="1477"/>
                      </a:lnTo>
                      <a:lnTo>
                        <a:pt x="571" y="1475"/>
                      </a:lnTo>
                      <a:lnTo>
                        <a:pt x="566" y="1470"/>
                      </a:lnTo>
                      <a:lnTo>
                        <a:pt x="561" y="1466"/>
                      </a:lnTo>
                      <a:lnTo>
                        <a:pt x="556" y="1463"/>
                      </a:lnTo>
                      <a:lnTo>
                        <a:pt x="552" y="1463"/>
                      </a:lnTo>
                      <a:lnTo>
                        <a:pt x="551" y="1464"/>
                      </a:lnTo>
                      <a:lnTo>
                        <a:pt x="548" y="1464"/>
                      </a:lnTo>
                      <a:lnTo>
                        <a:pt x="546" y="1466"/>
                      </a:lnTo>
                      <a:lnTo>
                        <a:pt x="542" y="1468"/>
                      </a:lnTo>
                      <a:lnTo>
                        <a:pt x="535" y="1475"/>
                      </a:lnTo>
                      <a:lnTo>
                        <a:pt x="528" y="1485"/>
                      </a:lnTo>
                      <a:lnTo>
                        <a:pt x="523" y="1492"/>
                      </a:lnTo>
                      <a:lnTo>
                        <a:pt x="515" y="1502"/>
                      </a:lnTo>
                      <a:lnTo>
                        <a:pt x="509" y="1512"/>
                      </a:lnTo>
                      <a:lnTo>
                        <a:pt x="504" y="1521"/>
                      </a:lnTo>
                      <a:lnTo>
                        <a:pt x="503" y="1527"/>
                      </a:lnTo>
                      <a:lnTo>
                        <a:pt x="502" y="1533"/>
                      </a:lnTo>
                      <a:lnTo>
                        <a:pt x="501" y="1536"/>
                      </a:lnTo>
                      <a:lnTo>
                        <a:pt x="501" y="1542"/>
                      </a:lnTo>
                      <a:lnTo>
                        <a:pt x="502" y="1546"/>
                      </a:lnTo>
                      <a:lnTo>
                        <a:pt x="503" y="1551"/>
                      </a:lnTo>
                      <a:lnTo>
                        <a:pt x="504" y="1557"/>
                      </a:lnTo>
                      <a:lnTo>
                        <a:pt x="507" y="1563"/>
                      </a:lnTo>
                      <a:lnTo>
                        <a:pt x="507" y="1567"/>
                      </a:lnTo>
                      <a:lnTo>
                        <a:pt x="507" y="1570"/>
                      </a:lnTo>
                      <a:lnTo>
                        <a:pt x="505" y="1577"/>
                      </a:lnTo>
                      <a:lnTo>
                        <a:pt x="502" y="1583"/>
                      </a:lnTo>
                      <a:lnTo>
                        <a:pt x="501" y="1586"/>
                      </a:lnTo>
                      <a:lnTo>
                        <a:pt x="499" y="1588"/>
                      </a:lnTo>
                      <a:lnTo>
                        <a:pt x="496" y="1592"/>
                      </a:lnTo>
                      <a:lnTo>
                        <a:pt x="493" y="1595"/>
                      </a:lnTo>
                      <a:lnTo>
                        <a:pt x="488" y="1601"/>
                      </a:lnTo>
                      <a:lnTo>
                        <a:pt x="482" y="1605"/>
                      </a:lnTo>
                      <a:lnTo>
                        <a:pt x="479" y="1603"/>
                      </a:lnTo>
                      <a:lnTo>
                        <a:pt x="477" y="1602"/>
                      </a:lnTo>
                      <a:lnTo>
                        <a:pt x="476" y="1601"/>
                      </a:lnTo>
                      <a:lnTo>
                        <a:pt x="474" y="1600"/>
                      </a:lnTo>
                      <a:lnTo>
                        <a:pt x="473" y="1599"/>
                      </a:lnTo>
                      <a:lnTo>
                        <a:pt x="472" y="1599"/>
                      </a:lnTo>
                      <a:lnTo>
                        <a:pt x="468" y="1596"/>
                      </a:lnTo>
                      <a:lnTo>
                        <a:pt x="459" y="1593"/>
                      </a:lnTo>
                      <a:lnTo>
                        <a:pt x="454" y="1592"/>
                      </a:lnTo>
                      <a:lnTo>
                        <a:pt x="448" y="1592"/>
                      </a:lnTo>
                      <a:lnTo>
                        <a:pt x="446" y="1592"/>
                      </a:lnTo>
                      <a:lnTo>
                        <a:pt x="444" y="1590"/>
                      </a:lnTo>
                      <a:lnTo>
                        <a:pt x="440" y="1589"/>
                      </a:lnTo>
                      <a:lnTo>
                        <a:pt x="438" y="1584"/>
                      </a:lnTo>
                      <a:lnTo>
                        <a:pt x="438" y="1581"/>
                      </a:lnTo>
                      <a:lnTo>
                        <a:pt x="438" y="1576"/>
                      </a:lnTo>
                      <a:lnTo>
                        <a:pt x="439" y="1571"/>
                      </a:lnTo>
                      <a:lnTo>
                        <a:pt x="441" y="1565"/>
                      </a:lnTo>
                      <a:lnTo>
                        <a:pt x="446" y="1555"/>
                      </a:lnTo>
                      <a:lnTo>
                        <a:pt x="451" y="1543"/>
                      </a:lnTo>
                      <a:lnTo>
                        <a:pt x="453" y="1536"/>
                      </a:lnTo>
                      <a:lnTo>
                        <a:pt x="457" y="1527"/>
                      </a:lnTo>
                      <a:lnTo>
                        <a:pt x="458" y="1521"/>
                      </a:lnTo>
                      <a:lnTo>
                        <a:pt x="457" y="1518"/>
                      </a:lnTo>
                      <a:lnTo>
                        <a:pt x="455" y="1512"/>
                      </a:lnTo>
                      <a:lnTo>
                        <a:pt x="453" y="1508"/>
                      </a:lnTo>
                      <a:lnTo>
                        <a:pt x="451" y="1506"/>
                      </a:lnTo>
                      <a:lnTo>
                        <a:pt x="448" y="1505"/>
                      </a:lnTo>
                      <a:lnTo>
                        <a:pt x="436" y="1500"/>
                      </a:lnTo>
                      <a:lnTo>
                        <a:pt x="423" y="1494"/>
                      </a:lnTo>
                      <a:lnTo>
                        <a:pt x="421" y="1487"/>
                      </a:lnTo>
                      <a:lnTo>
                        <a:pt x="421" y="1479"/>
                      </a:lnTo>
                      <a:lnTo>
                        <a:pt x="421" y="1475"/>
                      </a:lnTo>
                      <a:lnTo>
                        <a:pt x="420" y="1473"/>
                      </a:lnTo>
                      <a:lnTo>
                        <a:pt x="420" y="1467"/>
                      </a:lnTo>
                      <a:lnTo>
                        <a:pt x="417" y="1463"/>
                      </a:lnTo>
                      <a:lnTo>
                        <a:pt x="416" y="1458"/>
                      </a:lnTo>
                      <a:lnTo>
                        <a:pt x="414" y="1455"/>
                      </a:lnTo>
                      <a:lnTo>
                        <a:pt x="409" y="1449"/>
                      </a:lnTo>
                      <a:lnTo>
                        <a:pt x="403" y="1443"/>
                      </a:lnTo>
                      <a:lnTo>
                        <a:pt x="398" y="1438"/>
                      </a:lnTo>
                      <a:lnTo>
                        <a:pt x="392" y="1435"/>
                      </a:lnTo>
                      <a:lnTo>
                        <a:pt x="389" y="1433"/>
                      </a:lnTo>
                      <a:lnTo>
                        <a:pt x="385" y="1433"/>
                      </a:lnTo>
                      <a:lnTo>
                        <a:pt x="384" y="1435"/>
                      </a:lnTo>
                      <a:lnTo>
                        <a:pt x="382" y="1436"/>
                      </a:lnTo>
                      <a:lnTo>
                        <a:pt x="381" y="1439"/>
                      </a:lnTo>
                      <a:lnTo>
                        <a:pt x="381" y="1444"/>
                      </a:lnTo>
                      <a:lnTo>
                        <a:pt x="383" y="1451"/>
                      </a:lnTo>
                      <a:lnTo>
                        <a:pt x="386" y="1457"/>
                      </a:lnTo>
                      <a:lnTo>
                        <a:pt x="392" y="1468"/>
                      </a:lnTo>
                      <a:lnTo>
                        <a:pt x="400" y="1479"/>
                      </a:lnTo>
                      <a:lnTo>
                        <a:pt x="405" y="1489"/>
                      </a:lnTo>
                      <a:lnTo>
                        <a:pt x="410" y="1501"/>
                      </a:lnTo>
                      <a:lnTo>
                        <a:pt x="411" y="1505"/>
                      </a:lnTo>
                      <a:lnTo>
                        <a:pt x="411" y="1510"/>
                      </a:lnTo>
                      <a:lnTo>
                        <a:pt x="410" y="1514"/>
                      </a:lnTo>
                      <a:lnTo>
                        <a:pt x="410" y="1519"/>
                      </a:lnTo>
                      <a:lnTo>
                        <a:pt x="408" y="1524"/>
                      </a:lnTo>
                      <a:lnTo>
                        <a:pt x="405" y="1527"/>
                      </a:lnTo>
                      <a:lnTo>
                        <a:pt x="403" y="1531"/>
                      </a:lnTo>
                      <a:lnTo>
                        <a:pt x="402" y="1533"/>
                      </a:lnTo>
                      <a:lnTo>
                        <a:pt x="401" y="1539"/>
                      </a:lnTo>
                      <a:lnTo>
                        <a:pt x="400" y="1552"/>
                      </a:lnTo>
                      <a:lnTo>
                        <a:pt x="400" y="1559"/>
                      </a:lnTo>
                      <a:lnTo>
                        <a:pt x="398" y="1565"/>
                      </a:lnTo>
                      <a:lnTo>
                        <a:pt x="398" y="1570"/>
                      </a:lnTo>
                      <a:lnTo>
                        <a:pt x="396" y="1574"/>
                      </a:lnTo>
                      <a:lnTo>
                        <a:pt x="394" y="1574"/>
                      </a:lnTo>
                      <a:lnTo>
                        <a:pt x="391" y="1574"/>
                      </a:lnTo>
                      <a:lnTo>
                        <a:pt x="386" y="1570"/>
                      </a:lnTo>
                      <a:lnTo>
                        <a:pt x="381" y="1567"/>
                      </a:lnTo>
                      <a:lnTo>
                        <a:pt x="376" y="1563"/>
                      </a:lnTo>
                      <a:lnTo>
                        <a:pt x="372" y="1561"/>
                      </a:lnTo>
                      <a:lnTo>
                        <a:pt x="366" y="1557"/>
                      </a:lnTo>
                      <a:lnTo>
                        <a:pt x="364" y="1555"/>
                      </a:lnTo>
                      <a:lnTo>
                        <a:pt x="362" y="1555"/>
                      </a:lnTo>
                      <a:lnTo>
                        <a:pt x="359" y="1553"/>
                      </a:lnTo>
                      <a:lnTo>
                        <a:pt x="357" y="1553"/>
                      </a:lnTo>
                      <a:lnTo>
                        <a:pt x="354" y="1552"/>
                      </a:lnTo>
                      <a:lnTo>
                        <a:pt x="351" y="1550"/>
                      </a:lnTo>
                      <a:lnTo>
                        <a:pt x="348" y="1546"/>
                      </a:lnTo>
                      <a:lnTo>
                        <a:pt x="339" y="1534"/>
                      </a:lnTo>
                      <a:lnTo>
                        <a:pt x="327" y="1521"/>
                      </a:lnTo>
                      <a:lnTo>
                        <a:pt x="318" y="1510"/>
                      </a:lnTo>
                      <a:lnTo>
                        <a:pt x="312" y="1498"/>
                      </a:lnTo>
                      <a:lnTo>
                        <a:pt x="310" y="1493"/>
                      </a:lnTo>
                      <a:lnTo>
                        <a:pt x="310" y="1487"/>
                      </a:lnTo>
                      <a:lnTo>
                        <a:pt x="312" y="1483"/>
                      </a:lnTo>
                      <a:lnTo>
                        <a:pt x="313" y="1480"/>
                      </a:lnTo>
                      <a:lnTo>
                        <a:pt x="313" y="1479"/>
                      </a:lnTo>
                      <a:lnTo>
                        <a:pt x="313" y="1476"/>
                      </a:lnTo>
                      <a:lnTo>
                        <a:pt x="314" y="1473"/>
                      </a:lnTo>
                      <a:lnTo>
                        <a:pt x="314" y="1471"/>
                      </a:lnTo>
                      <a:lnTo>
                        <a:pt x="313" y="1467"/>
                      </a:lnTo>
                      <a:lnTo>
                        <a:pt x="313" y="1463"/>
                      </a:lnTo>
                      <a:lnTo>
                        <a:pt x="310" y="1455"/>
                      </a:lnTo>
                      <a:lnTo>
                        <a:pt x="304" y="1444"/>
                      </a:lnTo>
                      <a:lnTo>
                        <a:pt x="297" y="1433"/>
                      </a:lnTo>
                      <a:lnTo>
                        <a:pt x="288" y="1422"/>
                      </a:lnTo>
                      <a:lnTo>
                        <a:pt x="284" y="1418"/>
                      </a:lnTo>
                      <a:lnTo>
                        <a:pt x="279" y="1413"/>
                      </a:lnTo>
                      <a:lnTo>
                        <a:pt x="276" y="1410"/>
                      </a:lnTo>
                      <a:lnTo>
                        <a:pt x="270" y="1407"/>
                      </a:lnTo>
                      <a:lnTo>
                        <a:pt x="263" y="1405"/>
                      </a:lnTo>
                      <a:lnTo>
                        <a:pt x="255" y="1404"/>
                      </a:lnTo>
                      <a:lnTo>
                        <a:pt x="245" y="1404"/>
                      </a:lnTo>
                      <a:lnTo>
                        <a:pt x="236" y="1404"/>
                      </a:lnTo>
                      <a:lnTo>
                        <a:pt x="226" y="1404"/>
                      </a:lnTo>
                      <a:lnTo>
                        <a:pt x="216" y="1403"/>
                      </a:lnTo>
                      <a:lnTo>
                        <a:pt x="213" y="1400"/>
                      </a:lnTo>
                      <a:lnTo>
                        <a:pt x="211" y="1397"/>
                      </a:lnTo>
                      <a:lnTo>
                        <a:pt x="209" y="1393"/>
                      </a:lnTo>
                      <a:lnTo>
                        <a:pt x="207" y="1389"/>
                      </a:lnTo>
                      <a:lnTo>
                        <a:pt x="202" y="1382"/>
                      </a:lnTo>
                      <a:lnTo>
                        <a:pt x="197" y="1376"/>
                      </a:lnTo>
                      <a:lnTo>
                        <a:pt x="195" y="1374"/>
                      </a:lnTo>
                      <a:lnTo>
                        <a:pt x="192" y="1373"/>
                      </a:lnTo>
                      <a:lnTo>
                        <a:pt x="187" y="1373"/>
                      </a:lnTo>
                      <a:lnTo>
                        <a:pt x="182" y="1372"/>
                      </a:lnTo>
                      <a:lnTo>
                        <a:pt x="176" y="1370"/>
                      </a:lnTo>
                      <a:lnTo>
                        <a:pt x="171" y="1366"/>
                      </a:lnTo>
                      <a:lnTo>
                        <a:pt x="163" y="1356"/>
                      </a:lnTo>
                      <a:lnTo>
                        <a:pt x="152" y="1347"/>
                      </a:lnTo>
                      <a:lnTo>
                        <a:pt x="144" y="1344"/>
                      </a:lnTo>
                      <a:lnTo>
                        <a:pt x="136" y="1342"/>
                      </a:lnTo>
                      <a:lnTo>
                        <a:pt x="129" y="1342"/>
                      </a:lnTo>
                      <a:lnTo>
                        <a:pt x="123" y="1340"/>
                      </a:lnTo>
                      <a:lnTo>
                        <a:pt x="120" y="1338"/>
                      </a:lnTo>
                      <a:lnTo>
                        <a:pt x="118" y="1336"/>
                      </a:lnTo>
                      <a:lnTo>
                        <a:pt x="115" y="1330"/>
                      </a:lnTo>
                      <a:lnTo>
                        <a:pt x="114" y="1322"/>
                      </a:lnTo>
                      <a:lnTo>
                        <a:pt x="114" y="1310"/>
                      </a:lnTo>
                      <a:lnTo>
                        <a:pt x="114" y="1299"/>
                      </a:lnTo>
                      <a:lnTo>
                        <a:pt x="115" y="1292"/>
                      </a:lnTo>
                      <a:lnTo>
                        <a:pt x="117" y="1284"/>
                      </a:lnTo>
                      <a:lnTo>
                        <a:pt x="118" y="1275"/>
                      </a:lnTo>
                      <a:lnTo>
                        <a:pt x="118" y="1267"/>
                      </a:lnTo>
                      <a:lnTo>
                        <a:pt x="118" y="1261"/>
                      </a:lnTo>
                      <a:lnTo>
                        <a:pt x="117" y="1255"/>
                      </a:lnTo>
                      <a:lnTo>
                        <a:pt x="115" y="1248"/>
                      </a:lnTo>
                      <a:lnTo>
                        <a:pt x="114" y="1241"/>
                      </a:lnTo>
                      <a:lnTo>
                        <a:pt x="115" y="1235"/>
                      </a:lnTo>
                      <a:lnTo>
                        <a:pt x="117" y="1231"/>
                      </a:lnTo>
                      <a:lnTo>
                        <a:pt x="117" y="1227"/>
                      </a:lnTo>
                      <a:lnTo>
                        <a:pt x="118" y="1223"/>
                      </a:lnTo>
                      <a:lnTo>
                        <a:pt x="118" y="1218"/>
                      </a:lnTo>
                      <a:lnTo>
                        <a:pt x="117" y="1216"/>
                      </a:lnTo>
                      <a:lnTo>
                        <a:pt x="114" y="1215"/>
                      </a:lnTo>
                      <a:lnTo>
                        <a:pt x="111" y="1214"/>
                      </a:lnTo>
                      <a:lnTo>
                        <a:pt x="107" y="1214"/>
                      </a:lnTo>
                      <a:lnTo>
                        <a:pt x="104" y="1215"/>
                      </a:lnTo>
                      <a:lnTo>
                        <a:pt x="95" y="1216"/>
                      </a:lnTo>
                      <a:lnTo>
                        <a:pt x="86" y="1218"/>
                      </a:lnTo>
                      <a:lnTo>
                        <a:pt x="74" y="1221"/>
                      </a:lnTo>
                      <a:lnTo>
                        <a:pt x="61" y="1224"/>
                      </a:lnTo>
                      <a:lnTo>
                        <a:pt x="52" y="1227"/>
                      </a:lnTo>
                      <a:lnTo>
                        <a:pt x="45" y="1229"/>
                      </a:lnTo>
                      <a:lnTo>
                        <a:pt x="41" y="1229"/>
                      </a:lnTo>
                      <a:lnTo>
                        <a:pt x="37" y="1229"/>
                      </a:lnTo>
                      <a:lnTo>
                        <a:pt x="35" y="1228"/>
                      </a:lnTo>
                      <a:lnTo>
                        <a:pt x="33" y="1227"/>
                      </a:lnTo>
                      <a:lnTo>
                        <a:pt x="32" y="1225"/>
                      </a:lnTo>
                      <a:lnTo>
                        <a:pt x="32" y="1223"/>
                      </a:lnTo>
                      <a:lnTo>
                        <a:pt x="32" y="1215"/>
                      </a:lnTo>
                      <a:lnTo>
                        <a:pt x="33" y="1205"/>
                      </a:lnTo>
                      <a:lnTo>
                        <a:pt x="36" y="1195"/>
                      </a:lnTo>
                      <a:lnTo>
                        <a:pt x="37" y="1183"/>
                      </a:lnTo>
                      <a:lnTo>
                        <a:pt x="36" y="1173"/>
                      </a:lnTo>
                      <a:lnTo>
                        <a:pt x="36" y="1164"/>
                      </a:lnTo>
                      <a:lnTo>
                        <a:pt x="35" y="1154"/>
                      </a:lnTo>
                      <a:lnTo>
                        <a:pt x="33" y="1145"/>
                      </a:lnTo>
                      <a:lnTo>
                        <a:pt x="32" y="1139"/>
                      </a:lnTo>
                      <a:lnTo>
                        <a:pt x="26" y="1133"/>
                      </a:lnTo>
                      <a:lnTo>
                        <a:pt x="18" y="1127"/>
                      </a:lnTo>
                      <a:lnTo>
                        <a:pt x="10" y="1120"/>
                      </a:lnTo>
                      <a:lnTo>
                        <a:pt x="6" y="1115"/>
                      </a:lnTo>
                      <a:lnTo>
                        <a:pt x="3" y="1109"/>
                      </a:lnTo>
                      <a:lnTo>
                        <a:pt x="1" y="1103"/>
                      </a:lnTo>
                      <a:lnTo>
                        <a:pt x="0" y="1098"/>
                      </a:lnTo>
                      <a:lnTo>
                        <a:pt x="1" y="1091"/>
                      </a:lnTo>
                      <a:lnTo>
                        <a:pt x="4" y="1083"/>
                      </a:lnTo>
                      <a:lnTo>
                        <a:pt x="7" y="1076"/>
                      </a:lnTo>
                      <a:lnTo>
                        <a:pt x="13" y="1069"/>
                      </a:lnTo>
                      <a:lnTo>
                        <a:pt x="23" y="1059"/>
                      </a:lnTo>
                      <a:lnTo>
                        <a:pt x="32" y="1052"/>
                      </a:lnTo>
                      <a:lnTo>
                        <a:pt x="42" y="1045"/>
                      </a:lnTo>
                      <a:lnTo>
                        <a:pt x="49" y="1039"/>
                      </a:lnTo>
                      <a:lnTo>
                        <a:pt x="58" y="1027"/>
                      </a:lnTo>
                      <a:lnTo>
                        <a:pt x="67" y="1014"/>
                      </a:lnTo>
                      <a:lnTo>
                        <a:pt x="71" y="1007"/>
                      </a:lnTo>
                      <a:lnTo>
                        <a:pt x="76" y="1001"/>
                      </a:lnTo>
                      <a:lnTo>
                        <a:pt x="82" y="995"/>
                      </a:lnTo>
                      <a:lnTo>
                        <a:pt x="88" y="990"/>
                      </a:lnTo>
                      <a:lnTo>
                        <a:pt x="92" y="988"/>
                      </a:lnTo>
                      <a:lnTo>
                        <a:pt x="98" y="985"/>
                      </a:lnTo>
                      <a:lnTo>
                        <a:pt x="102" y="984"/>
                      </a:lnTo>
                      <a:lnTo>
                        <a:pt x="108" y="983"/>
                      </a:lnTo>
                      <a:lnTo>
                        <a:pt x="118" y="982"/>
                      </a:lnTo>
                      <a:lnTo>
                        <a:pt x="127" y="978"/>
                      </a:lnTo>
                      <a:lnTo>
                        <a:pt x="131" y="977"/>
                      </a:lnTo>
                      <a:lnTo>
                        <a:pt x="133" y="975"/>
                      </a:lnTo>
                      <a:lnTo>
                        <a:pt x="139" y="966"/>
                      </a:lnTo>
                      <a:lnTo>
                        <a:pt x="145" y="958"/>
                      </a:lnTo>
                      <a:lnTo>
                        <a:pt x="151" y="953"/>
                      </a:lnTo>
                      <a:lnTo>
                        <a:pt x="156" y="947"/>
                      </a:lnTo>
                      <a:lnTo>
                        <a:pt x="159" y="943"/>
                      </a:lnTo>
                      <a:lnTo>
                        <a:pt x="163" y="938"/>
                      </a:lnTo>
                      <a:lnTo>
                        <a:pt x="164" y="934"/>
                      </a:lnTo>
                      <a:lnTo>
                        <a:pt x="165" y="929"/>
                      </a:lnTo>
                      <a:lnTo>
                        <a:pt x="165" y="926"/>
                      </a:lnTo>
                      <a:lnTo>
                        <a:pt x="163" y="922"/>
                      </a:lnTo>
                      <a:lnTo>
                        <a:pt x="161" y="918"/>
                      </a:lnTo>
                      <a:lnTo>
                        <a:pt x="156" y="914"/>
                      </a:lnTo>
                      <a:lnTo>
                        <a:pt x="146" y="910"/>
                      </a:lnTo>
                      <a:lnTo>
                        <a:pt x="137" y="907"/>
                      </a:lnTo>
                      <a:lnTo>
                        <a:pt x="129" y="902"/>
                      </a:lnTo>
                      <a:lnTo>
                        <a:pt x="120" y="897"/>
                      </a:lnTo>
                      <a:lnTo>
                        <a:pt x="111" y="893"/>
                      </a:lnTo>
                      <a:lnTo>
                        <a:pt x="104" y="887"/>
                      </a:lnTo>
                      <a:lnTo>
                        <a:pt x="96" y="882"/>
                      </a:lnTo>
                      <a:lnTo>
                        <a:pt x="89" y="876"/>
                      </a:lnTo>
                      <a:lnTo>
                        <a:pt x="87" y="872"/>
                      </a:lnTo>
                      <a:lnTo>
                        <a:pt x="85" y="870"/>
                      </a:lnTo>
                      <a:lnTo>
                        <a:pt x="83" y="866"/>
                      </a:lnTo>
                      <a:lnTo>
                        <a:pt x="83" y="863"/>
                      </a:lnTo>
                      <a:lnTo>
                        <a:pt x="85" y="861"/>
                      </a:lnTo>
                      <a:lnTo>
                        <a:pt x="87" y="857"/>
                      </a:lnTo>
                      <a:lnTo>
                        <a:pt x="89" y="855"/>
                      </a:lnTo>
                      <a:lnTo>
                        <a:pt x="93" y="852"/>
                      </a:lnTo>
                      <a:lnTo>
                        <a:pt x="99" y="850"/>
                      </a:lnTo>
                      <a:lnTo>
                        <a:pt x="104" y="849"/>
                      </a:lnTo>
                      <a:lnTo>
                        <a:pt x="106" y="847"/>
                      </a:lnTo>
                      <a:lnTo>
                        <a:pt x="107" y="846"/>
                      </a:lnTo>
                      <a:lnTo>
                        <a:pt x="109" y="843"/>
                      </a:lnTo>
                      <a:lnTo>
                        <a:pt x="111" y="838"/>
                      </a:lnTo>
                      <a:lnTo>
                        <a:pt x="112" y="832"/>
                      </a:lnTo>
                      <a:lnTo>
                        <a:pt x="113" y="826"/>
                      </a:lnTo>
                      <a:lnTo>
                        <a:pt x="114" y="823"/>
                      </a:lnTo>
                      <a:lnTo>
                        <a:pt x="115" y="820"/>
                      </a:lnTo>
                      <a:lnTo>
                        <a:pt x="118" y="817"/>
                      </a:lnTo>
                      <a:lnTo>
                        <a:pt x="120" y="814"/>
                      </a:lnTo>
                      <a:lnTo>
                        <a:pt x="131" y="807"/>
                      </a:lnTo>
                      <a:lnTo>
                        <a:pt x="140" y="800"/>
                      </a:lnTo>
                      <a:lnTo>
                        <a:pt x="145" y="796"/>
                      </a:lnTo>
                      <a:lnTo>
                        <a:pt x="150" y="792"/>
                      </a:lnTo>
                      <a:lnTo>
                        <a:pt x="152" y="788"/>
                      </a:lnTo>
                      <a:lnTo>
                        <a:pt x="155" y="783"/>
                      </a:lnTo>
                      <a:lnTo>
                        <a:pt x="156" y="781"/>
                      </a:lnTo>
                      <a:lnTo>
                        <a:pt x="156" y="777"/>
                      </a:lnTo>
                      <a:lnTo>
                        <a:pt x="155" y="774"/>
                      </a:lnTo>
                      <a:lnTo>
                        <a:pt x="155" y="770"/>
                      </a:lnTo>
                      <a:lnTo>
                        <a:pt x="153" y="764"/>
                      </a:lnTo>
                      <a:lnTo>
                        <a:pt x="153" y="760"/>
                      </a:lnTo>
                      <a:lnTo>
                        <a:pt x="153" y="754"/>
                      </a:lnTo>
                      <a:lnTo>
                        <a:pt x="156" y="749"/>
                      </a:lnTo>
                      <a:lnTo>
                        <a:pt x="161" y="744"/>
                      </a:lnTo>
                      <a:lnTo>
                        <a:pt x="168" y="742"/>
                      </a:lnTo>
                      <a:lnTo>
                        <a:pt x="175" y="740"/>
                      </a:lnTo>
                      <a:lnTo>
                        <a:pt x="182" y="742"/>
                      </a:lnTo>
                      <a:lnTo>
                        <a:pt x="187" y="744"/>
                      </a:lnTo>
                      <a:lnTo>
                        <a:pt x="192" y="748"/>
                      </a:lnTo>
                      <a:lnTo>
                        <a:pt x="195" y="752"/>
                      </a:lnTo>
                      <a:lnTo>
                        <a:pt x="200" y="755"/>
                      </a:lnTo>
                      <a:lnTo>
                        <a:pt x="202" y="756"/>
                      </a:lnTo>
                      <a:lnTo>
                        <a:pt x="205" y="757"/>
                      </a:lnTo>
                      <a:lnTo>
                        <a:pt x="209" y="760"/>
                      </a:lnTo>
                      <a:lnTo>
                        <a:pt x="214" y="760"/>
                      </a:lnTo>
                      <a:lnTo>
                        <a:pt x="225" y="761"/>
                      </a:lnTo>
                      <a:lnTo>
                        <a:pt x="236" y="762"/>
                      </a:lnTo>
                      <a:lnTo>
                        <a:pt x="245" y="762"/>
                      </a:lnTo>
                      <a:lnTo>
                        <a:pt x="253" y="762"/>
                      </a:lnTo>
                      <a:lnTo>
                        <a:pt x="259" y="763"/>
                      </a:lnTo>
                      <a:lnTo>
                        <a:pt x="264" y="765"/>
                      </a:lnTo>
                      <a:lnTo>
                        <a:pt x="269" y="767"/>
                      </a:lnTo>
                      <a:lnTo>
                        <a:pt x="271" y="768"/>
                      </a:lnTo>
                      <a:lnTo>
                        <a:pt x="284" y="777"/>
                      </a:lnTo>
                      <a:lnTo>
                        <a:pt x="299" y="787"/>
                      </a:lnTo>
                      <a:lnTo>
                        <a:pt x="303" y="792"/>
                      </a:lnTo>
                      <a:lnTo>
                        <a:pt x="307" y="796"/>
                      </a:lnTo>
                      <a:lnTo>
                        <a:pt x="309" y="802"/>
                      </a:lnTo>
                      <a:lnTo>
                        <a:pt x="310" y="808"/>
                      </a:lnTo>
                      <a:lnTo>
                        <a:pt x="312" y="815"/>
                      </a:lnTo>
                      <a:lnTo>
                        <a:pt x="312" y="821"/>
                      </a:lnTo>
                      <a:lnTo>
                        <a:pt x="312" y="827"/>
                      </a:lnTo>
                      <a:lnTo>
                        <a:pt x="313" y="832"/>
                      </a:lnTo>
                      <a:lnTo>
                        <a:pt x="315" y="837"/>
                      </a:lnTo>
                      <a:lnTo>
                        <a:pt x="318" y="840"/>
                      </a:lnTo>
                      <a:lnTo>
                        <a:pt x="320" y="842"/>
                      </a:lnTo>
                      <a:lnTo>
                        <a:pt x="323" y="842"/>
                      </a:lnTo>
                      <a:lnTo>
                        <a:pt x="332" y="839"/>
                      </a:lnTo>
                      <a:lnTo>
                        <a:pt x="340" y="836"/>
                      </a:lnTo>
                      <a:lnTo>
                        <a:pt x="354" y="832"/>
                      </a:lnTo>
                      <a:lnTo>
                        <a:pt x="370" y="827"/>
                      </a:lnTo>
                      <a:lnTo>
                        <a:pt x="383" y="825"/>
                      </a:lnTo>
                      <a:lnTo>
                        <a:pt x="395" y="823"/>
                      </a:lnTo>
                      <a:lnTo>
                        <a:pt x="408" y="820"/>
                      </a:lnTo>
                      <a:lnTo>
                        <a:pt x="420" y="820"/>
                      </a:lnTo>
                      <a:lnTo>
                        <a:pt x="425" y="819"/>
                      </a:lnTo>
                      <a:lnTo>
                        <a:pt x="428" y="818"/>
                      </a:lnTo>
                      <a:lnTo>
                        <a:pt x="433" y="814"/>
                      </a:lnTo>
                      <a:lnTo>
                        <a:pt x="436" y="811"/>
                      </a:lnTo>
                      <a:lnTo>
                        <a:pt x="442" y="807"/>
                      </a:lnTo>
                      <a:lnTo>
                        <a:pt x="446" y="806"/>
                      </a:lnTo>
                      <a:lnTo>
                        <a:pt x="452" y="805"/>
                      </a:lnTo>
                      <a:lnTo>
                        <a:pt x="457" y="806"/>
                      </a:lnTo>
                      <a:lnTo>
                        <a:pt x="461" y="808"/>
                      </a:lnTo>
                      <a:lnTo>
                        <a:pt x="466" y="812"/>
                      </a:lnTo>
                      <a:lnTo>
                        <a:pt x="471" y="820"/>
                      </a:lnTo>
                      <a:lnTo>
                        <a:pt x="476" y="828"/>
                      </a:lnTo>
                      <a:lnTo>
                        <a:pt x="479" y="838"/>
                      </a:lnTo>
                      <a:lnTo>
                        <a:pt x="483" y="849"/>
                      </a:lnTo>
                      <a:lnTo>
                        <a:pt x="488" y="864"/>
                      </a:lnTo>
                      <a:lnTo>
                        <a:pt x="492" y="878"/>
                      </a:lnTo>
                      <a:lnTo>
                        <a:pt x="495" y="888"/>
                      </a:lnTo>
                      <a:lnTo>
                        <a:pt x="497" y="895"/>
                      </a:lnTo>
                      <a:lnTo>
                        <a:pt x="501" y="899"/>
                      </a:lnTo>
                      <a:lnTo>
                        <a:pt x="504" y="901"/>
                      </a:lnTo>
                      <a:lnTo>
                        <a:pt x="521" y="907"/>
                      </a:lnTo>
                      <a:lnTo>
                        <a:pt x="537" y="912"/>
                      </a:lnTo>
                      <a:lnTo>
                        <a:pt x="553" y="914"/>
                      </a:lnTo>
                      <a:lnTo>
                        <a:pt x="567" y="915"/>
                      </a:lnTo>
                      <a:lnTo>
                        <a:pt x="581" y="914"/>
                      </a:lnTo>
                      <a:lnTo>
                        <a:pt x="590" y="913"/>
                      </a:lnTo>
                      <a:lnTo>
                        <a:pt x="597" y="910"/>
                      </a:lnTo>
                      <a:lnTo>
                        <a:pt x="603" y="906"/>
                      </a:lnTo>
                      <a:lnTo>
                        <a:pt x="609" y="901"/>
                      </a:lnTo>
                      <a:lnTo>
                        <a:pt x="614" y="897"/>
                      </a:lnTo>
                      <a:lnTo>
                        <a:pt x="623" y="896"/>
                      </a:lnTo>
                      <a:lnTo>
                        <a:pt x="633" y="895"/>
                      </a:lnTo>
                      <a:lnTo>
                        <a:pt x="636" y="891"/>
                      </a:lnTo>
                      <a:lnTo>
                        <a:pt x="640" y="887"/>
                      </a:lnTo>
                      <a:lnTo>
                        <a:pt x="643" y="877"/>
                      </a:lnTo>
                      <a:lnTo>
                        <a:pt x="647" y="870"/>
                      </a:lnTo>
                      <a:lnTo>
                        <a:pt x="652" y="868"/>
                      </a:lnTo>
                      <a:lnTo>
                        <a:pt x="656" y="868"/>
                      </a:lnTo>
                      <a:lnTo>
                        <a:pt x="659" y="868"/>
                      </a:lnTo>
                      <a:lnTo>
                        <a:pt x="662" y="866"/>
                      </a:lnTo>
                      <a:lnTo>
                        <a:pt x="667" y="865"/>
                      </a:lnTo>
                      <a:lnTo>
                        <a:pt x="669" y="864"/>
                      </a:lnTo>
                      <a:lnTo>
                        <a:pt x="675" y="861"/>
                      </a:lnTo>
                      <a:lnTo>
                        <a:pt x="681" y="857"/>
                      </a:lnTo>
                      <a:lnTo>
                        <a:pt x="682" y="853"/>
                      </a:lnTo>
                      <a:lnTo>
                        <a:pt x="685" y="851"/>
                      </a:lnTo>
                      <a:lnTo>
                        <a:pt x="687" y="846"/>
                      </a:lnTo>
                      <a:lnTo>
                        <a:pt x="688" y="842"/>
                      </a:lnTo>
                      <a:lnTo>
                        <a:pt x="690" y="832"/>
                      </a:lnTo>
                      <a:lnTo>
                        <a:pt x="692" y="821"/>
                      </a:lnTo>
                      <a:lnTo>
                        <a:pt x="694" y="817"/>
                      </a:lnTo>
                      <a:lnTo>
                        <a:pt x="697" y="811"/>
                      </a:lnTo>
                      <a:lnTo>
                        <a:pt x="701" y="805"/>
                      </a:lnTo>
                      <a:lnTo>
                        <a:pt x="706" y="800"/>
                      </a:lnTo>
                      <a:lnTo>
                        <a:pt x="715" y="789"/>
                      </a:lnTo>
                      <a:lnTo>
                        <a:pt x="723" y="776"/>
                      </a:lnTo>
                      <a:lnTo>
                        <a:pt x="726" y="770"/>
                      </a:lnTo>
                      <a:lnTo>
                        <a:pt x="730" y="763"/>
                      </a:lnTo>
                      <a:lnTo>
                        <a:pt x="738" y="750"/>
                      </a:lnTo>
                      <a:lnTo>
                        <a:pt x="748" y="737"/>
                      </a:lnTo>
                      <a:lnTo>
                        <a:pt x="756" y="725"/>
                      </a:lnTo>
                      <a:lnTo>
                        <a:pt x="766" y="714"/>
                      </a:lnTo>
                      <a:lnTo>
                        <a:pt x="773" y="705"/>
                      </a:lnTo>
                      <a:lnTo>
                        <a:pt x="780" y="693"/>
                      </a:lnTo>
                      <a:lnTo>
                        <a:pt x="785" y="685"/>
                      </a:lnTo>
                      <a:lnTo>
                        <a:pt x="788" y="678"/>
                      </a:lnTo>
                      <a:lnTo>
                        <a:pt x="788" y="672"/>
                      </a:lnTo>
                      <a:lnTo>
                        <a:pt x="788" y="667"/>
                      </a:lnTo>
                      <a:lnTo>
                        <a:pt x="787" y="661"/>
                      </a:lnTo>
                      <a:lnTo>
                        <a:pt x="785" y="655"/>
                      </a:lnTo>
                      <a:lnTo>
                        <a:pt x="781" y="649"/>
                      </a:lnTo>
                      <a:lnTo>
                        <a:pt x="779" y="645"/>
                      </a:lnTo>
                      <a:lnTo>
                        <a:pt x="778" y="644"/>
                      </a:lnTo>
                      <a:lnTo>
                        <a:pt x="776" y="642"/>
                      </a:lnTo>
                      <a:lnTo>
                        <a:pt x="773" y="635"/>
                      </a:lnTo>
                      <a:lnTo>
                        <a:pt x="772" y="628"/>
                      </a:lnTo>
                      <a:lnTo>
                        <a:pt x="772" y="624"/>
                      </a:lnTo>
                      <a:lnTo>
                        <a:pt x="773" y="620"/>
                      </a:lnTo>
                      <a:lnTo>
                        <a:pt x="774" y="619"/>
                      </a:lnTo>
                      <a:lnTo>
                        <a:pt x="776" y="618"/>
                      </a:lnTo>
                      <a:lnTo>
                        <a:pt x="779" y="617"/>
                      </a:lnTo>
                      <a:lnTo>
                        <a:pt x="781" y="615"/>
                      </a:lnTo>
                      <a:lnTo>
                        <a:pt x="784" y="612"/>
                      </a:lnTo>
                      <a:lnTo>
                        <a:pt x="786" y="609"/>
                      </a:lnTo>
                      <a:lnTo>
                        <a:pt x="787" y="605"/>
                      </a:lnTo>
                      <a:lnTo>
                        <a:pt x="787" y="601"/>
                      </a:lnTo>
                      <a:lnTo>
                        <a:pt x="787" y="599"/>
                      </a:lnTo>
                      <a:lnTo>
                        <a:pt x="787" y="597"/>
                      </a:lnTo>
                      <a:lnTo>
                        <a:pt x="787" y="593"/>
                      </a:lnTo>
                      <a:lnTo>
                        <a:pt x="787" y="590"/>
                      </a:lnTo>
                      <a:lnTo>
                        <a:pt x="786" y="579"/>
                      </a:lnTo>
                      <a:lnTo>
                        <a:pt x="786" y="571"/>
                      </a:lnTo>
                      <a:lnTo>
                        <a:pt x="786" y="567"/>
                      </a:lnTo>
                      <a:lnTo>
                        <a:pt x="787" y="565"/>
                      </a:lnTo>
                      <a:lnTo>
                        <a:pt x="788" y="562"/>
                      </a:lnTo>
                      <a:lnTo>
                        <a:pt x="791" y="561"/>
                      </a:lnTo>
                      <a:lnTo>
                        <a:pt x="793" y="560"/>
                      </a:lnTo>
                      <a:lnTo>
                        <a:pt x="797" y="559"/>
                      </a:lnTo>
                      <a:lnTo>
                        <a:pt x="800" y="560"/>
                      </a:lnTo>
                      <a:lnTo>
                        <a:pt x="805" y="561"/>
                      </a:lnTo>
                      <a:lnTo>
                        <a:pt x="808" y="563"/>
                      </a:lnTo>
                      <a:lnTo>
                        <a:pt x="812" y="567"/>
                      </a:lnTo>
                      <a:lnTo>
                        <a:pt x="820" y="573"/>
                      </a:lnTo>
                      <a:lnTo>
                        <a:pt x="826" y="578"/>
                      </a:lnTo>
                      <a:lnTo>
                        <a:pt x="830" y="579"/>
                      </a:lnTo>
                      <a:lnTo>
                        <a:pt x="832" y="580"/>
                      </a:lnTo>
                      <a:lnTo>
                        <a:pt x="833" y="581"/>
                      </a:lnTo>
                      <a:lnTo>
                        <a:pt x="835" y="581"/>
                      </a:lnTo>
                      <a:lnTo>
                        <a:pt x="838" y="581"/>
                      </a:lnTo>
                      <a:lnTo>
                        <a:pt x="841" y="580"/>
                      </a:lnTo>
                      <a:lnTo>
                        <a:pt x="844" y="578"/>
                      </a:lnTo>
                      <a:lnTo>
                        <a:pt x="848" y="575"/>
                      </a:lnTo>
                      <a:lnTo>
                        <a:pt x="854" y="568"/>
                      </a:lnTo>
                      <a:lnTo>
                        <a:pt x="860" y="562"/>
                      </a:lnTo>
                      <a:lnTo>
                        <a:pt x="862" y="561"/>
                      </a:lnTo>
                      <a:lnTo>
                        <a:pt x="863" y="561"/>
                      </a:lnTo>
                      <a:lnTo>
                        <a:pt x="866" y="561"/>
                      </a:lnTo>
                      <a:lnTo>
                        <a:pt x="868" y="563"/>
                      </a:lnTo>
                      <a:lnTo>
                        <a:pt x="871" y="574"/>
                      </a:lnTo>
                      <a:lnTo>
                        <a:pt x="876" y="588"/>
                      </a:lnTo>
                      <a:lnTo>
                        <a:pt x="880" y="592"/>
                      </a:lnTo>
                      <a:lnTo>
                        <a:pt x="883" y="595"/>
                      </a:lnTo>
                      <a:lnTo>
                        <a:pt x="887" y="598"/>
                      </a:lnTo>
                      <a:lnTo>
                        <a:pt x="892" y="599"/>
                      </a:lnTo>
                      <a:lnTo>
                        <a:pt x="896" y="600"/>
                      </a:lnTo>
                      <a:lnTo>
                        <a:pt x="902" y="601"/>
                      </a:lnTo>
                      <a:lnTo>
                        <a:pt x="907" y="601"/>
                      </a:lnTo>
                      <a:lnTo>
                        <a:pt x="913" y="600"/>
                      </a:lnTo>
                      <a:lnTo>
                        <a:pt x="918" y="599"/>
                      </a:lnTo>
                      <a:lnTo>
                        <a:pt x="923" y="597"/>
                      </a:lnTo>
                      <a:lnTo>
                        <a:pt x="925" y="593"/>
                      </a:lnTo>
                      <a:lnTo>
                        <a:pt x="927" y="588"/>
                      </a:lnTo>
                      <a:lnTo>
                        <a:pt x="929" y="579"/>
                      </a:lnTo>
                      <a:lnTo>
                        <a:pt x="930" y="568"/>
                      </a:lnTo>
                      <a:lnTo>
                        <a:pt x="931" y="562"/>
                      </a:lnTo>
                      <a:lnTo>
                        <a:pt x="932" y="556"/>
                      </a:lnTo>
                      <a:lnTo>
                        <a:pt x="933" y="550"/>
                      </a:lnTo>
                      <a:lnTo>
                        <a:pt x="937" y="544"/>
                      </a:lnTo>
                      <a:lnTo>
                        <a:pt x="940" y="538"/>
                      </a:lnTo>
                      <a:lnTo>
                        <a:pt x="944" y="534"/>
                      </a:lnTo>
                      <a:lnTo>
                        <a:pt x="950" y="529"/>
                      </a:lnTo>
                      <a:lnTo>
                        <a:pt x="956" y="525"/>
                      </a:lnTo>
                      <a:lnTo>
                        <a:pt x="961" y="522"/>
                      </a:lnTo>
                      <a:lnTo>
                        <a:pt x="967" y="518"/>
                      </a:lnTo>
                      <a:lnTo>
                        <a:pt x="970" y="516"/>
                      </a:lnTo>
                      <a:lnTo>
                        <a:pt x="973" y="513"/>
                      </a:lnTo>
                      <a:lnTo>
                        <a:pt x="976" y="509"/>
                      </a:lnTo>
                      <a:lnTo>
                        <a:pt x="980" y="504"/>
                      </a:lnTo>
                      <a:lnTo>
                        <a:pt x="983" y="499"/>
                      </a:lnTo>
                      <a:lnTo>
                        <a:pt x="984" y="493"/>
                      </a:lnTo>
                      <a:lnTo>
                        <a:pt x="982" y="484"/>
                      </a:lnTo>
                      <a:lnTo>
                        <a:pt x="977" y="473"/>
                      </a:lnTo>
                      <a:lnTo>
                        <a:pt x="977" y="472"/>
                      </a:lnTo>
                      <a:lnTo>
                        <a:pt x="977" y="471"/>
                      </a:lnTo>
                      <a:lnTo>
                        <a:pt x="978" y="466"/>
                      </a:lnTo>
                      <a:lnTo>
                        <a:pt x="982" y="461"/>
                      </a:lnTo>
                      <a:lnTo>
                        <a:pt x="986" y="458"/>
                      </a:lnTo>
                      <a:lnTo>
                        <a:pt x="990" y="455"/>
                      </a:lnTo>
                      <a:lnTo>
                        <a:pt x="999" y="448"/>
                      </a:lnTo>
                      <a:lnTo>
                        <a:pt x="1005" y="442"/>
                      </a:lnTo>
                      <a:lnTo>
                        <a:pt x="1006" y="440"/>
                      </a:lnTo>
                      <a:lnTo>
                        <a:pt x="1007" y="437"/>
                      </a:lnTo>
                      <a:lnTo>
                        <a:pt x="1008" y="435"/>
                      </a:lnTo>
                      <a:lnTo>
                        <a:pt x="1008" y="433"/>
                      </a:lnTo>
                      <a:lnTo>
                        <a:pt x="1006" y="428"/>
                      </a:lnTo>
                      <a:lnTo>
                        <a:pt x="1002" y="422"/>
                      </a:lnTo>
                      <a:lnTo>
                        <a:pt x="1000" y="417"/>
                      </a:lnTo>
                      <a:lnTo>
                        <a:pt x="1000" y="412"/>
                      </a:lnTo>
                      <a:lnTo>
                        <a:pt x="1001" y="409"/>
                      </a:lnTo>
                      <a:lnTo>
                        <a:pt x="1003" y="405"/>
                      </a:lnTo>
                      <a:lnTo>
                        <a:pt x="1006" y="403"/>
                      </a:lnTo>
                      <a:lnTo>
                        <a:pt x="1008" y="401"/>
                      </a:lnTo>
                      <a:lnTo>
                        <a:pt x="1017" y="391"/>
                      </a:lnTo>
                      <a:lnTo>
                        <a:pt x="1025" y="383"/>
                      </a:lnTo>
                      <a:lnTo>
                        <a:pt x="1032" y="373"/>
                      </a:lnTo>
                      <a:lnTo>
                        <a:pt x="1039" y="364"/>
                      </a:lnTo>
                      <a:lnTo>
                        <a:pt x="1045" y="353"/>
                      </a:lnTo>
                      <a:lnTo>
                        <a:pt x="1049" y="345"/>
                      </a:lnTo>
                      <a:lnTo>
                        <a:pt x="1052" y="334"/>
                      </a:lnTo>
                      <a:lnTo>
                        <a:pt x="1058" y="321"/>
                      </a:lnTo>
                      <a:lnTo>
                        <a:pt x="1062" y="313"/>
                      </a:lnTo>
                      <a:lnTo>
                        <a:pt x="1066" y="307"/>
                      </a:lnTo>
                      <a:lnTo>
                        <a:pt x="1071" y="302"/>
                      </a:lnTo>
                      <a:lnTo>
                        <a:pt x="1077" y="297"/>
                      </a:lnTo>
                      <a:lnTo>
                        <a:pt x="1082" y="292"/>
                      </a:lnTo>
                      <a:lnTo>
                        <a:pt x="1087" y="288"/>
                      </a:lnTo>
                      <a:lnTo>
                        <a:pt x="1091" y="281"/>
                      </a:lnTo>
                      <a:lnTo>
                        <a:pt x="1095" y="273"/>
                      </a:lnTo>
                      <a:lnTo>
                        <a:pt x="1099" y="266"/>
                      </a:lnTo>
                      <a:lnTo>
                        <a:pt x="1102" y="260"/>
                      </a:lnTo>
                      <a:lnTo>
                        <a:pt x="1104" y="257"/>
                      </a:lnTo>
                      <a:lnTo>
                        <a:pt x="1108" y="253"/>
                      </a:lnTo>
                      <a:lnTo>
                        <a:pt x="1119" y="248"/>
                      </a:lnTo>
                      <a:lnTo>
                        <a:pt x="1134" y="244"/>
                      </a:lnTo>
                      <a:lnTo>
                        <a:pt x="1146" y="240"/>
                      </a:lnTo>
                      <a:lnTo>
                        <a:pt x="1162" y="233"/>
                      </a:lnTo>
                      <a:lnTo>
                        <a:pt x="1166" y="229"/>
                      </a:lnTo>
                      <a:lnTo>
                        <a:pt x="1169" y="226"/>
                      </a:lnTo>
                      <a:lnTo>
                        <a:pt x="1171" y="223"/>
                      </a:lnTo>
                      <a:lnTo>
                        <a:pt x="1172" y="220"/>
                      </a:lnTo>
                      <a:lnTo>
                        <a:pt x="1175" y="215"/>
                      </a:lnTo>
                      <a:lnTo>
                        <a:pt x="1177" y="209"/>
                      </a:lnTo>
                      <a:lnTo>
                        <a:pt x="1178" y="196"/>
                      </a:lnTo>
                      <a:lnTo>
                        <a:pt x="1179" y="184"/>
                      </a:lnTo>
                      <a:lnTo>
                        <a:pt x="1178" y="181"/>
                      </a:lnTo>
                      <a:lnTo>
                        <a:pt x="1176" y="178"/>
                      </a:lnTo>
                      <a:lnTo>
                        <a:pt x="1173" y="178"/>
                      </a:lnTo>
                      <a:lnTo>
                        <a:pt x="1170" y="178"/>
                      </a:lnTo>
                      <a:lnTo>
                        <a:pt x="1164" y="179"/>
                      </a:lnTo>
                      <a:lnTo>
                        <a:pt x="1157" y="181"/>
                      </a:lnTo>
                      <a:lnTo>
                        <a:pt x="1153" y="181"/>
                      </a:lnTo>
                      <a:lnTo>
                        <a:pt x="1150" y="181"/>
                      </a:lnTo>
                      <a:lnTo>
                        <a:pt x="1147" y="181"/>
                      </a:lnTo>
                      <a:lnTo>
                        <a:pt x="1146" y="178"/>
                      </a:lnTo>
                      <a:lnTo>
                        <a:pt x="1145" y="176"/>
                      </a:lnTo>
                      <a:lnTo>
                        <a:pt x="1144" y="174"/>
                      </a:lnTo>
                      <a:lnTo>
                        <a:pt x="1140" y="166"/>
                      </a:lnTo>
                      <a:lnTo>
                        <a:pt x="1135" y="160"/>
                      </a:lnTo>
                      <a:lnTo>
                        <a:pt x="1129" y="155"/>
                      </a:lnTo>
                      <a:lnTo>
                        <a:pt x="1122" y="149"/>
                      </a:lnTo>
                      <a:lnTo>
                        <a:pt x="1113" y="140"/>
                      </a:lnTo>
                      <a:lnTo>
                        <a:pt x="1103" y="133"/>
                      </a:lnTo>
                      <a:lnTo>
                        <a:pt x="1090" y="124"/>
                      </a:lnTo>
                      <a:lnTo>
                        <a:pt x="1081" y="114"/>
                      </a:lnTo>
                      <a:lnTo>
                        <a:pt x="1077" y="109"/>
                      </a:lnTo>
                      <a:lnTo>
                        <a:pt x="1075" y="105"/>
                      </a:lnTo>
                      <a:lnTo>
                        <a:pt x="1072" y="100"/>
                      </a:lnTo>
                      <a:lnTo>
                        <a:pt x="1071" y="94"/>
                      </a:lnTo>
                      <a:lnTo>
                        <a:pt x="1071" y="89"/>
                      </a:lnTo>
                      <a:lnTo>
                        <a:pt x="1072" y="83"/>
                      </a:lnTo>
                      <a:lnTo>
                        <a:pt x="1075" y="77"/>
                      </a:lnTo>
                      <a:lnTo>
                        <a:pt x="1078" y="71"/>
                      </a:lnTo>
                      <a:lnTo>
                        <a:pt x="1082" y="65"/>
                      </a:lnTo>
                      <a:lnTo>
                        <a:pt x="1085" y="61"/>
                      </a:lnTo>
                      <a:lnTo>
                        <a:pt x="1090" y="57"/>
                      </a:lnTo>
                      <a:lnTo>
                        <a:pt x="1095" y="53"/>
                      </a:lnTo>
                      <a:lnTo>
                        <a:pt x="1103" y="52"/>
                      </a:lnTo>
                      <a:lnTo>
                        <a:pt x="1114" y="52"/>
                      </a:lnTo>
                      <a:lnTo>
                        <a:pt x="1120" y="51"/>
                      </a:lnTo>
                      <a:lnTo>
                        <a:pt x="1125" y="50"/>
                      </a:lnTo>
                      <a:lnTo>
                        <a:pt x="1131" y="48"/>
                      </a:lnTo>
                      <a:lnTo>
                        <a:pt x="1135" y="44"/>
                      </a:lnTo>
                      <a:lnTo>
                        <a:pt x="1144" y="36"/>
                      </a:lnTo>
                      <a:lnTo>
                        <a:pt x="1151" y="26"/>
                      </a:lnTo>
                      <a:lnTo>
                        <a:pt x="1152" y="25"/>
                      </a:lnTo>
                      <a:lnTo>
                        <a:pt x="1152" y="23"/>
                      </a:lnTo>
                      <a:lnTo>
                        <a:pt x="1153" y="12"/>
                      </a:lnTo>
                      <a:lnTo>
                        <a:pt x="1154" y="2"/>
                      </a:lnTo>
                      <a:lnTo>
                        <a:pt x="1154" y="1"/>
                      </a:lnTo>
                      <a:lnTo>
                        <a:pt x="1157" y="0"/>
                      </a:lnTo>
                      <a:lnTo>
                        <a:pt x="1165" y="1"/>
                      </a:lnTo>
                      <a:lnTo>
                        <a:pt x="1179" y="4"/>
                      </a:lnTo>
                      <a:lnTo>
                        <a:pt x="1196" y="8"/>
                      </a:lnTo>
                      <a:lnTo>
                        <a:pt x="1211" y="15"/>
                      </a:lnTo>
                      <a:lnTo>
                        <a:pt x="1220" y="20"/>
                      </a:lnTo>
                      <a:lnTo>
                        <a:pt x="1230" y="26"/>
                      </a:lnTo>
                      <a:lnTo>
                        <a:pt x="1244" y="34"/>
                      </a:lnTo>
                      <a:lnTo>
                        <a:pt x="1257" y="42"/>
                      </a:lnTo>
                      <a:lnTo>
                        <a:pt x="1270" y="51"/>
                      </a:lnTo>
                      <a:lnTo>
                        <a:pt x="1280" y="59"/>
                      </a:lnTo>
                      <a:lnTo>
                        <a:pt x="1290" y="68"/>
                      </a:lnTo>
                      <a:lnTo>
                        <a:pt x="1298" y="74"/>
                      </a:lnTo>
                      <a:lnTo>
                        <a:pt x="1309" y="78"/>
                      </a:lnTo>
                      <a:lnTo>
                        <a:pt x="1322" y="83"/>
                      </a:lnTo>
                      <a:lnTo>
                        <a:pt x="1335" y="88"/>
                      </a:lnTo>
                      <a:lnTo>
                        <a:pt x="1346" y="93"/>
                      </a:lnTo>
                      <a:lnTo>
                        <a:pt x="1358" y="100"/>
                      </a:lnTo>
                      <a:lnTo>
                        <a:pt x="1373" y="113"/>
                      </a:lnTo>
                      <a:lnTo>
                        <a:pt x="1390" y="128"/>
                      </a:lnTo>
                      <a:lnTo>
                        <a:pt x="1404" y="143"/>
                      </a:lnTo>
                      <a:lnTo>
                        <a:pt x="1416" y="156"/>
                      </a:lnTo>
                      <a:lnTo>
                        <a:pt x="1425" y="168"/>
                      </a:lnTo>
                      <a:lnTo>
                        <a:pt x="1434" y="179"/>
                      </a:lnTo>
                      <a:lnTo>
                        <a:pt x="1441" y="193"/>
                      </a:lnTo>
                      <a:lnTo>
                        <a:pt x="1443" y="197"/>
                      </a:lnTo>
                      <a:lnTo>
                        <a:pt x="1447" y="202"/>
                      </a:lnTo>
                      <a:lnTo>
                        <a:pt x="1449" y="207"/>
                      </a:lnTo>
                      <a:lnTo>
                        <a:pt x="1453" y="209"/>
                      </a:lnTo>
                      <a:lnTo>
                        <a:pt x="1458" y="212"/>
                      </a:lnTo>
                      <a:lnTo>
                        <a:pt x="1465" y="213"/>
                      </a:lnTo>
                      <a:lnTo>
                        <a:pt x="1472" y="214"/>
                      </a:lnTo>
                      <a:lnTo>
                        <a:pt x="1481" y="215"/>
                      </a:lnTo>
                      <a:lnTo>
                        <a:pt x="1493" y="214"/>
                      </a:lnTo>
                      <a:lnTo>
                        <a:pt x="1506" y="214"/>
                      </a:lnTo>
                      <a:lnTo>
                        <a:pt x="1518" y="212"/>
                      </a:lnTo>
                      <a:lnTo>
                        <a:pt x="1529" y="209"/>
                      </a:lnTo>
                      <a:lnTo>
                        <a:pt x="1540" y="207"/>
                      </a:lnTo>
                      <a:lnTo>
                        <a:pt x="1548" y="204"/>
                      </a:lnTo>
                      <a:lnTo>
                        <a:pt x="1555" y="203"/>
                      </a:lnTo>
                      <a:lnTo>
                        <a:pt x="1566" y="204"/>
                      </a:lnTo>
                      <a:lnTo>
                        <a:pt x="1578" y="207"/>
                      </a:lnTo>
                      <a:lnTo>
                        <a:pt x="1588" y="210"/>
                      </a:lnTo>
                      <a:lnTo>
                        <a:pt x="1593" y="212"/>
                      </a:lnTo>
                      <a:lnTo>
                        <a:pt x="1598" y="214"/>
                      </a:lnTo>
                      <a:lnTo>
                        <a:pt x="1601" y="216"/>
                      </a:lnTo>
                      <a:lnTo>
                        <a:pt x="1604" y="219"/>
                      </a:lnTo>
                      <a:lnTo>
                        <a:pt x="1605" y="223"/>
                      </a:lnTo>
                      <a:lnTo>
                        <a:pt x="1607" y="232"/>
                      </a:lnTo>
                      <a:lnTo>
                        <a:pt x="1607" y="240"/>
                      </a:lnTo>
                      <a:lnTo>
                        <a:pt x="1609" y="251"/>
                      </a:lnTo>
                      <a:lnTo>
                        <a:pt x="1609" y="260"/>
                      </a:lnTo>
                      <a:lnTo>
                        <a:pt x="1610" y="270"/>
                      </a:lnTo>
                      <a:lnTo>
                        <a:pt x="1611" y="277"/>
                      </a:lnTo>
                      <a:lnTo>
                        <a:pt x="1613" y="282"/>
                      </a:lnTo>
                      <a:lnTo>
                        <a:pt x="1617" y="284"/>
                      </a:lnTo>
                      <a:lnTo>
                        <a:pt x="1620" y="285"/>
                      </a:lnTo>
                      <a:lnTo>
                        <a:pt x="1626" y="288"/>
                      </a:lnTo>
                      <a:lnTo>
                        <a:pt x="1632" y="289"/>
                      </a:lnTo>
                      <a:lnTo>
                        <a:pt x="1643" y="290"/>
                      </a:lnTo>
                      <a:lnTo>
                        <a:pt x="1651" y="290"/>
                      </a:lnTo>
                      <a:lnTo>
                        <a:pt x="1657" y="290"/>
                      </a:lnTo>
                      <a:lnTo>
                        <a:pt x="1664" y="291"/>
                      </a:lnTo>
                      <a:lnTo>
                        <a:pt x="1673" y="292"/>
                      </a:lnTo>
                      <a:lnTo>
                        <a:pt x="1680" y="296"/>
                      </a:lnTo>
                      <a:lnTo>
                        <a:pt x="1696" y="310"/>
                      </a:lnTo>
                      <a:lnTo>
                        <a:pt x="1714" y="328"/>
                      </a:lnTo>
                      <a:lnTo>
                        <a:pt x="1717" y="330"/>
                      </a:lnTo>
                      <a:lnTo>
                        <a:pt x="1720" y="333"/>
                      </a:lnTo>
                      <a:lnTo>
                        <a:pt x="1723" y="334"/>
                      </a:lnTo>
                      <a:lnTo>
                        <a:pt x="1726" y="334"/>
                      </a:lnTo>
                      <a:lnTo>
                        <a:pt x="1735" y="334"/>
                      </a:lnTo>
                      <a:lnTo>
                        <a:pt x="1744" y="333"/>
                      </a:lnTo>
                      <a:lnTo>
                        <a:pt x="1749" y="333"/>
                      </a:lnTo>
                      <a:lnTo>
                        <a:pt x="1754" y="335"/>
                      </a:lnTo>
                      <a:lnTo>
                        <a:pt x="1758" y="339"/>
                      </a:lnTo>
                      <a:lnTo>
                        <a:pt x="1762" y="344"/>
                      </a:lnTo>
                      <a:lnTo>
                        <a:pt x="1765" y="349"/>
                      </a:lnTo>
                      <a:lnTo>
                        <a:pt x="1768" y="357"/>
                      </a:lnTo>
                      <a:lnTo>
                        <a:pt x="1770" y="364"/>
                      </a:lnTo>
                      <a:lnTo>
                        <a:pt x="1773" y="372"/>
                      </a:lnTo>
                      <a:lnTo>
                        <a:pt x="1775" y="395"/>
                      </a:lnTo>
                      <a:lnTo>
                        <a:pt x="1775" y="420"/>
                      </a:lnTo>
                      <a:lnTo>
                        <a:pt x="1774" y="431"/>
                      </a:lnTo>
                      <a:lnTo>
                        <a:pt x="1773" y="442"/>
                      </a:lnTo>
                      <a:lnTo>
                        <a:pt x="1770" y="452"/>
                      </a:lnTo>
                      <a:lnTo>
                        <a:pt x="1767" y="460"/>
                      </a:lnTo>
                      <a:lnTo>
                        <a:pt x="1763" y="466"/>
                      </a:lnTo>
                      <a:lnTo>
                        <a:pt x="1761" y="472"/>
                      </a:lnTo>
                      <a:lnTo>
                        <a:pt x="1761" y="478"/>
                      </a:lnTo>
                      <a:lnTo>
                        <a:pt x="1761" y="484"/>
                      </a:lnTo>
                      <a:lnTo>
                        <a:pt x="1762" y="496"/>
                      </a:lnTo>
                      <a:lnTo>
                        <a:pt x="1765" y="505"/>
                      </a:lnTo>
                      <a:lnTo>
                        <a:pt x="1768" y="515"/>
                      </a:lnTo>
                      <a:lnTo>
                        <a:pt x="1769" y="527"/>
                      </a:lnTo>
                      <a:lnTo>
                        <a:pt x="1769" y="538"/>
                      </a:lnTo>
                      <a:lnTo>
                        <a:pt x="1765" y="550"/>
                      </a:lnTo>
                      <a:lnTo>
                        <a:pt x="1761" y="562"/>
                      </a:lnTo>
                      <a:lnTo>
                        <a:pt x="1754" y="574"/>
                      </a:lnTo>
                      <a:lnTo>
                        <a:pt x="1750" y="580"/>
                      </a:lnTo>
                      <a:lnTo>
                        <a:pt x="1745" y="585"/>
                      </a:lnTo>
                      <a:lnTo>
                        <a:pt x="1740" y="590"/>
                      </a:lnTo>
                      <a:lnTo>
                        <a:pt x="1735" y="593"/>
                      </a:lnTo>
                      <a:lnTo>
                        <a:pt x="1730" y="595"/>
                      </a:lnTo>
                      <a:lnTo>
                        <a:pt x="1726" y="598"/>
                      </a:lnTo>
                      <a:lnTo>
                        <a:pt x="1721" y="598"/>
                      </a:lnTo>
                      <a:lnTo>
                        <a:pt x="1718" y="598"/>
                      </a:lnTo>
                      <a:lnTo>
                        <a:pt x="1714" y="597"/>
                      </a:lnTo>
                      <a:lnTo>
                        <a:pt x="1711" y="594"/>
                      </a:lnTo>
                      <a:lnTo>
                        <a:pt x="1707" y="591"/>
                      </a:lnTo>
                      <a:lnTo>
                        <a:pt x="1702" y="586"/>
                      </a:lnTo>
                      <a:lnTo>
                        <a:pt x="1696" y="582"/>
                      </a:lnTo>
                      <a:lnTo>
                        <a:pt x="1689" y="579"/>
                      </a:lnTo>
                      <a:lnTo>
                        <a:pt x="1681" y="576"/>
                      </a:lnTo>
                      <a:lnTo>
                        <a:pt x="1673" y="576"/>
                      </a:lnTo>
                      <a:lnTo>
                        <a:pt x="1662" y="576"/>
                      </a:lnTo>
                      <a:lnTo>
                        <a:pt x="1652" y="578"/>
                      </a:lnTo>
                      <a:lnTo>
                        <a:pt x="1642" y="580"/>
                      </a:lnTo>
                      <a:lnTo>
                        <a:pt x="1631" y="585"/>
                      </a:lnTo>
                      <a:lnTo>
                        <a:pt x="1622" y="590"/>
                      </a:lnTo>
                      <a:lnTo>
                        <a:pt x="1613" y="595"/>
                      </a:lnTo>
                      <a:lnTo>
                        <a:pt x="1605" y="603"/>
                      </a:lnTo>
                      <a:lnTo>
                        <a:pt x="1598" y="610"/>
                      </a:lnTo>
                      <a:lnTo>
                        <a:pt x="1586" y="624"/>
                      </a:lnTo>
                      <a:lnTo>
                        <a:pt x="1579" y="636"/>
                      </a:lnTo>
                      <a:lnTo>
                        <a:pt x="1573" y="645"/>
                      </a:lnTo>
                      <a:lnTo>
                        <a:pt x="1566" y="654"/>
                      </a:lnTo>
                      <a:lnTo>
                        <a:pt x="1562" y="656"/>
                      </a:lnTo>
                      <a:lnTo>
                        <a:pt x="1559" y="660"/>
                      </a:lnTo>
                      <a:lnTo>
                        <a:pt x="1555" y="661"/>
                      </a:lnTo>
                      <a:lnTo>
                        <a:pt x="1551" y="662"/>
                      </a:lnTo>
                      <a:lnTo>
                        <a:pt x="1544" y="663"/>
                      </a:lnTo>
                      <a:lnTo>
                        <a:pt x="1537" y="667"/>
                      </a:lnTo>
                      <a:lnTo>
                        <a:pt x="1529" y="672"/>
                      </a:lnTo>
                      <a:lnTo>
                        <a:pt x="1519" y="679"/>
                      </a:lnTo>
                      <a:lnTo>
                        <a:pt x="1509" y="691"/>
                      </a:lnTo>
                      <a:lnTo>
                        <a:pt x="1499" y="702"/>
                      </a:lnTo>
                      <a:lnTo>
                        <a:pt x="1491" y="716"/>
                      </a:lnTo>
                      <a:lnTo>
                        <a:pt x="1487" y="727"/>
                      </a:lnTo>
                      <a:lnTo>
                        <a:pt x="1485" y="732"/>
                      </a:lnTo>
                      <a:lnTo>
                        <a:pt x="1484" y="736"/>
                      </a:lnTo>
                      <a:lnTo>
                        <a:pt x="1481" y="738"/>
                      </a:lnTo>
                      <a:lnTo>
                        <a:pt x="1479" y="740"/>
                      </a:lnTo>
                      <a:lnTo>
                        <a:pt x="1478" y="740"/>
                      </a:lnTo>
                      <a:lnTo>
                        <a:pt x="1475" y="740"/>
                      </a:lnTo>
                      <a:lnTo>
                        <a:pt x="1473" y="739"/>
                      </a:lnTo>
                      <a:lnTo>
                        <a:pt x="1472" y="737"/>
                      </a:lnTo>
                      <a:lnTo>
                        <a:pt x="1469" y="732"/>
                      </a:lnTo>
                      <a:lnTo>
                        <a:pt x="1467" y="724"/>
                      </a:lnTo>
                      <a:lnTo>
                        <a:pt x="1465" y="716"/>
                      </a:lnTo>
                      <a:lnTo>
                        <a:pt x="1465" y="706"/>
                      </a:lnTo>
                      <a:lnTo>
                        <a:pt x="1463" y="698"/>
                      </a:lnTo>
                      <a:lnTo>
                        <a:pt x="1461" y="692"/>
                      </a:lnTo>
                      <a:lnTo>
                        <a:pt x="1460" y="689"/>
                      </a:lnTo>
                      <a:lnTo>
                        <a:pt x="1458" y="688"/>
                      </a:lnTo>
                      <a:lnTo>
                        <a:pt x="1455" y="687"/>
                      </a:lnTo>
                      <a:lnTo>
                        <a:pt x="1453" y="687"/>
                      </a:lnTo>
                      <a:lnTo>
                        <a:pt x="1447" y="688"/>
                      </a:lnTo>
                      <a:lnTo>
                        <a:pt x="1441" y="691"/>
                      </a:lnTo>
                      <a:lnTo>
                        <a:pt x="1435" y="697"/>
                      </a:lnTo>
                      <a:lnTo>
                        <a:pt x="1428" y="704"/>
                      </a:lnTo>
                      <a:lnTo>
                        <a:pt x="1419" y="711"/>
                      </a:lnTo>
                      <a:lnTo>
                        <a:pt x="1412" y="717"/>
                      </a:lnTo>
                      <a:lnTo>
                        <a:pt x="1408" y="719"/>
                      </a:lnTo>
                      <a:lnTo>
                        <a:pt x="1404" y="720"/>
                      </a:lnTo>
                      <a:lnTo>
                        <a:pt x="1400" y="720"/>
                      </a:lnTo>
                      <a:lnTo>
                        <a:pt x="1396" y="719"/>
                      </a:lnTo>
                      <a:lnTo>
                        <a:pt x="1392" y="718"/>
                      </a:lnTo>
                      <a:lnTo>
                        <a:pt x="1389" y="716"/>
                      </a:lnTo>
                      <a:lnTo>
                        <a:pt x="1386" y="713"/>
                      </a:lnTo>
                      <a:lnTo>
                        <a:pt x="1384" y="710"/>
                      </a:lnTo>
                      <a:lnTo>
                        <a:pt x="1379" y="701"/>
                      </a:lnTo>
                      <a:lnTo>
                        <a:pt x="1373" y="688"/>
                      </a:lnTo>
                      <a:lnTo>
                        <a:pt x="1371" y="682"/>
                      </a:lnTo>
                      <a:lnTo>
                        <a:pt x="1366" y="678"/>
                      </a:lnTo>
                      <a:lnTo>
                        <a:pt x="1361" y="674"/>
                      </a:lnTo>
                      <a:lnTo>
                        <a:pt x="1356" y="672"/>
                      </a:lnTo>
                      <a:lnTo>
                        <a:pt x="1352" y="670"/>
                      </a:lnTo>
                      <a:lnTo>
                        <a:pt x="1347" y="670"/>
                      </a:lnTo>
                      <a:lnTo>
                        <a:pt x="1342" y="670"/>
                      </a:lnTo>
                      <a:lnTo>
                        <a:pt x="1337" y="672"/>
                      </a:lnTo>
                      <a:lnTo>
                        <a:pt x="1333" y="675"/>
                      </a:lnTo>
                      <a:lnTo>
                        <a:pt x="1328" y="679"/>
                      </a:lnTo>
                      <a:lnTo>
                        <a:pt x="1322" y="685"/>
                      </a:lnTo>
                      <a:lnTo>
                        <a:pt x="1317" y="691"/>
                      </a:lnTo>
                      <a:lnTo>
                        <a:pt x="1305" y="706"/>
                      </a:lnTo>
                      <a:lnTo>
                        <a:pt x="1295" y="720"/>
                      </a:lnTo>
                      <a:lnTo>
                        <a:pt x="1289" y="727"/>
                      </a:lnTo>
                      <a:lnTo>
                        <a:pt x="1283" y="732"/>
                      </a:lnTo>
                      <a:lnTo>
                        <a:pt x="1278" y="737"/>
                      </a:lnTo>
                      <a:lnTo>
                        <a:pt x="1273" y="739"/>
                      </a:lnTo>
                      <a:lnTo>
                        <a:pt x="1269" y="742"/>
                      </a:lnTo>
                      <a:lnTo>
                        <a:pt x="1264" y="742"/>
                      </a:lnTo>
                      <a:lnTo>
                        <a:pt x="1259" y="742"/>
                      </a:lnTo>
                      <a:lnTo>
                        <a:pt x="1255" y="742"/>
                      </a:lnTo>
                      <a:lnTo>
                        <a:pt x="1252" y="740"/>
                      </a:lnTo>
                      <a:lnTo>
                        <a:pt x="1247" y="738"/>
                      </a:lnTo>
                      <a:lnTo>
                        <a:pt x="1244" y="735"/>
                      </a:lnTo>
                      <a:lnTo>
                        <a:pt x="1240" y="731"/>
                      </a:lnTo>
                      <a:lnTo>
                        <a:pt x="1233" y="724"/>
                      </a:lnTo>
                      <a:lnTo>
                        <a:pt x="1228" y="716"/>
                      </a:lnTo>
                      <a:lnTo>
                        <a:pt x="1223" y="708"/>
                      </a:lnTo>
                      <a:lnTo>
                        <a:pt x="1219" y="702"/>
                      </a:lnTo>
                      <a:lnTo>
                        <a:pt x="1216" y="700"/>
                      </a:lnTo>
                      <a:lnTo>
                        <a:pt x="1214" y="699"/>
                      </a:lnTo>
                      <a:lnTo>
                        <a:pt x="1213" y="699"/>
                      </a:lnTo>
                      <a:lnTo>
                        <a:pt x="1210" y="701"/>
                      </a:lnTo>
                      <a:lnTo>
                        <a:pt x="1207" y="708"/>
                      </a:lnTo>
                      <a:lnTo>
                        <a:pt x="1204" y="718"/>
                      </a:lnTo>
                      <a:lnTo>
                        <a:pt x="1202" y="727"/>
                      </a:lnTo>
                      <a:lnTo>
                        <a:pt x="1197" y="738"/>
                      </a:lnTo>
                      <a:lnTo>
                        <a:pt x="1195" y="743"/>
                      </a:lnTo>
                      <a:lnTo>
                        <a:pt x="1192" y="745"/>
                      </a:lnTo>
                      <a:lnTo>
                        <a:pt x="1189" y="746"/>
                      </a:lnTo>
                      <a:lnTo>
                        <a:pt x="1184" y="748"/>
                      </a:lnTo>
                      <a:lnTo>
                        <a:pt x="1175" y="746"/>
                      </a:lnTo>
                      <a:lnTo>
                        <a:pt x="1162" y="743"/>
                      </a:lnTo>
                      <a:lnTo>
                        <a:pt x="1154" y="743"/>
                      </a:lnTo>
                      <a:lnTo>
                        <a:pt x="1148" y="744"/>
                      </a:lnTo>
                      <a:lnTo>
                        <a:pt x="1143" y="746"/>
                      </a:lnTo>
                      <a:lnTo>
                        <a:pt x="1138" y="751"/>
                      </a:lnTo>
                      <a:lnTo>
                        <a:pt x="1128" y="761"/>
                      </a:lnTo>
                      <a:lnTo>
                        <a:pt x="1122" y="771"/>
                      </a:lnTo>
                      <a:lnTo>
                        <a:pt x="1118" y="780"/>
                      </a:lnTo>
                      <a:lnTo>
                        <a:pt x="1116" y="786"/>
                      </a:lnTo>
                      <a:lnTo>
                        <a:pt x="1116" y="789"/>
                      </a:lnTo>
                      <a:lnTo>
                        <a:pt x="1118" y="792"/>
                      </a:lnTo>
                      <a:lnTo>
                        <a:pt x="1120" y="794"/>
                      </a:lnTo>
                      <a:lnTo>
                        <a:pt x="1123" y="798"/>
                      </a:lnTo>
                      <a:lnTo>
                        <a:pt x="1132" y="803"/>
                      </a:lnTo>
                      <a:lnTo>
                        <a:pt x="1143" y="811"/>
                      </a:lnTo>
                      <a:lnTo>
                        <a:pt x="1153" y="819"/>
                      </a:lnTo>
                      <a:lnTo>
                        <a:pt x="1163" y="828"/>
                      </a:lnTo>
                      <a:lnTo>
                        <a:pt x="1167" y="833"/>
                      </a:lnTo>
                      <a:lnTo>
                        <a:pt x="1170" y="839"/>
                      </a:lnTo>
                      <a:lnTo>
                        <a:pt x="1172" y="844"/>
                      </a:lnTo>
                      <a:lnTo>
                        <a:pt x="1175" y="849"/>
                      </a:lnTo>
                      <a:lnTo>
                        <a:pt x="1176" y="861"/>
                      </a:lnTo>
                      <a:lnTo>
                        <a:pt x="1177" y="878"/>
                      </a:lnTo>
                      <a:lnTo>
                        <a:pt x="1177" y="888"/>
                      </a:lnTo>
                      <a:lnTo>
                        <a:pt x="1176" y="894"/>
                      </a:lnTo>
                      <a:lnTo>
                        <a:pt x="1175" y="900"/>
                      </a:lnTo>
                      <a:lnTo>
                        <a:pt x="1173" y="903"/>
                      </a:lnTo>
                      <a:lnTo>
                        <a:pt x="1170" y="909"/>
                      </a:lnTo>
                      <a:lnTo>
                        <a:pt x="1165" y="918"/>
                      </a:lnTo>
                      <a:lnTo>
                        <a:pt x="1163" y="921"/>
                      </a:lnTo>
                      <a:lnTo>
                        <a:pt x="1163" y="925"/>
                      </a:lnTo>
                      <a:lnTo>
                        <a:pt x="1164" y="927"/>
                      </a:lnTo>
                      <a:lnTo>
                        <a:pt x="1165" y="929"/>
                      </a:lnTo>
                      <a:lnTo>
                        <a:pt x="1169" y="937"/>
                      </a:lnTo>
                      <a:lnTo>
                        <a:pt x="1172" y="947"/>
                      </a:lnTo>
                      <a:lnTo>
                        <a:pt x="1173" y="954"/>
                      </a:lnTo>
                      <a:lnTo>
                        <a:pt x="1173" y="962"/>
                      </a:lnTo>
                      <a:lnTo>
                        <a:pt x="1172" y="970"/>
                      </a:lnTo>
                      <a:lnTo>
                        <a:pt x="1171" y="977"/>
                      </a:lnTo>
                      <a:lnTo>
                        <a:pt x="1169" y="984"/>
                      </a:lnTo>
                      <a:lnTo>
                        <a:pt x="1166" y="991"/>
                      </a:lnTo>
                      <a:lnTo>
                        <a:pt x="1163" y="997"/>
                      </a:lnTo>
                      <a:lnTo>
                        <a:pt x="1158" y="1001"/>
                      </a:lnTo>
                      <a:lnTo>
                        <a:pt x="1153" y="1004"/>
                      </a:lnTo>
                      <a:lnTo>
                        <a:pt x="1147" y="1008"/>
                      </a:lnTo>
                      <a:lnTo>
                        <a:pt x="1140" y="1010"/>
                      </a:lnTo>
                      <a:lnTo>
                        <a:pt x="1134" y="1013"/>
                      </a:lnTo>
                      <a:lnTo>
                        <a:pt x="1122" y="1015"/>
                      </a:lnTo>
                      <a:lnTo>
                        <a:pt x="1113" y="1019"/>
                      </a:lnTo>
                      <a:lnTo>
                        <a:pt x="1112" y="1021"/>
                      </a:lnTo>
                      <a:lnTo>
                        <a:pt x="1109" y="1022"/>
                      </a:lnTo>
                      <a:lnTo>
                        <a:pt x="1109" y="1025"/>
                      </a:lnTo>
                      <a:lnTo>
                        <a:pt x="1109" y="1027"/>
                      </a:lnTo>
                      <a:lnTo>
                        <a:pt x="1110" y="1032"/>
                      </a:lnTo>
                      <a:lnTo>
                        <a:pt x="1115" y="1035"/>
                      </a:lnTo>
                      <a:lnTo>
                        <a:pt x="1120" y="1040"/>
                      </a:lnTo>
                      <a:lnTo>
                        <a:pt x="1126" y="1045"/>
                      </a:lnTo>
                      <a:lnTo>
                        <a:pt x="1129" y="1052"/>
                      </a:lnTo>
                      <a:lnTo>
                        <a:pt x="1134" y="1061"/>
                      </a:lnTo>
                      <a:lnTo>
                        <a:pt x="1138" y="1071"/>
                      </a:lnTo>
                      <a:lnTo>
                        <a:pt x="1141" y="1079"/>
                      </a:lnTo>
                      <a:lnTo>
                        <a:pt x="1144" y="1082"/>
                      </a:lnTo>
                      <a:lnTo>
                        <a:pt x="1146" y="1084"/>
                      </a:lnTo>
                      <a:lnTo>
                        <a:pt x="1148" y="1085"/>
                      </a:lnTo>
                      <a:lnTo>
                        <a:pt x="1151" y="1086"/>
                      </a:lnTo>
                      <a:lnTo>
                        <a:pt x="1154" y="1085"/>
                      </a:lnTo>
                      <a:lnTo>
                        <a:pt x="1159" y="1084"/>
                      </a:lnTo>
                      <a:lnTo>
                        <a:pt x="1163" y="1080"/>
                      </a:lnTo>
                      <a:lnTo>
                        <a:pt x="1167" y="1073"/>
                      </a:lnTo>
                      <a:lnTo>
                        <a:pt x="1171" y="1063"/>
                      </a:lnTo>
                      <a:lnTo>
                        <a:pt x="1176" y="1051"/>
                      </a:lnTo>
                      <a:lnTo>
                        <a:pt x="1182" y="1040"/>
                      </a:lnTo>
                      <a:lnTo>
                        <a:pt x="1187" y="1032"/>
                      </a:lnTo>
                      <a:lnTo>
                        <a:pt x="1194" y="1027"/>
                      </a:lnTo>
                      <a:lnTo>
                        <a:pt x="1202" y="1025"/>
                      </a:lnTo>
                      <a:lnTo>
                        <a:pt x="1206" y="1023"/>
                      </a:lnTo>
                      <a:lnTo>
                        <a:pt x="1208" y="1023"/>
                      </a:lnTo>
                      <a:lnTo>
                        <a:pt x="1211" y="1025"/>
                      </a:lnTo>
                      <a:lnTo>
                        <a:pt x="1213" y="1026"/>
                      </a:lnTo>
                      <a:lnTo>
                        <a:pt x="1215" y="1032"/>
                      </a:lnTo>
                      <a:lnTo>
                        <a:pt x="1215" y="1041"/>
                      </a:lnTo>
                      <a:lnTo>
                        <a:pt x="1215" y="1054"/>
                      </a:lnTo>
                      <a:lnTo>
                        <a:pt x="1215" y="1069"/>
                      </a:lnTo>
                      <a:lnTo>
                        <a:pt x="1216" y="1077"/>
                      </a:lnTo>
                      <a:lnTo>
                        <a:pt x="1219" y="1083"/>
                      </a:lnTo>
                      <a:lnTo>
                        <a:pt x="1222" y="1088"/>
                      </a:lnTo>
                      <a:lnTo>
                        <a:pt x="1227" y="1092"/>
                      </a:lnTo>
                      <a:lnTo>
                        <a:pt x="1236" y="1099"/>
                      </a:lnTo>
                      <a:lnTo>
                        <a:pt x="1247" y="1103"/>
                      </a:lnTo>
                      <a:lnTo>
                        <a:pt x="1257" y="1105"/>
                      </a:lnTo>
                      <a:lnTo>
                        <a:pt x="1266" y="1109"/>
                      </a:lnTo>
                      <a:lnTo>
                        <a:pt x="1271" y="1110"/>
                      </a:lnTo>
                      <a:lnTo>
                        <a:pt x="1274" y="1113"/>
                      </a:lnTo>
                      <a:lnTo>
                        <a:pt x="1278" y="1115"/>
                      </a:lnTo>
                      <a:lnTo>
                        <a:pt x="1282" y="1118"/>
                      </a:lnTo>
                      <a:lnTo>
                        <a:pt x="1288" y="1129"/>
                      </a:lnTo>
                      <a:lnTo>
                        <a:pt x="1295" y="1145"/>
                      </a:lnTo>
                      <a:lnTo>
                        <a:pt x="1297" y="1153"/>
                      </a:lnTo>
                      <a:lnTo>
                        <a:pt x="1298" y="1161"/>
                      </a:lnTo>
                      <a:lnTo>
                        <a:pt x="1298" y="1168"/>
                      </a:lnTo>
                      <a:lnTo>
                        <a:pt x="1297" y="1174"/>
                      </a:lnTo>
                      <a:lnTo>
                        <a:pt x="1295" y="1179"/>
                      </a:lnTo>
                      <a:lnTo>
                        <a:pt x="1293" y="1184"/>
                      </a:lnTo>
                      <a:lnTo>
                        <a:pt x="1293" y="1187"/>
                      </a:lnTo>
                      <a:lnTo>
                        <a:pt x="1295" y="1192"/>
                      </a:lnTo>
                      <a:lnTo>
                        <a:pt x="1298" y="1199"/>
                      </a:lnTo>
                      <a:lnTo>
                        <a:pt x="1304" y="1206"/>
                      </a:lnTo>
                      <a:lnTo>
                        <a:pt x="1307" y="1210"/>
                      </a:lnTo>
                      <a:lnTo>
                        <a:pt x="1308" y="1214"/>
                      </a:lnTo>
                      <a:lnTo>
                        <a:pt x="1309" y="1217"/>
                      </a:lnTo>
                      <a:lnTo>
                        <a:pt x="1310" y="1221"/>
                      </a:lnTo>
                      <a:lnTo>
                        <a:pt x="1309" y="1230"/>
                      </a:lnTo>
                      <a:lnTo>
                        <a:pt x="1308" y="1241"/>
                      </a:lnTo>
                      <a:lnTo>
                        <a:pt x="1307" y="1246"/>
                      </a:lnTo>
                      <a:lnTo>
                        <a:pt x="1308" y="1249"/>
                      </a:lnTo>
                      <a:lnTo>
                        <a:pt x="1310" y="1252"/>
                      </a:lnTo>
                      <a:lnTo>
                        <a:pt x="1313" y="1254"/>
                      </a:lnTo>
                      <a:lnTo>
                        <a:pt x="1315" y="1254"/>
                      </a:lnTo>
                      <a:lnTo>
                        <a:pt x="1318" y="1254"/>
                      </a:lnTo>
                      <a:lnTo>
                        <a:pt x="1322" y="1253"/>
                      </a:lnTo>
                      <a:lnTo>
                        <a:pt x="1326" y="1252"/>
                      </a:lnTo>
                      <a:lnTo>
                        <a:pt x="1333" y="1247"/>
                      </a:lnTo>
                      <a:lnTo>
                        <a:pt x="1340" y="1242"/>
                      </a:lnTo>
                      <a:lnTo>
                        <a:pt x="1347" y="1235"/>
                      </a:lnTo>
                      <a:lnTo>
                        <a:pt x="1352" y="1229"/>
                      </a:lnTo>
                      <a:lnTo>
                        <a:pt x="1356" y="1223"/>
                      </a:lnTo>
                      <a:lnTo>
                        <a:pt x="1360" y="1220"/>
                      </a:lnTo>
                      <a:lnTo>
                        <a:pt x="1361" y="1220"/>
                      </a:lnTo>
                      <a:lnTo>
                        <a:pt x="1364" y="1221"/>
                      </a:lnTo>
                      <a:lnTo>
                        <a:pt x="1366" y="1222"/>
                      </a:lnTo>
                      <a:lnTo>
                        <a:pt x="1368" y="1224"/>
                      </a:lnTo>
                      <a:lnTo>
                        <a:pt x="1372" y="1229"/>
                      </a:lnTo>
                      <a:lnTo>
                        <a:pt x="1374" y="1234"/>
                      </a:lnTo>
                      <a:lnTo>
                        <a:pt x="1376" y="1239"/>
                      </a:lnTo>
                      <a:lnTo>
                        <a:pt x="1378" y="1244"/>
                      </a:lnTo>
                      <a:lnTo>
                        <a:pt x="1380" y="1259"/>
                      </a:lnTo>
                      <a:lnTo>
                        <a:pt x="1381" y="1274"/>
                      </a:lnTo>
                      <a:lnTo>
                        <a:pt x="1383" y="1291"/>
                      </a:lnTo>
                      <a:lnTo>
                        <a:pt x="1385" y="1305"/>
                      </a:lnTo>
                      <a:lnTo>
                        <a:pt x="1386" y="1311"/>
                      </a:lnTo>
                      <a:lnTo>
                        <a:pt x="1390" y="1317"/>
                      </a:lnTo>
                      <a:lnTo>
                        <a:pt x="1393" y="1323"/>
                      </a:lnTo>
                      <a:lnTo>
                        <a:pt x="1398" y="1328"/>
                      </a:lnTo>
                      <a:lnTo>
                        <a:pt x="1409" y="1336"/>
                      </a:lnTo>
                      <a:lnTo>
                        <a:pt x="1418" y="1340"/>
                      </a:lnTo>
                      <a:lnTo>
                        <a:pt x="1424" y="1343"/>
                      </a:lnTo>
                      <a:lnTo>
                        <a:pt x="1428" y="1345"/>
                      </a:lnTo>
                      <a:lnTo>
                        <a:pt x="1431" y="1349"/>
                      </a:lnTo>
                      <a:lnTo>
                        <a:pt x="1434" y="1354"/>
                      </a:lnTo>
                      <a:lnTo>
                        <a:pt x="1442" y="1362"/>
                      </a:lnTo>
                      <a:lnTo>
                        <a:pt x="1450" y="1370"/>
                      </a:lnTo>
                      <a:lnTo>
                        <a:pt x="1453" y="1374"/>
                      </a:lnTo>
                      <a:lnTo>
                        <a:pt x="1454" y="1379"/>
                      </a:lnTo>
                      <a:lnTo>
                        <a:pt x="1454" y="1384"/>
                      </a:lnTo>
                      <a:lnTo>
                        <a:pt x="1453" y="1388"/>
                      </a:lnTo>
                      <a:lnTo>
                        <a:pt x="1447" y="1399"/>
                      </a:lnTo>
                      <a:lnTo>
                        <a:pt x="1441" y="1410"/>
                      </a:lnTo>
                      <a:lnTo>
                        <a:pt x="1435" y="1422"/>
                      </a:lnTo>
                      <a:lnTo>
                        <a:pt x="1431" y="1435"/>
                      </a:lnTo>
                      <a:lnTo>
                        <a:pt x="1429" y="1449"/>
                      </a:lnTo>
                      <a:lnTo>
                        <a:pt x="1428" y="1461"/>
                      </a:lnTo>
                      <a:lnTo>
                        <a:pt x="1429" y="1467"/>
                      </a:lnTo>
                      <a:lnTo>
                        <a:pt x="1430" y="1473"/>
                      </a:lnTo>
                      <a:lnTo>
                        <a:pt x="1431" y="1480"/>
                      </a:lnTo>
                      <a:lnTo>
                        <a:pt x="1434" y="1486"/>
                      </a:lnTo>
                      <a:lnTo>
                        <a:pt x="1440" y="1496"/>
                      </a:lnTo>
                      <a:lnTo>
                        <a:pt x="1446" y="1505"/>
                      </a:lnTo>
                      <a:lnTo>
                        <a:pt x="1448" y="1508"/>
                      </a:lnTo>
                      <a:lnTo>
                        <a:pt x="1449" y="1511"/>
                      </a:lnTo>
                      <a:lnTo>
                        <a:pt x="1450" y="1514"/>
                      </a:lnTo>
                      <a:lnTo>
                        <a:pt x="1450" y="1517"/>
                      </a:lnTo>
                      <a:lnTo>
                        <a:pt x="1449" y="1519"/>
                      </a:lnTo>
                      <a:lnTo>
                        <a:pt x="1448" y="1521"/>
                      </a:lnTo>
                      <a:lnTo>
                        <a:pt x="1446" y="1524"/>
                      </a:lnTo>
                      <a:lnTo>
                        <a:pt x="1442" y="1526"/>
                      </a:lnTo>
                      <a:lnTo>
                        <a:pt x="1440" y="1527"/>
                      </a:lnTo>
                      <a:lnTo>
                        <a:pt x="1439" y="1531"/>
                      </a:lnTo>
                      <a:lnTo>
                        <a:pt x="1437" y="1533"/>
                      </a:lnTo>
                      <a:lnTo>
                        <a:pt x="1436" y="1537"/>
                      </a:lnTo>
                      <a:lnTo>
                        <a:pt x="1435" y="1539"/>
                      </a:lnTo>
                      <a:lnTo>
                        <a:pt x="1434" y="1542"/>
                      </a:lnTo>
                      <a:lnTo>
                        <a:pt x="1431" y="1543"/>
                      </a:lnTo>
                      <a:lnTo>
                        <a:pt x="1428" y="1544"/>
                      </a:lnTo>
                      <a:lnTo>
                        <a:pt x="1419" y="1545"/>
                      </a:lnTo>
                      <a:lnTo>
                        <a:pt x="1415" y="1549"/>
                      </a:lnTo>
                      <a:lnTo>
                        <a:pt x="1412" y="1551"/>
                      </a:lnTo>
                      <a:lnTo>
                        <a:pt x="1411" y="1553"/>
                      </a:lnTo>
                      <a:lnTo>
                        <a:pt x="1411" y="1557"/>
                      </a:lnTo>
                      <a:lnTo>
                        <a:pt x="1411" y="1559"/>
                      </a:lnTo>
                      <a:lnTo>
                        <a:pt x="1414" y="1563"/>
                      </a:lnTo>
                      <a:lnTo>
                        <a:pt x="1417" y="1564"/>
                      </a:lnTo>
                      <a:lnTo>
                        <a:pt x="1421" y="1565"/>
                      </a:lnTo>
                      <a:lnTo>
                        <a:pt x="1424" y="1565"/>
                      </a:lnTo>
                      <a:lnTo>
                        <a:pt x="1428" y="1567"/>
                      </a:lnTo>
                      <a:lnTo>
                        <a:pt x="1430" y="1568"/>
                      </a:lnTo>
                      <a:lnTo>
                        <a:pt x="1433" y="1570"/>
                      </a:lnTo>
                      <a:lnTo>
                        <a:pt x="1434" y="1574"/>
                      </a:lnTo>
                      <a:lnTo>
                        <a:pt x="1435" y="1587"/>
                      </a:lnTo>
                      <a:lnTo>
                        <a:pt x="1436" y="1607"/>
                      </a:lnTo>
                      <a:lnTo>
                        <a:pt x="1436" y="1612"/>
                      </a:lnTo>
                      <a:lnTo>
                        <a:pt x="1436" y="1615"/>
                      </a:lnTo>
                      <a:lnTo>
                        <a:pt x="1435" y="1616"/>
                      </a:lnTo>
                      <a:lnTo>
                        <a:pt x="1434" y="1618"/>
                      </a:lnTo>
                      <a:lnTo>
                        <a:pt x="1421" y="1624"/>
                      </a:lnTo>
                      <a:lnTo>
                        <a:pt x="1408" y="1631"/>
                      </a:lnTo>
                      <a:lnTo>
                        <a:pt x="1405" y="1636"/>
                      </a:lnTo>
                      <a:lnTo>
                        <a:pt x="1403" y="1640"/>
                      </a:lnTo>
                      <a:lnTo>
                        <a:pt x="1400" y="1647"/>
                      </a:lnTo>
                      <a:lnTo>
                        <a:pt x="1399" y="1655"/>
                      </a:lnTo>
                      <a:lnTo>
                        <a:pt x="1396" y="1669"/>
                      </a:lnTo>
                      <a:lnTo>
                        <a:pt x="1391" y="1682"/>
                      </a:lnTo>
                      <a:lnTo>
                        <a:pt x="1385" y="1694"/>
                      </a:lnTo>
                      <a:lnTo>
                        <a:pt x="1380" y="1707"/>
                      </a:lnTo>
                      <a:lnTo>
                        <a:pt x="1379" y="1714"/>
                      </a:lnTo>
                      <a:lnTo>
                        <a:pt x="1378" y="1721"/>
                      </a:lnTo>
                      <a:lnTo>
                        <a:pt x="1378" y="1728"/>
                      </a:lnTo>
                      <a:lnTo>
                        <a:pt x="1378" y="1734"/>
                      </a:lnTo>
                      <a:lnTo>
                        <a:pt x="1378" y="1740"/>
                      </a:lnTo>
                      <a:lnTo>
                        <a:pt x="1377" y="1745"/>
                      </a:lnTo>
                      <a:lnTo>
                        <a:pt x="1373" y="1747"/>
                      </a:lnTo>
                      <a:lnTo>
                        <a:pt x="1370" y="1748"/>
                      </a:lnTo>
                      <a:lnTo>
                        <a:pt x="1359" y="1750"/>
                      </a:lnTo>
                      <a:lnTo>
                        <a:pt x="1349" y="1751"/>
                      </a:lnTo>
                      <a:lnTo>
                        <a:pt x="1339" y="1752"/>
                      </a:lnTo>
                      <a:lnTo>
                        <a:pt x="1328" y="1753"/>
                      </a:lnTo>
                      <a:lnTo>
                        <a:pt x="1323" y="1753"/>
                      </a:lnTo>
                      <a:lnTo>
                        <a:pt x="1318" y="1752"/>
                      </a:lnTo>
                      <a:lnTo>
                        <a:pt x="1315" y="1750"/>
                      </a:lnTo>
                      <a:lnTo>
                        <a:pt x="1313" y="1747"/>
                      </a:lnTo>
                      <a:lnTo>
                        <a:pt x="1309" y="1740"/>
                      </a:lnTo>
                      <a:lnTo>
                        <a:pt x="1305" y="1734"/>
                      </a:lnTo>
                      <a:lnTo>
                        <a:pt x="1302" y="1732"/>
                      </a:lnTo>
                      <a:lnTo>
                        <a:pt x="1298" y="1731"/>
                      </a:lnTo>
                      <a:lnTo>
                        <a:pt x="1292" y="1729"/>
                      </a:lnTo>
                      <a:lnTo>
                        <a:pt x="1286" y="1728"/>
                      </a:lnTo>
                      <a:lnTo>
                        <a:pt x="1279" y="1728"/>
                      </a:lnTo>
                      <a:lnTo>
                        <a:pt x="1273" y="1729"/>
                      </a:lnTo>
                      <a:lnTo>
                        <a:pt x="1269" y="1731"/>
                      </a:lnTo>
                      <a:lnTo>
                        <a:pt x="1263" y="1733"/>
                      </a:lnTo>
                      <a:lnTo>
                        <a:pt x="1254" y="1738"/>
                      </a:lnTo>
                      <a:lnTo>
                        <a:pt x="1247" y="1739"/>
                      </a:lnTo>
                      <a:lnTo>
                        <a:pt x="1245" y="1738"/>
                      </a:lnTo>
                      <a:lnTo>
                        <a:pt x="1244" y="1737"/>
                      </a:lnTo>
                      <a:lnTo>
                        <a:pt x="1242" y="1734"/>
                      </a:lnTo>
                      <a:lnTo>
                        <a:pt x="1241" y="1731"/>
                      </a:lnTo>
                      <a:lnTo>
                        <a:pt x="1241" y="1722"/>
                      </a:lnTo>
                      <a:lnTo>
                        <a:pt x="1242" y="1712"/>
                      </a:lnTo>
                      <a:lnTo>
                        <a:pt x="1245" y="1700"/>
                      </a:lnTo>
                      <a:lnTo>
                        <a:pt x="1248" y="1687"/>
                      </a:lnTo>
                      <a:lnTo>
                        <a:pt x="1250" y="1671"/>
                      </a:lnTo>
                      <a:lnTo>
                        <a:pt x="1251" y="1651"/>
                      </a:lnTo>
                      <a:lnTo>
                        <a:pt x="1250" y="1641"/>
                      </a:lnTo>
                      <a:lnTo>
                        <a:pt x="1247" y="1632"/>
                      </a:lnTo>
                      <a:lnTo>
                        <a:pt x="1244" y="1626"/>
                      </a:lnTo>
                      <a:lnTo>
                        <a:pt x="1240" y="1620"/>
                      </a:lnTo>
                      <a:lnTo>
                        <a:pt x="1235" y="1618"/>
                      </a:lnTo>
                      <a:lnTo>
                        <a:pt x="1230" y="1616"/>
                      </a:lnTo>
                      <a:lnTo>
                        <a:pt x="1226" y="1616"/>
                      </a:lnTo>
                      <a:lnTo>
                        <a:pt x="1221" y="1619"/>
                      </a:lnTo>
                      <a:lnTo>
                        <a:pt x="1217" y="1624"/>
                      </a:lnTo>
                      <a:lnTo>
                        <a:pt x="1216" y="1628"/>
                      </a:lnTo>
                      <a:lnTo>
                        <a:pt x="1215" y="1634"/>
                      </a:lnTo>
                      <a:lnTo>
                        <a:pt x="1216" y="1640"/>
                      </a:lnTo>
                      <a:lnTo>
                        <a:pt x="1219" y="1653"/>
                      </a:lnTo>
                      <a:lnTo>
                        <a:pt x="1222" y="1665"/>
                      </a:lnTo>
                      <a:lnTo>
                        <a:pt x="1222" y="1671"/>
                      </a:lnTo>
                      <a:lnTo>
                        <a:pt x="1220" y="1676"/>
                      </a:lnTo>
                      <a:lnTo>
                        <a:pt x="1216" y="1681"/>
                      </a:lnTo>
                      <a:lnTo>
                        <a:pt x="1211" y="1684"/>
                      </a:lnTo>
                      <a:lnTo>
                        <a:pt x="1206" y="1688"/>
                      </a:lnTo>
                      <a:lnTo>
                        <a:pt x="1201" y="1690"/>
                      </a:lnTo>
                      <a:lnTo>
                        <a:pt x="1195" y="1691"/>
                      </a:lnTo>
                      <a:lnTo>
                        <a:pt x="1190" y="1690"/>
                      </a:lnTo>
                      <a:lnTo>
                        <a:pt x="1185" y="1689"/>
                      </a:lnTo>
                      <a:lnTo>
                        <a:pt x="1182" y="1687"/>
                      </a:lnTo>
                      <a:lnTo>
                        <a:pt x="1179" y="1684"/>
                      </a:lnTo>
                      <a:lnTo>
                        <a:pt x="1178" y="1681"/>
                      </a:lnTo>
                      <a:lnTo>
                        <a:pt x="1177" y="1677"/>
                      </a:lnTo>
                      <a:lnTo>
                        <a:pt x="1177" y="1672"/>
                      </a:lnTo>
                      <a:lnTo>
                        <a:pt x="1178" y="1668"/>
                      </a:lnTo>
                      <a:lnTo>
                        <a:pt x="1179" y="1662"/>
                      </a:lnTo>
                      <a:lnTo>
                        <a:pt x="1183" y="1652"/>
                      </a:lnTo>
                      <a:lnTo>
                        <a:pt x="1184" y="1643"/>
                      </a:lnTo>
                      <a:lnTo>
                        <a:pt x="1183" y="1633"/>
                      </a:lnTo>
                      <a:lnTo>
                        <a:pt x="1178" y="1620"/>
                      </a:lnTo>
                      <a:lnTo>
                        <a:pt x="1177" y="1612"/>
                      </a:lnTo>
                      <a:lnTo>
                        <a:pt x="1176" y="1605"/>
                      </a:lnTo>
                      <a:lnTo>
                        <a:pt x="1176" y="1599"/>
                      </a:lnTo>
                      <a:lnTo>
                        <a:pt x="1177" y="1593"/>
                      </a:lnTo>
                      <a:lnTo>
                        <a:pt x="1181" y="1583"/>
                      </a:lnTo>
                      <a:lnTo>
                        <a:pt x="1185" y="1574"/>
                      </a:lnTo>
                      <a:lnTo>
                        <a:pt x="1189" y="1563"/>
                      </a:lnTo>
                      <a:lnTo>
                        <a:pt x="1190" y="1552"/>
                      </a:lnTo>
                      <a:lnTo>
                        <a:pt x="1189" y="1548"/>
                      </a:lnTo>
                      <a:lnTo>
                        <a:pt x="1188" y="1544"/>
                      </a:lnTo>
                      <a:lnTo>
                        <a:pt x="1184" y="1543"/>
                      </a:lnTo>
                      <a:lnTo>
                        <a:pt x="1178" y="1542"/>
                      </a:lnTo>
                      <a:lnTo>
                        <a:pt x="1166" y="1543"/>
                      </a:lnTo>
                      <a:lnTo>
                        <a:pt x="1154" y="1546"/>
                      </a:lnTo>
                      <a:lnTo>
                        <a:pt x="1146" y="1550"/>
                      </a:lnTo>
                      <a:lnTo>
                        <a:pt x="1141" y="1552"/>
                      </a:lnTo>
                      <a:lnTo>
                        <a:pt x="1137" y="1552"/>
                      </a:lnTo>
                      <a:lnTo>
                        <a:pt x="1129" y="1549"/>
                      </a:lnTo>
                      <a:lnTo>
                        <a:pt x="1120" y="1545"/>
                      </a:lnTo>
                      <a:lnTo>
                        <a:pt x="1114" y="1543"/>
                      </a:lnTo>
                      <a:lnTo>
                        <a:pt x="1112" y="1542"/>
                      </a:lnTo>
                      <a:lnTo>
                        <a:pt x="1110" y="1539"/>
                      </a:lnTo>
                      <a:lnTo>
                        <a:pt x="1109" y="1537"/>
                      </a:lnTo>
                      <a:lnTo>
                        <a:pt x="1108" y="1533"/>
                      </a:lnTo>
                      <a:lnTo>
                        <a:pt x="1103" y="1517"/>
                      </a:lnTo>
                      <a:lnTo>
                        <a:pt x="1101" y="1500"/>
                      </a:lnTo>
                      <a:lnTo>
                        <a:pt x="1102" y="1488"/>
                      </a:lnTo>
                      <a:lnTo>
                        <a:pt x="1102" y="1470"/>
                      </a:lnTo>
                      <a:lnTo>
                        <a:pt x="1100" y="1455"/>
                      </a:lnTo>
                      <a:lnTo>
                        <a:pt x="1096" y="1435"/>
                      </a:lnTo>
                      <a:lnTo>
                        <a:pt x="1091" y="1412"/>
                      </a:lnTo>
                      <a:lnTo>
                        <a:pt x="1085" y="1392"/>
                      </a:lnTo>
                      <a:lnTo>
                        <a:pt x="1081" y="1378"/>
                      </a:lnTo>
                      <a:lnTo>
                        <a:pt x="1078" y="1370"/>
                      </a:lnTo>
                      <a:lnTo>
                        <a:pt x="1076" y="1369"/>
                      </a:lnTo>
                      <a:lnTo>
                        <a:pt x="1075" y="1369"/>
                      </a:lnTo>
                      <a:lnTo>
                        <a:pt x="1071" y="1372"/>
                      </a:lnTo>
                      <a:lnTo>
                        <a:pt x="1068" y="1374"/>
                      </a:lnTo>
                      <a:lnTo>
                        <a:pt x="1063" y="1376"/>
                      </a:lnTo>
                      <a:lnTo>
                        <a:pt x="1059" y="1379"/>
                      </a:lnTo>
                      <a:lnTo>
                        <a:pt x="1055" y="1382"/>
                      </a:lnTo>
                      <a:lnTo>
                        <a:pt x="1051" y="1382"/>
                      </a:lnTo>
                      <a:lnTo>
                        <a:pt x="1049" y="1380"/>
                      </a:lnTo>
                      <a:lnTo>
                        <a:pt x="1045" y="1378"/>
                      </a:lnTo>
                      <a:lnTo>
                        <a:pt x="1039" y="1372"/>
                      </a:lnTo>
                      <a:lnTo>
                        <a:pt x="1032" y="1367"/>
                      </a:lnTo>
                      <a:lnTo>
                        <a:pt x="1022" y="1362"/>
                      </a:lnTo>
                      <a:lnTo>
                        <a:pt x="1011" y="1359"/>
                      </a:lnTo>
                      <a:lnTo>
                        <a:pt x="1002" y="1359"/>
                      </a:lnTo>
                      <a:lnTo>
                        <a:pt x="994" y="1360"/>
                      </a:lnTo>
                      <a:lnTo>
                        <a:pt x="984" y="1362"/>
                      </a:lnTo>
                      <a:lnTo>
                        <a:pt x="975" y="1366"/>
                      </a:lnTo>
                      <a:lnTo>
                        <a:pt x="957" y="1374"/>
                      </a:lnTo>
                      <a:lnTo>
                        <a:pt x="943" y="1384"/>
                      </a:lnTo>
                      <a:lnTo>
                        <a:pt x="936" y="1387"/>
                      </a:lnTo>
                      <a:lnTo>
                        <a:pt x="929" y="1389"/>
                      </a:lnTo>
                      <a:lnTo>
                        <a:pt x="921" y="1391"/>
                      </a:lnTo>
                      <a:lnTo>
                        <a:pt x="915" y="1389"/>
                      </a:lnTo>
                      <a:lnTo>
                        <a:pt x="908" y="1389"/>
                      </a:lnTo>
                      <a:lnTo>
                        <a:pt x="904" y="1387"/>
                      </a:lnTo>
                      <a:lnTo>
                        <a:pt x="899" y="1384"/>
                      </a:lnTo>
                      <a:lnTo>
                        <a:pt x="895" y="1380"/>
                      </a:lnTo>
                      <a:lnTo>
                        <a:pt x="892" y="1369"/>
                      </a:lnTo>
                      <a:lnTo>
                        <a:pt x="889" y="1354"/>
                      </a:lnTo>
                      <a:lnTo>
                        <a:pt x="887" y="1338"/>
                      </a:lnTo>
                      <a:lnTo>
                        <a:pt x="886" y="1322"/>
                      </a:lnTo>
                      <a:lnTo>
                        <a:pt x="885" y="1315"/>
                      </a:lnTo>
                      <a:lnTo>
                        <a:pt x="882" y="1311"/>
                      </a:lnTo>
                      <a:lnTo>
                        <a:pt x="880" y="1309"/>
                      </a:lnTo>
                      <a:lnTo>
                        <a:pt x="876" y="1307"/>
                      </a:lnTo>
                      <a:lnTo>
                        <a:pt x="873" y="1307"/>
                      </a:lnTo>
                      <a:lnTo>
                        <a:pt x="869" y="1309"/>
                      </a:lnTo>
                      <a:lnTo>
                        <a:pt x="866" y="1311"/>
                      </a:lnTo>
                      <a:lnTo>
                        <a:pt x="862" y="1313"/>
                      </a:lnTo>
                      <a:lnTo>
                        <a:pt x="856" y="1318"/>
                      </a:lnTo>
                      <a:lnTo>
                        <a:pt x="850" y="1321"/>
                      </a:lnTo>
                      <a:lnTo>
                        <a:pt x="842" y="1322"/>
                      </a:lnTo>
                      <a:lnTo>
                        <a:pt x="832" y="1322"/>
                      </a:lnTo>
                      <a:lnTo>
                        <a:pt x="823" y="1321"/>
                      </a:lnTo>
                      <a:lnTo>
                        <a:pt x="816" y="1318"/>
                      </a:lnTo>
                      <a:lnTo>
                        <a:pt x="811" y="1313"/>
                      </a:lnTo>
                      <a:lnTo>
                        <a:pt x="807" y="1307"/>
                      </a:lnTo>
                      <a:lnTo>
                        <a:pt x="805" y="1305"/>
                      </a:lnTo>
                      <a:lnTo>
                        <a:pt x="803" y="1303"/>
                      </a:lnTo>
                      <a:lnTo>
                        <a:pt x="800" y="1302"/>
                      </a:lnTo>
                      <a:lnTo>
                        <a:pt x="798" y="1300"/>
                      </a:lnTo>
                      <a:lnTo>
                        <a:pt x="792" y="1302"/>
                      </a:lnTo>
                      <a:lnTo>
                        <a:pt x="784" y="1306"/>
                      </a:lnTo>
                      <a:lnTo>
                        <a:pt x="773" y="1312"/>
                      </a:lnTo>
                      <a:lnTo>
                        <a:pt x="762" y="1318"/>
                      </a:lnTo>
                      <a:lnTo>
                        <a:pt x="753" y="1325"/>
                      </a:lnTo>
                      <a:lnTo>
                        <a:pt x="743" y="1331"/>
                      </a:lnTo>
                      <a:lnTo>
                        <a:pt x="736" y="1336"/>
                      </a:lnTo>
                      <a:lnTo>
                        <a:pt x="732" y="1342"/>
                      </a:lnTo>
                      <a:lnTo>
                        <a:pt x="731" y="1344"/>
                      </a:lnTo>
                      <a:lnTo>
                        <a:pt x="731" y="1347"/>
                      </a:lnTo>
                      <a:lnTo>
                        <a:pt x="732" y="1350"/>
                      </a:lnTo>
                      <a:lnTo>
                        <a:pt x="734" y="1354"/>
                      </a:lnTo>
                      <a:lnTo>
                        <a:pt x="736" y="1367"/>
                      </a:lnTo>
                      <a:lnTo>
                        <a:pt x="738" y="1384"/>
                      </a:lnTo>
                      <a:lnTo>
                        <a:pt x="740" y="1388"/>
                      </a:lnTo>
                      <a:lnTo>
                        <a:pt x="741" y="1392"/>
                      </a:lnTo>
                      <a:lnTo>
                        <a:pt x="743" y="1395"/>
                      </a:lnTo>
                      <a:lnTo>
                        <a:pt x="747" y="1399"/>
                      </a:lnTo>
                      <a:lnTo>
                        <a:pt x="753" y="1406"/>
                      </a:lnTo>
                      <a:lnTo>
                        <a:pt x="761" y="1413"/>
                      </a:lnTo>
                      <a:lnTo>
                        <a:pt x="764" y="1418"/>
                      </a:lnTo>
                      <a:lnTo>
                        <a:pt x="766" y="1422"/>
                      </a:lnTo>
                      <a:lnTo>
                        <a:pt x="767" y="1425"/>
                      </a:lnTo>
                      <a:lnTo>
                        <a:pt x="764" y="1429"/>
                      </a:lnTo>
                      <a:lnTo>
                        <a:pt x="762" y="1432"/>
                      </a:lnTo>
                      <a:lnTo>
                        <a:pt x="759" y="1436"/>
                      </a:lnTo>
                      <a:lnTo>
                        <a:pt x="754" y="1439"/>
                      </a:lnTo>
                      <a:lnTo>
                        <a:pt x="748" y="1442"/>
                      </a:lnTo>
                      <a:lnTo>
                        <a:pt x="735" y="1449"/>
                      </a:lnTo>
                      <a:lnTo>
                        <a:pt x="723" y="1456"/>
                      </a:lnTo>
                      <a:lnTo>
                        <a:pt x="711" y="1464"/>
                      </a:lnTo>
                      <a:lnTo>
                        <a:pt x="700" y="1473"/>
                      </a:lnTo>
                      <a:lnTo>
                        <a:pt x="696" y="1476"/>
                      </a:lnTo>
                      <a:lnTo>
                        <a:pt x="692" y="1479"/>
                      </a:lnTo>
                      <a:close/>
                    </a:path>
                  </a:pathLst>
                </a:custGeom>
                <a:solidFill>
                  <a:srgbClr val="DDEBF7"/>
                </a:solidFill>
                <a:ln w="9525">
                  <a:solidFill>
                    <a:srgbClr val="AFABAB"/>
                  </a:solidFill>
                  <a:round/>
                  <a:headEnd/>
                  <a:tailEnd/>
                </a:ln>
              </p:spPr>
              <p:txBody>
                <a:bodyPr/>
                <a:lstStyle/>
                <a:p>
                  <a:endParaRPr lang="zh-CN" altLang="en-US"/>
                </a:p>
              </p:txBody>
            </p:sp>
            <p:sp>
              <p:nvSpPr>
                <p:cNvPr id="57" name="广西">
                  <a:extLst>
                    <a:ext uri="{FF2B5EF4-FFF2-40B4-BE49-F238E27FC236}">
                      <a16:creationId xmlns:a16="http://schemas.microsoft.com/office/drawing/2014/main" id="{17EA1E14-CD54-46D8-A47D-B86D227C75FB}"/>
                    </a:ext>
                  </a:extLst>
                </p:cNvPr>
                <p:cNvSpPr>
                  <a:spLocks/>
                </p:cNvSpPr>
                <p:nvPr/>
              </p:nvSpPr>
              <p:spPr bwMode="auto">
                <a:xfrm>
                  <a:off x="2552731" y="3200567"/>
                  <a:ext cx="790585" cy="571530"/>
                </a:xfrm>
                <a:custGeom>
                  <a:avLst/>
                  <a:gdLst>
                    <a:gd name="T0" fmla="*/ 2147483646 w 2980"/>
                    <a:gd name="T1" fmla="*/ 2147483646 h 2145"/>
                    <a:gd name="T2" fmla="*/ 2147483646 w 2980"/>
                    <a:gd name="T3" fmla="*/ 2147483646 h 2145"/>
                    <a:gd name="T4" fmla="*/ 2147483646 w 2980"/>
                    <a:gd name="T5" fmla="*/ 2147483646 h 2145"/>
                    <a:gd name="T6" fmla="*/ 2147483646 w 2980"/>
                    <a:gd name="T7" fmla="*/ 2147483646 h 2145"/>
                    <a:gd name="T8" fmla="*/ 2147483646 w 2980"/>
                    <a:gd name="T9" fmla="*/ 2147483646 h 2145"/>
                    <a:gd name="T10" fmla="*/ 2147483646 w 2980"/>
                    <a:gd name="T11" fmla="*/ 2147483646 h 2145"/>
                    <a:gd name="T12" fmla="*/ 2147483646 w 2980"/>
                    <a:gd name="T13" fmla="*/ 2147483646 h 2145"/>
                    <a:gd name="T14" fmla="*/ 2147483646 w 2980"/>
                    <a:gd name="T15" fmla="*/ 2147483646 h 2145"/>
                    <a:gd name="T16" fmla="*/ 2147483646 w 2980"/>
                    <a:gd name="T17" fmla="*/ 2147483646 h 2145"/>
                    <a:gd name="T18" fmla="*/ 2147483646 w 2980"/>
                    <a:gd name="T19" fmla="*/ 2147483646 h 2145"/>
                    <a:gd name="T20" fmla="*/ 2147483646 w 2980"/>
                    <a:gd name="T21" fmla="*/ 2147483646 h 2145"/>
                    <a:gd name="T22" fmla="*/ 2147483646 w 2980"/>
                    <a:gd name="T23" fmla="*/ 2147483646 h 2145"/>
                    <a:gd name="T24" fmla="*/ 2147483646 w 2980"/>
                    <a:gd name="T25" fmla="*/ 2147483646 h 2145"/>
                    <a:gd name="T26" fmla="*/ 2147483646 w 2980"/>
                    <a:gd name="T27" fmla="*/ 2147483646 h 2145"/>
                    <a:gd name="T28" fmla="*/ 2147483646 w 2980"/>
                    <a:gd name="T29" fmla="*/ 2147483646 h 2145"/>
                    <a:gd name="T30" fmla="*/ 2147483646 w 2980"/>
                    <a:gd name="T31" fmla="*/ 2147483646 h 2145"/>
                    <a:gd name="T32" fmla="*/ 2147483646 w 2980"/>
                    <a:gd name="T33" fmla="*/ 2147483646 h 2145"/>
                    <a:gd name="T34" fmla="*/ 2147483646 w 2980"/>
                    <a:gd name="T35" fmla="*/ 2147483646 h 2145"/>
                    <a:gd name="T36" fmla="*/ 2147483646 w 2980"/>
                    <a:gd name="T37" fmla="*/ 2147483646 h 2145"/>
                    <a:gd name="T38" fmla="*/ 2147483646 w 2980"/>
                    <a:gd name="T39" fmla="*/ 2147483646 h 2145"/>
                    <a:gd name="T40" fmla="*/ 2147483646 w 2980"/>
                    <a:gd name="T41" fmla="*/ 2147483646 h 2145"/>
                    <a:gd name="T42" fmla="*/ 2147483646 w 2980"/>
                    <a:gd name="T43" fmla="*/ 2147483646 h 2145"/>
                    <a:gd name="T44" fmla="*/ 2147483646 w 2980"/>
                    <a:gd name="T45" fmla="*/ 2147483646 h 2145"/>
                    <a:gd name="T46" fmla="*/ 2147483646 w 2980"/>
                    <a:gd name="T47" fmla="*/ 2147483646 h 2145"/>
                    <a:gd name="T48" fmla="*/ 2147483646 w 2980"/>
                    <a:gd name="T49" fmla="*/ 2147483646 h 2145"/>
                    <a:gd name="T50" fmla="*/ 2147483646 w 2980"/>
                    <a:gd name="T51" fmla="*/ 2147483646 h 2145"/>
                    <a:gd name="T52" fmla="*/ 2147483646 w 2980"/>
                    <a:gd name="T53" fmla="*/ 2147483646 h 2145"/>
                    <a:gd name="T54" fmla="*/ 2147483646 w 2980"/>
                    <a:gd name="T55" fmla="*/ 2147483646 h 2145"/>
                    <a:gd name="T56" fmla="*/ 2147483646 w 2980"/>
                    <a:gd name="T57" fmla="*/ 2147483646 h 2145"/>
                    <a:gd name="T58" fmla="*/ 2147483646 w 2980"/>
                    <a:gd name="T59" fmla="*/ 2147483646 h 2145"/>
                    <a:gd name="T60" fmla="*/ 2147483646 w 2980"/>
                    <a:gd name="T61" fmla="*/ 2147483646 h 2145"/>
                    <a:gd name="T62" fmla="*/ 2147483646 w 2980"/>
                    <a:gd name="T63" fmla="*/ 2147483646 h 2145"/>
                    <a:gd name="T64" fmla="*/ 2147483646 w 2980"/>
                    <a:gd name="T65" fmla="*/ 2147483646 h 2145"/>
                    <a:gd name="T66" fmla="*/ 2147483646 w 2980"/>
                    <a:gd name="T67" fmla="*/ 2147483646 h 2145"/>
                    <a:gd name="T68" fmla="*/ 2147483646 w 2980"/>
                    <a:gd name="T69" fmla="*/ 2147483646 h 2145"/>
                    <a:gd name="T70" fmla="*/ 2147483646 w 2980"/>
                    <a:gd name="T71" fmla="*/ 2147483646 h 2145"/>
                    <a:gd name="T72" fmla="*/ 2147483646 w 2980"/>
                    <a:gd name="T73" fmla="*/ 2147483646 h 2145"/>
                    <a:gd name="T74" fmla="*/ 2147483646 w 2980"/>
                    <a:gd name="T75" fmla="*/ 2147483646 h 2145"/>
                    <a:gd name="T76" fmla="*/ 2147483646 w 2980"/>
                    <a:gd name="T77" fmla="*/ 2147483646 h 2145"/>
                    <a:gd name="T78" fmla="*/ 2147483646 w 2980"/>
                    <a:gd name="T79" fmla="*/ 2147483646 h 2145"/>
                    <a:gd name="T80" fmla="*/ 2147483646 w 2980"/>
                    <a:gd name="T81" fmla="*/ 2147483646 h 2145"/>
                    <a:gd name="T82" fmla="*/ 2147483646 w 2980"/>
                    <a:gd name="T83" fmla="*/ 2147483646 h 2145"/>
                    <a:gd name="T84" fmla="*/ 2147483646 w 2980"/>
                    <a:gd name="T85" fmla="*/ 2147483646 h 2145"/>
                    <a:gd name="T86" fmla="*/ 2147483646 w 2980"/>
                    <a:gd name="T87" fmla="*/ 2147483646 h 2145"/>
                    <a:gd name="T88" fmla="*/ 2147483646 w 2980"/>
                    <a:gd name="T89" fmla="*/ 2147483646 h 2145"/>
                    <a:gd name="T90" fmla="*/ 2147483646 w 2980"/>
                    <a:gd name="T91" fmla="*/ 2147483646 h 2145"/>
                    <a:gd name="T92" fmla="*/ 2147483646 w 2980"/>
                    <a:gd name="T93" fmla="*/ 2147483646 h 2145"/>
                    <a:gd name="T94" fmla="*/ 2147483646 w 2980"/>
                    <a:gd name="T95" fmla="*/ 2147483646 h 2145"/>
                    <a:gd name="T96" fmla="*/ 2147483646 w 2980"/>
                    <a:gd name="T97" fmla="*/ 2147483646 h 2145"/>
                    <a:gd name="T98" fmla="*/ 2147483646 w 2980"/>
                    <a:gd name="T99" fmla="*/ 2147483646 h 2145"/>
                    <a:gd name="T100" fmla="*/ 2147483646 w 2980"/>
                    <a:gd name="T101" fmla="*/ 2147483646 h 2145"/>
                    <a:gd name="T102" fmla="*/ 2147483646 w 2980"/>
                    <a:gd name="T103" fmla="*/ 2147483646 h 2145"/>
                    <a:gd name="T104" fmla="*/ 2147483646 w 2980"/>
                    <a:gd name="T105" fmla="*/ 2147483646 h 2145"/>
                    <a:gd name="T106" fmla="*/ 2147483646 w 2980"/>
                    <a:gd name="T107" fmla="*/ 2147483646 h 2145"/>
                    <a:gd name="T108" fmla="*/ 2147483646 w 2980"/>
                    <a:gd name="T109" fmla="*/ 2147483646 h 2145"/>
                    <a:gd name="T110" fmla="*/ 2147483646 w 2980"/>
                    <a:gd name="T111" fmla="*/ 2147483646 h 2145"/>
                    <a:gd name="T112" fmla="*/ 2147483646 w 2980"/>
                    <a:gd name="T113" fmla="*/ 2147483646 h 2145"/>
                    <a:gd name="T114" fmla="*/ 2147483646 w 2980"/>
                    <a:gd name="T115" fmla="*/ 2147483646 h 2145"/>
                    <a:gd name="T116" fmla="*/ 2147483646 w 2980"/>
                    <a:gd name="T117" fmla="*/ 2147483646 h 2145"/>
                    <a:gd name="T118" fmla="*/ 2147483646 w 2980"/>
                    <a:gd name="T119" fmla="*/ 2147483646 h 2145"/>
                    <a:gd name="T120" fmla="*/ 2147483646 w 2980"/>
                    <a:gd name="T121" fmla="*/ 2147483646 h 2145"/>
                    <a:gd name="T122" fmla="*/ 2147483646 w 2980"/>
                    <a:gd name="T123" fmla="*/ 2147483646 h 214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980" h="2145">
                      <a:moveTo>
                        <a:pt x="1151" y="2037"/>
                      </a:moveTo>
                      <a:lnTo>
                        <a:pt x="1141" y="2031"/>
                      </a:lnTo>
                      <a:lnTo>
                        <a:pt x="1132" y="2025"/>
                      </a:lnTo>
                      <a:lnTo>
                        <a:pt x="1128" y="2024"/>
                      </a:lnTo>
                      <a:lnTo>
                        <a:pt x="1123" y="2024"/>
                      </a:lnTo>
                      <a:lnTo>
                        <a:pt x="1120" y="2026"/>
                      </a:lnTo>
                      <a:lnTo>
                        <a:pt x="1115" y="2029"/>
                      </a:lnTo>
                      <a:lnTo>
                        <a:pt x="1112" y="2033"/>
                      </a:lnTo>
                      <a:lnTo>
                        <a:pt x="1107" y="2036"/>
                      </a:lnTo>
                      <a:lnTo>
                        <a:pt x="1103" y="2038"/>
                      </a:lnTo>
                      <a:lnTo>
                        <a:pt x="1100" y="2038"/>
                      </a:lnTo>
                      <a:lnTo>
                        <a:pt x="1097" y="2037"/>
                      </a:lnTo>
                      <a:lnTo>
                        <a:pt x="1095" y="2035"/>
                      </a:lnTo>
                      <a:lnTo>
                        <a:pt x="1091" y="2030"/>
                      </a:lnTo>
                      <a:lnTo>
                        <a:pt x="1089" y="2025"/>
                      </a:lnTo>
                      <a:lnTo>
                        <a:pt x="1085" y="2018"/>
                      </a:lnTo>
                      <a:lnTo>
                        <a:pt x="1082" y="2008"/>
                      </a:lnTo>
                      <a:lnTo>
                        <a:pt x="1078" y="1998"/>
                      </a:lnTo>
                      <a:lnTo>
                        <a:pt x="1072" y="1989"/>
                      </a:lnTo>
                      <a:lnTo>
                        <a:pt x="1068" y="1986"/>
                      </a:lnTo>
                      <a:lnTo>
                        <a:pt x="1063" y="1983"/>
                      </a:lnTo>
                      <a:lnTo>
                        <a:pt x="1060" y="1983"/>
                      </a:lnTo>
                      <a:lnTo>
                        <a:pt x="1057" y="1985"/>
                      </a:lnTo>
                      <a:lnTo>
                        <a:pt x="1053" y="1986"/>
                      </a:lnTo>
                      <a:lnTo>
                        <a:pt x="1050" y="1989"/>
                      </a:lnTo>
                      <a:lnTo>
                        <a:pt x="1046" y="1992"/>
                      </a:lnTo>
                      <a:lnTo>
                        <a:pt x="1043" y="1994"/>
                      </a:lnTo>
                      <a:lnTo>
                        <a:pt x="1038" y="1997"/>
                      </a:lnTo>
                      <a:lnTo>
                        <a:pt x="1034" y="1995"/>
                      </a:lnTo>
                      <a:lnTo>
                        <a:pt x="1029" y="1993"/>
                      </a:lnTo>
                      <a:lnTo>
                        <a:pt x="1024" y="1991"/>
                      </a:lnTo>
                      <a:lnTo>
                        <a:pt x="1018" y="1986"/>
                      </a:lnTo>
                      <a:lnTo>
                        <a:pt x="1013" y="1981"/>
                      </a:lnTo>
                      <a:lnTo>
                        <a:pt x="1003" y="1973"/>
                      </a:lnTo>
                      <a:lnTo>
                        <a:pt x="995" y="1964"/>
                      </a:lnTo>
                      <a:lnTo>
                        <a:pt x="987" y="1957"/>
                      </a:lnTo>
                      <a:lnTo>
                        <a:pt x="980" y="1953"/>
                      </a:lnTo>
                      <a:lnTo>
                        <a:pt x="963" y="1948"/>
                      </a:lnTo>
                      <a:lnTo>
                        <a:pt x="950" y="1943"/>
                      </a:lnTo>
                      <a:lnTo>
                        <a:pt x="949" y="1941"/>
                      </a:lnTo>
                      <a:lnTo>
                        <a:pt x="949" y="1938"/>
                      </a:lnTo>
                      <a:lnTo>
                        <a:pt x="950" y="1935"/>
                      </a:lnTo>
                      <a:lnTo>
                        <a:pt x="952" y="1931"/>
                      </a:lnTo>
                      <a:lnTo>
                        <a:pt x="957" y="1923"/>
                      </a:lnTo>
                      <a:lnTo>
                        <a:pt x="963" y="1916"/>
                      </a:lnTo>
                      <a:lnTo>
                        <a:pt x="964" y="1911"/>
                      </a:lnTo>
                      <a:lnTo>
                        <a:pt x="964" y="1907"/>
                      </a:lnTo>
                      <a:lnTo>
                        <a:pt x="962" y="1905"/>
                      </a:lnTo>
                      <a:lnTo>
                        <a:pt x="959" y="1903"/>
                      </a:lnTo>
                      <a:lnTo>
                        <a:pt x="955" y="1900"/>
                      </a:lnTo>
                      <a:lnTo>
                        <a:pt x="950" y="1899"/>
                      </a:lnTo>
                      <a:lnTo>
                        <a:pt x="945" y="1900"/>
                      </a:lnTo>
                      <a:lnTo>
                        <a:pt x="940" y="1900"/>
                      </a:lnTo>
                      <a:lnTo>
                        <a:pt x="934" y="1903"/>
                      </a:lnTo>
                      <a:lnTo>
                        <a:pt x="925" y="1904"/>
                      </a:lnTo>
                      <a:lnTo>
                        <a:pt x="921" y="1903"/>
                      </a:lnTo>
                      <a:lnTo>
                        <a:pt x="918" y="1901"/>
                      </a:lnTo>
                      <a:lnTo>
                        <a:pt x="915" y="1899"/>
                      </a:lnTo>
                      <a:lnTo>
                        <a:pt x="912" y="1897"/>
                      </a:lnTo>
                      <a:lnTo>
                        <a:pt x="906" y="1890"/>
                      </a:lnTo>
                      <a:lnTo>
                        <a:pt x="900" y="1884"/>
                      </a:lnTo>
                      <a:lnTo>
                        <a:pt x="893" y="1881"/>
                      </a:lnTo>
                      <a:lnTo>
                        <a:pt x="886" y="1879"/>
                      </a:lnTo>
                      <a:lnTo>
                        <a:pt x="879" y="1879"/>
                      </a:lnTo>
                      <a:lnTo>
                        <a:pt x="873" y="1878"/>
                      </a:lnTo>
                      <a:lnTo>
                        <a:pt x="863" y="1876"/>
                      </a:lnTo>
                      <a:lnTo>
                        <a:pt x="852" y="1879"/>
                      </a:lnTo>
                      <a:lnTo>
                        <a:pt x="846" y="1881"/>
                      </a:lnTo>
                      <a:lnTo>
                        <a:pt x="839" y="1885"/>
                      </a:lnTo>
                      <a:lnTo>
                        <a:pt x="837" y="1886"/>
                      </a:lnTo>
                      <a:lnTo>
                        <a:pt x="833" y="1886"/>
                      </a:lnTo>
                      <a:lnTo>
                        <a:pt x="831" y="1885"/>
                      </a:lnTo>
                      <a:lnTo>
                        <a:pt x="829" y="1882"/>
                      </a:lnTo>
                      <a:lnTo>
                        <a:pt x="826" y="1876"/>
                      </a:lnTo>
                      <a:lnTo>
                        <a:pt x="825" y="1871"/>
                      </a:lnTo>
                      <a:lnTo>
                        <a:pt x="825" y="1863"/>
                      </a:lnTo>
                      <a:lnTo>
                        <a:pt x="824" y="1853"/>
                      </a:lnTo>
                      <a:lnTo>
                        <a:pt x="826" y="1846"/>
                      </a:lnTo>
                      <a:lnTo>
                        <a:pt x="829" y="1837"/>
                      </a:lnTo>
                      <a:lnTo>
                        <a:pt x="829" y="1828"/>
                      </a:lnTo>
                      <a:lnTo>
                        <a:pt x="827" y="1817"/>
                      </a:lnTo>
                      <a:lnTo>
                        <a:pt x="826" y="1808"/>
                      </a:lnTo>
                      <a:lnTo>
                        <a:pt x="825" y="1797"/>
                      </a:lnTo>
                      <a:lnTo>
                        <a:pt x="825" y="1783"/>
                      </a:lnTo>
                      <a:lnTo>
                        <a:pt x="824" y="1771"/>
                      </a:lnTo>
                      <a:lnTo>
                        <a:pt x="823" y="1760"/>
                      </a:lnTo>
                      <a:lnTo>
                        <a:pt x="821" y="1750"/>
                      </a:lnTo>
                      <a:lnTo>
                        <a:pt x="820" y="1743"/>
                      </a:lnTo>
                      <a:lnTo>
                        <a:pt x="818" y="1737"/>
                      </a:lnTo>
                      <a:lnTo>
                        <a:pt x="814" y="1734"/>
                      </a:lnTo>
                      <a:lnTo>
                        <a:pt x="810" y="1731"/>
                      </a:lnTo>
                      <a:lnTo>
                        <a:pt x="804" y="1730"/>
                      </a:lnTo>
                      <a:lnTo>
                        <a:pt x="798" y="1729"/>
                      </a:lnTo>
                      <a:lnTo>
                        <a:pt x="793" y="1728"/>
                      </a:lnTo>
                      <a:lnTo>
                        <a:pt x="788" y="1724"/>
                      </a:lnTo>
                      <a:lnTo>
                        <a:pt x="786" y="1722"/>
                      </a:lnTo>
                      <a:lnTo>
                        <a:pt x="786" y="1718"/>
                      </a:lnTo>
                      <a:lnTo>
                        <a:pt x="786" y="1715"/>
                      </a:lnTo>
                      <a:lnTo>
                        <a:pt x="786" y="1710"/>
                      </a:lnTo>
                      <a:lnTo>
                        <a:pt x="785" y="1705"/>
                      </a:lnTo>
                      <a:lnTo>
                        <a:pt x="783" y="1701"/>
                      </a:lnTo>
                      <a:lnTo>
                        <a:pt x="780" y="1697"/>
                      </a:lnTo>
                      <a:lnTo>
                        <a:pt x="776" y="1693"/>
                      </a:lnTo>
                      <a:lnTo>
                        <a:pt x="774" y="1689"/>
                      </a:lnTo>
                      <a:lnTo>
                        <a:pt x="773" y="1684"/>
                      </a:lnTo>
                      <a:lnTo>
                        <a:pt x="774" y="1678"/>
                      </a:lnTo>
                      <a:lnTo>
                        <a:pt x="775" y="1673"/>
                      </a:lnTo>
                      <a:lnTo>
                        <a:pt x="777" y="1667"/>
                      </a:lnTo>
                      <a:lnTo>
                        <a:pt x="780" y="1663"/>
                      </a:lnTo>
                      <a:lnTo>
                        <a:pt x="786" y="1654"/>
                      </a:lnTo>
                      <a:lnTo>
                        <a:pt x="791" y="1647"/>
                      </a:lnTo>
                      <a:lnTo>
                        <a:pt x="792" y="1641"/>
                      </a:lnTo>
                      <a:lnTo>
                        <a:pt x="794" y="1634"/>
                      </a:lnTo>
                      <a:lnTo>
                        <a:pt x="795" y="1632"/>
                      </a:lnTo>
                      <a:lnTo>
                        <a:pt x="796" y="1628"/>
                      </a:lnTo>
                      <a:lnTo>
                        <a:pt x="798" y="1626"/>
                      </a:lnTo>
                      <a:lnTo>
                        <a:pt x="800" y="1625"/>
                      </a:lnTo>
                      <a:lnTo>
                        <a:pt x="808" y="1625"/>
                      </a:lnTo>
                      <a:lnTo>
                        <a:pt x="817" y="1627"/>
                      </a:lnTo>
                      <a:lnTo>
                        <a:pt x="820" y="1628"/>
                      </a:lnTo>
                      <a:lnTo>
                        <a:pt x="824" y="1628"/>
                      </a:lnTo>
                      <a:lnTo>
                        <a:pt x="827" y="1628"/>
                      </a:lnTo>
                      <a:lnTo>
                        <a:pt x="831" y="1626"/>
                      </a:lnTo>
                      <a:lnTo>
                        <a:pt x="839" y="1615"/>
                      </a:lnTo>
                      <a:lnTo>
                        <a:pt x="845" y="1602"/>
                      </a:lnTo>
                      <a:lnTo>
                        <a:pt x="852" y="1589"/>
                      </a:lnTo>
                      <a:lnTo>
                        <a:pt x="858" y="1577"/>
                      </a:lnTo>
                      <a:lnTo>
                        <a:pt x="867" y="1563"/>
                      </a:lnTo>
                      <a:lnTo>
                        <a:pt x="873" y="1550"/>
                      </a:lnTo>
                      <a:lnTo>
                        <a:pt x="880" y="1540"/>
                      </a:lnTo>
                      <a:lnTo>
                        <a:pt x="883" y="1532"/>
                      </a:lnTo>
                      <a:lnTo>
                        <a:pt x="883" y="1529"/>
                      </a:lnTo>
                      <a:lnTo>
                        <a:pt x="881" y="1527"/>
                      </a:lnTo>
                      <a:lnTo>
                        <a:pt x="876" y="1525"/>
                      </a:lnTo>
                      <a:lnTo>
                        <a:pt x="870" y="1523"/>
                      </a:lnTo>
                      <a:lnTo>
                        <a:pt x="864" y="1521"/>
                      </a:lnTo>
                      <a:lnTo>
                        <a:pt x="858" y="1519"/>
                      </a:lnTo>
                      <a:lnTo>
                        <a:pt x="856" y="1519"/>
                      </a:lnTo>
                      <a:lnTo>
                        <a:pt x="854" y="1518"/>
                      </a:lnTo>
                      <a:lnTo>
                        <a:pt x="852" y="1516"/>
                      </a:lnTo>
                      <a:lnTo>
                        <a:pt x="851" y="1514"/>
                      </a:lnTo>
                      <a:lnTo>
                        <a:pt x="850" y="1512"/>
                      </a:lnTo>
                      <a:lnTo>
                        <a:pt x="850" y="1508"/>
                      </a:lnTo>
                      <a:lnTo>
                        <a:pt x="849" y="1506"/>
                      </a:lnTo>
                      <a:lnTo>
                        <a:pt x="849" y="1504"/>
                      </a:lnTo>
                      <a:lnTo>
                        <a:pt x="848" y="1502"/>
                      </a:lnTo>
                      <a:lnTo>
                        <a:pt x="846" y="1502"/>
                      </a:lnTo>
                      <a:lnTo>
                        <a:pt x="837" y="1500"/>
                      </a:lnTo>
                      <a:lnTo>
                        <a:pt x="827" y="1500"/>
                      </a:lnTo>
                      <a:lnTo>
                        <a:pt x="819" y="1500"/>
                      </a:lnTo>
                      <a:lnTo>
                        <a:pt x="812" y="1497"/>
                      </a:lnTo>
                      <a:lnTo>
                        <a:pt x="808" y="1493"/>
                      </a:lnTo>
                      <a:lnTo>
                        <a:pt x="804" y="1485"/>
                      </a:lnTo>
                      <a:lnTo>
                        <a:pt x="799" y="1482"/>
                      </a:lnTo>
                      <a:lnTo>
                        <a:pt x="795" y="1478"/>
                      </a:lnTo>
                      <a:lnTo>
                        <a:pt x="789" y="1475"/>
                      </a:lnTo>
                      <a:lnTo>
                        <a:pt x="783" y="1472"/>
                      </a:lnTo>
                      <a:lnTo>
                        <a:pt x="779" y="1471"/>
                      </a:lnTo>
                      <a:lnTo>
                        <a:pt x="774" y="1471"/>
                      </a:lnTo>
                      <a:lnTo>
                        <a:pt x="768" y="1472"/>
                      </a:lnTo>
                      <a:lnTo>
                        <a:pt x="762" y="1475"/>
                      </a:lnTo>
                      <a:lnTo>
                        <a:pt x="754" y="1481"/>
                      </a:lnTo>
                      <a:lnTo>
                        <a:pt x="744" y="1487"/>
                      </a:lnTo>
                      <a:lnTo>
                        <a:pt x="736" y="1491"/>
                      </a:lnTo>
                      <a:lnTo>
                        <a:pt x="728" y="1496"/>
                      </a:lnTo>
                      <a:lnTo>
                        <a:pt x="720" y="1499"/>
                      </a:lnTo>
                      <a:lnTo>
                        <a:pt x="713" y="1500"/>
                      </a:lnTo>
                      <a:lnTo>
                        <a:pt x="706" y="1501"/>
                      </a:lnTo>
                      <a:lnTo>
                        <a:pt x="699" y="1501"/>
                      </a:lnTo>
                      <a:lnTo>
                        <a:pt x="692" y="1501"/>
                      </a:lnTo>
                      <a:lnTo>
                        <a:pt x="685" y="1501"/>
                      </a:lnTo>
                      <a:lnTo>
                        <a:pt x="678" y="1499"/>
                      </a:lnTo>
                      <a:lnTo>
                        <a:pt x="670" y="1496"/>
                      </a:lnTo>
                      <a:lnTo>
                        <a:pt x="668" y="1494"/>
                      </a:lnTo>
                      <a:lnTo>
                        <a:pt x="665" y="1490"/>
                      </a:lnTo>
                      <a:lnTo>
                        <a:pt x="662" y="1488"/>
                      </a:lnTo>
                      <a:lnTo>
                        <a:pt x="660" y="1483"/>
                      </a:lnTo>
                      <a:lnTo>
                        <a:pt x="656" y="1472"/>
                      </a:lnTo>
                      <a:lnTo>
                        <a:pt x="651" y="1464"/>
                      </a:lnTo>
                      <a:lnTo>
                        <a:pt x="644" y="1459"/>
                      </a:lnTo>
                      <a:lnTo>
                        <a:pt x="637" y="1456"/>
                      </a:lnTo>
                      <a:lnTo>
                        <a:pt x="631" y="1452"/>
                      </a:lnTo>
                      <a:lnTo>
                        <a:pt x="625" y="1450"/>
                      </a:lnTo>
                      <a:lnTo>
                        <a:pt x="616" y="1446"/>
                      </a:lnTo>
                      <a:lnTo>
                        <a:pt x="604" y="1445"/>
                      </a:lnTo>
                      <a:lnTo>
                        <a:pt x="590" y="1445"/>
                      </a:lnTo>
                      <a:lnTo>
                        <a:pt x="574" y="1443"/>
                      </a:lnTo>
                      <a:lnTo>
                        <a:pt x="569" y="1443"/>
                      </a:lnTo>
                      <a:lnTo>
                        <a:pt x="565" y="1443"/>
                      </a:lnTo>
                      <a:lnTo>
                        <a:pt x="561" y="1444"/>
                      </a:lnTo>
                      <a:lnTo>
                        <a:pt x="559" y="1445"/>
                      </a:lnTo>
                      <a:lnTo>
                        <a:pt x="558" y="1450"/>
                      </a:lnTo>
                      <a:lnTo>
                        <a:pt x="558" y="1455"/>
                      </a:lnTo>
                      <a:lnTo>
                        <a:pt x="556" y="1459"/>
                      </a:lnTo>
                      <a:lnTo>
                        <a:pt x="554" y="1463"/>
                      </a:lnTo>
                      <a:lnTo>
                        <a:pt x="552" y="1464"/>
                      </a:lnTo>
                      <a:lnTo>
                        <a:pt x="549" y="1465"/>
                      </a:lnTo>
                      <a:lnTo>
                        <a:pt x="543" y="1466"/>
                      </a:lnTo>
                      <a:lnTo>
                        <a:pt x="539" y="1465"/>
                      </a:lnTo>
                      <a:lnTo>
                        <a:pt x="531" y="1465"/>
                      </a:lnTo>
                      <a:lnTo>
                        <a:pt x="525" y="1465"/>
                      </a:lnTo>
                      <a:lnTo>
                        <a:pt x="518" y="1468"/>
                      </a:lnTo>
                      <a:lnTo>
                        <a:pt x="512" y="1469"/>
                      </a:lnTo>
                      <a:lnTo>
                        <a:pt x="509" y="1468"/>
                      </a:lnTo>
                      <a:lnTo>
                        <a:pt x="505" y="1464"/>
                      </a:lnTo>
                      <a:lnTo>
                        <a:pt x="498" y="1453"/>
                      </a:lnTo>
                      <a:lnTo>
                        <a:pt x="491" y="1444"/>
                      </a:lnTo>
                      <a:lnTo>
                        <a:pt x="484" y="1439"/>
                      </a:lnTo>
                      <a:lnTo>
                        <a:pt x="476" y="1434"/>
                      </a:lnTo>
                      <a:lnTo>
                        <a:pt x="473" y="1433"/>
                      </a:lnTo>
                      <a:lnTo>
                        <a:pt x="470" y="1432"/>
                      </a:lnTo>
                      <a:lnTo>
                        <a:pt x="467" y="1431"/>
                      </a:lnTo>
                      <a:lnTo>
                        <a:pt x="465" y="1430"/>
                      </a:lnTo>
                      <a:lnTo>
                        <a:pt x="462" y="1428"/>
                      </a:lnTo>
                      <a:lnTo>
                        <a:pt x="461" y="1426"/>
                      </a:lnTo>
                      <a:lnTo>
                        <a:pt x="461" y="1424"/>
                      </a:lnTo>
                      <a:lnTo>
                        <a:pt x="459" y="1421"/>
                      </a:lnTo>
                      <a:lnTo>
                        <a:pt x="457" y="1419"/>
                      </a:lnTo>
                      <a:lnTo>
                        <a:pt x="453" y="1417"/>
                      </a:lnTo>
                      <a:lnTo>
                        <a:pt x="446" y="1412"/>
                      </a:lnTo>
                      <a:lnTo>
                        <a:pt x="441" y="1408"/>
                      </a:lnTo>
                      <a:lnTo>
                        <a:pt x="437" y="1407"/>
                      </a:lnTo>
                      <a:lnTo>
                        <a:pt x="433" y="1405"/>
                      </a:lnTo>
                      <a:lnTo>
                        <a:pt x="427" y="1403"/>
                      </a:lnTo>
                      <a:lnTo>
                        <a:pt x="420" y="1402"/>
                      </a:lnTo>
                      <a:lnTo>
                        <a:pt x="410" y="1400"/>
                      </a:lnTo>
                      <a:lnTo>
                        <a:pt x="403" y="1400"/>
                      </a:lnTo>
                      <a:lnTo>
                        <a:pt x="399" y="1401"/>
                      </a:lnTo>
                      <a:lnTo>
                        <a:pt x="396" y="1402"/>
                      </a:lnTo>
                      <a:lnTo>
                        <a:pt x="390" y="1405"/>
                      </a:lnTo>
                      <a:lnTo>
                        <a:pt x="386" y="1406"/>
                      </a:lnTo>
                      <a:lnTo>
                        <a:pt x="385" y="1405"/>
                      </a:lnTo>
                      <a:lnTo>
                        <a:pt x="384" y="1401"/>
                      </a:lnTo>
                      <a:lnTo>
                        <a:pt x="385" y="1397"/>
                      </a:lnTo>
                      <a:lnTo>
                        <a:pt x="385" y="1394"/>
                      </a:lnTo>
                      <a:lnTo>
                        <a:pt x="385" y="1389"/>
                      </a:lnTo>
                      <a:lnTo>
                        <a:pt x="385" y="1383"/>
                      </a:lnTo>
                      <a:lnTo>
                        <a:pt x="385" y="1378"/>
                      </a:lnTo>
                      <a:lnTo>
                        <a:pt x="384" y="1374"/>
                      </a:lnTo>
                      <a:lnTo>
                        <a:pt x="382" y="1365"/>
                      </a:lnTo>
                      <a:lnTo>
                        <a:pt x="378" y="1357"/>
                      </a:lnTo>
                      <a:lnTo>
                        <a:pt x="374" y="1351"/>
                      </a:lnTo>
                      <a:lnTo>
                        <a:pt x="372" y="1345"/>
                      </a:lnTo>
                      <a:lnTo>
                        <a:pt x="373" y="1342"/>
                      </a:lnTo>
                      <a:lnTo>
                        <a:pt x="377" y="1338"/>
                      </a:lnTo>
                      <a:lnTo>
                        <a:pt x="379" y="1333"/>
                      </a:lnTo>
                      <a:lnTo>
                        <a:pt x="382" y="1330"/>
                      </a:lnTo>
                      <a:lnTo>
                        <a:pt x="385" y="1325"/>
                      </a:lnTo>
                      <a:lnTo>
                        <a:pt x="389" y="1320"/>
                      </a:lnTo>
                      <a:lnTo>
                        <a:pt x="394" y="1314"/>
                      </a:lnTo>
                      <a:lnTo>
                        <a:pt x="398" y="1308"/>
                      </a:lnTo>
                      <a:lnTo>
                        <a:pt x="402" y="1304"/>
                      </a:lnTo>
                      <a:lnTo>
                        <a:pt x="407" y="1299"/>
                      </a:lnTo>
                      <a:lnTo>
                        <a:pt x="409" y="1295"/>
                      </a:lnTo>
                      <a:lnTo>
                        <a:pt x="410" y="1293"/>
                      </a:lnTo>
                      <a:lnTo>
                        <a:pt x="413" y="1291"/>
                      </a:lnTo>
                      <a:lnTo>
                        <a:pt x="415" y="1289"/>
                      </a:lnTo>
                      <a:lnTo>
                        <a:pt x="423" y="1286"/>
                      </a:lnTo>
                      <a:lnTo>
                        <a:pt x="430" y="1285"/>
                      </a:lnTo>
                      <a:lnTo>
                        <a:pt x="435" y="1283"/>
                      </a:lnTo>
                      <a:lnTo>
                        <a:pt x="439" y="1283"/>
                      </a:lnTo>
                      <a:lnTo>
                        <a:pt x="441" y="1283"/>
                      </a:lnTo>
                      <a:lnTo>
                        <a:pt x="443" y="1283"/>
                      </a:lnTo>
                      <a:lnTo>
                        <a:pt x="445" y="1282"/>
                      </a:lnTo>
                      <a:lnTo>
                        <a:pt x="446" y="1281"/>
                      </a:lnTo>
                      <a:lnTo>
                        <a:pt x="447" y="1280"/>
                      </a:lnTo>
                      <a:lnTo>
                        <a:pt x="447" y="1277"/>
                      </a:lnTo>
                      <a:lnTo>
                        <a:pt x="447" y="1275"/>
                      </a:lnTo>
                      <a:lnTo>
                        <a:pt x="446" y="1274"/>
                      </a:lnTo>
                      <a:lnTo>
                        <a:pt x="445" y="1273"/>
                      </a:lnTo>
                      <a:lnTo>
                        <a:pt x="445" y="1271"/>
                      </a:lnTo>
                      <a:lnTo>
                        <a:pt x="442" y="1266"/>
                      </a:lnTo>
                      <a:lnTo>
                        <a:pt x="440" y="1260"/>
                      </a:lnTo>
                      <a:lnTo>
                        <a:pt x="440" y="1257"/>
                      </a:lnTo>
                      <a:lnTo>
                        <a:pt x="441" y="1254"/>
                      </a:lnTo>
                      <a:lnTo>
                        <a:pt x="445" y="1250"/>
                      </a:lnTo>
                      <a:lnTo>
                        <a:pt x="451" y="1248"/>
                      </a:lnTo>
                      <a:lnTo>
                        <a:pt x="455" y="1247"/>
                      </a:lnTo>
                      <a:lnTo>
                        <a:pt x="460" y="1247"/>
                      </a:lnTo>
                      <a:lnTo>
                        <a:pt x="470" y="1244"/>
                      </a:lnTo>
                      <a:lnTo>
                        <a:pt x="476" y="1243"/>
                      </a:lnTo>
                      <a:lnTo>
                        <a:pt x="479" y="1242"/>
                      </a:lnTo>
                      <a:lnTo>
                        <a:pt x="483" y="1241"/>
                      </a:lnTo>
                      <a:lnTo>
                        <a:pt x="486" y="1238"/>
                      </a:lnTo>
                      <a:lnTo>
                        <a:pt x="491" y="1236"/>
                      </a:lnTo>
                      <a:lnTo>
                        <a:pt x="493" y="1233"/>
                      </a:lnTo>
                      <a:lnTo>
                        <a:pt x="497" y="1232"/>
                      </a:lnTo>
                      <a:lnTo>
                        <a:pt x="499" y="1229"/>
                      </a:lnTo>
                      <a:lnTo>
                        <a:pt x="500" y="1225"/>
                      </a:lnTo>
                      <a:lnTo>
                        <a:pt x="502" y="1224"/>
                      </a:lnTo>
                      <a:lnTo>
                        <a:pt x="503" y="1223"/>
                      </a:lnTo>
                      <a:lnTo>
                        <a:pt x="504" y="1219"/>
                      </a:lnTo>
                      <a:lnTo>
                        <a:pt x="505" y="1217"/>
                      </a:lnTo>
                      <a:lnTo>
                        <a:pt x="506" y="1213"/>
                      </a:lnTo>
                      <a:lnTo>
                        <a:pt x="509" y="1211"/>
                      </a:lnTo>
                      <a:lnTo>
                        <a:pt x="512" y="1207"/>
                      </a:lnTo>
                      <a:lnTo>
                        <a:pt x="516" y="1206"/>
                      </a:lnTo>
                      <a:lnTo>
                        <a:pt x="517" y="1206"/>
                      </a:lnTo>
                      <a:lnTo>
                        <a:pt x="518" y="1206"/>
                      </a:lnTo>
                      <a:lnTo>
                        <a:pt x="521" y="1206"/>
                      </a:lnTo>
                      <a:lnTo>
                        <a:pt x="524" y="1206"/>
                      </a:lnTo>
                      <a:lnTo>
                        <a:pt x="533" y="1208"/>
                      </a:lnTo>
                      <a:lnTo>
                        <a:pt x="541" y="1211"/>
                      </a:lnTo>
                      <a:lnTo>
                        <a:pt x="552" y="1213"/>
                      </a:lnTo>
                      <a:lnTo>
                        <a:pt x="561" y="1218"/>
                      </a:lnTo>
                      <a:lnTo>
                        <a:pt x="566" y="1220"/>
                      </a:lnTo>
                      <a:lnTo>
                        <a:pt x="568" y="1223"/>
                      </a:lnTo>
                      <a:lnTo>
                        <a:pt x="571" y="1228"/>
                      </a:lnTo>
                      <a:lnTo>
                        <a:pt x="572" y="1232"/>
                      </a:lnTo>
                      <a:lnTo>
                        <a:pt x="573" y="1235"/>
                      </a:lnTo>
                      <a:lnTo>
                        <a:pt x="574" y="1236"/>
                      </a:lnTo>
                      <a:lnTo>
                        <a:pt x="575" y="1237"/>
                      </a:lnTo>
                      <a:lnTo>
                        <a:pt x="577" y="1237"/>
                      </a:lnTo>
                      <a:lnTo>
                        <a:pt x="581" y="1236"/>
                      </a:lnTo>
                      <a:lnTo>
                        <a:pt x="585" y="1235"/>
                      </a:lnTo>
                      <a:lnTo>
                        <a:pt x="587" y="1233"/>
                      </a:lnTo>
                      <a:lnTo>
                        <a:pt x="590" y="1231"/>
                      </a:lnTo>
                      <a:lnTo>
                        <a:pt x="592" y="1230"/>
                      </a:lnTo>
                      <a:lnTo>
                        <a:pt x="594" y="1229"/>
                      </a:lnTo>
                      <a:lnTo>
                        <a:pt x="602" y="1225"/>
                      </a:lnTo>
                      <a:lnTo>
                        <a:pt x="606" y="1223"/>
                      </a:lnTo>
                      <a:lnTo>
                        <a:pt x="611" y="1220"/>
                      </a:lnTo>
                      <a:lnTo>
                        <a:pt x="616" y="1218"/>
                      </a:lnTo>
                      <a:lnTo>
                        <a:pt x="618" y="1216"/>
                      </a:lnTo>
                      <a:lnTo>
                        <a:pt x="621" y="1213"/>
                      </a:lnTo>
                      <a:lnTo>
                        <a:pt x="622" y="1211"/>
                      </a:lnTo>
                      <a:lnTo>
                        <a:pt x="623" y="1208"/>
                      </a:lnTo>
                      <a:lnTo>
                        <a:pt x="625" y="1204"/>
                      </a:lnTo>
                      <a:lnTo>
                        <a:pt x="626" y="1199"/>
                      </a:lnTo>
                      <a:lnTo>
                        <a:pt x="629" y="1188"/>
                      </a:lnTo>
                      <a:lnTo>
                        <a:pt x="631" y="1179"/>
                      </a:lnTo>
                      <a:lnTo>
                        <a:pt x="634" y="1166"/>
                      </a:lnTo>
                      <a:lnTo>
                        <a:pt x="635" y="1153"/>
                      </a:lnTo>
                      <a:lnTo>
                        <a:pt x="637" y="1141"/>
                      </a:lnTo>
                      <a:lnTo>
                        <a:pt x="638" y="1128"/>
                      </a:lnTo>
                      <a:lnTo>
                        <a:pt x="640" y="1118"/>
                      </a:lnTo>
                      <a:lnTo>
                        <a:pt x="640" y="1110"/>
                      </a:lnTo>
                      <a:lnTo>
                        <a:pt x="642" y="1098"/>
                      </a:lnTo>
                      <a:lnTo>
                        <a:pt x="647" y="1087"/>
                      </a:lnTo>
                      <a:lnTo>
                        <a:pt x="654" y="1078"/>
                      </a:lnTo>
                      <a:lnTo>
                        <a:pt x="659" y="1068"/>
                      </a:lnTo>
                      <a:lnTo>
                        <a:pt x="659" y="1065"/>
                      </a:lnTo>
                      <a:lnTo>
                        <a:pt x="660" y="1060"/>
                      </a:lnTo>
                      <a:lnTo>
                        <a:pt x="659" y="1055"/>
                      </a:lnTo>
                      <a:lnTo>
                        <a:pt x="657" y="1049"/>
                      </a:lnTo>
                      <a:lnTo>
                        <a:pt x="655" y="1042"/>
                      </a:lnTo>
                      <a:lnTo>
                        <a:pt x="651" y="1034"/>
                      </a:lnTo>
                      <a:lnTo>
                        <a:pt x="646" y="1023"/>
                      </a:lnTo>
                      <a:lnTo>
                        <a:pt x="638" y="1012"/>
                      </a:lnTo>
                      <a:lnTo>
                        <a:pt x="631" y="1002"/>
                      </a:lnTo>
                      <a:lnTo>
                        <a:pt x="625" y="991"/>
                      </a:lnTo>
                      <a:lnTo>
                        <a:pt x="617" y="976"/>
                      </a:lnTo>
                      <a:lnTo>
                        <a:pt x="609" y="962"/>
                      </a:lnTo>
                      <a:lnTo>
                        <a:pt x="605" y="957"/>
                      </a:lnTo>
                      <a:lnTo>
                        <a:pt x="600" y="953"/>
                      </a:lnTo>
                      <a:lnTo>
                        <a:pt x="594" y="952"/>
                      </a:lnTo>
                      <a:lnTo>
                        <a:pt x="584" y="951"/>
                      </a:lnTo>
                      <a:lnTo>
                        <a:pt x="574" y="952"/>
                      </a:lnTo>
                      <a:lnTo>
                        <a:pt x="561" y="953"/>
                      </a:lnTo>
                      <a:lnTo>
                        <a:pt x="558" y="954"/>
                      </a:lnTo>
                      <a:lnTo>
                        <a:pt x="552" y="957"/>
                      </a:lnTo>
                      <a:lnTo>
                        <a:pt x="549" y="958"/>
                      </a:lnTo>
                      <a:lnTo>
                        <a:pt x="547" y="961"/>
                      </a:lnTo>
                      <a:lnTo>
                        <a:pt x="544" y="966"/>
                      </a:lnTo>
                      <a:lnTo>
                        <a:pt x="543" y="971"/>
                      </a:lnTo>
                      <a:lnTo>
                        <a:pt x="543" y="973"/>
                      </a:lnTo>
                      <a:lnTo>
                        <a:pt x="543" y="974"/>
                      </a:lnTo>
                      <a:lnTo>
                        <a:pt x="543" y="977"/>
                      </a:lnTo>
                      <a:lnTo>
                        <a:pt x="543" y="978"/>
                      </a:lnTo>
                      <a:lnTo>
                        <a:pt x="543" y="981"/>
                      </a:lnTo>
                      <a:lnTo>
                        <a:pt x="541" y="984"/>
                      </a:lnTo>
                      <a:lnTo>
                        <a:pt x="539" y="986"/>
                      </a:lnTo>
                      <a:lnTo>
                        <a:pt x="536" y="987"/>
                      </a:lnTo>
                      <a:lnTo>
                        <a:pt x="533" y="990"/>
                      </a:lnTo>
                      <a:lnTo>
                        <a:pt x="528" y="992"/>
                      </a:lnTo>
                      <a:lnTo>
                        <a:pt x="523" y="993"/>
                      </a:lnTo>
                      <a:lnTo>
                        <a:pt x="518" y="993"/>
                      </a:lnTo>
                      <a:lnTo>
                        <a:pt x="516" y="993"/>
                      </a:lnTo>
                      <a:lnTo>
                        <a:pt x="512" y="993"/>
                      </a:lnTo>
                      <a:lnTo>
                        <a:pt x="511" y="993"/>
                      </a:lnTo>
                      <a:lnTo>
                        <a:pt x="509" y="992"/>
                      </a:lnTo>
                      <a:lnTo>
                        <a:pt x="506" y="991"/>
                      </a:lnTo>
                      <a:lnTo>
                        <a:pt x="504" y="989"/>
                      </a:lnTo>
                      <a:lnTo>
                        <a:pt x="500" y="983"/>
                      </a:lnTo>
                      <a:lnTo>
                        <a:pt x="498" y="977"/>
                      </a:lnTo>
                      <a:lnTo>
                        <a:pt x="497" y="973"/>
                      </a:lnTo>
                      <a:lnTo>
                        <a:pt x="495" y="971"/>
                      </a:lnTo>
                      <a:lnTo>
                        <a:pt x="493" y="970"/>
                      </a:lnTo>
                      <a:lnTo>
                        <a:pt x="492" y="968"/>
                      </a:lnTo>
                      <a:lnTo>
                        <a:pt x="491" y="968"/>
                      </a:lnTo>
                      <a:lnTo>
                        <a:pt x="490" y="968"/>
                      </a:lnTo>
                      <a:lnTo>
                        <a:pt x="486" y="967"/>
                      </a:lnTo>
                      <a:lnTo>
                        <a:pt x="483" y="967"/>
                      </a:lnTo>
                      <a:lnTo>
                        <a:pt x="478" y="968"/>
                      </a:lnTo>
                      <a:lnTo>
                        <a:pt x="472" y="971"/>
                      </a:lnTo>
                      <a:lnTo>
                        <a:pt x="467" y="972"/>
                      </a:lnTo>
                      <a:lnTo>
                        <a:pt x="462" y="972"/>
                      </a:lnTo>
                      <a:lnTo>
                        <a:pt x="457" y="972"/>
                      </a:lnTo>
                      <a:lnTo>
                        <a:pt x="452" y="971"/>
                      </a:lnTo>
                      <a:lnTo>
                        <a:pt x="448" y="968"/>
                      </a:lnTo>
                      <a:lnTo>
                        <a:pt x="446" y="965"/>
                      </a:lnTo>
                      <a:lnTo>
                        <a:pt x="445" y="961"/>
                      </a:lnTo>
                      <a:lnTo>
                        <a:pt x="442" y="957"/>
                      </a:lnTo>
                      <a:lnTo>
                        <a:pt x="441" y="954"/>
                      </a:lnTo>
                      <a:lnTo>
                        <a:pt x="440" y="952"/>
                      </a:lnTo>
                      <a:lnTo>
                        <a:pt x="437" y="949"/>
                      </a:lnTo>
                      <a:lnTo>
                        <a:pt x="434" y="947"/>
                      </a:lnTo>
                      <a:lnTo>
                        <a:pt x="432" y="946"/>
                      </a:lnTo>
                      <a:lnTo>
                        <a:pt x="430" y="946"/>
                      </a:lnTo>
                      <a:lnTo>
                        <a:pt x="427" y="946"/>
                      </a:lnTo>
                      <a:lnTo>
                        <a:pt x="423" y="945"/>
                      </a:lnTo>
                      <a:lnTo>
                        <a:pt x="420" y="942"/>
                      </a:lnTo>
                      <a:lnTo>
                        <a:pt x="416" y="941"/>
                      </a:lnTo>
                      <a:lnTo>
                        <a:pt x="413" y="940"/>
                      </a:lnTo>
                      <a:lnTo>
                        <a:pt x="409" y="940"/>
                      </a:lnTo>
                      <a:lnTo>
                        <a:pt x="408" y="940"/>
                      </a:lnTo>
                      <a:lnTo>
                        <a:pt x="405" y="941"/>
                      </a:lnTo>
                      <a:lnTo>
                        <a:pt x="403" y="943"/>
                      </a:lnTo>
                      <a:lnTo>
                        <a:pt x="402" y="946"/>
                      </a:lnTo>
                      <a:lnTo>
                        <a:pt x="401" y="949"/>
                      </a:lnTo>
                      <a:lnTo>
                        <a:pt x="401" y="952"/>
                      </a:lnTo>
                      <a:lnTo>
                        <a:pt x="401" y="955"/>
                      </a:lnTo>
                      <a:lnTo>
                        <a:pt x="399" y="960"/>
                      </a:lnTo>
                      <a:lnTo>
                        <a:pt x="399" y="965"/>
                      </a:lnTo>
                      <a:lnTo>
                        <a:pt x="401" y="970"/>
                      </a:lnTo>
                      <a:lnTo>
                        <a:pt x="401" y="974"/>
                      </a:lnTo>
                      <a:lnTo>
                        <a:pt x="401" y="979"/>
                      </a:lnTo>
                      <a:lnTo>
                        <a:pt x="401" y="980"/>
                      </a:lnTo>
                      <a:lnTo>
                        <a:pt x="401" y="981"/>
                      </a:lnTo>
                      <a:lnTo>
                        <a:pt x="401" y="983"/>
                      </a:lnTo>
                      <a:lnTo>
                        <a:pt x="399" y="984"/>
                      </a:lnTo>
                      <a:lnTo>
                        <a:pt x="398" y="985"/>
                      </a:lnTo>
                      <a:lnTo>
                        <a:pt x="397" y="986"/>
                      </a:lnTo>
                      <a:lnTo>
                        <a:pt x="395" y="987"/>
                      </a:lnTo>
                      <a:lnTo>
                        <a:pt x="391" y="987"/>
                      </a:lnTo>
                      <a:lnTo>
                        <a:pt x="388" y="989"/>
                      </a:lnTo>
                      <a:lnTo>
                        <a:pt x="380" y="989"/>
                      </a:lnTo>
                      <a:lnTo>
                        <a:pt x="374" y="989"/>
                      </a:lnTo>
                      <a:lnTo>
                        <a:pt x="371" y="989"/>
                      </a:lnTo>
                      <a:lnTo>
                        <a:pt x="366" y="987"/>
                      </a:lnTo>
                      <a:lnTo>
                        <a:pt x="363" y="986"/>
                      </a:lnTo>
                      <a:lnTo>
                        <a:pt x="359" y="983"/>
                      </a:lnTo>
                      <a:lnTo>
                        <a:pt x="355" y="980"/>
                      </a:lnTo>
                      <a:lnTo>
                        <a:pt x="353" y="976"/>
                      </a:lnTo>
                      <a:lnTo>
                        <a:pt x="347" y="967"/>
                      </a:lnTo>
                      <a:lnTo>
                        <a:pt x="342" y="959"/>
                      </a:lnTo>
                      <a:lnTo>
                        <a:pt x="340" y="955"/>
                      </a:lnTo>
                      <a:lnTo>
                        <a:pt x="338" y="952"/>
                      </a:lnTo>
                      <a:lnTo>
                        <a:pt x="333" y="949"/>
                      </a:lnTo>
                      <a:lnTo>
                        <a:pt x="329" y="948"/>
                      </a:lnTo>
                      <a:lnTo>
                        <a:pt x="326" y="948"/>
                      </a:lnTo>
                      <a:lnTo>
                        <a:pt x="321" y="951"/>
                      </a:lnTo>
                      <a:lnTo>
                        <a:pt x="319" y="953"/>
                      </a:lnTo>
                      <a:lnTo>
                        <a:pt x="315" y="957"/>
                      </a:lnTo>
                      <a:lnTo>
                        <a:pt x="313" y="958"/>
                      </a:lnTo>
                      <a:lnTo>
                        <a:pt x="309" y="959"/>
                      </a:lnTo>
                      <a:lnTo>
                        <a:pt x="304" y="960"/>
                      </a:lnTo>
                      <a:lnTo>
                        <a:pt x="300" y="959"/>
                      </a:lnTo>
                      <a:lnTo>
                        <a:pt x="295" y="957"/>
                      </a:lnTo>
                      <a:lnTo>
                        <a:pt x="291" y="955"/>
                      </a:lnTo>
                      <a:lnTo>
                        <a:pt x="277" y="948"/>
                      </a:lnTo>
                      <a:lnTo>
                        <a:pt x="266" y="941"/>
                      </a:lnTo>
                      <a:lnTo>
                        <a:pt x="263" y="937"/>
                      </a:lnTo>
                      <a:lnTo>
                        <a:pt x="260" y="934"/>
                      </a:lnTo>
                      <a:lnTo>
                        <a:pt x="259" y="932"/>
                      </a:lnTo>
                      <a:lnTo>
                        <a:pt x="260" y="929"/>
                      </a:lnTo>
                      <a:lnTo>
                        <a:pt x="263" y="926"/>
                      </a:lnTo>
                      <a:lnTo>
                        <a:pt x="267" y="921"/>
                      </a:lnTo>
                      <a:lnTo>
                        <a:pt x="279" y="915"/>
                      </a:lnTo>
                      <a:lnTo>
                        <a:pt x="288" y="910"/>
                      </a:lnTo>
                      <a:lnTo>
                        <a:pt x="289" y="908"/>
                      </a:lnTo>
                      <a:lnTo>
                        <a:pt x="290" y="903"/>
                      </a:lnTo>
                      <a:lnTo>
                        <a:pt x="289" y="899"/>
                      </a:lnTo>
                      <a:lnTo>
                        <a:pt x="287" y="896"/>
                      </a:lnTo>
                      <a:lnTo>
                        <a:pt x="283" y="892"/>
                      </a:lnTo>
                      <a:lnTo>
                        <a:pt x="278" y="888"/>
                      </a:lnTo>
                      <a:lnTo>
                        <a:pt x="275" y="883"/>
                      </a:lnTo>
                      <a:lnTo>
                        <a:pt x="271" y="878"/>
                      </a:lnTo>
                      <a:lnTo>
                        <a:pt x="269" y="871"/>
                      </a:lnTo>
                      <a:lnTo>
                        <a:pt x="267" y="864"/>
                      </a:lnTo>
                      <a:lnTo>
                        <a:pt x="267" y="852"/>
                      </a:lnTo>
                      <a:lnTo>
                        <a:pt x="267" y="842"/>
                      </a:lnTo>
                      <a:lnTo>
                        <a:pt x="264" y="835"/>
                      </a:lnTo>
                      <a:lnTo>
                        <a:pt x="260" y="829"/>
                      </a:lnTo>
                      <a:lnTo>
                        <a:pt x="257" y="826"/>
                      </a:lnTo>
                      <a:lnTo>
                        <a:pt x="253" y="822"/>
                      </a:lnTo>
                      <a:lnTo>
                        <a:pt x="245" y="815"/>
                      </a:lnTo>
                      <a:lnTo>
                        <a:pt x="234" y="808"/>
                      </a:lnTo>
                      <a:lnTo>
                        <a:pt x="229" y="804"/>
                      </a:lnTo>
                      <a:lnTo>
                        <a:pt x="226" y="802"/>
                      </a:lnTo>
                      <a:lnTo>
                        <a:pt x="219" y="800"/>
                      </a:lnTo>
                      <a:lnTo>
                        <a:pt x="212" y="798"/>
                      </a:lnTo>
                      <a:lnTo>
                        <a:pt x="209" y="798"/>
                      </a:lnTo>
                      <a:lnTo>
                        <a:pt x="206" y="800"/>
                      </a:lnTo>
                      <a:lnTo>
                        <a:pt x="203" y="801"/>
                      </a:lnTo>
                      <a:lnTo>
                        <a:pt x="201" y="802"/>
                      </a:lnTo>
                      <a:lnTo>
                        <a:pt x="197" y="804"/>
                      </a:lnTo>
                      <a:lnTo>
                        <a:pt x="195" y="807"/>
                      </a:lnTo>
                      <a:lnTo>
                        <a:pt x="190" y="808"/>
                      </a:lnTo>
                      <a:lnTo>
                        <a:pt x="187" y="809"/>
                      </a:lnTo>
                      <a:lnTo>
                        <a:pt x="180" y="809"/>
                      </a:lnTo>
                      <a:lnTo>
                        <a:pt x="171" y="807"/>
                      </a:lnTo>
                      <a:lnTo>
                        <a:pt x="159" y="802"/>
                      </a:lnTo>
                      <a:lnTo>
                        <a:pt x="150" y="798"/>
                      </a:lnTo>
                      <a:lnTo>
                        <a:pt x="146" y="796"/>
                      </a:lnTo>
                      <a:lnTo>
                        <a:pt x="143" y="795"/>
                      </a:lnTo>
                      <a:lnTo>
                        <a:pt x="137" y="792"/>
                      </a:lnTo>
                      <a:lnTo>
                        <a:pt x="131" y="789"/>
                      </a:lnTo>
                      <a:lnTo>
                        <a:pt x="122" y="787"/>
                      </a:lnTo>
                      <a:lnTo>
                        <a:pt x="115" y="784"/>
                      </a:lnTo>
                      <a:lnTo>
                        <a:pt x="112" y="783"/>
                      </a:lnTo>
                      <a:lnTo>
                        <a:pt x="109" y="782"/>
                      </a:lnTo>
                      <a:lnTo>
                        <a:pt x="107" y="782"/>
                      </a:lnTo>
                      <a:lnTo>
                        <a:pt x="105" y="782"/>
                      </a:lnTo>
                      <a:lnTo>
                        <a:pt x="102" y="782"/>
                      </a:lnTo>
                      <a:lnTo>
                        <a:pt x="98" y="783"/>
                      </a:lnTo>
                      <a:lnTo>
                        <a:pt x="92" y="785"/>
                      </a:lnTo>
                      <a:lnTo>
                        <a:pt x="86" y="790"/>
                      </a:lnTo>
                      <a:lnTo>
                        <a:pt x="83" y="794"/>
                      </a:lnTo>
                      <a:lnTo>
                        <a:pt x="82" y="796"/>
                      </a:lnTo>
                      <a:lnTo>
                        <a:pt x="80" y="800"/>
                      </a:lnTo>
                      <a:lnTo>
                        <a:pt x="78" y="804"/>
                      </a:lnTo>
                      <a:lnTo>
                        <a:pt x="78" y="808"/>
                      </a:lnTo>
                      <a:lnTo>
                        <a:pt x="78" y="812"/>
                      </a:lnTo>
                      <a:lnTo>
                        <a:pt x="80" y="816"/>
                      </a:lnTo>
                      <a:lnTo>
                        <a:pt x="81" y="820"/>
                      </a:lnTo>
                      <a:lnTo>
                        <a:pt x="82" y="825"/>
                      </a:lnTo>
                      <a:lnTo>
                        <a:pt x="82" y="829"/>
                      </a:lnTo>
                      <a:lnTo>
                        <a:pt x="82" y="833"/>
                      </a:lnTo>
                      <a:lnTo>
                        <a:pt x="81" y="834"/>
                      </a:lnTo>
                      <a:lnTo>
                        <a:pt x="80" y="835"/>
                      </a:lnTo>
                      <a:lnTo>
                        <a:pt x="78" y="835"/>
                      </a:lnTo>
                      <a:lnTo>
                        <a:pt x="70" y="835"/>
                      </a:lnTo>
                      <a:lnTo>
                        <a:pt x="62" y="833"/>
                      </a:lnTo>
                      <a:lnTo>
                        <a:pt x="56" y="829"/>
                      </a:lnTo>
                      <a:lnTo>
                        <a:pt x="51" y="825"/>
                      </a:lnTo>
                      <a:lnTo>
                        <a:pt x="49" y="822"/>
                      </a:lnTo>
                      <a:lnTo>
                        <a:pt x="48" y="820"/>
                      </a:lnTo>
                      <a:lnTo>
                        <a:pt x="43" y="813"/>
                      </a:lnTo>
                      <a:lnTo>
                        <a:pt x="38" y="804"/>
                      </a:lnTo>
                      <a:lnTo>
                        <a:pt x="27" y="788"/>
                      </a:lnTo>
                      <a:lnTo>
                        <a:pt x="21" y="778"/>
                      </a:lnTo>
                      <a:lnTo>
                        <a:pt x="19" y="776"/>
                      </a:lnTo>
                      <a:lnTo>
                        <a:pt x="18" y="771"/>
                      </a:lnTo>
                      <a:lnTo>
                        <a:pt x="18" y="766"/>
                      </a:lnTo>
                      <a:lnTo>
                        <a:pt x="18" y="762"/>
                      </a:lnTo>
                      <a:lnTo>
                        <a:pt x="18" y="757"/>
                      </a:lnTo>
                      <a:lnTo>
                        <a:pt x="18" y="754"/>
                      </a:lnTo>
                      <a:lnTo>
                        <a:pt x="18" y="752"/>
                      </a:lnTo>
                      <a:lnTo>
                        <a:pt x="17" y="751"/>
                      </a:lnTo>
                      <a:lnTo>
                        <a:pt x="13" y="740"/>
                      </a:lnTo>
                      <a:lnTo>
                        <a:pt x="7" y="726"/>
                      </a:lnTo>
                      <a:lnTo>
                        <a:pt x="4" y="712"/>
                      </a:lnTo>
                      <a:lnTo>
                        <a:pt x="0" y="697"/>
                      </a:lnTo>
                      <a:lnTo>
                        <a:pt x="0" y="688"/>
                      </a:lnTo>
                      <a:lnTo>
                        <a:pt x="0" y="680"/>
                      </a:lnTo>
                      <a:lnTo>
                        <a:pt x="1" y="675"/>
                      </a:lnTo>
                      <a:lnTo>
                        <a:pt x="2" y="672"/>
                      </a:lnTo>
                      <a:lnTo>
                        <a:pt x="5" y="670"/>
                      </a:lnTo>
                      <a:lnTo>
                        <a:pt x="7" y="669"/>
                      </a:lnTo>
                      <a:lnTo>
                        <a:pt x="11" y="668"/>
                      </a:lnTo>
                      <a:lnTo>
                        <a:pt x="15" y="667"/>
                      </a:lnTo>
                      <a:lnTo>
                        <a:pt x="20" y="665"/>
                      </a:lnTo>
                      <a:lnTo>
                        <a:pt x="25" y="664"/>
                      </a:lnTo>
                      <a:lnTo>
                        <a:pt x="31" y="664"/>
                      </a:lnTo>
                      <a:lnTo>
                        <a:pt x="37" y="665"/>
                      </a:lnTo>
                      <a:lnTo>
                        <a:pt x="42" y="668"/>
                      </a:lnTo>
                      <a:lnTo>
                        <a:pt x="46" y="672"/>
                      </a:lnTo>
                      <a:lnTo>
                        <a:pt x="54" y="680"/>
                      </a:lnTo>
                      <a:lnTo>
                        <a:pt x="61" y="686"/>
                      </a:lnTo>
                      <a:lnTo>
                        <a:pt x="68" y="690"/>
                      </a:lnTo>
                      <a:lnTo>
                        <a:pt x="76" y="695"/>
                      </a:lnTo>
                      <a:lnTo>
                        <a:pt x="80" y="700"/>
                      </a:lnTo>
                      <a:lnTo>
                        <a:pt x="83" y="705"/>
                      </a:lnTo>
                      <a:lnTo>
                        <a:pt x="86" y="708"/>
                      </a:lnTo>
                      <a:lnTo>
                        <a:pt x="89" y="712"/>
                      </a:lnTo>
                      <a:lnTo>
                        <a:pt x="92" y="715"/>
                      </a:lnTo>
                      <a:lnTo>
                        <a:pt x="96" y="716"/>
                      </a:lnTo>
                      <a:lnTo>
                        <a:pt x="99" y="718"/>
                      </a:lnTo>
                      <a:lnTo>
                        <a:pt x="100" y="716"/>
                      </a:lnTo>
                      <a:lnTo>
                        <a:pt x="103" y="715"/>
                      </a:lnTo>
                      <a:lnTo>
                        <a:pt x="105" y="714"/>
                      </a:lnTo>
                      <a:lnTo>
                        <a:pt x="107" y="712"/>
                      </a:lnTo>
                      <a:lnTo>
                        <a:pt x="108" y="708"/>
                      </a:lnTo>
                      <a:lnTo>
                        <a:pt x="112" y="703"/>
                      </a:lnTo>
                      <a:lnTo>
                        <a:pt x="117" y="699"/>
                      </a:lnTo>
                      <a:lnTo>
                        <a:pt x="121" y="696"/>
                      </a:lnTo>
                      <a:lnTo>
                        <a:pt x="127" y="695"/>
                      </a:lnTo>
                      <a:lnTo>
                        <a:pt x="133" y="693"/>
                      </a:lnTo>
                      <a:lnTo>
                        <a:pt x="137" y="691"/>
                      </a:lnTo>
                      <a:lnTo>
                        <a:pt x="139" y="689"/>
                      </a:lnTo>
                      <a:lnTo>
                        <a:pt x="141" y="688"/>
                      </a:lnTo>
                      <a:lnTo>
                        <a:pt x="144" y="684"/>
                      </a:lnTo>
                      <a:lnTo>
                        <a:pt x="147" y="681"/>
                      </a:lnTo>
                      <a:lnTo>
                        <a:pt x="152" y="675"/>
                      </a:lnTo>
                      <a:lnTo>
                        <a:pt x="158" y="668"/>
                      </a:lnTo>
                      <a:lnTo>
                        <a:pt x="164" y="661"/>
                      </a:lnTo>
                      <a:lnTo>
                        <a:pt x="171" y="656"/>
                      </a:lnTo>
                      <a:lnTo>
                        <a:pt x="178" y="653"/>
                      </a:lnTo>
                      <a:lnTo>
                        <a:pt x="185" y="652"/>
                      </a:lnTo>
                      <a:lnTo>
                        <a:pt x="195" y="651"/>
                      </a:lnTo>
                      <a:lnTo>
                        <a:pt x="200" y="649"/>
                      </a:lnTo>
                      <a:lnTo>
                        <a:pt x="206" y="646"/>
                      </a:lnTo>
                      <a:lnTo>
                        <a:pt x="210" y="642"/>
                      </a:lnTo>
                      <a:lnTo>
                        <a:pt x="214" y="637"/>
                      </a:lnTo>
                      <a:lnTo>
                        <a:pt x="216" y="632"/>
                      </a:lnTo>
                      <a:lnTo>
                        <a:pt x="220" y="624"/>
                      </a:lnTo>
                      <a:lnTo>
                        <a:pt x="224" y="614"/>
                      </a:lnTo>
                      <a:lnTo>
                        <a:pt x="228" y="605"/>
                      </a:lnTo>
                      <a:lnTo>
                        <a:pt x="233" y="596"/>
                      </a:lnTo>
                      <a:lnTo>
                        <a:pt x="235" y="593"/>
                      </a:lnTo>
                      <a:lnTo>
                        <a:pt x="239" y="592"/>
                      </a:lnTo>
                      <a:lnTo>
                        <a:pt x="243" y="589"/>
                      </a:lnTo>
                      <a:lnTo>
                        <a:pt x="247" y="587"/>
                      </a:lnTo>
                      <a:lnTo>
                        <a:pt x="251" y="584"/>
                      </a:lnTo>
                      <a:lnTo>
                        <a:pt x="256" y="582"/>
                      </a:lnTo>
                      <a:lnTo>
                        <a:pt x="260" y="577"/>
                      </a:lnTo>
                      <a:lnTo>
                        <a:pt x="265" y="574"/>
                      </a:lnTo>
                      <a:lnTo>
                        <a:pt x="269" y="569"/>
                      </a:lnTo>
                      <a:lnTo>
                        <a:pt x="272" y="563"/>
                      </a:lnTo>
                      <a:lnTo>
                        <a:pt x="276" y="561"/>
                      </a:lnTo>
                      <a:lnTo>
                        <a:pt x="279" y="558"/>
                      </a:lnTo>
                      <a:lnTo>
                        <a:pt x="283" y="557"/>
                      </a:lnTo>
                      <a:lnTo>
                        <a:pt x="287" y="556"/>
                      </a:lnTo>
                      <a:lnTo>
                        <a:pt x="289" y="557"/>
                      </a:lnTo>
                      <a:lnTo>
                        <a:pt x="292" y="560"/>
                      </a:lnTo>
                      <a:lnTo>
                        <a:pt x="295" y="562"/>
                      </a:lnTo>
                      <a:lnTo>
                        <a:pt x="296" y="563"/>
                      </a:lnTo>
                      <a:lnTo>
                        <a:pt x="300" y="569"/>
                      </a:lnTo>
                      <a:lnTo>
                        <a:pt x="302" y="575"/>
                      </a:lnTo>
                      <a:lnTo>
                        <a:pt x="304" y="577"/>
                      </a:lnTo>
                      <a:lnTo>
                        <a:pt x="306" y="580"/>
                      </a:lnTo>
                      <a:lnTo>
                        <a:pt x="308" y="584"/>
                      </a:lnTo>
                      <a:lnTo>
                        <a:pt x="311" y="587"/>
                      </a:lnTo>
                      <a:lnTo>
                        <a:pt x="315" y="588"/>
                      </a:lnTo>
                      <a:lnTo>
                        <a:pt x="317" y="589"/>
                      </a:lnTo>
                      <a:lnTo>
                        <a:pt x="329" y="589"/>
                      </a:lnTo>
                      <a:lnTo>
                        <a:pt x="345" y="589"/>
                      </a:lnTo>
                      <a:lnTo>
                        <a:pt x="353" y="589"/>
                      </a:lnTo>
                      <a:lnTo>
                        <a:pt x="361" y="589"/>
                      </a:lnTo>
                      <a:lnTo>
                        <a:pt x="367" y="590"/>
                      </a:lnTo>
                      <a:lnTo>
                        <a:pt x="373" y="592"/>
                      </a:lnTo>
                      <a:lnTo>
                        <a:pt x="376" y="593"/>
                      </a:lnTo>
                      <a:lnTo>
                        <a:pt x="377" y="594"/>
                      </a:lnTo>
                      <a:lnTo>
                        <a:pt x="379" y="598"/>
                      </a:lnTo>
                      <a:lnTo>
                        <a:pt x="380" y="601"/>
                      </a:lnTo>
                      <a:lnTo>
                        <a:pt x="383" y="606"/>
                      </a:lnTo>
                      <a:lnTo>
                        <a:pt x="385" y="612"/>
                      </a:lnTo>
                      <a:lnTo>
                        <a:pt x="388" y="618"/>
                      </a:lnTo>
                      <a:lnTo>
                        <a:pt x="390" y="624"/>
                      </a:lnTo>
                      <a:lnTo>
                        <a:pt x="392" y="630"/>
                      </a:lnTo>
                      <a:lnTo>
                        <a:pt x="395" y="636"/>
                      </a:lnTo>
                      <a:lnTo>
                        <a:pt x="398" y="639"/>
                      </a:lnTo>
                      <a:lnTo>
                        <a:pt x="402" y="643"/>
                      </a:lnTo>
                      <a:lnTo>
                        <a:pt x="405" y="646"/>
                      </a:lnTo>
                      <a:lnTo>
                        <a:pt x="411" y="647"/>
                      </a:lnTo>
                      <a:lnTo>
                        <a:pt x="414" y="647"/>
                      </a:lnTo>
                      <a:lnTo>
                        <a:pt x="415" y="647"/>
                      </a:lnTo>
                      <a:lnTo>
                        <a:pt x="418" y="649"/>
                      </a:lnTo>
                      <a:lnTo>
                        <a:pt x="422" y="649"/>
                      </a:lnTo>
                      <a:lnTo>
                        <a:pt x="429" y="650"/>
                      </a:lnTo>
                      <a:lnTo>
                        <a:pt x="435" y="652"/>
                      </a:lnTo>
                      <a:lnTo>
                        <a:pt x="440" y="653"/>
                      </a:lnTo>
                      <a:lnTo>
                        <a:pt x="445" y="657"/>
                      </a:lnTo>
                      <a:lnTo>
                        <a:pt x="449" y="659"/>
                      </a:lnTo>
                      <a:lnTo>
                        <a:pt x="453" y="661"/>
                      </a:lnTo>
                      <a:lnTo>
                        <a:pt x="461" y="664"/>
                      </a:lnTo>
                      <a:lnTo>
                        <a:pt x="470" y="667"/>
                      </a:lnTo>
                      <a:lnTo>
                        <a:pt x="477" y="668"/>
                      </a:lnTo>
                      <a:lnTo>
                        <a:pt x="485" y="669"/>
                      </a:lnTo>
                      <a:lnTo>
                        <a:pt x="491" y="669"/>
                      </a:lnTo>
                      <a:lnTo>
                        <a:pt x="497" y="670"/>
                      </a:lnTo>
                      <a:lnTo>
                        <a:pt x="499" y="672"/>
                      </a:lnTo>
                      <a:lnTo>
                        <a:pt x="502" y="676"/>
                      </a:lnTo>
                      <a:lnTo>
                        <a:pt x="503" y="680"/>
                      </a:lnTo>
                      <a:lnTo>
                        <a:pt x="504" y="683"/>
                      </a:lnTo>
                      <a:lnTo>
                        <a:pt x="506" y="688"/>
                      </a:lnTo>
                      <a:lnTo>
                        <a:pt x="508" y="691"/>
                      </a:lnTo>
                      <a:lnTo>
                        <a:pt x="511" y="694"/>
                      </a:lnTo>
                      <a:lnTo>
                        <a:pt x="515" y="697"/>
                      </a:lnTo>
                      <a:lnTo>
                        <a:pt x="521" y="700"/>
                      </a:lnTo>
                      <a:lnTo>
                        <a:pt x="528" y="700"/>
                      </a:lnTo>
                      <a:lnTo>
                        <a:pt x="534" y="700"/>
                      </a:lnTo>
                      <a:lnTo>
                        <a:pt x="541" y="697"/>
                      </a:lnTo>
                      <a:lnTo>
                        <a:pt x="546" y="696"/>
                      </a:lnTo>
                      <a:lnTo>
                        <a:pt x="552" y="695"/>
                      </a:lnTo>
                      <a:lnTo>
                        <a:pt x="561" y="695"/>
                      </a:lnTo>
                      <a:lnTo>
                        <a:pt x="569" y="697"/>
                      </a:lnTo>
                      <a:lnTo>
                        <a:pt x="575" y="700"/>
                      </a:lnTo>
                      <a:lnTo>
                        <a:pt x="580" y="705"/>
                      </a:lnTo>
                      <a:lnTo>
                        <a:pt x="585" y="710"/>
                      </a:lnTo>
                      <a:lnTo>
                        <a:pt x="590" y="716"/>
                      </a:lnTo>
                      <a:lnTo>
                        <a:pt x="594" y="721"/>
                      </a:lnTo>
                      <a:lnTo>
                        <a:pt x="599" y="722"/>
                      </a:lnTo>
                      <a:lnTo>
                        <a:pt x="603" y="724"/>
                      </a:lnTo>
                      <a:lnTo>
                        <a:pt x="605" y="724"/>
                      </a:lnTo>
                      <a:lnTo>
                        <a:pt x="607" y="722"/>
                      </a:lnTo>
                      <a:lnTo>
                        <a:pt x="611" y="720"/>
                      </a:lnTo>
                      <a:lnTo>
                        <a:pt x="616" y="716"/>
                      </a:lnTo>
                      <a:lnTo>
                        <a:pt x="621" y="712"/>
                      </a:lnTo>
                      <a:lnTo>
                        <a:pt x="628" y="703"/>
                      </a:lnTo>
                      <a:lnTo>
                        <a:pt x="635" y="697"/>
                      </a:lnTo>
                      <a:lnTo>
                        <a:pt x="641" y="694"/>
                      </a:lnTo>
                      <a:lnTo>
                        <a:pt x="646" y="690"/>
                      </a:lnTo>
                      <a:lnTo>
                        <a:pt x="654" y="687"/>
                      </a:lnTo>
                      <a:lnTo>
                        <a:pt x="661" y="682"/>
                      </a:lnTo>
                      <a:lnTo>
                        <a:pt x="666" y="678"/>
                      </a:lnTo>
                      <a:lnTo>
                        <a:pt x="669" y="675"/>
                      </a:lnTo>
                      <a:lnTo>
                        <a:pt x="673" y="671"/>
                      </a:lnTo>
                      <a:lnTo>
                        <a:pt x="675" y="669"/>
                      </a:lnTo>
                      <a:lnTo>
                        <a:pt x="678" y="663"/>
                      </a:lnTo>
                      <a:lnTo>
                        <a:pt x="680" y="657"/>
                      </a:lnTo>
                      <a:lnTo>
                        <a:pt x="682" y="652"/>
                      </a:lnTo>
                      <a:lnTo>
                        <a:pt x="682" y="646"/>
                      </a:lnTo>
                      <a:lnTo>
                        <a:pt x="684" y="640"/>
                      </a:lnTo>
                      <a:lnTo>
                        <a:pt x="682" y="636"/>
                      </a:lnTo>
                      <a:lnTo>
                        <a:pt x="681" y="630"/>
                      </a:lnTo>
                      <a:lnTo>
                        <a:pt x="679" y="625"/>
                      </a:lnTo>
                      <a:lnTo>
                        <a:pt x="675" y="618"/>
                      </a:lnTo>
                      <a:lnTo>
                        <a:pt x="673" y="612"/>
                      </a:lnTo>
                      <a:lnTo>
                        <a:pt x="670" y="607"/>
                      </a:lnTo>
                      <a:lnTo>
                        <a:pt x="669" y="601"/>
                      </a:lnTo>
                      <a:lnTo>
                        <a:pt x="669" y="599"/>
                      </a:lnTo>
                      <a:lnTo>
                        <a:pt x="670" y="595"/>
                      </a:lnTo>
                      <a:lnTo>
                        <a:pt x="672" y="593"/>
                      </a:lnTo>
                      <a:lnTo>
                        <a:pt x="673" y="590"/>
                      </a:lnTo>
                      <a:lnTo>
                        <a:pt x="675" y="589"/>
                      </a:lnTo>
                      <a:lnTo>
                        <a:pt x="678" y="588"/>
                      </a:lnTo>
                      <a:lnTo>
                        <a:pt x="684" y="588"/>
                      </a:lnTo>
                      <a:lnTo>
                        <a:pt x="690" y="588"/>
                      </a:lnTo>
                      <a:lnTo>
                        <a:pt x="701" y="590"/>
                      </a:lnTo>
                      <a:lnTo>
                        <a:pt x="713" y="593"/>
                      </a:lnTo>
                      <a:lnTo>
                        <a:pt x="728" y="592"/>
                      </a:lnTo>
                      <a:lnTo>
                        <a:pt x="742" y="589"/>
                      </a:lnTo>
                      <a:lnTo>
                        <a:pt x="757" y="584"/>
                      </a:lnTo>
                      <a:lnTo>
                        <a:pt x="770" y="577"/>
                      </a:lnTo>
                      <a:lnTo>
                        <a:pt x="781" y="571"/>
                      </a:lnTo>
                      <a:lnTo>
                        <a:pt x="793" y="564"/>
                      </a:lnTo>
                      <a:lnTo>
                        <a:pt x="805" y="557"/>
                      </a:lnTo>
                      <a:lnTo>
                        <a:pt x="817" y="549"/>
                      </a:lnTo>
                      <a:lnTo>
                        <a:pt x="831" y="535"/>
                      </a:lnTo>
                      <a:lnTo>
                        <a:pt x="845" y="521"/>
                      </a:lnTo>
                      <a:lnTo>
                        <a:pt x="852" y="516"/>
                      </a:lnTo>
                      <a:lnTo>
                        <a:pt x="859" y="512"/>
                      </a:lnTo>
                      <a:lnTo>
                        <a:pt x="865" y="508"/>
                      </a:lnTo>
                      <a:lnTo>
                        <a:pt x="873" y="506"/>
                      </a:lnTo>
                      <a:lnTo>
                        <a:pt x="881" y="505"/>
                      </a:lnTo>
                      <a:lnTo>
                        <a:pt x="890" y="505"/>
                      </a:lnTo>
                      <a:lnTo>
                        <a:pt x="902" y="506"/>
                      </a:lnTo>
                      <a:lnTo>
                        <a:pt x="914" y="510"/>
                      </a:lnTo>
                      <a:lnTo>
                        <a:pt x="921" y="512"/>
                      </a:lnTo>
                      <a:lnTo>
                        <a:pt x="928" y="513"/>
                      </a:lnTo>
                      <a:lnTo>
                        <a:pt x="936" y="513"/>
                      </a:lnTo>
                      <a:lnTo>
                        <a:pt x="942" y="512"/>
                      </a:lnTo>
                      <a:lnTo>
                        <a:pt x="945" y="511"/>
                      </a:lnTo>
                      <a:lnTo>
                        <a:pt x="950" y="508"/>
                      </a:lnTo>
                      <a:lnTo>
                        <a:pt x="953" y="505"/>
                      </a:lnTo>
                      <a:lnTo>
                        <a:pt x="956" y="500"/>
                      </a:lnTo>
                      <a:lnTo>
                        <a:pt x="961" y="491"/>
                      </a:lnTo>
                      <a:lnTo>
                        <a:pt x="963" y="480"/>
                      </a:lnTo>
                      <a:lnTo>
                        <a:pt x="964" y="476"/>
                      </a:lnTo>
                      <a:lnTo>
                        <a:pt x="966" y="475"/>
                      </a:lnTo>
                      <a:lnTo>
                        <a:pt x="968" y="474"/>
                      </a:lnTo>
                      <a:lnTo>
                        <a:pt x="971" y="473"/>
                      </a:lnTo>
                      <a:lnTo>
                        <a:pt x="975" y="474"/>
                      </a:lnTo>
                      <a:lnTo>
                        <a:pt x="977" y="476"/>
                      </a:lnTo>
                      <a:lnTo>
                        <a:pt x="980" y="480"/>
                      </a:lnTo>
                      <a:lnTo>
                        <a:pt x="982" y="483"/>
                      </a:lnTo>
                      <a:lnTo>
                        <a:pt x="983" y="491"/>
                      </a:lnTo>
                      <a:lnTo>
                        <a:pt x="984" y="498"/>
                      </a:lnTo>
                      <a:lnTo>
                        <a:pt x="984" y="501"/>
                      </a:lnTo>
                      <a:lnTo>
                        <a:pt x="986" y="502"/>
                      </a:lnTo>
                      <a:lnTo>
                        <a:pt x="987" y="502"/>
                      </a:lnTo>
                      <a:lnTo>
                        <a:pt x="988" y="501"/>
                      </a:lnTo>
                      <a:lnTo>
                        <a:pt x="988" y="499"/>
                      </a:lnTo>
                      <a:lnTo>
                        <a:pt x="989" y="498"/>
                      </a:lnTo>
                      <a:lnTo>
                        <a:pt x="989" y="497"/>
                      </a:lnTo>
                      <a:lnTo>
                        <a:pt x="991" y="491"/>
                      </a:lnTo>
                      <a:lnTo>
                        <a:pt x="993" y="485"/>
                      </a:lnTo>
                      <a:lnTo>
                        <a:pt x="997" y="473"/>
                      </a:lnTo>
                      <a:lnTo>
                        <a:pt x="1001" y="463"/>
                      </a:lnTo>
                      <a:lnTo>
                        <a:pt x="1002" y="458"/>
                      </a:lnTo>
                      <a:lnTo>
                        <a:pt x="1002" y="453"/>
                      </a:lnTo>
                      <a:lnTo>
                        <a:pt x="1001" y="447"/>
                      </a:lnTo>
                      <a:lnTo>
                        <a:pt x="1000" y="441"/>
                      </a:lnTo>
                      <a:lnTo>
                        <a:pt x="999" y="436"/>
                      </a:lnTo>
                      <a:lnTo>
                        <a:pt x="996" y="431"/>
                      </a:lnTo>
                      <a:lnTo>
                        <a:pt x="994" y="424"/>
                      </a:lnTo>
                      <a:lnTo>
                        <a:pt x="990" y="417"/>
                      </a:lnTo>
                      <a:lnTo>
                        <a:pt x="989" y="410"/>
                      </a:lnTo>
                      <a:lnTo>
                        <a:pt x="990" y="401"/>
                      </a:lnTo>
                      <a:lnTo>
                        <a:pt x="993" y="394"/>
                      </a:lnTo>
                      <a:lnTo>
                        <a:pt x="997" y="386"/>
                      </a:lnTo>
                      <a:lnTo>
                        <a:pt x="1005" y="380"/>
                      </a:lnTo>
                      <a:lnTo>
                        <a:pt x="1009" y="375"/>
                      </a:lnTo>
                      <a:lnTo>
                        <a:pt x="1012" y="374"/>
                      </a:lnTo>
                      <a:lnTo>
                        <a:pt x="1013" y="372"/>
                      </a:lnTo>
                      <a:lnTo>
                        <a:pt x="1016" y="369"/>
                      </a:lnTo>
                      <a:lnTo>
                        <a:pt x="1019" y="366"/>
                      </a:lnTo>
                      <a:lnTo>
                        <a:pt x="1021" y="362"/>
                      </a:lnTo>
                      <a:lnTo>
                        <a:pt x="1022" y="360"/>
                      </a:lnTo>
                      <a:lnTo>
                        <a:pt x="1025" y="355"/>
                      </a:lnTo>
                      <a:lnTo>
                        <a:pt x="1028" y="352"/>
                      </a:lnTo>
                      <a:lnTo>
                        <a:pt x="1037" y="348"/>
                      </a:lnTo>
                      <a:lnTo>
                        <a:pt x="1047" y="347"/>
                      </a:lnTo>
                      <a:lnTo>
                        <a:pt x="1054" y="346"/>
                      </a:lnTo>
                      <a:lnTo>
                        <a:pt x="1063" y="341"/>
                      </a:lnTo>
                      <a:lnTo>
                        <a:pt x="1069" y="337"/>
                      </a:lnTo>
                      <a:lnTo>
                        <a:pt x="1073" y="334"/>
                      </a:lnTo>
                      <a:lnTo>
                        <a:pt x="1079" y="330"/>
                      </a:lnTo>
                      <a:lnTo>
                        <a:pt x="1084" y="330"/>
                      </a:lnTo>
                      <a:lnTo>
                        <a:pt x="1088" y="333"/>
                      </a:lnTo>
                      <a:lnTo>
                        <a:pt x="1090" y="337"/>
                      </a:lnTo>
                      <a:lnTo>
                        <a:pt x="1092" y="342"/>
                      </a:lnTo>
                      <a:lnTo>
                        <a:pt x="1094" y="348"/>
                      </a:lnTo>
                      <a:lnTo>
                        <a:pt x="1098" y="355"/>
                      </a:lnTo>
                      <a:lnTo>
                        <a:pt x="1102" y="357"/>
                      </a:lnTo>
                      <a:lnTo>
                        <a:pt x="1107" y="362"/>
                      </a:lnTo>
                      <a:lnTo>
                        <a:pt x="1110" y="365"/>
                      </a:lnTo>
                      <a:lnTo>
                        <a:pt x="1113" y="366"/>
                      </a:lnTo>
                      <a:lnTo>
                        <a:pt x="1116" y="368"/>
                      </a:lnTo>
                      <a:lnTo>
                        <a:pt x="1119" y="371"/>
                      </a:lnTo>
                      <a:lnTo>
                        <a:pt x="1120" y="375"/>
                      </a:lnTo>
                      <a:lnTo>
                        <a:pt x="1122" y="387"/>
                      </a:lnTo>
                      <a:lnTo>
                        <a:pt x="1125" y="401"/>
                      </a:lnTo>
                      <a:lnTo>
                        <a:pt x="1126" y="407"/>
                      </a:lnTo>
                      <a:lnTo>
                        <a:pt x="1128" y="412"/>
                      </a:lnTo>
                      <a:lnTo>
                        <a:pt x="1129" y="416"/>
                      </a:lnTo>
                      <a:lnTo>
                        <a:pt x="1132" y="418"/>
                      </a:lnTo>
                      <a:lnTo>
                        <a:pt x="1135" y="420"/>
                      </a:lnTo>
                      <a:lnTo>
                        <a:pt x="1138" y="422"/>
                      </a:lnTo>
                      <a:lnTo>
                        <a:pt x="1144" y="423"/>
                      </a:lnTo>
                      <a:lnTo>
                        <a:pt x="1148" y="423"/>
                      </a:lnTo>
                      <a:lnTo>
                        <a:pt x="1157" y="425"/>
                      </a:lnTo>
                      <a:lnTo>
                        <a:pt x="1161" y="429"/>
                      </a:lnTo>
                      <a:lnTo>
                        <a:pt x="1163" y="431"/>
                      </a:lnTo>
                      <a:lnTo>
                        <a:pt x="1164" y="434"/>
                      </a:lnTo>
                      <a:lnTo>
                        <a:pt x="1165" y="438"/>
                      </a:lnTo>
                      <a:lnTo>
                        <a:pt x="1165" y="443"/>
                      </a:lnTo>
                      <a:lnTo>
                        <a:pt x="1165" y="450"/>
                      </a:lnTo>
                      <a:lnTo>
                        <a:pt x="1165" y="457"/>
                      </a:lnTo>
                      <a:lnTo>
                        <a:pt x="1166" y="463"/>
                      </a:lnTo>
                      <a:lnTo>
                        <a:pt x="1169" y="470"/>
                      </a:lnTo>
                      <a:lnTo>
                        <a:pt x="1171" y="476"/>
                      </a:lnTo>
                      <a:lnTo>
                        <a:pt x="1173" y="482"/>
                      </a:lnTo>
                      <a:lnTo>
                        <a:pt x="1177" y="487"/>
                      </a:lnTo>
                      <a:lnTo>
                        <a:pt x="1182" y="492"/>
                      </a:lnTo>
                      <a:lnTo>
                        <a:pt x="1188" y="494"/>
                      </a:lnTo>
                      <a:lnTo>
                        <a:pt x="1194" y="497"/>
                      </a:lnTo>
                      <a:lnTo>
                        <a:pt x="1199" y="497"/>
                      </a:lnTo>
                      <a:lnTo>
                        <a:pt x="1207" y="495"/>
                      </a:lnTo>
                      <a:lnTo>
                        <a:pt x="1213" y="493"/>
                      </a:lnTo>
                      <a:lnTo>
                        <a:pt x="1220" y="489"/>
                      </a:lnTo>
                      <a:lnTo>
                        <a:pt x="1227" y="483"/>
                      </a:lnTo>
                      <a:lnTo>
                        <a:pt x="1233" y="476"/>
                      </a:lnTo>
                      <a:lnTo>
                        <a:pt x="1239" y="470"/>
                      </a:lnTo>
                      <a:lnTo>
                        <a:pt x="1243" y="464"/>
                      </a:lnTo>
                      <a:lnTo>
                        <a:pt x="1248" y="461"/>
                      </a:lnTo>
                      <a:lnTo>
                        <a:pt x="1253" y="458"/>
                      </a:lnTo>
                      <a:lnTo>
                        <a:pt x="1255" y="458"/>
                      </a:lnTo>
                      <a:lnTo>
                        <a:pt x="1259" y="460"/>
                      </a:lnTo>
                      <a:lnTo>
                        <a:pt x="1260" y="463"/>
                      </a:lnTo>
                      <a:lnTo>
                        <a:pt x="1260" y="469"/>
                      </a:lnTo>
                      <a:lnTo>
                        <a:pt x="1260" y="482"/>
                      </a:lnTo>
                      <a:lnTo>
                        <a:pt x="1260" y="493"/>
                      </a:lnTo>
                      <a:lnTo>
                        <a:pt x="1261" y="498"/>
                      </a:lnTo>
                      <a:lnTo>
                        <a:pt x="1262" y="502"/>
                      </a:lnTo>
                      <a:lnTo>
                        <a:pt x="1265" y="505"/>
                      </a:lnTo>
                      <a:lnTo>
                        <a:pt x="1268" y="508"/>
                      </a:lnTo>
                      <a:lnTo>
                        <a:pt x="1270" y="510"/>
                      </a:lnTo>
                      <a:lnTo>
                        <a:pt x="1272" y="510"/>
                      </a:lnTo>
                      <a:lnTo>
                        <a:pt x="1274" y="508"/>
                      </a:lnTo>
                      <a:lnTo>
                        <a:pt x="1276" y="507"/>
                      </a:lnTo>
                      <a:lnTo>
                        <a:pt x="1280" y="504"/>
                      </a:lnTo>
                      <a:lnTo>
                        <a:pt x="1284" y="500"/>
                      </a:lnTo>
                      <a:lnTo>
                        <a:pt x="1289" y="498"/>
                      </a:lnTo>
                      <a:lnTo>
                        <a:pt x="1292" y="495"/>
                      </a:lnTo>
                      <a:lnTo>
                        <a:pt x="1293" y="495"/>
                      </a:lnTo>
                      <a:lnTo>
                        <a:pt x="1295" y="497"/>
                      </a:lnTo>
                      <a:lnTo>
                        <a:pt x="1296" y="499"/>
                      </a:lnTo>
                      <a:lnTo>
                        <a:pt x="1297" y="501"/>
                      </a:lnTo>
                      <a:lnTo>
                        <a:pt x="1299" y="516"/>
                      </a:lnTo>
                      <a:lnTo>
                        <a:pt x="1299" y="530"/>
                      </a:lnTo>
                      <a:lnTo>
                        <a:pt x="1301" y="535"/>
                      </a:lnTo>
                      <a:lnTo>
                        <a:pt x="1302" y="539"/>
                      </a:lnTo>
                      <a:lnTo>
                        <a:pt x="1304" y="541"/>
                      </a:lnTo>
                      <a:lnTo>
                        <a:pt x="1305" y="542"/>
                      </a:lnTo>
                      <a:lnTo>
                        <a:pt x="1308" y="543"/>
                      </a:lnTo>
                      <a:lnTo>
                        <a:pt x="1310" y="543"/>
                      </a:lnTo>
                      <a:lnTo>
                        <a:pt x="1316" y="542"/>
                      </a:lnTo>
                      <a:lnTo>
                        <a:pt x="1322" y="541"/>
                      </a:lnTo>
                      <a:lnTo>
                        <a:pt x="1328" y="538"/>
                      </a:lnTo>
                      <a:lnTo>
                        <a:pt x="1335" y="535"/>
                      </a:lnTo>
                      <a:lnTo>
                        <a:pt x="1342" y="531"/>
                      </a:lnTo>
                      <a:lnTo>
                        <a:pt x="1352" y="527"/>
                      </a:lnTo>
                      <a:lnTo>
                        <a:pt x="1364" y="524"/>
                      </a:lnTo>
                      <a:lnTo>
                        <a:pt x="1377" y="519"/>
                      </a:lnTo>
                      <a:lnTo>
                        <a:pt x="1403" y="514"/>
                      </a:lnTo>
                      <a:lnTo>
                        <a:pt x="1421" y="510"/>
                      </a:lnTo>
                      <a:lnTo>
                        <a:pt x="1428" y="507"/>
                      </a:lnTo>
                      <a:lnTo>
                        <a:pt x="1434" y="504"/>
                      </a:lnTo>
                      <a:lnTo>
                        <a:pt x="1438" y="499"/>
                      </a:lnTo>
                      <a:lnTo>
                        <a:pt x="1443" y="493"/>
                      </a:lnTo>
                      <a:lnTo>
                        <a:pt x="1447" y="486"/>
                      </a:lnTo>
                      <a:lnTo>
                        <a:pt x="1448" y="479"/>
                      </a:lnTo>
                      <a:lnTo>
                        <a:pt x="1448" y="472"/>
                      </a:lnTo>
                      <a:lnTo>
                        <a:pt x="1447" y="463"/>
                      </a:lnTo>
                      <a:lnTo>
                        <a:pt x="1446" y="456"/>
                      </a:lnTo>
                      <a:lnTo>
                        <a:pt x="1446" y="449"/>
                      </a:lnTo>
                      <a:lnTo>
                        <a:pt x="1446" y="443"/>
                      </a:lnTo>
                      <a:lnTo>
                        <a:pt x="1447" y="437"/>
                      </a:lnTo>
                      <a:lnTo>
                        <a:pt x="1453" y="430"/>
                      </a:lnTo>
                      <a:lnTo>
                        <a:pt x="1457" y="428"/>
                      </a:lnTo>
                      <a:lnTo>
                        <a:pt x="1459" y="425"/>
                      </a:lnTo>
                      <a:lnTo>
                        <a:pt x="1459" y="424"/>
                      </a:lnTo>
                      <a:lnTo>
                        <a:pt x="1459" y="420"/>
                      </a:lnTo>
                      <a:lnTo>
                        <a:pt x="1457" y="416"/>
                      </a:lnTo>
                      <a:lnTo>
                        <a:pt x="1456" y="410"/>
                      </a:lnTo>
                      <a:lnTo>
                        <a:pt x="1456" y="406"/>
                      </a:lnTo>
                      <a:lnTo>
                        <a:pt x="1457" y="404"/>
                      </a:lnTo>
                      <a:lnTo>
                        <a:pt x="1460" y="401"/>
                      </a:lnTo>
                      <a:lnTo>
                        <a:pt x="1462" y="400"/>
                      </a:lnTo>
                      <a:lnTo>
                        <a:pt x="1466" y="400"/>
                      </a:lnTo>
                      <a:lnTo>
                        <a:pt x="1471" y="401"/>
                      </a:lnTo>
                      <a:lnTo>
                        <a:pt x="1475" y="404"/>
                      </a:lnTo>
                      <a:lnTo>
                        <a:pt x="1480" y="405"/>
                      </a:lnTo>
                      <a:lnTo>
                        <a:pt x="1485" y="406"/>
                      </a:lnTo>
                      <a:lnTo>
                        <a:pt x="1490" y="406"/>
                      </a:lnTo>
                      <a:lnTo>
                        <a:pt x="1494" y="405"/>
                      </a:lnTo>
                      <a:lnTo>
                        <a:pt x="1498" y="403"/>
                      </a:lnTo>
                      <a:lnTo>
                        <a:pt x="1501" y="399"/>
                      </a:lnTo>
                      <a:lnTo>
                        <a:pt x="1505" y="394"/>
                      </a:lnTo>
                      <a:lnTo>
                        <a:pt x="1507" y="388"/>
                      </a:lnTo>
                      <a:lnTo>
                        <a:pt x="1510" y="376"/>
                      </a:lnTo>
                      <a:lnTo>
                        <a:pt x="1514" y="368"/>
                      </a:lnTo>
                      <a:lnTo>
                        <a:pt x="1517" y="367"/>
                      </a:lnTo>
                      <a:lnTo>
                        <a:pt x="1520" y="367"/>
                      </a:lnTo>
                      <a:lnTo>
                        <a:pt x="1525" y="368"/>
                      </a:lnTo>
                      <a:lnTo>
                        <a:pt x="1531" y="373"/>
                      </a:lnTo>
                      <a:lnTo>
                        <a:pt x="1536" y="379"/>
                      </a:lnTo>
                      <a:lnTo>
                        <a:pt x="1539" y="385"/>
                      </a:lnTo>
                      <a:lnTo>
                        <a:pt x="1543" y="391"/>
                      </a:lnTo>
                      <a:lnTo>
                        <a:pt x="1545" y="396"/>
                      </a:lnTo>
                      <a:lnTo>
                        <a:pt x="1548" y="400"/>
                      </a:lnTo>
                      <a:lnTo>
                        <a:pt x="1553" y="404"/>
                      </a:lnTo>
                      <a:lnTo>
                        <a:pt x="1558" y="407"/>
                      </a:lnTo>
                      <a:lnTo>
                        <a:pt x="1566" y="410"/>
                      </a:lnTo>
                      <a:lnTo>
                        <a:pt x="1579" y="411"/>
                      </a:lnTo>
                      <a:lnTo>
                        <a:pt x="1589" y="412"/>
                      </a:lnTo>
                      <a:lnTo>
                        <a:pt x="1594" y="412"/>
                      </a:lnTo>
                      <a:lnTo>
                        <a:pt x="1598" y="413"/>
                      </a:lnTo>
                      <a:lnTo>
                        <a:pt x="1601" y="415"/>
                      </a:lnTo>
                      <a:lnTo>
                        <a:pt x="1605" y="417"/>
                      </a:lnTo>
                      <a:lnTo>
                        <a:pt x="1608" y="422"/>
                      </a:lnTo>
                      <a:lnTo>
                        <a:pt x="1611" y="429"/>
                      </a:lnTo>
                      <a:lnTo>
                        <a:pt x="1613" y="444"/>
                      </a:lnTo>
                      <a:lnTo>
                        <a:pt x="1616" y="454"/>
                      </a:lnTo>
                      <a:lnTo>
                        <a:pt x="1618" y="457"/>
                      </a:lnTo>
                      <a:lnTo>
                        <a:pt x="1619" y="460"/>
                      </a:lnTo>
                      <a:lnTo>
                        <a:pt x="1623" y="461"/>
                      </a:lnTo>
                      <a:lnTo>
                        <a:pt x="1626" y="461"/>
                      </a:lnTo>
                      <a:lnTo>
                        <a:pt x="1630" y="460"/>
                      </a:lnTo>
                      <a:lnTo>
                        <a:pt x="1633" y="458"/>
                      </a:lnTo>
                      <a:lnTo>
                        <a:pt x="1637" y="454"/>
                      </a:lnTo>
                      <a:lnTo>
                        <a:pt x="1639" y="449"/>
                      </a:lnTo>
                      <a:lnTo>
                        <a:pt x="1641" y="443"/>
                      </a:lnTo>
                      <a:lnTo>
                        <a:pt x="1641" y="437"/>
                      </a:lnTo>
                      <a:lnTo>
                        <a:pt x="1642" y="429"/>
                      </a:lnTo>
                      <a:lnTo>
                        <a:pt x="1641" y="420"/>
                      </a:lnTo>
                      <a:lnTo>
                        <a:pt x="1639" y="404"/>
                      </a:lnTo>
                      <a:lnTo>
                        <a:pt x="1639" y="391"/>
                      </a:lnTo>
                      <a:lnTo>
                        <a:pt x="1639" y="385"/>
                      </a:lnTo>
                      <a:lnTo>
                        <a:pt x="1641" y="381"/>
                      </a:lnTo>
                      <a:lnTo>
                        <a:pt x="1642" y="379"/>
                      </a:lnTo>
                      <a:lnTo>
                        <a:pt x="1644" y="378"/>
                      </a:lnTo>
                      <a:lnTo>
                        <a:pt x="1649" y="378"/>
                      </a:lnTo>
                      <a:lnTo>
                        <a:pt x="1652" y="376"/>
                      </a:lnTo>
                      <a:lnTo>
                        <a:pt x="1654" y="375"/>
                      </a:lnTo>
                      <a:lnTo>
                        <a:pt x="1655" y="373"/>
                      </a:lnTo>
                      <a:lnTo>
                        <a:pt x="1655" y="369"/>
                      </a:lnTo>
                      <a:lnTo>
                        <a:pt x="1654" y="366"/>
                      </a:lnTo>
                      <a:lnTo>
                        <a:pt x="1652" y="361"/>
                      </a:lnTo>
                      <a:lnTo>
                        <a:pt x="1654" y="355"/>
                      </a:lnTo>
                      <a:lnTo>
                        <a:pt x="1655" y="349"/>
                      </a:lnTo>
                      <a:lnTo>
                        <a:pt x="1658" y="344"/>
                      </a:lnTo>
                      <a:lnTo>
                        <a:pt x="1661" y="340"/>
                      </a:lnTo>
                      <a:lnTo>
                        <a:pt x="1665" y="335"/>
                      </a:lnTo>
                      <a:lnTo>
                        <a:pt x="1670" y="331"/>
                      </a:lnTo>
                      <a:lnTo>
                        <a:pt x="1675" y="330"/>
                      </a:lnTo>
                      <a:lnTo>
                        <a:pt x="1679" y="329"/>
                      </a:lnTo>
                      <a:lnTo>
                        <a:pt x="1683" y="328"/>
                      </a:lnTo>
                      <a:lnTo>
                        <a:pt x="1687" y="329"/>
                      </a:lnTo>
                      <a:lnTo>
                        <a:pt x="1689" y="330"/>
                      </a:lnTo>
                      <a:lnTo>
                        <a:pt x="1692" y="333"/>
                      </a:lnTo>
                      <a:lnTo>
                        <a:pt x="1694" y="336"/>
                      </a:lnTo>
                      <a:lnTo>
                        <a:pt x="1696" y="341"/>
                      </a:lnTo>
                      <a:lnTo>
                        <a:pt x="1696" y="347"/>
                      </a:lnTo>
                      <a:lnTo>
                        <a:pt x="1699" y="353"/>
                      </a:lnTo>
                      <a:lnTo>
                        <a:pt x="1700" y="357"/>
                      </a:lnTo>
                      <a:lnTo>
                        <a:pt x="1704" y="361"/>
                      </a:lnTo>
                      <a:lnTo>
                        <a:pt x="1707" y="363"/>
                      </a:lnTo>
                      <a:lnTo>
                        <a:pt x="1711" y="366"/>
                      </a:lnTo>
                      <a:lnTo>
                        <a:pt x="1715" y="366"/>
                      </a:lnTo>
                      <a:lnTo>
                        <a:pt x="1721" y="367"/>
                      </a:lnTo>
                      <a:lnTo>
                        <a:pt x="1727" y="367"/>
                      </a:lnTo>
                      <a:lnTo>
                        <a:pt x="1740" y="367"/>
                      </a:lnTo>
                      <a:lnTo>
                        <a:pt x="1755" y="369"/>
                      </a:lnTo>
                      <a:lnTo>
                        <a:pt x="1769" y="372"/>
                      </a:lnTo>
                      <a:lnTo>
                        <a:pt x="1781" y="375"/>
                      </a:lnTo>
                      <a:lnTo>
                        <a:pt x="1786" y="378"/>
                      </a:lnTo>
                      <a:lnTo>
                        <a:pt x="1791" y="379"/>
                      </a:lnTo>
                      <a:lnTo>
                        <a:pt x="1797" y="379"/>
                      </a:lnTo>
                      <a:lnTo>
                        <a:pt x="1803" y="379"/>
                      </a:lnTo>
                      <a:lnTo>
                        <a:pt x="1807" y="378"/>
                      </a:lnTo>
                      <a:lnTo>
                        <a:pt x="1810" y="375"/>
                      </a:lnTo>
                      <a:lnTo>
                        <a:pt x="1812" y="372"/>
                      </a:lnTo>
                      <a:lnTo>
                        <a:pt x="1810" y="367"/>
                      </a:lnTo>
                      <a:lnTo>
                        <a:pt x="1803" y="357"/>
                      </a:lnTo>
                      <a:lnTo>
                        <a:pt x="1799" y="350"/>
                      </a:lnTo>
                      <a:lnTo>
                        <a:pt x="1796" y="346"/>
                      </a:lnTo>
                      <a:lnTo>
                        <a:pt x="1796" y="340"/>
                      </a:lnTo>
                      <a:lnTo>
                        <a:pt x="1797" y="334"/>
                      </a:lnTo>
                      <a:lnTo>
                        <a:pt x="1802" y="325"/>
                      </a:lnTo>
                      <a:lnTo>
                        <a:pt x="1803" y="322"/>
                      </a:lnTo>
                      <a:lnTo>
                        <a:pt x="1805" y="318"/>
                      </a:lnTo>
                      <a:lnTo>
                        <a:pt x="1807" y="312"/>
                      </a:lnTo>
                      <a:lnTo>
                        <a:pt x="1808" y="308"/>
                      </a:lnTo>
                      <a:lnTo>
                        <a:pt x="1810" y="299"/>
                      </a:lnTo>
                      <a:lnTo>
                        <a:pt x="1812" y="293"/>
                      </a:lnTo>
                      <a:lnTo>
                        <a:pt x="1810" y="291"/>
                      </a:lnTo>
                      <a:lnTo>
                        <a:pt x="1809" y="289"/>
                      </a:lnTo>
                      <a:lnTo>
                        <a:pt x="1808" y="289"/>
                      </a:lnTo>
                      <a:lnTo>
                        <a:pt x="1806" y="287"/>
                      </a:lnTo>
                      <a:lnTo>
                        <a:pt x="1802" y="289"/>
                      </a:lnTo>
                      <a:lnTo>
                        <a:pt x="1797" y="291"/>
                      </a:lnTo>
                      <a:lnTo>
                        <a:pt x="1793" y="294"/>
                      </a:lnTo>
                      <a:lnTo>
                        <a:pt x="1787" y="298"/>
                      </a:lnTo>
                      <a:lnTo>
                        <a:pt x="1776" y="306"/>
                      </a:lnTo>
                      <a:lnTo>
                        <a:pt x="1765" y="312"/>
                      </a:lnTo>
                      <a:lnTo>
                        <a:pt x="1759" y="313"/>
                      </a:lnTo>
                      <a:lnTo>
                        <a:pt x="1755" y="313"/>
                      </a:lnTo>
                      <a:lnTo>
                        <a:pt x="1750" y="312"/>
                      </a:lnTo>
                      <a:lnTo>
                        <a:pt x="1746" y="311"/>
                      </a:lnTo>
                      <a:lnTo>
                        <a:pt x="1744" y="308"/>
                      </a:lnTo>
                      <a:lnTo>
                        <a:pt x="1742" y="304"/>
                      </a:lnTo>
                      <a:lnTo>
                        <a:pt x="1742" y="300"/>
                      </a:lnTo>
                      <a:lnTo>
                        <a:pt x="1743" y="296"/>
                      </a:lnTo>
                      <a:lnTo>
                        <a:pt x="1747" y="291"/>
                      </a:lnTo>
                      <a:lnTo>
                        <a:pt x="1752" y="285"/>
                      </a:lnTo>
                      <a:lnTo>
                        <a:pt x="1759" y="279"/>
                      </a:lnTo>
                      <a:lnTo>
                        <a:pt x="1768" y="273"/>
                      </a:lnTo>
                      <a:lnTo>
                        <a:pt x="1784" y="261"/>
                      </a:lnTo>
                      <a:lnTo>
                        <a:pt x="1797" y="254"/>
                      </a:lnTo>
                      <a:lnTo>
                        <a:pt x="1803" y="252"/>
                      </a:lnTo>
                      <a:lnTo>
                        <a:pt x="1809" y="250"/>
                      </a:lnTo>
                      <a:lnTo>
                        <a:pt x="1815" y="250"/>
                      </a:lnTo>
                      <a:lnTo>
                        <a:pt x="1821" y="250"/>
                      </a:lnTo>
                      <a:lnTo>
                        <a:pt x="1827" y="253"/>
                      </a:lnTo>
                      <a:lnTo>
                        <a:pt x="1833" y="255"/>
                      </a:lnTo>
                      <a:lnTo>
                        <a:pt x="1840" y="259"/>
                      </a:lnTo>
                      <a:lnTo>
                        <a:pt x="1845" y="262"/>
                      </a:lnTo>
                      <a:lnTo>
                        <a:pt x="1856" y="272"/>
                      </a:lnTo>
                      <a:lnTo>
                        <a:pt x="1864" y="279"/>
                      </a:lnTo>
                      <a:lnTo>
                        <a:pt x="1870" y="281"/>
                      </a:lnTo>
                      <a:lnTo>
                        <a:pt x="1876" y="284"/>
                      </a:lnTo>
                      <a:lnTo>
                        <a:pt x="1884" y="285"/>
                      </a:lnTo>
                      <a:lnTo>
                        <a:pt x="1894" y="286"/>
                      </a:lnTo>
                      <a:lnTo>
                        <a:pt x="1903" y="285"/>
                      </a:lnTo>
                      <a:lnTo>
                        <a:pt x="1909" y="284"/>
                      </a:lnTo>
                      <a:lnTo>
                        <a:pt x="1914" y="281"/>
                      </a:lnTo>
                      <a:lnTo>
                        <a:pt x="1916" y="278"/>
                      </a:lnTo>
                      <a:lnTo>
                        <a:pt x="1916" y="274"/>
                      </a:lnTo>
                      <a:lnTo>
                        <a:pt x="1916" y="271"/>
                      </a:lnTo>
                      <a:lnTo>
                        <a:pt x="1914" y="267"/>
                      </a:lnTo>
                      <a:lnTo>
                        <a:pt x="1913" y="264"/>
                      </a:lnTo>
                      <a:lnTo>
                        <a:pt x="1912" y="259"/>
                      </a:lnTo>
                      <a:lnTo>
                        <a:pt x="1912" y="255"/>
                      </a:lnTo>
                      <a:lnTo>
                        <a:pt x="1912" y="250"/>
                      </a:lnTo>
                      <a:lnTo>
                        <a:pt x="1913" y="247"/>
                      </a:lnTo>
                      <a:lnTo>
                        <a:pt x="1915" y="243"/>
                      </a:lnTo>
                      <a:lnTo>
                        <a:pt x="1919" y="239"/>
                      </a:lnTo>
                      <a:lnTo>
                        <a:pt x="1922" y="235"/>
                      </a:lnTo>
                      <a:lnTo>
                        <a:pt x="1927" y="231"/>
                      </a:lnTo>
                      <a:lnTo>
                        <a:pt x="1935" y="224"/>
                      </a:lnTo>
                      <a:lnTo>
                        <a:pt x="1942" y="216"/>
                      </a:lnTo>
                      <a:lnTo>
                        <a:pt x="1945" y="212"/>
                      </a:lnTo>
                      <a:lnTo>
                        <a:pt x="1947" y="208"/>
                      </a:lnTo>
                      <a:lnTo>
                        <a:pt x="1948" y="203"/>
                      </a:lnTo>
                      <a:lnTo>
                        <a:pt x="1950" y="197"/>
                      </a:lnTo>
                      <a:lnTo>
                        <a:pt x="1951" y="189"/>
                      </a:lnTo>
                      <a:lnTo>
                        <a:pt x="1952" y="182"/>
                      </a:lnTo>
                      <a:lnTo>
                        <a:pt x="1956" y="176"/>
                      </a:lnTo>
                      <a:lnTo>
                        <a:pt x="1961" y="170"/>
                      </a:lnTo>
                      <a:lnTo>
                        <a:pt x="1966" y="166"/>
                      </a:lnTo>
                      <a:lnTo>
                        <a:pt x="1969" y="165"/>
                      </a:lnTo>
                      <a:lnTo>
                        <a:pt x="1972" y="164"/>
                      </a:lnTo>
                      <a:lnTo>
                        <a:pt x="1975" y="165"/>
                      </a:lnTo>
                      <a:lnTo>
                        <a:pt x="1979" y="167"/>
                      </a:lnTo>
                      <a:lnTo>
                        <a:pt x="1984" y="171"/>
                      </a:lnTo>
                      <a:lnTo>
                        <a:pt x="1989" y="172"/>
                      </a:lnTo>
                      <a:lnTo>
                        <a:pt x="1995" y="172"/>
                      </a:lnTo>
                      <a:lnTo>
                        <a:pt x="2000" y="172"/>
                      </a:lnTo>
                      <a:lnTo>
                        <a:pt x="2004" y="170"/>
                      </a:lnTo>
                      <a:lnTo>
                        <a:pt x="2014" y="165"/>
                      </a:lnTo>
                      <a:lnTo>
                        <a:pt x="2022" y="161"/>
                      </a:lnTo>
                      <a:lnTo>
                        <a:pt x="2026" y="160"/>
                      </a:lnTo>
                      <a:lnTo>
                        <a:pt x="2030" y="160"/>
                      </a:lnTo>
                      <a:lnTo>
                        <a:pt x="2035" y="160"/>
                      </a:lnTo>
                      <a:lnTo>
                        <a:pt x="2040" y="161"/>
                      </a:lnTo>
                      <a:lnTo>
                        <a:pt x="2051" y="165"/>
                      </a:lnTo>
                      <a:lnTo>
                        <a:pt x="2058" y="170"/>
                      </a:lnTo>
                      <a:lnTo>
                        <a:pt x="2060" y="173"/>
                      </a:lnTo>
                      <a:lnTo>
                        <a:pt x="2061" y="177"/>
                      </a:lnTo>
                      <a:lnTo>
                        <a:pt x="2063" y="180"/>
                      </a:lnTo>
                      <a:lnTo>
                        <a:pt x="2061" y="185"/>
                      </a:lnTo>
                      <a:lnTo>
                        <a:pt x="2060" y="189"/>
                      </a:lnTo>
                      <a:lnTo>
                        <a:pt x="2058" y="193"/>
                      </a:lnTo>
                      <a:lnTo>
                        <a:pt x="2054" y="196"/>
                      </a:lnTo>
                      <a:lnTo>
                        <a:pt x="2051" y="199"/>
                      </a:lnTo>
                      <a:lnTo>
                        <a:pt x="2047" y="203"/>
                      </a:lnTo>
                      <a:lnTo>
                        <a:pt x="2045" y="205"/>
                      </a:lnTo>
                      <a:lnTo>
                        <a:pt x="2042" y="210"/>
                      </a:lnTo>
                      <a:lnTo>
                        <a:pt x="2042" y="215"/>
                      </a:lnTo>
                      <a:lnTo>
                        <a:pt x="2043" y="218"/>
                      </a:lnTo>
                      <a:lnTo>
                        <a:pt x="2047" y="222"/>
                      </a:lnTo>
                      <a:lnTo>
                        <a:pt x="2052" y="226"/>
                      </a:lnTo>
                      <a:lnTo>
                        <a:pt x="2058" y="227"/>
                      </a:lnTo>
                      <a:lnTo>
                        <a:pt x="2064" y="228"/>
                      </a:lnTo>
                      <a:lnTo>
                        <a:pt x="2072" y="229"/>
                      </a:lnTo>
                      <a:lnTo>
                        <a:pt x="2079" y="229"/>
                      </a:lnTo>
                      <a:lnTo>
                        <a:pt x="2085" y="228"/>
                      </a:lnTo>
                      <a:lnTo>
                        <a:pt x="2091" y="227"/>
                      </a:lnTo>
                      <a:lnTo>
                        <a:pt x="2095" y="224"/>
                      </a:lnTo>
                      <a:lnTo>
                        <a:pt x="2097" y="221"/>
                      </a:lnTo>
                      <a:lnTo>
                        <a:pt x="2098" y="217"/>
                      </a:lnTo>
                      <a:lnTo>
                        <a:pt x="2097" y="209"/>
                      </a:lnTo>
                      <a:lnTo>
                        <a:pt x="2093" y="198"/>
                      </a:lnTo>
                      <a:lnTo>
                        <a:pt x="2092" y="193"/>
                      </a:lnTo>
                      <a:lnTo>
                        <a:pt x="2091" y="187"/>
                      </a:lnTo>
                      <a:lnTo>
                        <a:pt x="2090" y="182"/>
                      </a:lnTo>
                      <a:lnTo>
                        <a:pt x="2091" y="177"/>
                      </a:lnTo>
                      <a:lnTo>
                        <a:pt x="2092" y="172"/>
                      </a:lnTo>
                      <a:lnTo>
                        <a:pt x="2095" y="167"/>
                      </a:lnTo>
                      <a:lnTo>
                        <a:pt x="2098" y="164"/>
                      </a:lnTo>
                      <a:lnTo>
                        <a:pt x="2103" y="160"/>
                      </a:lnTo>
                      <a:lnTo>
                        <a:pt x="2111" y="157"/>
                      </a:lnTo>
                      <a:lnTo>
                        <a:pt x="2117" y="153"/>
                      </a:lnTo>
                      <a:lnTo>
                        <a:pt x="2121" y="149"/>
                      </a:lnTo>
                      <a:lnTo>
                        <a:pt x="2123" y="145"/>
                      </a:lnTo>
                      <a:lnTo>
                        <a:pt x="2126" y="138"/>
                      </a:lnTo>
                      <a:lnTo>
                        <a:pt x="2129" y="129"/>
                      </a:lnTo>
                      <a:lnTo>
                        <a:pt x="2135" y="113"/>
                      </a:lnTo>
                      <a:lnTo>
                        <a:pt x="2141" y="102"/>
                      </a:lnTo>
                      <a:lnTo>
                        <a:pt x="2145" y="97"/>
                      </a:lnTo>
                      <a:lnTo>
                        <a:pt x="2148" y="95"/>
                      </a:lnTo>
                      <a:lnTo>
                        <a:pt x="2153" y="94"/>
                      </a:lnTo>
                      <a:lnTo>
                        <a:pt x="2158" y="92"/>
                      </a:lnTo>
                      <a:lnTo>
                        <a:pt x="2172" y="91"/>
                      </a:lnTo>
                      <a:lnTo>
                        <a:pt x="2187" y="92"/>
                      </a:lnTo>
                      <a:lnTo>
                        <a:pt x="2193" y="94"/>
                      </a:lnTo>
                      <a:lnTo>
                        <a:pt x="2199" y="97"/>
                      </a:lnTo>
                      <a:lnTo>
                        <a:pt x="2202" y="98"/>
                      </a:lnTo>
                      <a:lnTo>
                        <a:pt x="2204" y="101"/>
                      </a:lnTo>
                      <a:lnTo>
                        <a:pt x="2205" y="103"/>
                      </a:lnTo>
                      <a:lnTo>
                        <a:pt x="2205" y="105"/>
                      </a:lnTo>
                      <a:lnTo>
                        <a:pt x="2205" y="119"/>
                      </a:lnTo>
                      <a:lnTo>
                        <a:pt x="2204" y="133"/>
                      </a:lnTo>
                      <a:lnTo>
                        <a:pt x="2203" y="140"/>
                      </a:lnTo>
                      <a:lnTo>
                        <a:pt x="2203" y="148"/>
                      </a:lnTo>
                      <a:lnTo>
                        <a:pt x="2203" y="154"/>
                      </a:lnTo>
                      <a:lnTo>
                        <a:pt x="2205" y="160"/>
                      </a:lnTo>
                      <a:lnTo>
                        <a:pt x="2209" y="165"/>
                      </a:lnTo>
                      <a:lnTo>
                        <a:pt x="2211" y="168"/>
                      </a:lnTo>
                      <a:lnTo>
                        <a:pt x="2215" y="171"/>
                      </a:lnTo>
                      <a:lnTo>
                        <a:pt x="2218" y="172"/>
                      </a:lnTo>
                      <a:lnTo>
                        <a:pt x="2222" y="172"/>
                      </a:lnTo>
                      <a:lnTo>
                        <a:pt x="2225" y="170"/>
                      </a:lnTo>
                      <a:lnTo>
                        <a:pt x="2229" y="167"/>
                      </a:lnTo>
                      <a:lnTo>
                        <a:pt x="2233" y="164"/>
                      </a:lnTo>
                      <a:lnTo>
                        <a:pt x="2240" y="155"/>
                      </a:lnTo>
                      <a:lnTo>
                        <a:pt x="2247" y="148"/>
                      </a:lnTo>
                      <a:lnTo>
                        <a:pt x="2253" y="145"/>
                      </a:lnTo>
                      <a:lnTo>
                        <a:pt x="2257" y="144"/>
                      </a:lnTo>
                      <a:lnTo>
                        <a:pt x="2261" y="144"/>
                      </a:lnTo>
                      <a:lnTo>
                        <a:pt x="2262" y="145"/>
                      </a:lnTo>
                      <a:lnTo>
                        <a:pt x="2265" y="148"/>
                      </a:lnTo>
                      <a:lnTo>
                        <a:pt x="2266" y="151"/>
                      </a:lnTo>
                      <a:lnTo>
                        <a:pt x="2268" y="160"/>
                      </a:lnTo>
                      <a:lnTo>
                        <a:pt x="2268" y="170"/>
                      </a:lnTo>
                      <a:lnTo>
                        <a:pt x="2269" y="178"/>
                      </a:lnTo>
                      <a:lnTo>
                        <a:pt x="2272" y="183"/>
                      </a:lnTo>
                      <a:lnTo>
                        <a:pt x="2274" y="184"/>
                      </a:lnTo>
                      <a:lnTo>
                        <a:pt x="2276" y="184"/>
                      </a:lnTo>
                      <a:lnTo>
                        <a:pt x="2280" y="183"/>
                      </a:lnTo>
                      <a:lnTo>
                        <a:pt x="2286" y="180"/>
                      </a:lnTo>
                      <a:lnTo>
                        <a:pt x="2292" y="176"/>
                      </a:lnTo>
                      <a:lnTo>
                        <a:pt x="2297" y="171"/>
                      </a:lnTo>
                      <a:lnTo>
                        <a:pt x="2303" y="164"/>
                      </a:lnTo>
                      <a:lnTo>
                        <a:pt x="2307" y="158"/>
                      </a:lnTo>
                      <a:lnTo>
                        <a:pt x="2316" y="142"/>
                      </a:lnTo>
                      <a:lnTo>
                        <a:pt x="2323" y="129"/>
                      </a:lnTo>
                      <a:lnTo>
                        <a:pt x="2329" y="119"/>
                      </a:lnTo>
                      <a:lnTo>
                        <a:pt x="2335" y="109"/>
                      </a:lnTo>
                      <a:lnTo>
                        <a:pt x="2338" y="105"/>
                      </a:lnTo>
                      <a:lnTo>
                        <a:pt x="2342" y="102"/>
                      </a:lnTo>
                      <a:lnTo>
                        <a:pt x="2347" y="98"/>
                      </a:lnTo>
                      <a:lnTo>
                        <a:pt x="2353" y="96"/>
                      </a:lnTo>
                      <a:lnTo>
                        <a:pt x="2357" y="94"/>
                      </a:lnTo>
                      <a:lnTo>
                        <a:pt x="2362" y="90"/>
                      </a:lnTo>
                      <a:lnTo>
                        <a:pt x="2364" y="88"/>
                      </a:lnTo>
                      <a:lnTo>
                        <a:pt x="2368" y="85"/>
                      </a:lnTo>
                      <a:lnTo>
                        <a:pt x="2370" y="78"/>
                      </a:lnTo>
                      <a:lnTo>
                        <a:pt x="2373" y="70"/>
                      </a:lnTo>
                      <a:lnTo>
                        <a:pt x="2374" y="58"/>
                      </a:lnTo>
                      <a:lnTo>
                        <a:pt x="2378" y="46"/>
                      </a:lnTo>
                      <a:lnTo>
                        <a:pt x="2381" y="40"/>
                      </a:lnTo>
                      <a:lnTo>
                        <a:pt x="2385" y="35"/>
                      </a:lnTo>
                      <a:lnTo>
                        <a:pt x="2388" y="32"/>
                      </a:lnTo>
                      <a:lnTo>
                        <a:pt x="2394" y="29"/>
                      </a:lnTo>
                      <a:lnTo>
                        <a:pt x="2407" y="29"/>
                      </a:lnTo>
                      <a:lnTo>
                        <a:pt x="2424" y="29"/>
                      </a:lnTo>
                      <a:lnTo>
                        <a:pt x="2432" y="31"/>
                      </a:lnTo>
                      <a:lnTo>
                        <a:pt x="2439" y="33"/>
                      </a:lnTo>
                      <a:lnTo>
                        <a:pt x="2445" y="35"/>
                      </a:lnTo>
                      <a:lnTo>
                        <a:pt x="2450" y="40"/>
                      </a:lnTo>
                      <a:lnTo>
                        <a:pt x="2457" y="48"/>
                      </a:lnTo>
                      <a:lnTo>
                        <a:pt x="2464" y="54"/>
                      </a:lnTo>
                      <a:lnTo>
                        <a:pt x="2469" y="57"/>
                      </a:lnTo>
                      <a:lnTo>
                        <a:pt x="2475" y="58"/>
                      </a:lnTo>
                      <a:lnTo>
                        <a:pt x="2482" y="58"/>
                      </a:lnTo>
                      <a:lnTo>
                        <a:pt x="2490" y="57"/>
                      </a:lnTo>
                      <a:lnTo>
                        <a:pt x="2500" y="56"/>
                      </a:lnTo>
                      <a:lnTo>
                        <a:pt x="2507" y="53"/>
                      </a:lnTo>
                      <a:lnTo>
                        <a:pt x="2513" y="50"/>
                      </a:lnTo>
                      <a:lnTo>
                        <a:pt x="2518" y="46"/>
                      </a:lnTo>
                      <a:lnTo>
                        <a:pt x="2520" y="41"/>
                      </a:lnTo>
                      <a:lnTo>
                        <a:pt x="2523" y="37"/>
                      </a:lnTo>
                      <a:lnTo>
                        <a:pt x="2524" y="32"/>
                      </a:lnTo>
                      <a:lnTo>
                        <a:pt x="2525" y="26"/>
                      </a:lnTo>
                      <a:lnTo>
                        <a:pt x="2525" y="20"/>
                      </a:lnTo>
                      <a:lnTo>
                        <a:pt x="2526" y="14"/>
                      </a:lnTo>
                      <a:lnTo>
                        <a:pt x="2528" y="8"/>
                      </a:lnTo>
                      <a:lnTo>
                        <a:pt x="2531" y="3"/>
                      </a:lnTo>
                      <a:lnTo>
                        <a:pt x="2533" y="1"/>
                      </a:lnTo>
                      <a:lnTo>
                        <a:pt x="2537" y="0"/>
                      </a:lnTo>
                      <a:lnTo>
                        <a:pt x="2540" y="1"/>
                      </a:lnTo>
                      <a:lnTo>
                        <a:pt x="2545" y="6"/>
                      </a:lnTo>
                      <a:lnTo>
                        <a:pt x="2553" y="18"/>
                      </a:lnTo>
                      <a:lnTo>
                        <a:pt x="2561" y="27"/>
                      </a:lnTo>
                      <a:lnTo>
                        <a:pt x="2565" y="32"/>
                      </a:lnTo>
                      <a:lnTo>
                        <a:pt x="2570" y="34"/>
                      </a:lnTo>
                      <a:lnTo>
                        <a:pt x="2576" y="37"/>
                      </a:lnTo>
                      <a:lnTo>
                        <a:pt x="2583" y="37"/>
                      </a:lnTo>
                      <a:lnTo>
                        <a:pt x="2597" y="35"/>
                      </a:lnTo>
                      <a:lnTo>
                        <a:pt x="2611" y="34"/>
                      </a:lnTo>
                      <a:lnTo>
                        <a:pt x="2616" y="34"/>
                      </a:lnTo>
                      <a:lnTo>
                        <a:pt x="2622" y="34"/>
                      </a:lnTo>
                      <a:lnTo>
                        <a:pt x="2630" y="37"/>
                      </a:lnTo>
                      <a:lnTo>
                        <a:pt x="2637" y="40"/>
                      </a:lnTo>
                      <a:lnTo>
                        <a:pt x="2650" y="48"/>
                      </a:lnTo>
                      <a:lnTo>
                        <a:pt x="2660" y="56"/>
                      </a:lnTo>
                      <a:lnTo>
                        <a:pt x="2664" y="60"/>
                      </a:lnTo>
                      <a:lnTo>
                        <a:pt x="2666" y="64"/>
                      </a:lnTo>
                      <a:lnTo>
                        <a:pt x="2668" y="67"/>
                      </a:lnTo>
                      <a:lnTo>
                        <a:pt x="2668" y="71"/>
                      </a:lnTo>
                      <a:lnTo>
                        <a:pt x="2665" y="81"/>
                      </a:lnTo>
                      <a:lnTo>
                        <a:pt x="2663" y="90"/>
                      </a:lnTo>
                      <a:lnTo>
                        <a:pt x="2662" y="100"/>
                      </a:lnTo>
                      <a:lnTo>
                        <a:pt x="2660" y="110"/>
                      </a:lnTo>
                      <a:lnTo>
                        <a:pt x="2658" y="122"/>
                      </a:lnTo>
                      <a:lnTo>
                        <a:pt x="2655" y="133"/>
                      </a:lnTo>
                      <a:lnTo>
                        <a:pt x="2650" y="145"/>
                      </a:lnTo>
                      <a:lnTo>
                        <a:pt x="2643" y="155"/>
                      </a:lnTo>
                      <a:lnTo>
                        <a:pt x="2639" y="161"/>
                      </a:lnTo>
                      <a:lnTo>
                        <a:pt x="2637" y="166"/>
                      </a:lnTo>
                      <a:lnTo>
                        <a:pt x="2634" y="171"/>
                      </a:lnTo>
                      <a:lnTo>
                        <a:pt x="2633" y="176"/>
                      </a:lnTo>
                      <a:lnTo>
                        <a:pt x="2633" y="179"/>
                      </a:lnTo>
                      <a:lnTo>
                        <a:pt x="2634" y="183"/>
                      </a:lnTo>
                      <a:lnTo>
                        <a:pt x="2637" y="185"/>
                      </a:lnTo>
                      <a:lnTo>
                        <a:pt x="2639" y="187"/>
                      </a:lnTo>
                      <a:lnTo>
                        <a:pt x="2643" y="190"/>
                      </a:lnTo>
                      <a:lnTo>
                        <a:pt x="2644" y="192"/>
                      </a:lnTo>
                      <a:lnTo>
                        <a:pt x="2645" y="195"/>
                      </a:lnTo>
                      <a:lnTo>
                        <a:pt x="2645" y="197"/>
                      </a:lnTo>
                      <a:lnTo>
                        <a:pt x="2645" y="204"/>
                      </a:lnTo>
                      <a:lnTo>
                        <a:pt x="2645" y="212"/>
                      </a:lnTo>
                      <a:lnTo>
                        <a:pt x="2647" y="222"/>
                      </a:lnTo>
                      <a:lnTo>
                        <a:pt x="2651" y="230"/>
                      </a:lnTo>
                      <a:lnTo>
                        <a:pt x="2653" y="233"/>
                      </a:lnTo>
                      <a:lnTo>
                        <a:pt x="2657" y="233"/>
                      </a:lnTo>
                      <a:lnTo>
                        <a:pt x="2662" y="231"/>
                      </a:lnTo>
                      <a:lnTo>
                        <a:pt x="2668" y="228"/>
                      </a:lnTo>
                      <a:lnTo>
                        <a:pt x="2677" y="217"/>
                      </a:lnTo>
                      <a:lnTo>
                        <a:pt x="2685" y="210"/>
                      </a:lnTo>
                      <a:lnTo>
                        <a:pt x="2690" y="209"/>
                      </a:lnTo>
                      <a:lnTo>
                        <a:pt x="2694" y="208"/>
                      </a:lnTo>
                      <a:lnTo>
                        <a:pt x="2700" y="207"/>
                      </a:lnTo>
                      <a:lnTo>
                        <a:pt x="2707" y="208"/>
                      </a:lnTo>
                      <a:lnTo>
                        <a:pt x="2720" y="211"/>
                      </a:lnTo>
                      <a:lnTo>
                        <a:pt x="2732" y="212"/>
                      </a:lnTo>
                      <a:lnTo>
                        <a:pt x="2740" y="214"/>
                      </a:lnTo>
                      <a:lnTo>
                        <a:pt x="2745" y="217"/>
                      </a:lnTo>
                      <a:lnTo>
                        <a:pt x="2746" y="218"/>
                      </a:lnTo>
                      <a:lnTo>
                        <a:pt x="2746" y="221"/>
                      </a:lnTo>
                      <a:lnTo>
                        <a:pt x="2745" y="223"/>
                      </a:lnTo>
                      <a:lnTo>
                        <a:pt x="2742" y="226"/>
                      </a:lnTo>
                      <a:lnTo>
                        <a:pt x="2735" y="231"/>
                      </a:lnTo>
                      <a:lnTo>
                        <a:pt x="2729" y="237"/>
                      </a:lnTo>
                      <a:lnTo>
                        <a:pt x="2731" y="247"/>
                      </a:lnTo>
                      <a:lnTo>
                        <a:pt x="2732" y="258"/>
                      </a:lnTo>
                      <a:lnTo>
                        <a:pt x="2729" y="261"/>
                      </a:lnTo>
                      <a:lnTo>
                        <a:pt x="2726" y="265"/>
                      </a:lnTo>
                      <a:lnTo>
                        <a:pt x="2722" y="267"/>
                      </a:lnTo>
                      <a:lnTo>
                        <a:pt x="2718" y="270"/>
                      </a:lnTo>
                      <a:lnTo>
                        <a:pt x="2713" y="272"/>
                      </a:lnTo>
                      <a:lnTo>
                        <a:pt x="2707" y="273"/>
                      </a:lnTo>
                      <a:lnTo>
                        <a:pt x="2701" y="273"/>
                      </a:lnTo>
                      <a:lnTo>
                        <a:pt x="2696" y="273"/>
                      </a:lnTo>
                      <a:lnTo>
                        <a:pt x="2688" y="273"/>
                      </a:lnTo>
                      <a:lnTo>
                        <a:pt x="2683" y="274"/>
                      </a:lnTo>
                      <a:lnTo>
                        <a:pt x="2678" y="275"/>
                      </a:lnTo>
                      <a:lnTo>
                        <a:pt x="2676" y="279"/>
                      </a:lnTo>
                      <a:lnTo>
                        <a:pt x="2675" y="283"/>
                      </a:lnTo>
                      <a:lnTo>
                        <a:pt x="2675" y="286"/>
                      </a:lnTo>
                      <a:lnTo>
                        <a:pt x="2675" y="292"/>
                      </a:lnTo>
                      <a:lnTo>
                        <a:pt x="2675" y="298"/>
                      </a:lnTo>
                      <a:lnTo>
                        <a:pt x="2677" y="312"/>
                      </a:lnTo>
                      <a:lnTo>
                        <a:pt x="2681" y="325"/>
                      </a:lnTo>
                      <a:lnTo>
                        <a:pt x="2685" y="337"/>
                      </a:lnTo>
                      <a:lnTo>
                        <a:pt x="2689" y="350"/>
                      </a:lnTo>
                      <a:lnTo>
                        <a:pt x="2690" y="357"/>
                      </a:lnTo>
                      <a:lnTo>
                        <a:pt x="2690" y="363"/>
                      </a:lnTo>
                      <a:lnTo>
                        <a:pt x="2690" y="371"/>
                      </a:lnTo>
                      <a:lnTo>
                        <a:pt x="2689" y="378"/>
                      </a:lnTo>
                      <a:lnTo>
                        <a:pt x="2688" y="385"/>
                      </a:lnTo>
                      <a:lnTo>
                        <a:pt x="2684" y="392"/>
                      </a:lnTo>
                      <a:lnTo>
                        <a:pt x="2682" y="398"/>
                      </a:lnTo>
                      <a:lnTo>
                        <a:pt x="2677" y="403"/>
                      </a:lnTo>
                      <a:lnTo>
                        <a:pt x="2668" y="413"/>
                      </a:lnTo>
                      <a:lnTo>
                        <a:pt x="2657" y="424"/>
                      </a:lnTo>
                      <a:lnTo>
                        <a:pt x="2646" y="436"/>
                      </a:lnTo>
                      <a:lnTo>
                        <a:pt x="2634" y="448"/>
                      </a:lnTo>
                      <a:lnTo>
                        <a:pt x="2622" y="458"/>
                      </a:lnTo>
                      <a:lnTo>
                        <a:pt x="2614" y="468"/>
                      </a:lnTo>
                      <a:lnTo>
                        <a:pt x="2611" y="473"/>
                      </a:lnTo>
                      <a:lnTo>
                        <a:pt x="2609" y="478"/>
                      </a:lnTo>
                      <a:lnTo>
                        <a:pt x="2607" y="482"/>
                      </a:lnTo>
                      <a:lnTo>
                        <a:pt x="2607" y="489"/>
                      </a:lnTo>
                      <a:lnTo>
                        <a:pt x="2606" y="501"/>
                      </a:lnTo>
                      <a:lnTo>
                        <a:pt x="2605" y="508"/>
                      </a:lnTo>
                      <a:lnTo>
                        <a:pt x="2603" y="512"/>
                      </a:lnTo>
                      <a:lnTo>
                        <a:pt x="2601" y="514"/>
                      </a:lnTo>
                      <a:lnTo>
                        <a:pt x="2599" y="517"/>
                      </a:lnTo>
                      <a:lnTo>
                        <a:pt x="2593" y="520"/>
                      </a:lnTo>
                      <a:lnTo>
                        <a:pt x="2582" y="525"/>
                      </a:lnTo>
                      <a:lnTo>
                        <a:pt x="2570" y="531"/>
                      </a:lnTo>
                      <a:lnTo>
                        <a:pt x="2565" y="535"/>
                      </a:lnTo>
                      <a:lnTo>
                        <a:pt x="2561" y="538"/>
                      </a:lnTo>
                      <a:lnTo>
                        <a:pt x="2557" y="543"/>
                      </a:lnTo>
                      <a:lnTo>
                        <a:pt x="2553" y="549"/>
                      </a:lnTo>
                      <a:lnTo>
                        <a:pt x="2551" y="555"/>
                      </a:lnTo>
                      <a:lnTo>
                        <a:pt x="2550" y="562"/>
                      </a:lnTo>
                      <a:lnTo>
                        <a:pt x="2549" y="569"/>
                      </a:lnTo>
                      <a:lnTo>
                        <a:pt x="2549" y="576"/>
                      </a:lnTo>
                      <a:lnTo>
                        <a:pt x="2550" y="592"/>
                      </a:lnTo>
                      <a:lnTo>
                        <a:pt x="2552" y="606"/>
                      </a:lnTo>
                      <a:lnTo>
                        <a:pt x="2555" y="619"/>
                      </a:lnTo>
                      <a:lnTo>
                        <a:pt x="2558" y="628"/>
                      </a:lnTo>
                      <a:lnTo>
                        <a:pt x="2561" y="632"/>
                      </a:lnTo>
                      <a:lnTo>
                        <a:pt x="2564" y="634"/>
                      </a:lnTo>
                      <a:lnTo>
                        <a:pt x="2569" y="637"/>
                      </a:lnTo>
                      <a:lnTo>
                        <a:pt x="2576" y="637"/>
                      </a:lnTo>
                      <a:lnTo>
                        <a:pt x="2582" y="637"/>
                      </a:lnTo>
                      <a:lnTo>
                        <a:pt x="2589" y="637"/>
                      </a:lnTo>
                      <a:lnTo>
                        <a:pt x="2594" y="636"/>
                      </a:lnTo>
                      <a:lnTo>
                        <a:pt x="2599" y="634"/>
                      </a:lnTo>
                      <a:lnTo>
                        <a:pt x="2602" y="632"/>
                      </a:lnTo>
                      <a:lnTo>
                        <a:pt x="2605" y="630"/>
                      </a:lnTo>
                      <a:lnTo>
                        <a:pt x="2607" y="625"/>
                      </a:lnTo>
                      <a:lnTo>
                        <a:pt x="2608" y="619"/>
                      </a:lnTo>
                      <a:lnTo>
                        <a:pt x="2609" y="608"/>
                      </a:lnTo>
                      <a:lnTo>
                        <a:pt x="2612" y="598"/>
                      </a:lnTo>
                      <a:lnTo>
                        <a:pt x="2614" y="593"/>
                      </a:lnTo>
                      <a:lnTo>
                        <a:pt x="2615" y="588"/>
                      </a:lnTo>
                      <a:lnTo>
                        <a:pt x="2619" y="583"/>
                      </a:lnTo>
                      <a:lnTo>
                        <a:pt x="2622" y="580"/>
                      </a:lnTo>
                      <a:lnTo>
                        <a:pt x="2639" y="564"/>
                      </a:lnTo>
                      <a:lnTo>
                        <a:pt x="2655" y="550"/>
                      </a:lnTo>
                      <a:lnTo>
                        <a:pt x="2660" y="544"/>
                      </a:lnTo>
                      <a:lnTo>
                        <a:pt x="2668" y="542"/>
                      </a:lnTo>
                      <a:lnTo>
                        <a:pt x="2670" y="542"/>
                      </a:lnTo>
                      <a:lnTo>
                        <a:pt x="2674" y="542"/>
                      </a:lnTo>
                      <a:lnTo>
                        <a:pt x="2676" y="543"/>
                      </a:lnTo>
                      <a:lnTo>
                        <a:pt x="2679" y="545"/>
                      </a:lnTo>
                      <a:lnTo>
                        <a:pt x="2685" y="550"/>
                      </a:lnTo>
                      <a:lnTo>
                        <a:pt x="2690" y="554"/>
                      </a:lnTo>
                      <a:lnTo>
                        <a:pt x="2693" y="554"/>
                      </a:lnTo>
                      <a:lnTo>
                        <a:pt x="2696" y="554"/>
                      </a:lnTo>
                      <a:lnTo>
                        <a:pt x="2698" y="552"/>
                      </a:lnTo>
                      <a:lnTo>
                        <a:pt x="2702" y="550"/>
                      </a:lnTo>
                      <a:lnTo>
                        <a:pt x="2706" y="548"/>
                      </a:lnTo>
                      <a:lnTo>
                        <a:pt x="2709" y="545"/>
                      </a:lnTo>
                      <a:lnTo>
                        <a:pt x="2713" y="544"/>
                      </a:lnTo>
                      <a:lnTo>
                        <a:pt x="2716" y="544"/>
                      </a:lnTo>
                      <a:lnTo>
                        <a:pt x="2720" y="544"/>
                      </a:lnTo>
                      <a:lnTo>
                        <a:pt x="2723" y="546"/>
                      </a:lnTo>
                      <a:lnTo>
                        <a:pt x="2727" y="549"/>
                      </a:lnTo>
                      <a:lnTo>
                        <a:pt x="2729" y="554"/>
                      </a:lnTo>
                      <a:lnTo>
                        <a:pt x="2729" y="562"/>
                      </a:lnTo>
                      <a:lnTo>
                        <a:pt x="2726" y="575"/>
                      </a:lnTo>
                      <a:lnTo>
                        <a:pt x="2723" y="582"/>
                      </a:lnTo>
                      <a:lnTo>
                        <a:pt x="2723" y="588"/>
                      </a:lnTo>
                      <a:lnTo>
                        <a:pt x="2723" y="592"/>
                      </a:lnTo>
                      <a:lnTo>
                        <a:pt x="2725" y="593"/>
                      </a:lnTo>
                      <a:lnTo>
                        <a:pt x="2726" y="595"/>
                      </a:lnTo>
                      <a:lnTo>
                        <a:pt x="2727" y="595"/>
                      </a:lnTo>
                      <a:lnTo>
                        <a:pt x="2735" y="599"/>
                      </a:lnTo>
                      <a:lnTo>
                        <a:pt x="2741" y="602"/>
                      </a:lnTo>
                      <a:lnTo>
                        <a:pt x="2744" y="605"/>
                      </a:lnTo>
                      <a:lnTo>
                        <a:pt x="2745" y="608"/>
                      </a:lnTo>
                      <a:lnTo>
                        <a:pt x="2745" y="612"/>
                      </a:lnTo>
                      <a:lnTo>
                        <a:pt x="2745" y="617"/>
                      </a:lnTo>
                      <a:lnTo>
                        <a:pt x="2741" y="625"/>
                      </a:lnTo>
                      <a:lnTo>
                        <a:pt x="2738" y="633"/>
                      </a:lnTo>
                      <a:lnTo>
                        <a:pt x="2735" y="638"/>
                      </a:lnTo>
                      <a:lnTo>
                        <a:pt x="2734" y="642"/>
                      </a:lnTo>
                      <a:lnTo>
                        <a:pt x="2733" y="646"/>
                      </a:lnTo>
                      <a:lnTo>
                        <a:pt x="2734" y="651"/>
                      </a:lnTo>
                      <a:lnTo>
                        <a:pt x="2742" y="671"/>
                      </a:lnTo>
                      <a:lnTo>
                        <a:pt x="2750" y="686"/>
                      </a:lnTo>
                      <a:lnTo>
                        <a:pt x="2745" y="702"/>
                      </a:lnTo>
                      <a:lnTo>
                        <a:pt x="2739" y="718"/>
                      </a:lnTo>
                      <a:lnTo>
                        <a:pt x="2738" y="726"/>
                      </a:lnTo>
                      <a:lnTo>
                        <a:pt x="2738" y="732"/>
                      </a:lnTo>
                      <a:lnTo>
                        <a:pt x="2739" y="734"/>
                      </a:lnTo>
                      <a:lnTo>
                        <a:pt x="2741" y="735"/>
                      </a:lnTo>
                      <a:lnTo>
                        <a:pt x="2745" y="738"/>
                      </a:lnTo>
                      <a:lnTo>
                        <a:pt x="2750" y="738"/>
                      </a:lnTo>
                      <a:lnTo>
                        <a:pt x="2760" y="739"/>
                      </a:lnTo>
                      <a:lnTo>
                        <a:pt x="2767" y="741"/>
                      </a:lnTo>
                      <a:lnTo>
                        <a:pt x="2772" y="744"/>
                      </a:lnTo>
                      <a:lnTo>
                        <a:pt x="2777" y="746"/>
                      </a:lnTo>
                      <a:lnTo>
                        <a:pt x="2779" y="749"/>
                      </a:lnTo>
                      <a:lnTo>
                        <a:pt x="2783" y="749"/>
                      </a:lnTo>
                      <a:lnTo>
                        <a:pt x="2785" y="749"/>
                      </a:lnTo>
                      <a:lnTo>
                        <a:pt x="2789" y="747"/>
                      </a:lnTo>
                      <a:lnTo>
                        <a:pt x="2792" y="745"/>
                      </a:lnTo>
                      <a:lnTo>
                        <a:pt x="2796" y="741"/>
                      </a:lnTo>
                      <a:lnTo>
                        <a:pt x="2800" y="738"/>
                      </a:lnTo>
                      <a:lnTo>
                        <a:pt x="2803" y="732"/>
                      </a:lnTo>
                      <a:lnTo>
                        <a:pt x="2807" y="726"/>
                      </a:lnTo>
                      <a:lnTo>
                        <a:pt x="2811" y="719"/>
                      </a:lnTo>
                      <a:lnTo>
                        <a:pt x="2817" y="713"/>
                      </a:lnTo>
                      <a:lnTo>
                        <a:pt x="2824" y="707"/>
                      </a:lnTo>
                      <a:lnTo>
                        <a:pt x="2833" y="702"/>
                      </a:lnTo>
                      <a:lnTo>
                        <a:pt x="2841" y="697"/>
                      </a:lnTo>
                      <a:lnTo>
                        <a:pt x="2851" y="695"/>
                      </a:lnTo>
                      <a:lnTo>
                        <a:pt x="2859" y="694"/>
                      </a:lnTo>
                      <a:lnTo>
                        <a:pt x="2880" y="694"/>
                      </a:lnTo>
                      <a:lnTo>
                        <a:pt x="2903" y="694"/>
                      </a:lnTo>
                      <a:lnTo>
                        <a:pt x="2924" y="695"/>
                      </a:lnTo>
                      <a:lnTo>
                        <a:pt x="2941" y="696"/>
                      </a:lnTo>
                      <a:lnTo>
                        <a:pt x="2953" y="697"/>
                      </a:lnTo>
                      <a:lnTo>
                        <a:pt x="2959" y="700"/>
                      </a:lnTo>
                      <a:lnTo>
                        <a:pt x="2961" y="701"/>
                      </a:lnTo>
                      <a:lnTo>
                        <a:pt x="2961" y="703"/>
                      </a:lnTo>
                      <a:lnTo>
                        <a:pt x="2961" y="705"/>
                      </a:lnTo>
                      <a:lnTo>
                        <a:pt x="2961" y="707"/>
                      </a:lnTo>
                      <a:lnTo>
                        <a:pt x="2955" y="712"/>
                      </a:lnTo>
                      <a:lnTo>
                        <a:pt x="2947" y="715"/>
                      </a:lnTo>
                      <a:lnTo>
                        <a:pt x="2942" y="719"/>
                      </a:lnTo>
                      <a:lnTo>
                        <a:pt x="2937" y="724"/>
                      </a:lnTo>
                      <a:lnTo>
                        <a:pt x="2934" y="729"/>
                      </a:lnTo>
                      <a:lnTo>
                        <a:pt x="2931" y="737"/>
                      </a:lnTo>
                      <a:lnTo>
                        <a:pt x="2929" y="752"/>
                      </a:lnTo>
                      <a:lnTo>
                        <a:pt x="2927" y="765"/>
                      </a:lnTo>
                      <a:lnTo>
                        <a:pt x="2927" y="770"/>
                      </a:lnTo>
                      <a:lnTo>
                        <a:pt x="2928" y="773"/>
                      </a:lnTo>
                      <a:lnTo>
                        <a:pt x="2929" y="777"/>
                      </a:lnTo>
                      <a:lnTo>
                        <a:pt x="2933" y="781"/>
                      </a:lnTo>
                      <a:lnTo>
                        <a:pt x="2941" y="784"/>
                      </a:lnTo>
                      <a:lnTo>
                        <a:pt x="2951" y="788"/>
                      </a:lnTo>
                      <a:lnTo>
                        <a:pt x="2955" y="791"/>
                      </a:lnTo>
                      <a:lnTo>
                        <a:pt x="2959" y="795"/>
                      </a:lnTo>
                      <a:lnTo>
                        <a:pt x="2961" y="800"/>
                      </a:lnTo>
                      <a:lnTo>
                        <a:pt x="2964" y="807"/>
                      </a:lnTo>
                      <a:lnTo>
                        <a:pt x="2965" y="820"/>
                      </a:lnTo>
                      <a:lnTo>
                        <a:pt x="2967" y="832"/>
                      </a:lnTo>
                      <a:lnTo>
                        <a:pt x="2971" y="841"/>
                      </a:lnTo>
                      <a:lnTo>
                        <a:pt x="2974" y="852"/>
                      </a:lnTo>
                      <a:lnTo>
                        <a:pt x="2978" y="863"/>
                      </a:lnTo>
                      <a:lnTo>
                        <a:pt x="2980" y="871"/>
                      </a:lnTo>
                      <a:lnTo>
                        <a:pt x="2979" y="875"/>
                      </a:lnTo>
                      <a:lnTo>
                        <a:pt x="2979" y="879"/>
                      </a:lnTo>
                      <a:lnTo>
                        <a:pt x="2977" y="883"/>
                      </a:lnTo>
                      <a:lnTo>
                        <a:pt x="2974" y="889"/>
                      </a:lnTo>
                      <a:lnTo>
                        <a:pt x="2970" y="894"/>
                      </a:lnTo>
                      <a:lnTo>
                        <a:pt x="2965" y="898"/>
                      </a:lnTo>
                      <a:lnTo>
                        <a:pt x="2959" y="903"/>
                      </a:lnTo>
                      <a:lnTo>
                        <a:pt x="2952" y="908"/>
                      </a:lnTo>
                      <a:lnTo>
                        <a:pt x="2937" y="916"/>
                      </a:lnTo>
                      <a:lnTo>
                        <a:pt x="2923" y="924"/>
                      </a:lnTo>
                      <a:lnTo>
                        <a:pt x="2917" y="929"/>
                      </a:lnTo>
                      <a:lnTo>
                        <a:pt x="2914" y="933"/>
                      </a:lnTo>
                      <a:lnTo>
                        <a:pt x="2910" y="937"/>
                      </a:lnTo>
                      <a:lnTo>
                        <a:pt x="2908" y="941"/>
                      </a:lnTo>
                      <a:lnTo>
                        <a:pt x="2907" y="946"/>
                      </a:lnTo>
                      <a:lnTo>
                        <a:pt x="2907" y="951"/>
                      </a:lnTo>
                      <a:lnTo>
                        <a:pt x="2907" y="955"/>
                      </a:lnTo>
                      <a:lnTo>
                        <a:pt x="2908" y="961"/>
                      </a:lnTo>
                      <a:lnTo>
                        <a:pt x="2914" y="974"/>
                      </a:lnTo>
                      <a:lnTo>
                        <a:pt x="2921" y="989"/>
                      </a:lnTo>
                      <a:lnTo>
                        <a:pt x="2929" y="1003"/>
                      </a:lnTo>
                      <a:lnTo>
                        <a:pt x="2935" y="1012"/>
                      </a:lnTo>
                      <a:lnTo>
                        <a:pt x="2937" y="1017"/>
                      </a:lnTo>
                      <a:lnTo>
                        <a:pt x="2939" y="1021"/>
                      </a:lnTo>
                      <a:lnTo>
                        <a:pt x="2939" y="1025"/>
                      </a:lnTo>
                      <a:lnTo>
                        <a:pt x="2939" y="1029"/>
                      </a:lnTo>
                      <a:lnTo>
                        <a:pt x="2937" y="1034"/>
                      </a:lnTo>
                      <a:lnTo>
                        <a:pt x="2936" y="1037"/>
                      </a:lnTo>
                      <a:lnTo>
                        <a:pt x="2933" y="1041"/>
                      </a:lnTo>
                      <a:lnTo>
                        <a:pt x="2929" y="1043"/>
                      </a:lnTo>
                      <a:lnTo>
                        <a:pt x="2920" y="1048"/>
                      </a:lnTo>
                      <a:lnTo>
                        <a:pt x="2912" y="1053"/>
                      </a:lnTo>
                      <a:lnTo>
                        <a:pt x="2909" y="1055"/>
                      </a:lnTo>
                      <a:lnTo>
                        <a:pt x="2905" y="1059"/>
                      </a:lnTo>
                      <a:lnTo>
                        <a:pt x="2903" y="1063"/>
                      </a:lnTo>
                      <a:lnTo>
                        <a:pt x="2901" y="1071"/>
                      </a:lnTo>
                      <a:lnTo>
                        <a:pt x="2898" y="1083"/>
                      </a:lnTo>
                      <a:lnTo>
                        <a:pt x="2897" y="1090"/>
                      </a:lnTo>
                      <a:lnTo>
                        <a:pt x="2897" y="1092"/>
                      </a:lnTo>
                      <a:lnTo>
                        <a:pt x="2895" y="1094"/>
                      </a:lnTo>
                      <a:lnTo>
                        <a:pt x="2891" y="1097"/>
                      </a:lnTo>
                      <a:lnTo>
                        <a:pt x="2886" y="1098"/>
                      </a:lnTo>
                      <a:lnTo>
                        <a:pt x="2874" y="1100"/>
                      </a:lnTo>
                      <a:lnTo>
                        <a:pt x="2864" y="1100"/>
                      </a:lnTo>
                      <a:lnTo>
                        <a:pt x="2852" y="1100"/>
                      </a:lnTo>
                      <a:lnTo>
                        <a:pt x="2840" y="1100"/>
                      </a:lnTo>
                      <a:lnTo>
                        <a:pt x="2834" y="1102"/>
                      </a:lnTo>
                      <a:lnTo>
                        <a:pt x="2829" y="1104"/>
                      </a:lnTo>
                      <a:lnTo>
                        <a:pt x="2826" y="1106"/>
                      </a:lnTo>
                      <a:lnTo>
                        <a:pt x="2823" y="1109"/>
                      </a:lnTo>
                      <a:lnTo>
                        <a:pt x="2821" y="1113"/>
                      </a:lnTo>
                      <a:lnTo>
                        <a:pt x="2820" y="1117"/>
                      </a:lnTo>
                      <a:lnTo>
                        <a:pt x="2820" y="1122"/>
                      </a:lnTo>
                      <a:lnTo>
                        <a:pt x="2821" y="1126"/>
                      </a:lnTo>
                      <a:lnTo>
                        <a:pt x="2822" y="1138"/>
                      </a:lnTo>
                      <a:lnTo>
                        <a:pt x="2824" y="1151"/>
                      </a:lnTo>
                      <a:lnTo>
                        <a:pt x="2824" y="1159"/>
                      </a:lnTo>
                      <a:lnTo>
                        <a:pt x="2823" y="1165"/>
                      </a:lnTo>
                      <a:lnTo>
                        <a:pt x="2821" y="1169"/>
                      </a:lnTo>
                      <a:lnTo>
                        <a:pt x="2817" y="1174"/>
                      </a:lnTo>
                      <a:lnTo>
                        <a:pt x="2805" y="1179"/>
                      </a:lnTo>
                      <a:lnTo>
                        <a:pt x="2789" y="1185"/>
                      </a:lnTo>
                      <a:lnTo>
                        <a:pt x="2782" y="1188"/>
                      </a:lnTo>
                      <a:lnTo>
                        <a:pt x="2775" y="1192"/>
                      </a:lnTo>
                      <a:lnTo>
                        <a:pt x="2770" y="1197"/>
                      </a:lnTo>
                      <a:lnTo>
                        <a:pt x="2766" y="1201"/>
                      </a:lnTo>
                      <a:lnTo>
                        <a:pt x="2763" y="1213"/>
                      </a:lnTo>
                      <a:lnTo>
                        <a:pt x="2759" y="1224"/>
                      </a:lnTo>
                      <a:lnTo>
                        <a:pt x="2758" y="1230"/>
                      </a:lnTo>
                      <a:lnTo>
                        <a:pt x="2756" y="1235"/>
                      </a:lnTo>
                      <a:lnTo>
                        <a:pt x="2752" y="1239"/>
                      </a:lnTo>
                      <a:lnTo>
                        <a:pt x="2748" y="1244"/>
                      </a:lnTo>
                      <a:lnTo>
                        <a:pt x="2739" y="1252"/>
                      </a:lnTo>
                      <a:lnTo>
                        <a:pt x="2731" y="1258"/>
                      </a:lnTo>
                      <a:lnTo>
                        <a:pt x="2728" y="1261"/>
                      </a:lnTo>
                      <a:lnTo>
                        <a:pt x="2725" y="1266"/>
                      </a:lnTo>
                      <a:lnTo>
                        <a:pt x="2722" y="1270"/>
                      </a:lnTo>
                      <a:lnTo>
                        <a:pt x="2721" y="1276"/>
                      </a:lnTo>
                      <a:lnTo>
                        <a:pt x="2720" y="1293"/>
                      </a:lnTo>
                      <a:lnTo>
                        <a:pt x="2720" y="1315"/>
                      </a:lnTo>
                      <a:lnTo>
                        <a:pt x="2720" y="1338"/>
                      </a:lnTo>
                      <a:lnTo>
                        <a:pt x="2720" y="1356"/>
                      </a:lnTo>
                      <a:lnTo>
                        <a:pt x="2720" y="1370"/>
                      </a:lnTo>
                      <a:lnTo>
                        <a:pt x="2720" y="1382"/>
                      </a:lnTo>
                      <a:lnTo>
                        <a:pt x="2720" y="1393"/>
                      </a:lnTo>
                      <a:lnTo>
                        <a:pt x="2720" y="1403"/>
                      </a:lnTo>
                      <a:lnTo>
                        <a:pt x="2721" y="1413"/>
                      </a:lnTo>
                      <a:lnTo>
                        <a:pt x="2723" y="1419"/>
                      </a:lnTo>
                      <a:lnTo>
                        <a:pt x="2728" y="1422"/>
                      </a:lnTo>
                      <a:lnTo>
                        <a:pt x="2734" y="1427"/>
                      </a:lnTo>
                      <a:lnTo>
                        <a:pt x="2737" y="1430"/>
                      </a:lnTo>
                      <a:lnTo>
                        <a:pt x="2739" y="1433"/>
                      </a:lnTo>
                      <a:lnTo>
                        <a:pt x="2741" y="1437"/>
                      </a:lnTo>
                      <a:lnTo>
                        <a:pt x="2742" y="1441"/>
                      </a:lnTo>
                      <a:lnTo>
                        <a:pt x="2744" y="1446"/>
                      </a:lnTo>
                      <a:lnTo>
                        <a:pt x="2744" y="1451"/>
                      </a:lnTo>
                      <a:lnTo>
                        <a:pt x="2741" y="1456"/>
                      </a:lnTo>
                      <a:lnTo>
                        <a:pt x="2739" y="1460"/>
                      </a:lnTo>
                      <a:lnTo>
                        <a:pt x="2731" y="1474"/>
                      </a:lnTo>
                      <a:lnTo>
                        <a:pt x="2719" y="1491"/>
                      </a:lnTo>
                      <a:lnTo>
                        <a:pt x="2704" y="1512"/>
                      </a:lnTo>
                      <a:lnTo>
                        <a:pt x="2689" y="1531"/>
                      </a:lnTo>
                      <a:lnTo>
                        <a:pt x="2676" y="1546"/>
                      </a:lnTo>
                      <a:lnTo>
                        <a:pt x="2666" y="1557"/>
                      </a:lnTo>
                      <a:lnTo>
                        <a:pt x="2658" y="1565"/>
                      </a:lnTo>
                      <a:lnTo>
                        <a:pt x="2650" y="1570"/>
                      </a:lnTo>
                      <a:lnTo>
                        <a:pt x="2640" y="1572"/>
                      </a:lnTo>
                      <a:lnTo>
                        <a:pt x="2630" y="1573"/>
                      </a:lnTo>
                      <a:lnTo>
                        <a:pt x="2619" y="1575"/>
                      </a:lnTo>
                      <a:lnTo>
                        <a:pt x="2611" y="1575"/>
                      </a:lnTo>
                      <a:lnTo>
                        <a:pt x="2603" y="1576"/>
                      </a:lnTo>
                      <a:lnTo>
                        <a:pt x="2600" y="1578"/>
                      </a:lnTo>
                      <a:lnTo>
                        <a:pt x="2600" y="1579"/>
                      </a:lnTo>
                      <a:lnTo>
                        <a:pt x="2600" y="1582"/>
                      </a:lnTo>
                      <a:lnTo>
                        <a:pt x="2601" y="1585"/>
                      </a:lnTo>
                      <a:lnTo>
                        <a:pt x="2603" y="1589"/>
                      </a:lnTo>
                      <a:lnTo>
                        <a:pt x="2608" y="1596"/>
                      </a:lnTo>
                      <a:lnTo>
                        <a:pt x="2612" y="1603"/>
                      </a:lnTo>
                      <a:lnTo>
                        <a:pt x="2612" y="1605"/>
                      </a:lnTo>
                      <a:lnTo>
                        <a:pt x="2611" y="1608"/>
                      </a:lnTo>
                      <a:lnTo>
                        <a:pt x="2609" y="1610"/>
                      </a:lnTo>
                      <a:lnTo>
                        <a:pt x="2607" y="1611"/>
                      </a:lnTo>
                      <a:lnTo>
                        <a:pt x="2597" y="1613"/>
                      </a:lnTo>
                      <a:lnTo>
                        <a:pt x="2584" y="1614"/>
                      </a:lnTo>
                      <a:lnTo>
                        <a:pt x="2577" y="1614"/>
                      </a:lnTo>
                      <a:lnTo>
                        <a:pt x="2570" y="1615"/>
                      </a:lnTo>
                      <a:lnTo>
                        <a:pt x="2563" y="1617"/>
                      </a:lnTo>
                      <a:lnTo>
                        <a:pt x="2557" y="1621"/>
                      </a:lnTo>
                      <a:lnTo>
                        <a:pt x="2546" y="1628"/>
                      </a:lnTo>
                      <a:lnTo>
                        <a:pt x="2538" y="1634"/>
                      </a:lnTo>
                      <a:lnTo>
                        <a:pt x="2534" y="1638"/>
                      </a:lnTo>
                      <a:lnTo>
                        <a:pt x="2530" y="1640"/>
                      </a:lnTo>
                      <a:lnTo>
                        <a:pt x="2524" y="1641"/>
                      </a:lnTo>
                      <a:lnTo>
                        <a:pt x="2515" y="1642"/>
                      </a:lnTo>
                      <a:lnTo>
                        <a:pt x="2500" y="1644"/>
                      </a:lnTo>
                      <a:lnTo>
                        <a:pt x="2488" y="1644"/>
                      </a:lnTo>
                      <a:lnTo>
                        <a:pt x="2485" y="1644"/>
                      </a:lnTo>
                      <a:lnTo>
                        <a:pt x="2481" y="1645"/>
                      </a:lnTo>
                      <a:lnTo>
                        <a:pt x="2479" y="1647"/>
                      </a:lnTo>
                      <a:lnTo>
                        <a:pt x="2479" y="1651"/>
                      </a:lnTo>
                      <a:lnTo>
                        <a:pt x="2479" y="1660"/>
                      </a:lnTo>
                      <a:lnTo>
                        <a:pt x="2480" y="1670"/>
                      </a:lnTo>
                      <a:lnTo>
                        <a:pt x="2479" y="1678"/>
                      </a:lnTo>
                      <a:lnTo>
                        <a:pt x="2477" y="1685"/>
                      </a:lnTo>
                      <a:lnTo>
                        <a:pt x="2475" y="1686"/>
                      </a:lnTo>
                      <a:lnTo>
                        <a:pt x="2474" y="1687"/>
                      </a:lnTo>
                      <a:lnTo>
                        <a:pt x="2473" y="1687"/>
                      </a:lnTo>
                      <a:lnTo>
                        <a:pt x="2470" y="1687"/>
                      </a:lnTo>
                      <a:lnTo>
                        <a:pt x="2467" y="1686"/>
                      </a:lnTo>
                      <a:lnTo>
                        <a:pt x="2461" y="1685"/>
                      </a:lnTo>
                      <a:lnTo>
                        <a:pt x="2457" y="1685"/>
                      </a:lnTo>
                      <a:lnTo>
                        <a:pt x="2455" y="1686"/>
                      </a:lnTo>
                      <a:lnTo>
                        <a:pt x="2454" y="1689"/>
                      </a:lnTo>
                      <a:lnTo>
                        <a:pt x="2452" y="1691"/>
                      </a:lnTo>
                      <a:lnTo>
                        <a:pt x="2451" y="1697"/>
                      </a:lnTo>
                      <a:lnTo>
                        <a:pt x="2454" y="1704"/>
                      </a:lnTo>
                      <a:lnTo>
                        <a:pt x="2456" y="1714"/>
                      </a:lnTo>
                      <a:lnTo>
                        <a:pt x="2461" y="1728"/>
                      </a:lnTo>
                      <a:lnTo>
                        <a:pt x="2463" y="1735"/>
                      </a:lnTo>
                      <a:lnTo>
                        <a:pt x="2465" y="1742"/>
                      </a:lnTo>
                      <a:lnTo>
                        <a:pt x="2469" y="1748"/>
                      </a:lnTo>
                      <a:lnTo>
                        <a:pt x="2471" y="1753"/>
                      </a:lnTo>
                      <a:lnTo>
                        <a:pt x="2479" y="1759"/>
                      </a:lnTo>
                      <a:lnTo>
                        <a:pt x="2482" y="1765"/>
                      </a:lnTo>
                      <a:lnTo>
                        <a:pt x="2482" y="1767"/>
                      </a:lnTo>
                      <a:lnTo>
                        <a:pt x="2482" y="1770"/>
                      </a:lnTo>
                      <a:lnTo>
                        <a:pt x="2481" y="1772"/>
                      </a:lnTo>
                      <a:lnTo>
                        <a:pt x="2477" y="1774"/>
                      </a:lnTo>
                      <a:lnTo>
                        <a:pt x="2468" y="1777"/>
                      </a:lnTo>
                      <a:lnTo>
                        <a:pt x="2458" y="1777"/>
                      </a:lnTo>
                      <a:lnTo>
                        <a:pt x="2455" y="1778"/>
                      </a:lnTo>
                      <a:lnTo>
                        <a:pt x="2450" y="1778"/>
                      </a:lnTo>
                      <a:lnTo>
                        <a:pt x="2446" y="1780"/>
                      </a:lnTo>
                      <a:lnTo>
                        <a:pt x="2443" y="1783"/>
                      </a:lnTo>
                      <a:lnTo>
                        <a:pt x="2431" y="1799"/>
                      </a:lnTo>
                      <a:lnTo>
                        <a:pt x="2423" y="1812"/>
                      </a:lnTo>
                      <a:lnTo>
                        <a:pt x="2420" y="1815"/>
                      </a:lnTo>
                      <a:lnTo>
                        <a:pt x="2418" y="1816"/>
                      </a:lnTo>
                      <a:lnTo>
                        <a:pt x="2417" y="1817"/>
                      </a:lnTo>
                      <a:lnTo>
                        <a:pt x="2414" y="1817"/>
                      </a:lnTo>
                      <a:lnTo>
                        <a:pt x="2410" y="1816"/>
                      </a:lnTo>
                      <a:lnTo>
                        <a:pt x="2405" y="1813"/>
                      </a:lnTo>
                      <a:lnTo>
                        <a:pt x="2400" y="1810"/>
                      </a:lnTo>
                      <a:lnTo>
                        <a:pt x="2395" y="1809"/>
                      </a:lnTo>
                      <a:lnTo>
                        <a:pt x="2393" y="1809"/>
                      </a:lnTo>
                      <a:lnTo>
                        <a:pt x="2392" y="1810"/>
                      </a:lnTo>
                      <a:lnTo>
                        <a:pt x="2389" y="1811"/>
                      </a:lnTo>
                      <a:lnTo>
                        <a:pt x="2387" y="1815"/>
                      </a:lnTo>
                      <a:lnTo>
                        <a:pt x="2383" y="1822"/>
                      </a:lnTo>
                      <a:lnTo>
                        <a:pt x="2380" y="1827"/>
                      </a:lnTo>
                      <a:lnTo>
                        <a:pt x="2379" y="1828"/>
                      </a:lnTo>
                      <a:lnTo>
                        <a:pt x="2376" y="1828"/>
                      </a:lnTo>
                      <a:lnTo>
                        <a:pt x="2373" y="1827"/>
                      </a:lnTo>
                      <a:lnTo>
                        <a:pt x="2369" y="1824"/>
                      </a:lnTo>
                      <a:lnTo>
                        <a:pt x="2361" y="1818"/>
                      </a:lnTo>
                      <a:lnTo>
                        <a:pt x="2351" y="1813"/>
                      </a:lnTo>
                      <a:lnTo>
                        <a:pt x="2347" y="1811"/>
                      </a:lnTo>
                      <a:lnTo>
                        <a:pt x="2341" y="1810"/>
                      </a:lnTo>
                      <a:lnTo>
                        <a:pt x="2335" y="1809"/>
                      </a:lnTo>
                      <a:lnTo>
                        <a:pt x="2329" y="1809"/>
                      </a:lnTo>
                      <a:lnTo>
                        <a:pt x="2323" y="1810"/>
                      </a:lnTo>
                      <a:lnTo>
                        <a:pt x="2317" y="1811"/>
                      </a:lnTo>
                      <a:lnTo>
                        <a:pt x="2313" y="1813"/>
                      </a:lnTo>
                      <a:lnTo>
                        <a:pt x="2310" y="1816"/>
                      </a:lnTo>
                      <a:lnTo>
                        <a:pt x="2307" y="1818"/>
                      </a:lnTo>
                      <a:lnTo>
                        <a:pt x="2306" y="1822"/>
                      </a:lnTo>
                      <a:lnTo>
                        <a:pt x="2306" y="1827"/>
                      </a:lnTo>
                      <a:lnTo>
                        <a:pt x="2306" y="1831"/>
                      </a:lnTo>
                      <a:lnTo>
                        <a:pt x="2306" y="1842"/>
                      </a:lnTo>
                      <a:lnTo>
                        <a:pt x="2307" y="1854"/>
                      </a:lnTo>
                      <a:lnTo>
                        <a:pt x="2307" y="1865"/>
                      </a:lnTo>
                      <a:lnTo>
                        <a:pt x="2307" y="1874"/>
                      </a:lnTo>
                      <a:lnTo>
                        <a:pt x="2307" y="1884"/>
                      </a:lnTo>
                      <a:lnTo>
                        <a:pt x="2309" y="1892"/>
                      </a:lnTo>
                      <a:lnTo>
                        <a:pt x="2311" y="1899"/>
                      </a:lnTo>
                      <a:lnTo>
                        <a:pt x="2316" y="1906"/>
                      </a:lnTo>
                      <a:lnTo>
                        <a:pt x="2320" y="1912"/>
                      </a:lnTo>
                      <a:lnTo>
                        <a:pt x="2323" y="1918"/>
                      </a:lnTo>
                      <a:lnTo>
                        <a:pt x="2323" y="1925"/>
                      </a:lnTo>
                      <a:lnTo>
                        <a:pt x="2323" y="1931"/>
                      </a:lnTo>
                      <a:lnTo>
                        <a:pt x="2322" y="1935"/>
                      </a:lnTo>
                      <a:lnTo>
                        <a:pt x="2319" y="1936"/>
                      </a:lnTo>
                      <a:lnTo>
                        <a:pt x="2317" y="1936"/>
                      </a:lnTo>
                      <a:lnTo>
                        <a:pt x="2313" y="1936"/>
                      </a:lnTo>
                      <a:lnTo>
                        <a:pt x="2305" y="1932"/>
                      </a:lnTo>
                      <a:lnTo>
                        <a:pt x="2299" y="1929"/>
                      </a:lnTo>
                      <a:lnTo>
                        <a:pt x="2293" y="1925"/>
                      </a:lnTo>
                      <a:lnTo>
                        <a:pt x="2287" y="1924"/>
                      </a:lnTo>
                      <a:lnTo>
                        <a:pt x="2284" y="1925"/>
                      </a:lnTo>
                      <a:lnTo>
                        <a:pt x="2280" y="1926"/>
                      </a:lnTo>
                      <a:lnTo>
                        <a:pt x="2278" y="1928"/>
                      </a:lnTo>
                      <a:lnTo>
                        <a:pt x="2275" y="1931"/>
                      </a:lnTo>
                      <a:lnTo>
                        <a:pt x="2272" y="1934"/>
                      </a:lnTo>
                      <a:lnTo>
                        <a:pt x="2269" y="1936"/>
                      </a:lnTo>
                      <a:lnTo>
                        <a:pt x="2266" y="1937"/>
                      </a:lnTo>
                      <a:lnTo>
                        <a:pt x="2261" y="1938"/>
                      </a:lnTo>
                      <a:lnTo>
                        <a:pt x="2254" y="1938"/>
                      </a:lnTo>
                      <a:lnTo>
                        <a:pt x="2247" y="1936"/>
                      </a:lnTo>
                      <a:lnTo>
                        <a:pt x="2240" y="1934"/>
                      </a:lnTo>
                      <a:lnTo>
                        <a:pt x="2233" y="1931"/>
                      </a:lnTo>
                      <a:lnTo>
                        <a:pt x="2229" y="1930"/>
                      </a:lnTo>
                      <a:lnTo>
                        <a:pt x="2225" y="1931"/>
                      </a:lnTo>
                      <a:lnTo>
                        <a:pt x="2222" y="1932"/>
                      </a:lnTo>
                      <a:lnTo>
                        <a:pt x="2218" y="1936"/>
                      </a:lnTo>
                      <a:lnTo>
                        <a:pt x="2212" y="1943"/>
                      </a:lnTo>
                      <a:lnTo>
                        <a:pt x="2208" y="1948"/>
                      </a:lnTo>
                      <a:lnTo>
                        <a:pt x="2205" y="1950"/>
                      </a:lnTo>
                      <a:lnTo>
                        <a:pt x="2202" y="1951"/>
                      </a:lnTo>
                      <a:lnTo>
                        <a:pt x="2198" y="1951"/>
                      </a:lnTo>
                      <a:lnTo>
                        <a:pt x="2193" y="1951"/>
                      </a:lnTo>
                      <a:lnTo>
                        <a:pt x="2181" y="1949"/>
                      </a:lnTo>
                      <a:lnTo>
                        <a:pt x="2172" y="1947"/>
                      </a:lnTo>
                      <a:lnTo>
                        <a:pt x="2167" y="1947"/>
                      </a:lnTo>
                      <a:lnTo>
                        <a:pt x="2162" y="1948"/>
                      </a:lnTo>
                      <a:lnTo>
                        <a:pt x="2159" y="1949"/>
                      </a:lnTo>
                      <a:lnTo>
                        <a:pt x="2155" y="1953"/>
                      </a:lnTo>
                      <a:lnTo>
                        <a:pt x="2152" y="1958"/>
                      </a:lnTo>
                      <a:lnTo>
                        <a:pt x="2149" y="1963"/>
                      </a:lnTo>
                      <a:lnTo>
                        <a:pt x="2147" y="1969"/>
                      </a:lnTo>
                      <a:lnTo>
                        <a:pt x="2146" y="1976"/>
                      </a:lnTo>
                      <a:lnTo>
                        <a:pt x="2142" y="1988"/>
                      </a:lnTo>
                      <a:lnTo>
                        <a:pt x="2140" y="2000"/>
                      </a:lnTo>
                      <a:lnTo>
                        <a:pt x="2137" y="2010"/>
                      </a:lnTo>
                      <a:lnTo>
                        <a:pt x="2133" y="2019"/>
                      </a:lnTo>
                      <a:lnTo>
                        <a:pt x="2128" y="2027"/>
                      </a:lnTo>
                      <a:lnTo>
                        <a:pt x="2122" y="2035"/>
                      </a:lnTo>
                      <a:lnTo>
                        <a:pt x="2114" y="2039"/>
                      </a:lnTo>
                      <a:lnTo>
                        <a:pt x="2104" y="2043"/>
                      </a:lnTo>
                      <a:lnTo>
                        <a:pt x="2093" y="2044"/>
                      </a:lnTo>
                      <a:lnTo>
                        <a:pt x="2084" y="2048"/>
                      </a:lnTo>
                      <a:lnTo>
                        <a:pt x="2079" y="2050"/>
                      </a:lnTo>
                      <a:lnTo>
                        <a:pt x="2074" y="2052"/>
                      </a:lnTo>
                      <a:lnTo>
                        <a:pt x="2070" y="2057"/>
                      </a:lnTo>
                      <a:lnTo>
                        <a:pt x="2065" y="2062"/>
                      </a:lnTo>
                      <a:lnTo>
                        <a:pt x="2061" y="2070"/>
                      </a:lnTo>
                      <a:lnTo>
                        <a:pt x="2060" y="2079"/>
                      </a:lnTo>
                      <a:lnTo>
                        <a:pt x="2060" y="2087"/>
                      </a:lnTo>
                      <a:lnTo>
                        <a:pt x="2061" y="2094"/>
                      </a:lnTo>
                      <a:lnTo>
                        <a:pt x="2064" y="2099"/>
                      </a:lnTo>
                      <a:lnTo>
                        <a:pt x="2065" y="2104"/>
                      </a:lnTo>
                      <a:lnTo>
                        <a:pt x="2065" y="2109"/>
                      </a:lnTo>
                      <a:lnTo>
                        <a:pt x="2064" y="2115"/>
                      </a:lnTo>
                      <a:lnTo>
                        <a:pt x="2064" y="2117"/>
                      </a:lnTo>
                      <a:lnTo>
                        <a:pt x="2063" y="2118"/>
                      </a:lnTo>
                      <a:lnTo>
                        <a:pt x="2061" y="2118"/>
                      </a:lnTo>
                      <a:lnTo>
                        <a:pt x="2060" y="2118"/>
                      </a:lnTo>
                      <a:lnTo>
                        <a:pt x="2057" y="2117"/>
                      </a:lnTo>
                      <a:lnTo>
                        <a:pt x="2053" y="2113"/>
                      </a:lnTo>
                      <a:lnTo>
                        <a:pt x="2045" y="2106"/>
                      </a:lnTo>
                      <a:lnTo>
                        <a:pt x="2040" y="2101"/>
                      </a:lnTo>
                      <a:lnTo>
                        <a:pt x="2029" y="2092"/>
                      </a:lnTo>
                      <a:lnTo>
                        <a:pt x="2016" y="2082"/>
                      </a:lnTo>
                      <a:lnTo>
                        <a:pt x="2011" y="2077"/>
                      </a:lnTo>
                      <a:lnTo>
                        <a:pt x="2007" y="2073"/>
                      </a:lnTo>
                      <a:lnTo>
                        <a:pt x="2004" y="2068"/>
                      </a:lnTo>
                      <a:lnTo>
                        <a:pt x="2002" y="2063"/>
                      </a:lnTo>
                      <a:lnTo>
                        <a:pt x="1998" y="2051"/>
                      </a:lnTo>
                      <a:lnTo>
                        <a:pt x="1995" y="2038"/>
                      </a:lnTo>
                      <a:lnTo>
                        <a:pt x="1994" y="2033"/>
                      </a:lnTo>
                      <a:lnTo>
                        <a:pt x="1994" y="2029"/>
                      </a:lnTo>
                      <a:lnTo>
                        <a:pt x="1995" y="2024"/>
                      </a:lnTo>
                      <a:lnTo>
                        <a:pt x="1997" y="2019"/>
                      </a:lnTo>
                      <a:lnTo>
                        <a:pt x="2003" y="2011"/>
                      </a:lnTo>
                      <a:lnTo>
                        <a:pt x="2008" y="2005"/>
                      </a:lnTo>
                      <a:lnTo>
                        <a:pt x="2010" y="2001"/>
                      </a:lnTo>
                      <a:lnTo>
                        <a:pt x="2013" y="1998"/>
                      </a:lnTo>
                      <a:lnTo>
                        <a:pt x="2011" y="1994"/>
                      </a:lnTo>
                      <a:lnTo>
                        <a:pt x="2008" y="1991"/>
                      </a:lnTo>
                      <a:lnTo>
                        <a:pt x="2005" y="1988"/>
                      </a:lnTo>
                      <a:lnTo>
                        <a:pt x="2003" y="1989"/>
                      </a:lnTo>
                      <a:lnTo>
                        <a:pt x="2000" y="1991"/>
                      </a:lnTo>
                      <a:lnTo>
                        <a:pt x="1997" y="1993"/>
                      </a:lnTo>
                      <a:lnTo>
                        <a:pt x="1991" y="2001"/>
                      </a:lnTo>
                      <a:lnTo>
                        <a:pt x="1984" y="2012"/>
                      </a:lnTo>
                      <a:lnTo>
                        <a:pt x="1978" y="2021"/>
                      </a:lnTo>
                      <a:lnTo>
                        <a:pt x="1972" y="2026"/>
                      </a:lnTo>
                      <a:lnTo>
                        <a:pt x="1966" y="2029"/>
                      </a:lnTo>
                      <a:lnTo>
                        <a:pt x="1959" y="2029"/>
                      </a:lnTo>
                      <a:lnTo>
                        <a:pt x="1952" y="2027"/>
                      </a:lnTo>
                      <a:lnTo>
                        <a:pt x="1946" y="2027"/>
                      </a:lnTo>
                      <a:lnTo>
                        <a:pt x="1941" y="2029"/>
                      </a:lnTo>
                      <a:lnTo>
                        <a:pt x="1939" y="2031"/>
                      </a:lnTo>
                      <a:lnTo>
                        <a:pt x="1939" y="2032"/>
                      </a:lnTo>
                      <a:lnTo>
                        <a:pt x="1940" y="2035"/>
                      </a:lnTo>
                      <a:lnTo>
                        <a:pt x="1942" y="2036"/>
                      </a:lnTo>
                      <a:lnTo>
                        <a:pt x="1945" y="2038"/>
                      </a:lnTo>
                      <a:lnTo>
                        <a:pt x="1953" y="2042"/>
                      </a:lnTo>
                      <a:lnTo>
                        <a:pt x="1961" y="2043"/>
                      </a:lnTo>
                      <a:lnTo>
                        <a:pt x="1969" y="2045"/>
                      </a:lnTo>
                      <a:lnTo>
                        <a:pt x="1976" y="2050"/>
                      </a:lnTo>
                      <a:lnTo>
                        <a:pt x="1978" y="2052"/>
                      </a:lnTo>
                      <a:lnTo>
                        <a:pt x="1980" y="2055"/>
                      </a:lnTo>
                      <a:lnTo>
                        <a:pt x="1982" y="2058"/>
                      </a:lnTo>
                      <a:lnTo>
                        <a:pt x="1983" y="2062"/>
                      </a:lnTo>
                      <a:lnTo>
                        <a:pt x="1984" y="2073"/>
                      </a:lnTo>
                      <a:lnTo>
                        <a:pt x="1984" y="2083"/>
                      </a:lnTo>
                      <a:lnTo>
                        <a:pt x="1983" y="2089"/>
                      </a:lnTo>
                      <a:lnTo>
                        <a:pt x="1982" y="2094"/>
                      </a:lnTo>
                      <a:lnTo>
                        <a:pt x="1980" y="2099"/>
                      </a:lnTo>
                      <a:lnTo>
                        <a:pt x="1978" y="2102"/>
                      </a:lnTo>
                      <a:lnTo>
                        <a:pt x="1965" y="2109"/>
                      </a:lnTo>
                      <a:lnTo>
                        <a:pt x="1946" y="2118"/>
                      </a:lnTo>
                      <a:lnTo>
                        <a:pt x="1927" y="2125"/>
                      </a:lnTo>
                      <a:lnTo>
                        <a:pt x="1917" y="2127"/>
                      </a:lnTo>
                      <a:lnTo>
                        <a:pt x="1908" y="2127"/>
                      </a:lnTo>
                      <a:lnTo>
                        <a:pt x="1900" y="2127"/>
                      </a:lnTo>
                      <a:lnTo>
                        <a:pt x="1893" y="2128"/>
                      </a:lnTo>
                      <a:lnTo>
                        <a:pt x="1885" y="2131"/>
                      </a:lnTo>
                      <a:lnTo>
                        <a:pt x="1878" y="2132"/>
                      </a:lnTo>
                      <a:lnTo>
                        <a:pt x="1871" y="2132"/>
                      </a:lnTo>
                      <a:lnTo>
                        <a:pt x="1868" y="2132"/>
                      </a:lnTo>
                      <a:lnTo>
                        <a:pt x="1865" y="2130"/>
                      </a:lnTo>
                      <a:lnTo>
                        <a:pt x="1863" y="2128"/>
                      </a:lnTo>
                      <a:lnTo>
                        <a:pt x="1863" y="2125"/>
                      </a:lnTo>
                      <a:lnTo>
                        <a:pt x="1862" y="2120"/>
                      </a:lnTo>
                      <a:lnTo>
                        <a:pt x="1860" y="2115"/>
                      </a:lnTo>
                      <a:lnTo>
                        <a:pt x="1859" y="2113"/>
                      </a:lnTo>
                      <a:lnTo>
                        <a:pt x="1858" y="2113"/>
                      </a:lnTo>
                      <a:lnTo>
                        <a:pt x="1857" y="2112"/>
                      </a:lnTo>
                      <a:lnTo>
                        <a:pt x="1854" y="2112"/>
                      </a:lnTo>
                      <a:lnTo>
                        <a:pt x="1847" y="2123"/>
                      </a:lnTo>
                      <a:lnTo>
                        <a:pt x="1837" y="2140"/>
                      </a:lnTo>
                      <a:lnTo>
                        <a:pt x="1832" y="2143"/>
                      </a:lnTo>
                      <a:lnTo>
                        <a:pt x="1828" y="2145"/>
                      </a:lnTo>
                      <a:lnTo>
                        <a:pt x="1824" y="2145"/>
                      </a:lnTo>
                      <a:lnTo>
                        <a:pt x="1819" y="2144"/>
                      </a:lnTo>
                      <a:lnTo>
                        <a:pt x="1810" y="2140"/>
                      </a:lnTo>
                      <a:lnTo>
                        <a:pt x="1801" y="2137"/>
                      </a:lnTo>
                      <a:lnTo>
                        <a:pt x="1794" y="2133"/>
                      </a:lnTo>
                      <a:lnTo>
                        <a:pt x="1789" y="2128"/>
                      </a:lnTo>
                      <a:lnTo>
                        <a:pt x="1788" y="2126"/>
                      </a:lnTo>
                      <a:lnTo>
                        <a:pt x="1787" y="2123"/>
                      </a:lnTo>
                      <a:lnTo>
                        <a:pt x="1787" y="2120"/>
                      </a:lnTo>
                      <a:lnTo>
                        <a:pt x="1787" y="2117"/>
                      </a:lnTo>
                      <a:lnTo>
                        <a:pt x="1797" y="2111"/>
                      </a:lnTo>
                      <a:lnTo>
                        <a:pt x="1816" y="2098"/>
                      </a:lnTo>
                      <a:lnTo>
                        <a:pt x="1820" y="2094"/>
                      </a:lnTo>
                      <a:lnTo>
                        <a:pt x="1822" y="2090"/>
                      </a:lnTo>
                      <a:lnTo>
                        <a:pt x="1824" y="2087"/>
                      </a:lnTo>
                      <a:lnTo>
                        <a:pt x="1822" y="2083"/>
                      </a:lnTo>
                      <a:lnTo>
                        <a:pt x="1820" y="2081"/>
                      </a:lnTo>
                      <a:lnTo>
                        <a:pt x="1814" y="2079"/>
                      </a:lnTo>
                      <a:lnTo>
                        <a:pt x="1806" y="2075"/>
                      </a:lnTo>
                      <a:lnTo>
                        <a:pt x="1794" y="2074"/>
                      </a:lnTo>
                      <a:lnTo>
                        <a:pt x="1782" y="2071"/>
                      </a:lnTo>
                      <a:lnTo>
                        <a:pt x="1771" y="2068"/>
                      </a:lnTo>
                      <a:lnTo>
                        <a:pt x="1762" y="2065"/>
                      </a:lnTo>
                      <a:lnTo>
                        <a:pt x="1753" y="2061"/>
                      </a:lnTo>
                      <a:lnTo>
                        <a:pt x="1745" y="2057"/>
                      </a:lnTo>
                      <a:lnTo>
                        <a:pt x="1739" y="2052"/>
                      </a:lnTo>
                      <a:lnTo>
                        <a:pt x="1733" y="2048"/>
                      </a:lnTo>
                      <a:lnTo>
                        <a:pt x="1727" y="2043"/>
                      </a:lnTo>
                      <a:lnTo>
                        <a:pt x="1724" y="2037"/>
                      </a:lnTo>
                      <a:lnTo>
                        <a:pt x="1721" y="2032"/>
                      </a:lnTo>
                      <a:lnTo>
                        <a:pt x="1719" y="2025"/>
                      </a:lnTo>
                      <a:lnTo>
                        <a:pt x="1718" y="2018"/>
                      </a:lnTo>
                      <a:lnTo>
                        <a:pt x="1718" y="2011"/>
                      </a:lnTo>
                      <a:lnTo>
                        <a:pt x="1719" y="2004"/>
                      </a:lnTo>
                      <a:lnTo>
                        <a:pt x="1720" y="1998"/>
                      </a:lnTo>
                      <a:lnTo>
                        <a:pt x="1719" y="1991"/>
                      </a:lnTo>
                      <a:lnTo>
                        <a:pt x="1718" y="1985"/>
                      </a:lnTo>
                      <a:lnTo>
                        <a:pt x="1714" y="1980"/>
                      </a:lnTo>
                      <a:lnTo>
                        <a:pt x="1709" y="1975"/>
                      </a:lnTo>
                      <a:lnTo>
                        <a:pt x="1704" y="1970"/>
                      </a:lnTo>
                      <a:lnTo>
                        <a:pt x="1701" y="1969"/>
                      </a:lnTo>
                      <a:lnTo>
                        <a:pt x="1698" y="1969"/>
                      </a:lnTo>
                      <a:lnTo>
                        <a:pt x="1695" y="1969"/>
                      </a:lnTo>
                      <a:lnTo>
                        <a:pt x="1694" y="1969"/>
                      </a:lnTo>
                      <a:lnTo>
                        <a:pt x="1687" y="1978"/>
                      </a:lnTo>
                      <a:lnTo>
                        <a:pt x="1682" y="1986"/>
                      </a:lnTo>
                      <a:lnTo>
                        <a:pt x="1679" y="1995"/>
                      </a:lnTo>
                      <a:lnTo>
                        <a:pt x="1677" y="2005"/>
                      </a:lnTo>
                      <a:lnTo>
                        <a:pt x="1676" y="2014"/>
                      </a:lnTo>
                      <a:lnTo>
                        <a:pt x="1674" y="2020"/>
                      </a:lnTo>
                      <a:lnTo>
                        <a:pt x="1673" y="2024"/>
                      </a:lnTo>
                      <a:lnTo>
                        <a:pt x="1670" y="2025"/>
                      </a:lnTo>
                      <a:lnTo>
                        <a:pt x="1668" y="2026"/>
                      </a:lnTo>
                      <a:lnTo>
                        <a:pt x="1665" y="2026"/>
                      </a:lnTo>
                      <a:lnTo>
                        <a:pt x="1649" y="2025"/>
                      </a:lnTo>
                      <a:lnTo>
                        <a:pt x="1635" y="2020"/>
                      </a:lnTo>
                      <a:lnTo>
                        <a:pt x="1623" y="2016"/>
                      </a:lnTo>
                      <a:lnTo>
                        <a:pt x="1614" y="2010"/>
                      </a:lnTo>
                      <a:lnTo>
                        <a:pt x="1608" y="2002"/>
                      </a:lnTo>
                      <a:lnTo>
                        <a:pt x="1605" y="1995"/>
                      </a:lnTo>
                      <a:lnTo>
                        <a:pt x="1602" y="1987"/>
                      </a:lnTo>
                      <a:lnTo>
                        <a:pt x="1601" y="1980"/>
                      </a:lnTo>
                      <a:lnTo>
                        <a:pt x="1604" y="1966"/>
                      </a:lnTo>
                      <a:lnTo>
                        <a:pt x="1607" y="1953"/>
                      </a:lnTo>
                      <a:lnTo>
                        <a:pt x="1608" y="1947"/>
                      </a:lnTo>
                      <a:lnTo>
                        <a:pt x="1608" y="1942"/>
                      </a:lnTo>
                      <a:lnTo>
                        <a:pt x="1607" y="1937"/>
                      </a:lnTo>
                      <a:lnTo>
                        <a:pt x="1605" y="1934"/>
                      </a:lnTo>
                      <a:lnTo>
                        <a:pt x="1600" y="1930"/>
                      </a:lnTo>
                      <a:lnTo>
                        <a:pt x="1593" y="1928"/>
                      </a:lnTo>
                      <a:lnTo>
                        <a:pt x="1587" y="1928"/>
                      </a:lnTo>
                      <a:lnTo>
                        <a:pt x="1580" y="1929"/>
                      </a:lnTo>
                      <a:lnTo>
                        <a:pt x="1576" y="1930"/>
                      </a:lnTo>
                      <a:lnTo>
                        <a:pt x="1574" y="1932"/>
                      </a:lnTo>
                      <a:lnTo>
                        <a:pt x="1570" y="1935"/>
                      </a:lnTo>
                      <a:lnTo>
                        <a:pt x="1568" y="1938"/>
                      </a:lnTo>
                      <a:lnTo>
                        <a:pt x="1566" y="1943"/>
                      </a:lnTo>
                      <a:lnTo>
                        <a:pt x="1564" y="1948"/>
                      </a:lnTo>
                      <a:lnTo>
                        <a:pt x="1563" y="1953"/>
                      </a:lnTo>
                      <a:lnTo>
                        <a:pt x="1563" y="1960"/>
                      </a:lnTo>
                      <a:lnTo>
                        <a:pt x="1563" y="1972"/>
                      </a:lnTo>
                      <a:lnTo>
                        <a:pt x="1567" y="1985"/>
                      </a:lnTo>
                      <a:lnTo>
                        <a:pt x="1570" y="1995"/>
                      </a:lnTo>
                      <a:lnTo>
                        <a:pt x="1574" y="2006"/>
                      </a:lnTo>
                      <a:lnTo>
                        <a:pt x="1577" y="2017"/>
                      </a:lnTo>
                      <a:lnTo>
                        <a:pt x="1579" y="2026"/>
                      </a:lnTo>
                      <a:lnTo>
                        <a:pt x="1579" y="2031"/>
                      </a:lnTo>
                      <a:lnTo>
                        <a:pt x="1579" y="2036"/>
                      </a:lnTo>
                      <a:lnTo>
                        <a:pt x="1577" y="2042"/>
                      </a:lnTo>
                      <a:lnTo>
                        <a:pt x="1575" y="2046"/>
                      </a:lnTo>
                      <a:lnTo>
                        <a:pt x="1566" y="2055"/>
                      </a:lnTo>
                      <a:lnTo>
                        <a:pt x="1551" y="2069"/>
                      </a:lnTo>
                      <a:lnTo>
                        <a:pt x="1547" y="2070"/>
                      </a:lnTo>
                      <a:lnTo>
                        <a:pt x="1539" y="2071"/>
                      </a:lnTo>
                      <a:lnTo>
                        <a:pt x="1529" y="2074"/>
                      </a:lnTo>
                      <a:lnTo>
                        <a:pt x="1514" y="2076"/>
                      </a:lnTo>
                      <a:lnTo>
                        <a:pt x="1494" y="2081"/>
                      </a:lnTo>
                      <a:lnTo>
                        <a:pt x="1474" y="2086"/>
                      </a:lnTo>
                      <a:lnTo>
                        <a:pt x="1456" y="2089"/>
                      </a:lnTo>
                      <a:lnTo>
                        <a:pt x="1446" y="2090"/>
                      </a:lnTo>
                      <a:lnTo>
                        <a:pt x="1427" y="2088"/>
                      </a:lnTo>
                      <a:lnTo>
                        <a:pt x="1409" y="2083"/>
                      </a:lnTo>
                      <a:lnTo>
                        <a:pt x="1394" y="2080"/>
                      </a:lnTo>
                      <a:lnTo>
                        <a:pt x="1386" y="2076"/>
                      </a:lnTo>
                      <a:lnTo>
                        <a:pt x="1377" y="2074"/>
                      </a:lnTo>
                      <a:lnTo>
                        <a:pt x="1367" y="2074"/>
                      </a:lnTo>
                      <a:lnTo>
                        <a:pt x="1354" y="2070"/>
                      </a:lnTo>
                      <a:lnTo>
                        <a:pt x="1343" y="2065"/>
                      </a:lnTo>
                      <a:lnTo>
                        <a:pt x="1336" y="2062"/>
                      </a:lnTo>
                      <a:lnTo>
                        <a:pt x="1330" y="2058"/>
                      </a:lnTo>
                      <a:lnTo>
                        <a:pt x="1325" y="2055"/>
                      </a:lnTo>
                      <a:lnTo>
                        <a:pt x="1322" y="2050"/>
                      </a:lnTo>
                      <a:lnTo>
                        <a:pt x="1315" y="2041"/>
                      </a:lnTo>
                      <a:lnTo>
                        <a:pt x="1306" y="2033"/>
                      </a:lnTo>
                      <a:lnTo>
                        <a:pt x="1296" y="2026"/>
                      </a:lnTo>
                      <a:lnTo>
                        <a:pt x="1283" y="2020"/>
                      </a:lnTo>
                      <a:lnTo>
                        <a:pt x="1277" y="2019"/>
                      </a:lnTo>
                      <a:lnTo>
                        <a:pt x="1270" y="2019"/>
                      </a:lnTo>
                      <a:lnTo>
                        <a:pt x="1261" y="2020"/>
                      </a:lnTo>
                      <a:lnTo>
                        <a:pt x="1253" y="2023"/>
                      </a:lnTo>
                      <a:lnTo>
                        <a:pt x="1236" y="2030"/>
                      </a:lnTo>
                      <a:lnTo>
                        <a:pt x="1220" y="2038"/>
                      </a:lnTo>
                      <a:lnTo>
                        <a:pt x="1211" y="2041"/>
                      </a:lnTo>
                      <a:lnTo>
                        <a:pt x="1203" y="2044"/>
                      </a:lnTo>
                      <a:lnTo>
                        <a:pt x="1195" y="2045"/>
                      </a:lnTo>
                      <a:lnTo>
                        <a:pt x="1185" y="2046"/>
                      </a:lnTo>
                      <a:lnTo>
                        <a:pt x="1176" y="2046"/>
                      </a:lnTo>
                      <a:lnTo>
                        <a:pt x="1166" y="2044"/>
                      </a:lnTo>
                      <a:lnTo>
                        <a:pt x="1158" y="2041"/>
                      </a:lnTo>
                      <a:lnTo>
                        <a:pt x="1151" y="2037"/>
                      </a:lnTo>
                      <a:close/>
                    </a:path>
                  </a:pathLst>
                </a:custGeom>
                <a:solidFill>
                  <a:srgbClr val="9BC2E6"/>
                </a:solidFill>
                <a:ln w="9525">
                  <a:solidFill>
                    <a:srgbClr val="AFABAB"/>
                  </a:solidFill>
                  <a:round/>
                  <a:headEnd/>
                  <a:tailEnd/>
                </a:ln>
              </p:spPr>
              <p:txBody>
                <a:bodyPr/>
                <a:lstStyle/>
                <a:p>
                  <a:endParaRPr lang="zh-CN" altLang="en-US"/>
                </a:p>
              </p:txBody>
            </p:sp>
            <p:sp>
              <p:nvSpPr>
                <p:cNvPr id="58" name="云南">
                  <a:extLst>
                    <a:ext uri="{FF2B5EF4-FFF2-40B4-BE49-F238E27FC236}">
                      <a16:creationId xmlns:a16="http://schemas.microsoft.com/office/drawing/2014/main" id="{2902EEE4-73F3-4011-83D7-2006A1FDF1F6}"/>
                    </a:ext>
                  </a:extLst>
                </p:cNvPr>
                <p:cNvSpPr>
                  <a:spLocks/>
                </p:cNvSpPr>
                <p:nvPr/>
              </p:nvSpPr>
              <p:spPr bwMode="auto">
                <a:xfrm>
                  <a:off x="1819297" y="2810022"/>
                  <a:ext cx="904887" cy="952550"/>
                </a:xfrm>
                <a:custGeom>
                  <a:avLst/>
                  <a:gdLst>
                    <a:gd name="T0" fmla="*/ 2147483646 w 3417"/>
                    <a:gd name="T1" fmla="*/ 2147483646 h 3582"/>
                    <a:gd name="T2" fmla="*/ 2147483646 w 3417"/>
                    <a:gd name="T3" fmla="*/ 2147483646 h 3582"/>
                    <a:gd name="T4" fmla="*/ 2147483646 w 3417"/>
                    <a:gd name="T5" fmla="*/ 2147483646 h 3582"/>
                    <a:gd name="T6" fmla="*/ 2147483646 w 3417"/>
                    <a:gd name="T7" fmla="*/ 2147483646 h 3582"/>
                    <a:gd name="T8" fmla="*/ 2147483646 w 3417"/>
                    <a:gd name="T9" fmla="*/ 2147483646 h 3582"/>
                    <a:gd name="T10" fmla="*/ 2147483646 w 3417"/>
                    <a:gd name="T11" fmla="*/ 2147483646 h 3582"/>
                    <a:gd name="T12" fmla="*/ 2147483646 w 3417"/>
                    <a:gd name="T13" fmla="*/ 2147483646 h 3582"/>
                    <a:gd name="T14" fmla="*/ 2147483646 w 3417"/>
                    <a:gd name="T15" fmla="*/ 2147483646 h 3582"/>
                    <a:gd name="T16" fmla="*/ 2147483646 w 3417"/>
                    <a:gd name="T17" fmla="*/ 2147483646 h 3582"/>
                    <a:gd name="T18" fmla="*/ 2147483646 w 3417"/>
                    <a:gd name="T19" fmla="*/ 2147483646 h 3582"/>
                    <a:gd name="T20" fmla="*/ 2147483646 w 3417"/>
                    <a:gd name="T21" fmla="*/ 2147483646 h 3582"/>
                    <a:gd name="T22" fmla="*/ 2147483646 w 3417"/>
                    <a:gd name="T23" fmla="*/ 2147483646 h 3582"/>
                    <a:gd name="T24" fmla="*/ 2147483646 w 3417"/>
                    <a:gd name="T25" fmla="*/ 2147483646 h 3582"/>
                    <a:gd name="T26" fmla="*/ 2147483646 w 3417"/>
                    <a:gd name="T27" fmla="*/ 2147483646 h 3582"/>
                    <a:gd name="T28" fmla="*/ 2147483646 w 3417"/>
                    <a:gd name="T29" fmla="*/ 2147483646 h 3582"/>
                    <a:gd name="T30" fmla="*/ 2147483646 w 3417"/>
                    <a:gd name="T31" fmla="*/ 2147483646 h 3582"/>
                    <a:gd name="T32" fmla="*/ 2147483646 w 3417"/>
                    <a:gd name="T33" fmla="*/ 2147483646 h 3582"/>
                    <a:gd name="T34" fmla="*/ 2147483646 w 3417"/>
                    <a:gd name="T35" fmla="*/ 2147483646 h 3582"/>
                    <a:gd name="T36" fmla="*/ 2147483646 w 3417"/>
                    <a:gd name="T37" fmla="*/ 2147483646 h 3582"/>
                    <a:gd name="T38" fmla="*/ 2147483646 w 3417"/>
                    <a:gd name="T39" fmla="*/ 2147483646 h 3582"/>
                    <a:gd name="T40" fmla="*/ 2147483646 w 3417"/>
                    <a:gd name="T41" fmla="*/ 2147483646 h 3582"/>
                    <a:gd name="T42" fmla="*/ 2147483646 w 3417"/>
                    <a:gd name="T43" fmla="*/ 2147483646 h 3582"/>
                    <a:gd name="T44" fmla="*/ 2147483646 w 3417"/>
                    <a:gd name="T45" fmla="*/ 2147483646 h 3582"/>
                    <a:gd name="T46" fmla="*/ 2147483646 w 3417"/>
                    <a:gd name="T47" fmla="*/ 2147483646 h 3582"/>
                    <a:gd name="T48" fmla="*/ 2147483646 w 3417"/>
                    <a:gd name="T49" fmla="*/ 2147483646 h 3582"/>
                    <a:gd name="T50" fmla="*/ 2147483646 w 3417"/>
                    <a:gd name="T51" fmla="*/ 2147483646 h 3582"/>
                    <a:gd name="T52" fmla="*/ 2147483646 w 3417"/>
                    <a:gd name="T53" fmla="*/ 2147483646 h 3582"/>
                    <a:gd name="T54" fmla="*/ 2147483646 w 3417"/>
                    <a:gd name="T55" fmla="*/ 2147483646 h 3582"/>
                    <a:gd name="T56" fmla="*/ 2147483646 w 3417"/>
                    <a:gd name="T57" fmla="*/ 2147483646 h 3582"/>
                    <a:gd name="T58" fmla="*/ 2147483646 w 3417"/>
                    <a:gd name="T59" fmla="*/ 2147483646 h 3582"/>
                    <a:gd name="T60" fmla="*/ 2147483646 w 3417"/>
                    <a:gd name="T61" fmla="*/ 2147483646 h 3582"/>
                    <a:gd name="T62" fmla="*/ 2147483646 w 3417"/>
                    <a:gd name="T63" fmla="*/ 2147483646 h 3582"/>
                    <a:gd name="T64" fmla="*/ 2147483646 w 3417"/>
                    <a:gd name="T65" fmla="*/ 2147483646 h 3582"/>
                    <a:gd name="T66" fmla="*/ 2147483646 w 3417"/>
                    <a:gd name="T67" fmla="*/ 2147483646 h 3582"/>
                    <a:gd name="T68" fmla="*/ 2147483646 w 3417"/>
                    <a:gd name="T69" fmla="*/ 2147483646 h 3582"/>
                    <a:gd name="T70" fmla="*/ 2147483646 w 3417"/>
                    <a:gd name="T71" fmla="*/ 2147483646 h 3582"/>
                    <a:gd name="T72" fmla="*/ 2147483646 w 3417"/>
                    <a:gd name="T73" fmla="*/ 2147483646 h 3582"/>
                    <a:gd name="T74" fmla="*/ 2147483646 w 3417"/>
                    <a:gd name="T75" fmla="*/ 2147483646 h 3582"/>
                    <a:gd name="T76" fmla="*/ 2147483646 w 3417"/>
                    <a:gd name="T77" fmla="*/ 2147483646 h 3582"/>
                    <a:gd name="T78" fmla="*/ 2147483646 w 3417"/>
                    <a:gd name="T79" fmla="*/ 2147483646 h 3582"/>
                    <a:gd name="T80" fmla="*/ 2147483646 w 3417"/>
                    <a:gd name="T81" fmla="*/ 2147483646 h 3582"/>
                    <a:gd name="T82" fmla="*/ 2147483646 w 3417"/>
                    <a:gd name="T83" fmla="*/ 2147483646 h 3582"/>
                    <a:gd name="T84" fmla="*/ 2147483646 w 3417"/>
                    <a:gd name="T85" fmla="*/ 2147483646 h 3582"/>
                    <a:gd name="T86" fmla="*/ 2147483646 w 3417"/>
                    <a:gd name="T87" fmla="*/ 2147483646 h 3582"/>
                    <a:gd name="T88" fmla="*/ 2147483646 w 3417"/>
                    <a:gd name="T89" fmla="*/ 2147483646 h 3582"/>
                    <a:gd name="T90" fmla="*/ 2147483646 w 3417"/>
                    <a:gd name="T91" fmla="*/ 2147483646 h 3582"/>
                    <a:gd name="T92" fmla="*/ 2147483646 w 3417"/>
                    <a:gd name="T93" fmla="*/ 2147483646 h 3582"/>
                    <a:gd name="T94" fmla="*/ 2147483646 w 3417"/>
                    <a:gd name="T95" fmla="*/ 2147483646 h 3582"/>
                    <a:gd name="T96" fmla="*/ 2147483646 w 3417"/>
                    <a:gd name="T97" fmla="*/ 2147483646 h 3582"/>
                    <a:gd name="T98" fmla="*/ 2147483646 w 3417"/>
                    <a:gd name="T99" fmla="*/ 2147483646 h 3582"/>
                    <a:gd name="T100" fmla="*/ 2147483646 w 3417"/>
                    <a:gd name="T101" fmla="*/ 2147483646 h 3582"/>
                    <a:gd name="T102" fmla="*/ 2147483646 w 3417"/>
                    <a:gd name="T103" fmla="*/ 2147483646 h 3582"/>
                    <a:gd name="T104" fmla="*/ 2147483646 w 3417"/>
                    <a:gd name="T105" fmla="*/ 2147483646 h 3582"/>
                    <a:gd name="T106" fmla="*/ 2147483646 w 3417"/>
                    <a:gd name="T107" fmla="*/ 2147483646 h 3582"/>
                    <a:gd name="T108" fmla="*/ 2147483646 w 3417"/>
                    <a:gd name="T109" fmla="*/ 2147483646 h 3582"/>
                    <a:gd name="T110" fmla="*/ 2147483646 w 3417"/>
                    <a:gd name="T111" fmla="*/ 2147483646 h 3582"/>
                    <a:gd name="T112" fmla="*/ 2147483646 w 3417"/>
                    <a:gd name="T113" fmla="*/ 2147483646 h 3582"/>
                    <a:gd name="T114" fmla="*/ 2147483646 w 3417"/>
                    <a:gd name="T115" fmla="*/ 2147483646 h 3582"/>
                    <a:gd name="T116" fmla="*/ 2147483646 w 3417"/>
                    <a:gd name="T117" fmla="*/ 2147483646 h 3582"/>
                    <a:gd name="T118" fmla="*/ 2147483646 w 3417"/>
                    <a:gd name="T119" fmla="*/ 2147483646 h 3582"/>
                    <a:gd name="T120" fmla="*/ 2147483646 w 3417"/>
                    <a:gd name="T121" fmla="*/ 2147483646 h 3582"/>
                    <a:gd name="T122" fmla="*/ 2147483646 w 3417"/>
                    <a:gd name="T123" fmla="*/ 2147483646 h 3582"/>
                    <a:gd name="T124" fmla="*/ 2147483646 w 3417"/>
                    <a:gd name="T125" fmla="*/ 2147483646 h 358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417" h="3582">
                      <a:moveTo>
                        <a:pt x="856" y="1"/>
                      </a:moveTo>
                      <a:lnTo>
                        <a:pt x="851" y="1"/>
                      </a:lnTo>
                      <a:lnTo>
                        <a:pt x="844" y="1"/>
                      </a:lnTo>
                      <a:lnTo>
                        <a:pt x="828" y="0"/>
                      </a:lnTo>
                      <a:lnTo>
                        <a:pt x="815" y="0"/>
                      </a:lnTo>
                      <a:lnTo>
                        <a:pt x="810" y="3"/>
                      </a:lnTo>
                      <a:lnTo>
                        <a:pt x="807" y="6"/>
                      </a:lnTo>
                      <a:lnTo>
                        <a:pt x="806" y="11"/>
                      </a:lnTo>
                      <a:lnTo>
                        <a:pt x="805" y="17"/>
                      </a:lnTo>
                      <a:lnTo>
                        <a:pt x="806" y="23"/>
                      </a:lnTo>
                      <a:lnTo>
                        <a:pt x="807" y="29"/>
                      </a:lnTo>
                      <a:lnTo>
                        <a:pt x="811" y="34"/>
                      </a:lnTo>
                      <a:lnTo>
                        <a:pt x="813" y="38"/>
                      </a:lnTo>
                      <a:lnTo>
                        <a:pt x="817" y="42"/>
                      </a:lnTo>
                      <a:lnTo>
                        <a:pt x="819" y="47"/>
                      </a:lnTo>
                      <a:lnTo>
                        <a:pt x="821" y="50"/>
                      </a:lnTo>
                      <a:lnTo>
                        <a:pt x="821" y="54"/>
                      </a:lnTo>
                      <a:lnTo>
                        <a:pt x="821" y="59"/>
                      </a:lnTo>
                      <a:lnTo>
                        <a:pt x="819" y="62"/>
                      </a:lnTo>
                      <a:lnTo>
                        <a:pt x="817" y="66"/>
                      </a:lnTo>
                      <a:lnTo>
                        <a:pt x="813" y="69"/>
                      </a:lnTo>
                      <a:lnTo>
                        <a:pt x="804" y="76"/>
                      </a:lnTo>
                      <a:lnTo>
                        <a:pt x="794" y="86"/>
                      </a:lnTo>
                      <a:lnTo>
                        <a:pt x="791" y="91"/>
                      </a:lnTo>
                      <a:lnTo>
                        <a:pt x="786" y="95"/>
                      </a:lnTo>
                      <a:lnTo>
                        <a:pt x="783" y="101"/>
                      </a:lnTo>
                      <a:lnTo>
                        <a:pt x="780" y="108"/>
                      </a:lnTo>
                      <a:lnTo>
                        <a:pt x="779" y="114"/>
                      </a:lnTo>
                      <a:lnTo>
                        <a:pt x="778" y="119"/>
                      </a:lnTo>
                      <a:lnTo>
                        <a:pt x="779" y="125"/>
                      </a:lnTo>
                      <a:lnTo>
                        <a:pt x="780" y="129"/>
                      </a:lnTo>
                      <a:lnTo>
                        <a:pt x="784" y="137"/>
                      </a:lnTo>
                      <a:lnTo>
                        <a:pt x="787" y="144"/>
                      </a:lnTo>
                      <a:lnTo>
                        <a:pt x="788" y="147"/>
                      </a:lnTo>
                      <a:lnTo>
                        <a:pt x="788" y="150"/>
                      </a:lnTo>
                      <a:lnTo>
                        <a:pt x="788" y="152"/>
                      </a:lnTo>
                      <a:lnTo>
                        <a:pt x="786" y="155"/>
                      </a:lnTo>
                      <a:lnTo>
                        <a:pt x="781" y="158"/>
                      </a:lnTo>
                      <a:lnTo>
                        <a:pt x="772" y="164"/>
                      </a:lnTo>
                      <a:lnTo>
                        <a:pt x="767" y="167"/>
                      </a:lnTo>
                      <a:lnTo>
                        <a:pt x="762" y="169"/>
                      </a:lnTo>
                      <a:lnTo>
                        <a:pt x="758" y="170"/>
                      </a:lnTo>
                      <a:lnTo>
                        <a:pt x="754" y="169"/>
                      </a:lnTo>
                      <a:lnTo>
                        <a:pt x="750" y="169"/>
                      </a:lnTo>
                      <a:lnTo>
                        <a:pt x="748" y="167"/>
                      </a:lnTo>
                      <a:lnTo>
                        <a:pt x="746" y="164"/>
                      </a:lnTo>
                      <a:lnTo>
                        <a:pt x="743" y="160"/>
                      </a:lnTo>
                      <a:lnTo>
                        <a:pt x="742" y="148"/>
                      </a:lnTo>
                      <a:lnTo>
                        <a:pt x="741" y="130"/>
                      </a:lnTo>
                      <a:lnTo>
                        <a:pt x="740" y="112"/>
                      </a:lnTo>
                      <a:lnTo>
                        <a:pt x="740" y="97"/>
                      </a:lnTo>
                      <a:lnTo>
                        <a:pt x="739" y="91"/>
                      </a:lnTo>
                      <a:lnTo>
                        <a:pt x="737" y="87"/>
                      </a:lnTo>
                      <a:lnTo>
                        <a:pt x="735" y="84"/>
                      </a:lnTo>
                      <a:lnTo>
                        <a:pt x="733" y="81"/>
                      </a:lnTo>
                      <a:lnTo>
                        <a:pt x="729" y="80"/>
                      </a:lnTo>
                      <a:lnTo>
                        <a:pt x="725" y="80"/>
                      </a:lnTo>
                      <a:lnTo>
                        <a:pt x="721" y="80"/>
                      </a:lnTo>
                      <a:lnTo>
                        <a:pt x="716" y="81"/>
                      </a:lnTo>
                      <a:lnTo>
                        <a:pt x="703" y="84"/>
                      </a:lnTo>
                      <a:lnTo>
                        <a:pt x="690" y="86"/>
                      </a:lnTo>
                      <a:lnTo>
                        <a:pt x="684" y="87"/>
                      </a:lnTo>
                      <a:lnTo>
                        <a:pt x="680" y="89"/>
                      </a:lnTo>
                      <a:lnTo>
                        <a:pt x="678" y="91"/>
                      </a:lnTo>
                      <a:lnTo>
                        <a:pt x="677" y="93"/>
                      </a:lnTo>
                      <a:lnTo>
                        <a:pt x="678" y="100"/>
                      </a:lnTo>
                      <a:lnTo>
                        <a:pt x="680" y="111"/>
                      </a:lnTo>
                      <a:lnTo>
                        <a:pt x="681" y="123"/>
                      </a:lnTo>
                      <a:lnTo>
                        <a:pt x="681" y="139"/>
                      </a:lnTo>
                      <a:lnTo>
                        <a:pt x="680" y="158"/>
                      </a:lnTo>
                      <a:lnTo>
                        <a:pt x="678" y="175"/>
                      </a:lnTo>
                      <a:lnTo>
                        <a:pt x="679" y="195"/>
                      </a:lnTo>
                      <a:lnTo>
                        <a:pt x="678" y="202"/>
                      </a:lnTo>
                      <a:lnTo>
                        <a:pt x="668" y="205"/>
                      </a:lnTo>
                      <a:lnTo>
                        <a:pt x="658" y="209"/>
                      </a:lnTo>
                      <a:lnTo>
                        <a:pt x="655" y="212"/>
                      </a:lnTo>
                      <a:lnTo>
                        <a:pt x="653" y="215"/>
                      </a:lnTo>
                      <a:lnTo>
                        <a:pt x="651" y="220"/>
                      </a:lnTo>
                      <a:lnTo>
                        <a:pt x="649" y="227"/>
                      </a:lnTo>
                      <a:lnTo>
                        <a:pt x="648" y="243"/>
                      </a:lnTo>
                      <a:lnTo>
                        <a:pt x="648" y="262"/>
                      </a:lnTo>
                      <a:lnTo>
                        <a:pt x="648" y="272"/>
                      </a:lnTo>
                      <a:lnTo>
                        <a:pt x="651" y="283"/>
                      </a:lnTo>
                      <a:lnTo>
                        <a:pt x="653" y="293"/>
                      </a:lnTo>
                      <a:lnTo>
                        <a:pt x="655" y="301"/>
                      </a:lnTo>
                      <a:lnTo>
                        <a:pt x="664" y="315"/>
                      </a:lnTo>
                      <a:lnTo>
                        <a:pt x="671" y="326"/>
                      </a:lnTo>
                      <a:lnTo>
                        <a:pt x="674" y="331"/>
                      </a:lnTo>
                      <a:lnTo>
                        <a:pt x="677" y="337"/>
                      </a:lnTo>
                      <a:lnTo>
                        <a:pt x="679" y="344"/>
                      </a:lnTo>
                      <a:lnTo>
                        <a:pt x="681" y="350"/>
                      </a:lnTo>
                      <a:lnTo>
                        <a:pt x="681" y="357"/>
                      </a:lnTo>
                      <a:lnTo>
                        <a:pt x="681" y="363"/>
                      </a:lnTo>
                      <a:lnTo>
                        <a:pt x="679" y="368"/>
                      </a:lnTo>
                      <a:lnTo>
                        <a:pt x="676" y="372"/>
                      </a:lnTo>
                      <a:lnTo>
                        <a:pt x="673" y="376"/>
                      </a:lnTo>
                      <a:lnTo>
                        <a:pt x="671" y="381"/>
                      </a:lnTo>
                      <a:lnTo>
                        <a:pt x="670" y="384"/>
                      </a:lnTo>
                      <a:lnTo>
                        <a:pt x="668" y="390"/>
                      </a:lnTo>
                      <a:lnTo>
                        <a:pt x="667" y="395"/>
                      </a:lnTo>
                      <a:lnTo>
                        <a:pt x="666" y="401"/>
                      </a:lnTo>
                      <a:lnTo>
                        <a:pt x="665" y="407"/>
                      </a:lnTo>
                      <a:lnTo>
                        <a:pt x="661" y="413"/>
                      </a:lnTo>
                      <a:lnTo>
                        <a:pt x="658" y="419"/>
                      </a:lnTo>
                      <a:lnTo>
                        <a:pt x="652" y="423"/>
                      </a:lnTo>
                      <a:lnTo>
                        <a:pt x="647" y="427"/>
                      </a:lnTo>
                      <a:lnTo>
                        <a:pt x="641" y="429"/>
                      </a:lnTo>
                      <a:lnTo>
                        <a:pt x="635" y="429"/>
                      </a:lnTo>
                      <a:lnTo>
                        <a:pt x="629" y="429"/>
                      </a:lnTo>
                      <a:lnTo>
                        <a:pt x="624" y="428"/>
                      </a:lnTo>
                      <a:lnTo>
                        <a:pt x="620" y="426"/>
                      </a:lnTo>
                      <a:lnTo>
                        <a:pt x="616" y="423"/>
                      </a:lnTo>
                      <a:lnTo>
                        <a:pt x="611" y="423"/>
                      </a:lnTo>
                      <a:lnTo>
                        <a:pt x="607" y="423"/>
                      </a:lnTo>
                      <a:lnTo>
                        <a:pt x="602" y="426"/>
                      </a:lnTo>
                      <a:lnTo>
                        <a:pt x="592" y="432"/>
                      </a:lnTo>
                      <a:lnTo>
                        <a:pt x="584" y="439"/>
                      </a:lnTo>
                      <a:lnTo>
                        <a:pt x="580" y="442"/>
                      </a:lnTo>
                      <a:lnTo>
                        <a:pt x="576" y="445"/>
                      </a:lnTo>
                      <a:lnTo>
                        <a:pt x="571" y="447"/>
                      </a:lnTo>
                      <a:lnTo>
                        <a:pt x="567" y="448"/>
                      </a:lnTo>
                      <a:lnTo>
                        <a:pt x="563" y="450"/>
                      </a:lnTo>
                      <a:lnTo>
                        <a:pt x="558" y="448"/>
                      </a:lnTo>
                      <a:lnTo>
                        <a:pt x="554" y="447"/>
                      </a:lnTo>
                      <a:lnTo>
                        <a:pt x="552" y="446"/>
                      </a:lnTo>
                      <a:lnTo>
                        <a:pt x="547" y="439"/>
                      </a:lnTo>
                      <a:lnTo>
                        <a:pt x="545" y="431"/>
                      </a:lnTo>
                      <a:lnTo>
                        <a:pt x="544" y="421"/>
                      </a:lnTo>
                      <a:lnTo>
                        <a:pt x="542" y="409"/>
                      </a:lnTo>
                      <a:lnTo>
                        <a:pt x="544" y="397"/>
                      </a:lnTo>
                      <a:lnTo>
                        <a:pt x="544" y="389"/>
                      </a:lnTo>
                      <a:lnTo>
                        <a:pt x="542" y="381"/>
                      </a:lnTo>
                      <a:lnTo>
                        <a:pt x="540" y="374"/>
                      </a:lnTo>
                      <a:lnTo>
                        <a:pt x="532" y="357"/>
                      </a:lnTo>
                      <a:lnTo>
                        <a:pt x="525" y="338"/>
                      </a:lnTo>
                      <a:lnTo>
                        <a:pt x="523" y="332"/>
                      </a:lnTo>
                      <a:lnTo>
                        <a:pt x="521" y="328"/>
                      </a:lnTo>
                      <a:lnTo>
                        <a:pt x="517" y="325"/>
                      </a:lnTo>
                      <a:lnTo>
                        <a:pt x="515" y="322"/>
                      </a:lnTo>
                      <a:lnTo>
                        <a:pt x="511" y="321"/>
                      </a:lnTo>
                      <a:lnTo>
                        <a:pt x="508" y="322"/>
                      </a:lnTo>
                      <a:lnTo>
                        <a:pt x="504" y="324"/>
                      </a:lnTo>
                      <a:lnTo>
                        <a:pt x="500" y="327"/>
                      </a:lnTo>
                      <a:lnTo>
                        <a:pt x="496" y="332"/>
                      </a:lnTo>
                      <a:lnTo>
                        <a:pt x="494" y="338"/>
                      </a:lnTo>
                      <a:lnTo>
                        <a:pt x="492" y="344"/>
                      </a:lnTo>
                      <a:lnTo>
                        <a:pt x="492" y="351"/>
                      </a:lnTo>
                      <a:lnTo>
                        <a:pt x="495" y="365"/>
                      </a:lnTo>
                      <a:lnTo>
                        <a:pt x="498" y="378"/>
                      </a:lnTo>
                      <a:lnTo>
                        <a:pt x="501" y="383"/>
                      </a:lnTo>
                      <a:lnTo>
                        <a:pt x="500" y="388"/>
                      </a:lnTo>
                      <a:lnTo>
                        <a:pt x="497" y="391"/>
                      </a:lnTo>
                      <a:lnTo>
                        <a:pt x="495" y="394"/>
                      </a:lnTo>
                      <a:lnTo>
                        <a:pt x="485" y="398"/>
                      </a:lnTo>
                      <a:lnTo>
                        <a:pt x="475" y="402"/>
                      </a:lnTo>
                      <a:lnTo>
                        <a:pt x="462" y="406"/>
                      </a:lnTo>
                      <a:lnTo>
                        <a:pt x="453" y="408"/>
                      </a:lnTo>
                      <a:lnTo>
                        <a:pt x="450" y="409"/>
                      </a:lnTo>
                      <a:lnTo>
                        <a:pt x="447" y="410"/>
                      </a:lnTo>
                      <a:lnTo>
                        <a:pt x="446" y="412"/>
                      </a:lnTo>
                      <a:lnTo>
                        <a:pt x="446" y="414"/>
                      </a:lnTo>
                      <a:lnTo>
                        <a:pt x="446" y="420"/>
                      </a:lnTo>
                      <a:lnTo>
                        <a:pt x="447" y="427"/>
                      </a:lnTo>
                      <a:lnTo>
                        <a:pt x="447" y="435"/>
                      </a:lnTo>
                      <a:lnTo>
                        <a:pt x="445" y="445"/>
                      </a:lnTo>
                      <a:lnTo>
                        <a:pt x="441" y="460"/>
                      </a:lnTo>
                      <a:lnTo>
                        <a:pt x="437" y="477"/>
                      </a:lnTo>
                      <a:lnTo>
                        <a:pt x="435" y="484"/>
                      </a:lnTo>
                      <a:lnTo>
                        <a:pt x="435" y="491"/>
                      </a:lnTo>
                      <a:lnTo>
                        <a:pt x="437" y="497"/>
                      </a:lnTo>
                      <a:lnTo>
                        <a:pt x="439" y="503"/>
                      </a:lnTo>
                      <a:lnTo>
                        <a:pt x="441" y="508"/>
                      </a:lnTo>
                      <a:lnTo>
                        <a:pt x="444" y="513"/>
                      </a:lnTo>
                      <a:lnTo>
                        <a:pt x="446" y="519"/>
                      </a:lnTo>
                      <a:lnTo>
                        <a:pt x="447" y="524"/>
                      </a:lnTo>
                      <a:lnTo>
                        <a:pt x="450" y="539"/>
                      </a:lnTo>
                      <a:lnTo>
                        <a:pt x="451" y="554"/>
                      </a:lnTo>
                      <a:lnTo>
                        <a:pt x="454" y="576"/>
                      </a:lnTo>
                      <a:lnTo>
                        <a:pt x="459" y="604"/>
                      </a:lnTo>
                      <a:lnTo>
                        <a:pt x="466" y="635"/>
                      </a:lnTo>
                      <a:lnTo>
                        <a:pt x="472" y="662"/>
                      </a:lnTo>
                      <a:lnTo>
                        <a:pt x="478" y="684"/>
                      </a:lnTo>
                      <a:lnTo>
                        <a:pt x="483" y="699"/>
                      </a:lnTo>
                      <a:lnTo>
                        <a:pt x="487" y="705"/>
                      </a:lnTo>
                      <a:lnTo>
                        <a:pt x="490" y="709"/>
                      </a:lnTo>
                      <a:lnTo>
                        <a:pt x="496" y="710"/>
                      </a:lnTo>
                      <a:lnTo>
                        <a:pt x="502" y="711"/>
                      </a:lnTo>
                      <a:lnTo>
                        <a:pt x="509" y="710"/>
                      </a:lnTo>
                      <a:lnTo>
                        <a:pt x="515" y="708"/>
                      </a:lnTo>
                      <a:lnTo>
                        <a:pt x="520" y="704"/>
                      </a:lnTo>
                      <a:lnTo>
                        <a:pt x="523" y="699"/>
                      </a:lnTo>
                      <a:lnTo>
                        <a:pt x="527" y="693"/>
                      </a:lnTo>
                      <a:lnTo>
                        <a:pt x="529" y="686"/>
                      </a:lnTo>
                      <a:lnTo>
                        <a:pt x="532" y="679"/>
                      </a:lnTo>
                      <a:lnTo>
                        <a:pt x="532" y="671"/>
                      </a:lnTo>
                      <a:lnTo>
                        <a:pt x="533" y="666"/>
                      </a:lnTo>
                      <a:lnTo>
                        <a:pt x="534" y="662"/>
                      </a:lnTo>
                      <a:lnTo>
                        <a:pt x="538" y="659"/>
                      </a:lnTo>
                      <a:lnTo>
                        <a:pt x="540" y="658"/>
                      </a:lnTo>
                      <a:lnTo>
                        <a:pt x="545" y="658"/>
                      </a:lnTo>
                      <a:lnTo>
                        <a:pt x="548" y="659"/>
                      </a:lnTo>
                      <a:lnTo>
                        <a:pt x="553" y="662"/>
                      </a:lnTo>
                      <a:lnTo>
                        <a:pt x="558" y="667"/>
                      </a:lnTo>
                      <a:lnTo>
                        <a:pt x="567" y="667"/>
                      </a:lnTo>
                      <a:lnTo>
                        <a:pt x="580" y="669"/>
                      </a:lnTo>
                      <a:lnTo>
                        <a:pt x="585" y="677"/>
                      </a:lnTo>
                      <a:lnTo>
                        <a:pt x="590" y="685"/>
                      </a:lnTo>
                      <a:lnTo>
                        <a:pt x="592" y="688"/>
                      </a:lnTo>
                      <a:lnTo>
                        <a:pt x="595" y="691"/>
                      </a:lnTo>
                      <a:lnTo>
                        <a:pt x="598" y="693"/>
                      </a:lnTo>
                      <a:lnTo>
                        <a:pt x="602" y="692"/>
                      </a:lnTo>
                      <a:lnTo>
                        <a:pt x="610" y="688"/>
                      </a:lnTo>
                      <a:lnTo>
                        <a:pt x="617" y="686"/>
                      </a:lnTo>
                      <a:lnTo>
                        <a:pt x="621" y="686"/>
                      </a:lnTo>
                      <a:lnTo>
                        <a:pt x="622" y="687"/>
                      </a:lnTo>
                      <a:lnTo>
                        <a:pt x="623" y="690"/>
                      </a:lnTo>
                      <a:lnTo>
                        <a:pt x="623" y="693"/>
                      </a:lnTo>
                      <a:lnTo>
                        <a:pt x="621" y="702"/>
                      </a:lnTo>
                      <a:lnTo>
                        <a:pt x="616" y="711"/>
                      </a:lnTo>
                      <a:lnTo>
                        <a:pt x="613" y="722"/>
                      </a:lnTo>
                      <a:lnTo>
                        <a:pt x="611" y="734"/>
                      </a:lnTo>
                      <a:lnTo>
                        <a:pt x="611" y="747"/>
                      </a:lnTo>
                      <a:lnTo>
                        <a:pt x="615" y="760"/>
                      </a:lnTo>
                      <a:lnTo>
                        <a:pt x="618" y="773"/>
                      </a:lnTo>
                      <a:lnTo>
                        <a:pt x="621" y="787"/>
                      </a:lnTo>
                      <a:lnTo>
                        <a:pt x="622" y="799"/>
                      </a:lnTo>
                      <a:lnTo>
                        <a:pt x="623" y="809"/>
                      </a:lnTo>
                      <a:lnTo>
                        <a:pt x="623" y="818"/>
                      </a:lnTo>
                      <a:lnTo>
                        <a:pt x="622" y="825"/>
                      </a:lnTo>
                      <a:lnTo>
                        <a:pt x="617" y="839"/>
                      </a:lnTo>
                      <a:lnTo>
                        <a:pt x="609" y="855"/>
                      </a:lnTo>
                      <a:lnTo>
                        <a:pt x="605" y="863"/>
                      </a:lnTo>
                      <a:lnTo>
                        <a:pt x="603" y="872"/>
                      </a:lnTo>
                      <a:lnTo>
                        <a:pt x="602" y="880"/>
                      </a:lnTo>
                      <a:lnTo>
                        <a:pt x="602" y="889"/>
                      </a:lnTo>
                      <a:lnTo>
                        <a:pt x="603" y="898"/>
                      </a:lnTo>
                      <a:lnTo>
                        <a:pt x="607" y="906"/>
                      </a:lnTo>
                      <a:lnTo>
                        <a:pt x="611" y="913"/>
                      </a:lnTo>
                      <a:lnTo>
                        <a:pt x="617" y="921"/>
                      </a:lnTo>
                      <a:lnTo>
                        <a:pt x="621" y="925"/>
                      </a:lnTo>
                      <a:lnTo>
                        <a:pt x="622" y="929"/>
                      </a:lnTo>
                      <a:lnTo>
                        <a:pt x="624" y="932"/>
                      </a:lnTo>
                      <a:lnTo>
                        <a:pt x="624" y="935"/>
                      </a:lnTo>
                      <a:lnTo>
                        <a:pt x="624" y="940"/>
                      </a:lnTo>
                      <a:lnTo>
                        <a:pt x="622" y="946"/>
                      </a:lnTo>
                      <a:lnTo>
                        <a:pt x="614" y="958"/>
                      </a:lnTo>
                      <a:lnTo>
                        <a:pt x="608" y="971"/>
                      </a:lnTo>
                      <a:lnTo>
                        <a:pt x="605" y="982"/>
                      </a:lnTo>
                      <a:lnTo>
                        <a:pt x="605" y="998"/>
                      </a:lnTo>
                      <a:lnTo>
                        <a:pt x="605" y="1015"/>
                      </a:lnTo>
                      <a:lnTo>
                        <a:pt x="605" y="1034"/>
                      </a:lnTo>
                      <a:lnTo>
                        <a:pt x="605" y="1075"/>
                      </a:lnTo>
                      <a:lnTo>
                        <a:pt x="603" y="1108"/>
                      </a:lnTo>
                      <a:lnTo>
                        <a:pt x="599" y="1135"/>
                      </a:lnTo>
                      <a:lnTo>
                        <a:pt x="596" y="1164"/>
                      </a:lnTo>
                      <a:lnTo>
                        <a:pt x="594" y="1178"/>
                      </a:lnTo>
                      <a:lnTo>
                        <a:pt x="590" y="1192"/>
                      </a:lnTo>
                      <a:lnTo>
                        <a:pt x="585" y="1207"/>
                      </a:lnTo>
                      <a:lnTo>
                        <a:pt x="579" y="1221"/>
                      </a:lnTo>
                      <a:lnTo>
                        <a:pt x="572" y="1234"/>
                      </a:lnTo>
                      <a:lnTo>
                        <a:pt x="564" y="1246"/>
                      </a:lnTo>
                      <a:lnTo>
                        <a:pt x="557" y="1255"/>
                      </a:lnTo>
                      <a:lnTo>
                        <a:pt x="553" y="1265"/>
                      </a:lnTo>
                      <a:lnTo>
                        <a:pt x="560" y="1279"/>
                      </a:lnTo>
                      <a:lnTo>
                        <a:pt x="569" y="1297"/>
                      </a:lnTo>
                      <a:lnTo>
                        <a:pt x="569" y="1308"/>
                      </a:lnTo>
                      <a:lnTo>
                        <a:pt x="567" y="1315"/>
                      </a:lnTo>
                      <a:lnTo>
                        <a:pt x="564" y="1321"/>
                      </a:lnTo>
                      <a:lnTo>
                        <a:pt x="560" y="1326"/>
                      </a:lnTo>
                      <a:lnTo>
                        <a:pt x="557" y="1327"/>
                      </a:lnTo>
                      <a:lnTo>
                        <a:pt x="553" y="1328"/>
                      </a:lnTo>
                      <a:lnTo>
                        <a:pt x="550" y="1327"/>
                      </a:lnTo>
                      <a:lnTo>
                        <a:pt x="547" y="1324"/>
                      </a:lnTo>
                      <a:lnTo>
                        <a:pt x="542" y="1317"/>
                      </a:lnTo>
                      <a:lnTo>
                        <a:pt x="534" y="1309"/>
                      </a:lnTo>
                      <a:lnTo>
                        <a:pt x="529" y="1305"/>
                      </a:lnTo>
                      <a:lnTo>
                        <a:pt x="525" y="1303"/>
                      </a:lnTo>
                      <a:lnTo>
                        <a:pt x="519" y="1302"/>
                      </a:lnTo>
                      <a:lnTo>
                        <a:pt x="513" y="1302"/>
                      </a:lnTo>
                      <a:lnTo>
                        <a:pt x="510" y="1303"/>
                      </a:lnTo>
                      <a:lnTo>
                        <a:pt x="509" y="1305"/>
                      </a:lnTo>
                      <a:lnTo>
                        <a:pt x="507" y="1308"/>
                      </a:lnTo>
                      <a:lnTo>
                        <a:pt x="506" y="1310"/>
                      </a:lnTo>
                      <a:lnTo>
                        <a:pt x="506" y="1316"/>
                      </a:lnTo>
                      <a:lnTo>
                        <a:pt x="506" y="1323"/>
                      </a:lnTo>
                      <a:lnTo>
                        <a:pt x="509" y="1341"/>
                      </a:lnTo>
                      <a:lnTo>
                        <a:pt x="513" y="1362"/>
                      </a:lnTo>
                      <a:lnTo>
                        <a:pt x="516" y="1373"/>
                      </a:lnTo>
                      <a:lnTo>
                        <a:pt x="521" y="1384"/>
                      </a:lnTo>
                      <a:lnTo>
                        <a:pt x="526" y="1393"/>
                      </a:lnTo>
                      <a:lnTo>
                        <a:pt x="533" y="1403"/>
                      </a:lnTo>
                      <a:lnTo>
                        <a:pt x="538" y="1412"/>
                      </a:lnTo>
                      <a:lnTo>
                        <a:pt x="542" y="1421"/>
                      </a:lnTo>
                      <a:lnTo>
                        <a:pt x="544" y="1425"/>
                      </a:lnTo>
                      <a:lnTo>
                        <a:pt x="544" y="1429"/>
                      </a:lnTo>
                      <a:lnTo>
                        <a:pt x="544" y="1434"/>
                      </a:lnTo>
                      <a:lnTo>
                        <a:pt x="544" y="1437"/>
                      </a:lnTo>
                      <a:lnTo>
                        <a:pt x="541" y="1443"/>
                      </a:lnTo>
                      <a:lnTo>
                        <a:pt x="538" y="1449"/>
                      </a:lnTo>
                      <a:lnTo>
                        <a:pt x="534" y="1453"/>
                      </a:lnTo>
                      <a:lnTo>
                        <a:pt x="529" y="1455"/>
                      </a:lnTo>
                      <a:lnTo>
                        <a:pt x="525" y="1455"/>
                      </a:lnTo>
                      <a:lnTo>
                        <a:pt x="517" y="1454"/>
                      </a:lnTo>
                      <a:lnTo>
                        <a:pt x="509" y="1450"/>
                      </a:lnTo>
                      <a:lnTo>
                        <a:pt x="498" y="1446"/>
                      </a:lnTo>
                      <a:lnTo>
                        <a:pt x="492" y="1443"/>
                      </a:lnTo>
                      <a:lnTo>
                        <a:pt x="487" y="1442"/>
                      </a:lnTo>
                      <a:lnTo>
                        <a:pt x="483" y="1442"/>
                      </a:lnTo>
                      <a:lnTo>
                        <a:pt x="478" y="1442"/>
                      </a:lnTo>
                      <a:lnTo>
                        <a:pt x="475" y="1443"/>
                      </a:lnTo>
                      <a:lnTo>
                        <a:pt x="471" y="1446"/>
                      </a:lnTo>
                      <a:lnTo>
                        <a:pt x="467" y="1448"/>
                      </a:lnTo>
                      <a:lnTo>
                        <a:pt x="464" y="1452"/>
                      </a:lnTo>
                      <a:lnTo>
                        <a:pt x="451" y="1468"/>
                      </a:lnTo>
                      <a:lnTo>
                        <a:pt x="437" y="1491"/>
                      </a:lnTo>
                      <a:lnTo>
                        <a:pt x="422" y="1513"/>
                      </a:lnTo>
                      <a:lnTo>
                        <a:pt x="409" y="1535"/>
                      </a:lnTo>
                      <a:lnTo>
                        <a:pt x="404" y="1544"/>
                      </a:lnTo>
                      <a:lnTo>
                        <a:pt x="400" y="1550"/>
                      </a:lnTo>
                      <a:lnTo>
                        <a:pt x="397" y="1553"/>
                      </a:lnTo>
                      <a:lnTo>
                        <a:pt x="395" y="1555"/>
                      </a:lnTo>
                      <a:lnTo>
                        <a:pt x="393" y="1555"/>
                      </a:lnTo>
                      <a:lnTo>
                        <a:pt x="391" y="1555"/>
                      </a:lnTo>
                      <a:lnTo>
                        <a:pt x="384" y="1553"/>
                      </a:lnTo>
                      <a:lnTo>
                        <a:pt x="374" y="1547"/>
                      </a:lnTo>
                      <a:lnTo>
                        <a:pt x="368" y="1542"/>
                      </a:lnTo>
                      <a:lnTo>
                        <a:pt x="362" y="1537"/>
                      </a:lnTo>
                      <a:lnTo>
                        <a:pt x="356" y="1532"/>
                      </a:lnTo>
                      <a:lnTo>
                        <a:pt x="351" y="1526"/>
                      </a:lnTo>
                      <a:lnTo>
                        <a:pt x="345" y="1510"/>
                      </a:lnTo>
                      <a:lnTo>
                        <a:pt x="339" y="1498"/>
                      </a:lnTo>
                      <a:lnTo>
                        <a:pt x="336" y="1497"/>
                      </a:lnTo>
                      <a:lnTo>
                        <a:pt x="332" y="1497"/>
                      </a:lnTo>
                      <a:lnTo>
                        <a:pt x="330" y="1498"/>
                      </a:lnTo>
                      <a:lnTo>
                        <a:pt x="327" y="1499"/>
                      </a:lnTo>
                      <a:lnTo>
                        <a:pt x="325" y="1506"/>
                      </a:lnTo>
                      <a:lnTo>
                        <a:pt x="322" y="1516"/>
                      </a:lnTo>
                      <a:lnTo>
                        <a:pt x="319" y="1526"/>
                      </a:lnTo>
                      <a:lnTo>
                        <a:pt x="317" y="1537"/>
                      </a:lnTo>
                      <a:lnTo>
                        <a:pt x="315" y="1542"/>
                      </a:lnTo>
                      <a:lnTo>
                        <a:pt x="313" y="1547"/>
                      </a:lnTo>
                      <a:lnTo>
                        <a:pt x="311" y="1550"/>
                      </a:lnTo>
                      <a:lnTo>
                        <a:pt x="307" y="1554"/>
                      </a:lnTo>
                      <a:lnTo>
                        <a:pt x="303" y="1559"/>
                      </a:lnTo>
                      <a:lnTo>
                        <a:pt x="301" y="1563"/>
                      </a:lnTo>
                      <a:lnTo>
                        <a:pt x="301" y="1568"/>
                      </a:lnTo>
                      <a:lnTo>
                        <a:pt x="303" y="1573"/>
                      </a:lnTo>
                      <a:lnTo>
                        <a:pt x="305" y="1576"/>
                      </a:lnTo>
                      <a:lnTo>
                        <a:pt x="307" y="1581"/>
                      </a:lnTo>
                      <a:lnTo>
                        <a:pt x="308" y="1585"/>
                      </a:lnTo>
                      <a:lnTo>
                        <a:pt x="308" y="1588"/>
                      </a:lnTo>
                      <a:lnTo>
                        <a:pt x="305" y="1597"/>
                      </a:lnTo>
                      <a:lnTo>
                        <a:pt x="300" y="1603"/>
                      </a:lnTo>
                      <a:lnTo>
                        <a:pt x="294" y="1607"/>
                      </a:lnTo>
                      <a:lnTo>
                        <a:pt x="287" y="1614"/>
                      </a:lnTo>
                      <a:lnTo>
                        <a:pt x="278" y="1627"/>
                      </a:lnTo>
                      <a:lnTo>
                        <a:pt x="269" y="1639"/>
                      </a:lnTo>
                      <a:lnTo>
                        <a:pt x="262" y="1644"/>
                      </a:lnTo>
                      <a:lnTo>
                        <a:pt x="252" y="1650"/>
                      </a:lnTo>
                      <a:lnTo>
                        <a:pt x="244" y="1657"/>
                      </a:lnTo>
                      <a:lnTo>
                        <a:pt x="238" y="1664"/>
                      </a:lnTo>
                      <a:lnTo>
                        <a:pt x="235" y="1670"/>
                      </a:lnTo>
                      <a:lnTo>
                        <a:pt x="231" y="1675"/>
                      </a:lnTo>
                      <a:lnTo>
                        <a:pt x="226" y="1679"/>
                      </a:lnTo>
                      <a:lnTo>
                        <a:pt x="223" y="1681"/>
                      </a:lnTo>
                      <a:lnTo>
                        <a:pt x="218" y="1681"/>
                      </a:lnTo>
                      <a:lnTo>
                        <a:pt x="213" y="1680"/>
                      </a:lnTo>
                      <a:lnTo>
                        <a:pt x="207" y="1675"/>
                      </a:lnTo>
                      <a:lnTo>
                        <a:pt x="200" y="1670"/>
                      </a:lnTo>
                      <a:lnTo>
                        <a:pt x="195" y="1667"/>
                      </a:lnTo>
                      <a:lnTo>
                        <a:pt x="192" y="1666"/>
                      </a:lnTo>
                      <a:lnTo>
                        <a:pt x="188" y="1666"/>
                      </a:lnTo>
                      <a:lnTo>
                        <a:pt x="186" y="1666"/>
                      </a:lnTo>
                      <a:lnTo>
                        <a:pt x="180" y="1669"/>
                      </a:lnTo>
                      <a:lnTo>
                        <a:pt x="174" y="1676"/>
                      </a:lnTo>
                      <a:lnTo>
                        <a:pt x="163" y="1693"/>
                      </a:lnTo>
                      <a:lnTo>
                        <a:pt x="150" y="1711"/>
                      </a:lnTo>
                      <a:lnTo>
                        <a:pt x="144" y="1717"/>
                      </a:lnTo>
                      <a:lnTo>
                        <a:pt x="137" y="1723"/>
                      </a:lnTo>
                      <a:lnTo>
                        <a:pt x="131" y="1727"/>
                      </a:lnTo>
                      <a:lnTo>
                        <a:pt x="128" y="1729"/>
                      </a:lnTo>
                      <a:lnTo>
                        <a:pt x="125" y="1729"/>
                      </a:lnTo>
                      <a:lnTo>
                        <a:pt x="125" y="1730"/>
                      </a:lnTo>
                      <a:lnTo>
                        <a:pt x="125" y="1731"/>
                      </a:lnTo>
                      <a:lnTo>
                        <a:pt x="125" y="1733"/>
                      </a:lnTo>
                      <a:lnTo>
                        <a:pt x="128" y="1738"/>
                      </a:lnTo>
                      <a:lnTo>
                        <a:pt x="129" y="1745"/>
                      </a:lnTo>
                      <a:lnTo>
                        <a:pt x="129" y="1753"/>
                      </a:lnTo>
                      <a:lnTo>
                        <a:pt x="126" y="1762"/>
                      </a:lnTo>
                      <a:lnTo>
                        <a:pt x="123" y="1770"/>
                      </a:lnTo>
                      <a:lnTo>
                        <a:pt x="120" y="1777"/>
                      </a:lnTo>
                      <a:lnTo>
                        <a:pt x="118" y="1786"/>
                      </a:lnTo>
                      <a:lnTo>
                        <a:pt x="117" y="1794"/>
                      </a:lnTo>
                      <a:lnTo>
                        <a:pt x="118" y="1800"/>
                      </a:lnTo>
                      <a:lnTo>
                        <a:pt x="119" y="1806"/>
                      </a:lnTo>
                      <a:lnTo>
                        <a:pt x="125" y="1815"/>
                      </a:lnTo>
                      <a:lnTo>
                        <a:pt x="130" y="1822"/>
                      </a:lnTo>
                      <a:lnTo>
                        <a:pt x="132" y="1826"/>
                      </a:lnTo>
                      <a:lnTo>
                        <a:pt x="133" y="1830"/>
                      </a:lnTo>
                      <a:lnTo>
                        <a:pt x="133" y="1833"/>
                      </a:lnTo>
                      <a:lnTo>
                        <a:pt x="133" y="1837"/>
                      </a:lnTo>
                      <a:lnTo>
                        <a:pt x="131" y="1841"/>
                      </a:lnTo>
                      <a:lnTo>
                        <a:pt x="126" y="1844"/>
                      </a:lnTo>
                      <a:lnTo>
                        <a:pt x="123" y="1845"/>
                      </a:lnTo>
                      <a:lnTo>
                        <a:pt x="117" y="1845"/>
                      </a:lnTo>
                      <a:lnTo>
                        <a:pt x="105" y="1844"/>
                      </a:lnTo>
                      <a:lnTo>
                        <a:pt x="93" y="1845"/>
                      </a:lnTo>
                      <a:lnTo>
                        <a:pt x="85" y="1850"/>
                      </a:lnTo>
                      <a:lnTo>
                        <a:pt x="75" y="1858"/>
                      </a:lnTo>
                      <a:lnTo>
                        <a:pt x="66" y="1864"/>
                      </a:lnTo>
                      <a:lnTo>
                        <a:pt x="56" y="1870"/>
                      </a:lnTo>
                      <a:lnTo>
                        <a:pt x="51" y="1874"/>
                      </a:lnTo>
                      <a:lnTo>
                        <a:pt x="48" y="1878"/>
                      </a:lnTo>
                      <a:lnTo>
                        <a:pt x="45" y="1883"/>
                      </a:lnTo>
                      <a:lnTo>
                        <a:pt x="44" y="1888"/>
                      </a:lnTo>
                      <a:lnTo>
                        <a:pt x="42" y="1901"/>
                      </a:lnTo>
                      <a:lnTo>
                        <a:pt x="40" y="1916"/>
                      </a:lnTo>
                      <a:lnTo>
                        <a:pt x="36" y="1933"/>
                      </a:lnTo>
                      <a:lnTo>
                        <a:pt x="32" y="1950"/>
                      </a:lnTo>
                      <a:lnTo>
                        <a:pt x="26" y="1967"/>
                      </a:lnTo>
                      <a:lnTo>
                        <a:pt x="22" y="1984"/>
                      </a:lnTo>
                      <a:lnTo>
                        <a:pt x="19" y="1994"/>
                      </a:lnTo>
                      <a:lnTo>
                        <a:pt x="18" y="2001"/>
                      </a:lnTo>
                      <a:lnTo>
                        <a:pt x="19" y="2005"/>
                      </a:lnTo>
                      <a:lnTo>
                        <a:pt x="22" y="2008"/>
                      </a:lnTo>
                      <a:lnTo>
                        <a:pt x="25" y="2010"/>
                      </a:lnTo>
                      <a:lnTo>
                        <a:pt x="30" y="2010"/>
                      </a:lnTo>
                      <a:lnTo>
                        <a:pt x="38" y="2010"/>
                      </a:lnTo>
                      <a:lnTo>
                        <a:pt x="48" y="2009"/>
                      </a:lnTo>
                      <a:lnTo>
                        <a:pt x="53" y="2010"/>
                      </a:lnTo>
                      <a:lnTo>
                        <a:pt x="57" y="2011"/>
                      </a:lnTo>
                      <a:lnTo>
                        <a:pt x="62" y="2013"/>
                      </a:lnTo>
                      <a:lnTo>
                        <a:pt x="66" y="2015"/>
                      </a:lnTo>
                      <a:lnTo>
                        <a:pt x="72" y="2022"/>
                      </a:lnTo>
                      <a:lnTo>
                        <a:pt x="76" y="2029"/>
                      </a:lnTo>
                      <a:lnTo>
                        <a:pt x="79" y="2038"/>
                      </a:lnTo>
                      <a:lnTo>
                        <a:pt x="79" y="2045"/>
                      </a:lnTo>
                      <a:lnTo>
                        <a:pt x="78" y="2048"/>
                      </a:lnTo>
                      <a:lnTo>
                        <a:pt x="76" y="2051"/>
                      </a:lnTo>
                      <a:lnTo>
                        <a:pt x="74" y="2053"/>
                      </a:lnTo>
                      <a:lnTo>
                        <a:pt x="70" y="2055"/>
                      </a:lnTo>
                      <a:lnTo>
                        <a:pt x="65" y="2058"/>
                      </a:lnTo>
                      <a:lnTo>
                        <a:pt x="61" y="2061"/>
                      </a:lnTo>
                      <a:lnTo>
                        <a:pt x="59" y="2065"/>
                      </a:lnTo>
                      <a:lnTo>
                        <a:pt x="59" y="2068"/>
                      </a:lnTo>
                      <a:lnTo>
                        <a:pt x="60" y="2072"/>
                      </a:lnTo>
                      <a:lnTo>
                        <a:pt x="62" y="2074"/>
                      </a:lnTo>
                      <a:lnTo>
                        <a:pt x="66" y="2077"/>
                      </a:lnTo>
                      <a:lnTo>
                        <a:pt x="70" y="2078"/>
                      </a:lnTo>
                      <a:lnTo>
                        <a:pt x="75" y="2079"/>
                      </a:lnTo>
                      <a:lnTo>
                        <a:pt x="79" y="2080"/>
                      </a:lnTo>
                      <a:lnTo>
                        <a:pt x="82" y="2083"/>
                      </a:lnTo>
                      <a:lnTo>
                        <a:pt x="86" y="2087"/>
                      </a:lnTo>
                      <a:lnTo>
                        <a:pt x="88" y="2092"/>
                      </a:lnTo>
                      <a:lnTo>
                        <a:pt x="89" y="2098"/>
                      </a:lnTo>
                      <a:lnTo>
                        <a:pt x="89" y="2106"/>
                      </a:lnTo>
                      <a:lnTo>
                        <a:pt x="88" y="2116"/>
                      </a:lnTo>
                      <a:lnTo>
                        <a:pt x="86" y="2126"/>
                      </a:lnTo>
                      <a:lnTo>
                        <a:pt x="82" y="2134"/>
                      </a:lnTo>
                      <a:lnTo>
                        <a:pt x="78" y="2142"/>
                      </a:lnTo>
                      <a:lnTo>
                        <a:pt x="73" y="2148"/>
                      </a:lnTo>
                      <a:lnTo>
                        <a:pt x="59" y="2161"/>
                      </a:lnTo>
                      <a:lnTo>
                        <a:pt x="40" y="2177"/>
                      </a:lnTo>
                      <a:lnTo>
                        <a:pt x="31" y="2186"/>
                      </a:lnTo>
                      <a:lnTo>
                        <a:pt x="23" y="2194"/>
                      </a:lnTo>
                      <a:lnTo>
                        <a:pt x="12" y="2204"/>
                      </a:lnTo>
                      <a:lnTo>
                        <a:pt x="4" y="2212"/>
                      </a:lnTo>
                      <a:lnTo>
                        <a:pt x="0" y="2219"/>
                      </a:lnTo>
                      <a:lnTo>
                        <a:pt x="0" y="2225"/>
                      </a:lnTo>
                      <a:lnTo>
                        <a:pt x="3" y="2230"/>
                      </a:lnTo>
                      <a:lnTo>
                        <a:pt x="7" y="2236"/>
                      </a:lnTo>
                      <a:lnTo>
                        <a:pt x="13" y="2241"/>
                      </a:lnTo>
                      <a:lnTo>
                        <a:pt x="19" y="2247"/>
                      </a:lnTo>
                      <a:lnTo>
                        <a:pt x="22" y="2250"/>
                      </a:lnTo>
                      <a:lnTo>
                        <a:pt x="24" y="2251"/>
                      </a:lnTo>
                      <a:lnTo>
                        <a:pt x="32" y="2249"/>
                      </a:lnTo>
                      <a:lnTo>
                        <a:pt x="42" y="2246"/>
                      </a:lnTo>
                      <a:lnTo>
                        <a:pt x="56" y="2241"/>
                      </a:lnTo>
                      <a:lnTo>
                        <a:pt x="74" y="2231"/>
                      </a:lnTo>
                      <a:lnTo>
                        <a:pt x="85" y="2224"/>
                      </a:lnTo>
                      <a:lnTo>
                        <a:pt x="95" y="2217"/>
                      </a:lnTo>
                      <a:lnTo>
                        <a:pt x="104" y="2211"/>
                      </a:lnTo>
                      <a:lnTo>
                        <a:pt x="113" y="2206"/>
                      </a:lnTo>
                      <a:lnTo>
                        <a:pt x="128" y="2208"/>
                      </a:lnTo>
                      <a:lnTo>
                        <a:pt x="139" y="2206"/>
                      </a:lnTo>
                      <a:lnTo>
                        <a:pt x="147" y="2202"/>
                      </a:lnTo>
                      <a:lnTo>
                        <a:pt x="160" y="2193"/>
                      </a:lnTo>
                      <a:lnTo>
                        <a:pt x="171" y="2185"/>
                      </a:lnTo>
                      <a:lnTo>
                        <a:pt x="180" y="2179"/>
                      </a:lnTo>
                      <a:lnTo>
                        <a:pt x="185" y="2180"/>
                      </a:lnTo>
                      <a:lnTo>
                        <a:pt x="193" y="2183"/>
                      </a:lnTo>
                      <a:lnTo>
                        <a:pt x="205" y="2184"/>
                      </a:lnTo>
                      <a:lnTo>
                        <a:pt x="220" y="2184"/>
                      </a:lnTo>
                      <a:lnTo>
                        <a:pt x="243" y="2183"/>
                      </a:lnTo>
                      <a:lnTo>
                        <a:pt x="265" y="2183"/>
                      </a:lnTo>
                      <a:lnTo>
                        <a:pt x="276" y="2183"/>
                      </a:lnTo>
                      <a:lnTo>
                        <a:pt x="284" y="2184"/>
                      </a:lnTo>
                      <a:lnTo>
                        <a:pt x="292" y="2186"/>
                      </a:lnTo>
                      <a:lnTo>
                        <a:pt x="296" y="2187"/>
                      </a:lnTo>
                      <a:lnTo>
                        <a:pt x="307" y="2192"/>
                      </a:lnTo>
                      <a:lnTo>
                        <a:pt x="317" y="2193"/>
                      </a:lnTo>
                      <a:lnTo>
                        <a:pt x="325" y="2194"/>
                      </a:lnTo>
                      <a:lnTo>
                        <a:pt x="333" y="2193"/>
                      </a:lnTo>
                      <a:lnTo>
                        <a:pt x="351" y="2190"/>
                      </a:lnTo>
                      <a:lnTo>
                        <a:pt x="369" y="2187"/>
                      </a:lnTo>
                      <a:lnTo>
                        <a:pt x="376" y="2187"/>
                      </a:lnTo>
                      <a:lnTo>
                        <a:pt x="382" y="2188"/>
                      </a:lnTo>
                      <a:lnTo>
                        <a:pt x="388" y="2191"/>
                      </a:lnTo>
                      <a:lnTo>
                        <a:pt x="393" y="2193"/>
                      </a:lnTo>
                      <a:lnTo>
                        <a:pt x="399" y="2197"/>
                      </a:lnTo>
                      <a:lnTo>
                        <a:pt x="404" y="2202"/>
                      </a:lnTo>
                      <a:lnTo>
                        <a:pt x="412" y="2206"/>
                      </a:lnTo>
                      <a:lnTo>
                        <a:pt x="419" y="2208"/>
                      </a:lnTo>
                      <a:lnTo>
                        <a:pt x="426" y="2208"/>
                      </a:lnTo>
                      <a:lnTo>
                        <a:pt x="434" y="2206"/>
                      </a:lnTo>
                      <a:lnTo>
                        <a:pt x="443" y="2205"/>
                      </a:lnTo>
                      <a:lnTo>
                        <a:pt x="448" y="2203"/>
                      </a:lnTo>
                      <a:lnTo>
                        <a:pt x="454" y="2199"/>
                      </a:lnTo>
                      <a:lnTo>
                        <a:pt x="460" y="2198"/>
                      </a:lnTo>
                      <a:lnTo>
                        <a:pt x="466" y="2197"/>
                      </a:lnTo>
                      <a:lnTo>
                        <a:pt x="473" y="2198"/>
                      </a:lnTo>
                      <a:lnTo>
                        <a:pt x="481" y="2199"/>
                      </a:lnTo>
                      <a:lnTo>
                        <a:pt x="489" y="2199"/>
                      </a:lnTo>
                      <a:lnTo>
                        <a:pt x="497" y="2198"/>
                      </a:lnTo>
                      <a:lnTo>
                        <a:pt x="503" y="2197"/>
                      </a:lnTo>
                      <a:lnTo>
                        <a:pt x="511" y="2193"/>
                      </a:lnTo>
                      <a:lnTo>
                        <a:pt x="519" y="2192"/>
                      </a:lnTo>
                      <a:lnTo>
                        <a:pt x="520" y="2193"/>
                      </a:lnTo>
                      <a:lnTo>
                        <a:pt x="522" y="2196"/>
                      </a:lnTo>
                      <a:lnTo>
                        <a:pt x="523" y="2198"/>
                      </a:lnTo>
                      <a:lnTo>
                        <a:pt x="526" y="2203"/>
                      </a:lnTo>
                      <a:lnTo>
                        <a:pt x="527" y="2208"/>
                      </a:lnTo>
                      <a:lnTo>
                        <a:pt x="527" y="2213"/>
                      </a:lnTo>
                      <a:lnTo>
                        <a:pt x="526" y="2218"/>
                      </a:lnTo>
                      <a:lnTo>
                        <a:pt x="522" y="2224"/>
                      </a:lnTo>
                      <a:lnTo>
                        <a:pt x="516" y="2229"/>
                      </a:lnTo>
                      <a:lnTo>
                        <a:pt x="509" y="2234"/>
                      </a:lnTo>
                      <a:lnTo>
                        <a:pt x="500" y="2238"/>
                      </a:lnTo>
                      <a:lnTo>
                        <a:pt x="490" y="2243"/>
                      </a:lnTo>
                      <a:lnTo>
                        <a:pt x="469" y="2250"/>
                      </a:lnTo>
                      <a:lnTo>
                        <a:pt x="451" y="2256"/>
                      </a:lnTo>
                      <a:lnTo>
                        <a:pt x="446" y="2257"/>
                      </a:lnTo>
                      <a:lnTo>
                        <a:pt x="444" y="2260"/>
                      </a:lnTo>
                      <a:lnTo>
                        <a:pt x="440" y="2263"/>
                      </a:lnTo>
                      <a:lnTo>
                        <a:pt x="439" y="2267"/>
                      </a:lnTo>
                      <a:lnTo>
                        <a:pt x="435" y="2276"/>
                      </a:lnTo>
                      <a:lnTo>
                        <a:pt x="434" y="2288"/>
                      </a:lnTo>
                      <a:lnTo>
                        <a:pt x="434" y="2312"/>
                      </a:lnTo>
                      <a:lnTo>
                        <a:pt x="432" y="2330"/>
                      </a:lnTo>
                      <a:lnTo>
                        <a:pt x="431" y="2332"/>
                      </a:lnTo>
                      <a:lnTo>
                        <a:pt x="432" y="2335"/>
                      </a:lnTo>
                      <a:lnTo>
                        <a:pt x="433" y="2337"/>
                      </a:lnTo>
                      <a:lnTo>
                        <a:pt x="435" y="2338"/>
                      </a:lnTo>
                      <a:lnTo>
                        <a:pt x="441" y="2339"/>
                      </a:lnTo>
                      <a:lnTo>
                        <a:pt x="448" y="2341"/>
                      </a:lnTo>
                      <a:lnTo>
                        <a:pt x="457" y="2342"/>
                      </a:lnTo>
                      <a:lnTo>
                        <a:pt x="465" y="2343"/>
                      </a:lnTo>
                      <a:lnTo>
                        <a:pt x="469" y="2343"/>
                      </a:lnTo>
                      <a:lnTo>
                        <a:pt x="472" y="2345"/>
                      </a:lnTo>
                      <a:lnTo>
                        <a:pt x="475" y="2347"/>
                      </a:lnTo>
                      <a:lnTo>
                        <a:pt x="477" y="2349"/>
                      </a:lnTo>
                      <a:lnTo>
                        <a:pt x="479" y="2356"/>
                      </a:lnTo>
                      <a:lnTo>
                        <a:pt x="482" y="2366"/>
                      </a:lnTo>
                      <a:lnTo>
                        <a:pt x="482" y="2377"/>
                      </a:lnTo>
                      <a:lnTo>
                        <a:pt x="483" y="2391"/>
                      </a:lnTo>
                      <a:lnTo>
                        <a:pt x="487" y="2405"/>
                      </a:lnTo>
                      <a:lnTo>
                        <a:pt x="491" y="2418"/>
                      </a:lnTo>
                      <a:lnTo>
                        <a:pt x="492" y="2424"/>
                      </a:lnTo>
                      <a:lnTo>
                        <a:pt x="492" y="2429"/>
                      </a:lnTo>
                      <a:lnTo>
                        <a:pt x="491" y="2433"/>
                      </a:lnTo>
                      <a:lnTo>
                        <a:pt x="488" y="2438"/>
                      </a:lnTo>
                      <a:lnTo>
                        <a:pt x="481" y="2444"/>
                      </a:lnTo>
                      <a:lnTo>
                        <a:pt x="475" y="2451"/>
                      </a:lnTo>
                      <a:lnTo>
                        <a:pt x="472" y="2455"/>
                      </a:lnTo>
                      <a:lnTo>
                        <a:pt x="471" y="2458"/>
                      </a:lnTo>
                      <a:lnTo>
                        <a:pt x="471" y="2462"/>
                      </a:lnTo>
                      <a:lnTo>
                        <a:pt x="472" y="2465"/>
                      </a:lnTo>
                      <a:lnTo>
                        <a:pt x="482" y="2470"/>
                      </a:lnTo>
                      <a:lnTo>
                        <a:pt x="491" y="2473"/>
                      </a:lnTo>
                      <a:lnTo>
                        <a:pt x="495" y="2476"/>
                      </a:lnTo>
                      <a:lnTo>
                        <a:pt x="497" y="2483"/>
                      </a:lnTo>
                      <a:lnTo>
                        <a:pt x="498" y="2492"/>
                      </a:lnTo>
                      <a:lnTo>
                        <a:pt x="501" y="2501"/>
                      </a:lnTo>
                      <a:lnTo>
                        <a:pt x="502" y="2521"/>
                      </a:lnTo>
                      <a:lnTo>
                        <a:pt x="503" y="2540"/>
                      </a:lnTo>
                      <a:lnTo>
                        <a:pt x="510" y="2545"/>
                      </a:lnTo>
                      <a:lnTo>
                        <a:pt x="520" y="2550"/>
                      </a:lnTo>
                      <a:lnTo>
                        <a:pt x="521" y="2553"/>
                      </a:lnTo>
                      <a:lnTo>
                        <a:pt x="520" y="2557"/>
                      </a:lnTo>
                      <a:lnTo>
                        <a:pt x="517" y="2559"/>
                      </a:lnTo>
                      <a:lnTo>
                        <a:pt x="514" y="2563"/>
                      </a:lnTo>
                      <a:lnTo>
                        <a:pt x="507" y="2569"/>
                      </a:lnTo>
                      <a:lnTo>
                        <a:pt x="498" y="2577"/>
                      </a:lnTo>
                      <a:lnTo>
                        <a:pt x="494" y="2583"/>
                      </a:lnTo>
                      <a:lnTo>
                        <a:pt x="492" y="2589"/>
                      </a:lnTo>
                      <a:lnTo>
                        <a:pt x="492" y="2595"/>
                      </a:lnTo>
                      <a:lnTo>
                        <a:pt x="494" y="2600"/>
                      </a:lnTo>
                      <a:lnTo>
                        <a:pt x="496" y="2605"/>
                      </a:lnTo>
                      <a:lnTo>
                        <a:pt x="501" y="2608"/>
                      </a:lnTo>
                      <a:lnTo>
                        <a:pt x="507" y="2610"/>
                      </a:lnTo>
                      <a:lnTo>
                        <a:pt x="513" y="2610"/>
                      </a:lnTo>
                      <a:lnTo>
                        <a:pt x="527" y="2610"/>
                      </a:lnTo>
                      <a:lnTo>
                        <a:pt x="538" y="2613"/>
                      </a:lnTo>
                      <a:lnTo>
                        <a:pt x="542" y="2614"/>
                      </a:lnTo>
                      <a:lnTo>
                        <a:pt x="546" y="2618"/>
                      </a:lnTo>
                      <a:lnTo>
                        <a:pt x="548" y="2621"/>
                      </a:lnTo>
                      <a:lnTo>
                        <a:pt x="550" y="2627"/>
                      </a:lnTo>
                      <a:lnTo>
                        <a:pt x="551" y="2633"/>
                      </a:lnTo>
                      <a:lnTo>
                        <a:pt x="552" y="2638"/>
                      </a:lnTo>
                      <a:lnTo>
                        <a:pt x="555" y="2641"/>
                      </a:lnTo>
                      <a:lnTo>
                        <a:pt x="559" y="2644"/>
                      </a:lnTo>
                      <a:lnTo>
                        <a:pt x="564" y="2645"/>
                      </a:lnTo>
                      <a:lnTo>
                        <a:pt x="570" y="2646"/>
                      </a:lnTo>
                      <a:lnTo>
                        <a:pt x="577" y="2646"/>
                      </a:lnTo>
                      <a:lnTo>
                        <a:pt x="584" y="2646"/>
                      </a:lnTo>
                      <a:lnTo>
                        <a:pt x="591" y="2645"/>
                      </a:lnTo>
                      <a:lnTo>
                        <a:pt x="597" y="2646"/>
                      </a:lnTo>
                      <a:lnTo>
                        <a:pt x="602" y="2646"/>
                      </a:lnTo>
                      <a:lnTo>
                        <a:pt x="605" y="2647"/>
                      </a:lnTo>
                      <a:lnTo>
                        <a:pt x="614" y="2651"/>
                      </a:lnTo>
                      <a:lnTo>
                        <a:pt x="624" y="2654"/>
                      </a:lnTo>
                      <a:lnTo>
                        <a:pt x="629" y="2656"/>
                      </a:lnTo>
                      <a:lnTo>
                        <a:pt x="635" y="2657"/>
                      </a:lnTo>
                      <a:lnTo>
                        <a:pt x="641" y="2658"/>
                      </a:lnTo>
                      <a:lnTo>
                        <a:pt x="646" y="2657"/>
                      </a:lnTo>
                      <a:lnTo>
                        <a:pt x="657" y="2652"/>
                      </a:lnTo>
                      <a:lnTo>
                        <a:pt x="666" y="2650"/>
                      </a:lnTo>
                      <a:lnTo>
                        <a:pt x="670" y="2650"/>
                      </a:lnTo>
                      <a:lnTo>
                        <a:pt x="674" y="2651"/>
                      </a:lnTo>
                      <a:lnTo>
                        <a:pt x="678" y="2653"/>
                      </a:lnTo>
                      <a:lnTo>
                        <a:pt x="683" y="2656"/>
                      </a:lnTo>
                      <a:lnTo>
                        <a:pt x="690" y="2659"/>
                      </a:lnTo>
                      <a:lnTo>
                        <a:pt x="700" y="2662"/>
                      </a:lnTo>
                      <a:lnTo>
                        <a:pt x="712" y="2664"/>
                      </a:lnTo>
                      <a:lnTo>
                        <a:pt x="723" y="2667"/>
                      </a:lnTo>
                      <a:lnTo>
                        <a:pt x="727" y="2670"/>
                      </a:lnTo>
                      <a:lnTo>
                        <a:pt x="729" y="2673"/>
                      </a:lnTo>
                      <a:lnTo>
                        <a:pt x="730" y="2676"/>
                      </a:lnTo>
                      <a:lnTo>
                        <a:pt x="731" y="2679"/>
                      </a:lnTo>
                      <a:lnTo>
                        <a:pt x="733" y="2688"/>
                      </a:lnTo>
                      <a:lnTo>
                        <a:pt x="734" y="2696"/>
                      </a:lnTo>
                      <a:lnTo>
                        <a:pt x="733" y="2714"/>
                      </a:lnTo>
                      <a:lnTo>
                        <a:pt x="733" y="2728"/>
                      </a:lnTo>
                      <a:lnTo>
                        <a:pt x="735" y="2741"/>
                      </a:lnTo>
                      <a:lnTo>
                        <a:pt x="735" y="2751"/>
                      </a:lnTo>
                      <a:lnTo>
                        <a:pt x="734" y="2753"/>
                      </a:lnTo>
                      <a:lnTo>
                        <a:pt x="734" y="2755"/>
                      </a:lnTo>
                      <a:lnTo>
                        <a:pt x="731" y="2757"/>
                      </a:lnTo>
                      <a:lnTo>
                        <a:pt x="730" y="2757"/>
                      </a:lnTo>
                      <a:lnTo>
                        <a:pt x="728" y="2757"/>
                      </a:lnTo>
                      <a:lnTo>
                        <a:pt x="725" y="2755"/>
                      </a:lnTo>
                      <a:lnTo>
                        <a:pt x="723" y="2754"/>
                      </a:lnTo>
                      <a:lnTo>
                        <a:pt x="721" y="2752"/>
                      </a:lnTo>
                      <a:lnTo>
                        <a:pt x="715" y="2744"/>
                      </a:lnTo>
                      <a:lnTo>
                        <a:pt x="709" y="2739"/>
                      </a:lnTo>
                      <a:lnTo>
                        <a:pt x="705" y="2738"/>
                      </a:lnTo>
                      <a:lnTo>
                        <a:pt x="703" y="2739"/>
                      </a:lnTo>
                      <a:lnTo>
                        <a:pt x="700" y="2740"/>
                      </a:lnTo>
                      <a:lnTo>
                        <a:pt x="699" y="2744"/>
                      </a:lnTo>
                      <a:lnTo>
                        <a:pt x="697" y="2751"/>
                      </a:lnTo>
                      <a:lnTo>
                        <a:pt x="695" y="2761"/>
                      </a:lnTo>
                      <a:lnTo>
                        <a:pt x="692" y="2766"/>
                      </a:lnTo>
                      <a:lnTo>
                        <a:pt x="690" y="2771"/>
                      </a:lnTo>
                      <a:lnTo>
                        <a:pt x="686" y="2776"/>
                      </a:lnTo>
                      <a:lnTo>
                        <a:pt x="681" y="2779"/>
                      </a:lnTo>
                      <a:lnTo>
                        <a:pt x="666" y="2788"/>
                      </a:lnTo>
                      <a:lnTo>
                        <a:pt x="648" y="2797"/>
                      </a:lnTo>
                      <a:lnTo>
                        <a:pt x="646" y="2799"/>
                      </a:lnTo>
                      <a:lnTo>
                        <a:pt x="642" y="2803"/>
                      </a:lnTo>
                      <a:lnTo>
                        <a:pt x="641" y="2805"/>
                      </a:lnTo>
                      <a:lnTo>
                        <a:pt x="640" y="2809"/>
                      </a:lnTo>
                      <a:lnTo>
                        <a:pt x="637" y="2814"/>
                      </a:lnTo>
                      <a:lnTo>
                        <a:pt x="635" y="2818"/>
                      </a:lnTo>
                      <a:lnTo>
                        <a:pt x="635" y="2824"/>
                      </a:lnTo>
                      <a:lnTo>
                        <a:pt x="635" y="2829"/>
                      </a:lnTo>
                      <a:lnTo>
                        <a:pt x="639" y="2840"/>
                      </a:lnTo>
                      <a:lnTo>
                        <a:pt x="643" y="2849"/>
                      </a:lnTo>
                      <a:lnTo>
                        <a:pt x="648" y="2860"/>
                      </a:lnTo>
                      <a:lnTo>
                        <a:pt x="652" y="2871"/>
                      </a:lnTo>
                      <a:lnTo>
                        <a:pt x="652" y="2880"/>
                      </a:lnTo>
                      <a:lnTo>
                        <a:pt x="652" y="2890"/>
                      </a:lnTo>
                      <a:lnTo>
                        <a:pt x="652" y="2899"/>
                      </a:lnTo>
                      <a:lnTo>
                        <a:pt x="649" y="2908"/>
                      </a:lnTo>
                      <a:lnTo>
                        <a:pt x="649" y="2912"/>
                      </a:lnTo>
                      <a:lnTo>
                        <a:pt x="647" y="2917"/>
                      </a:lnTo>
                      <a:lnTo>
                        <a:pt x="646" y="2919"/>
                      </a:lnTo>
                      <a:lnTo>
                        <a:pt x="643" y="2923"/>
                      </a:lnTo>
                      <a:lnTo>
                        <a:pt x="637" y="2928"/>
                      </a:lnTo>
                      <a:lnTo>
                        <a:pt x="629" y="2931"/>
                      </a:lnTo>
                      <a:lnTo>
                        <a:pt x="622" y="2935"/>
                      </a:lnTo>
                      <a:lnTo>
                        <a:pt x="616" y="2940"/>
                      </a:lnTo>
                      <a:lnTo>
                        <a:pt x="611" y="2944"/>
                      </a:lnTo>
                      <a:lnTo>
                        <a:pt x="607" y="2950"/>
                      </a:lnTo>
                      <a:lnTo>
                        <a:pt x="602" y="2965"/>
                      </a:lnTo>
                      <a:lnTo>
                        <a:pt x="598" y="2978"/>
                      </a:lnTo>
                      <a:lnTo>
                        <a:pt x="597" y="2985"/>
                      </a:lnTo>
                      <a:lnTo>
                        <a:pt x="594" y="2993"/>
                      </a:lnTo>
                      <a:lnTo>
                        <a:pt x="589" y="3001"/>
                      </a:lnTo>
                      <a:lnTo>
                        <a:pt x="584" y="3010"/>
                      </a:lnTo>
                      <a:lnTo>
                        <a:pt x="574" y="3021"/>
                      </a:lnTo>
                      <a:lnTo>
                        <a:pt x="563" y="3030"/>
                      </a:lnTo>
                      <a:lnTo>
                        <a:pt x="555" y="3040"/>
                      </a:lnTo>
                      <a:lnTo>
                        <a:pt x="548" y="3050"/>
                      </a:lnTo>
                      <a:lnTo>
                        <a:pt x="545" y="3055"/>
                      </a:lnTo>
                      <a:lnTo>
                        <a:pt x="544" y="3060"/>
                      </a:lnTo>
                      <a:lnTo>
                        <a:pt x="542" y="3062"/>
                      </a:lnTo>
                      <a:lnTo>
                        <a:pt x="544" y="3064"/>
                      </a:lnTo>
                      <a:lnTo>
                        <a:pt x="554" y="3070"/>
                      </a:lnTo>
                      <a:lnTo>
                        <a:pt x="567" y="3076"/>
                      </a:lnTo>
                      <a:lnTo>
                        <a:pt x="582" y="3082"/>
                      </a:lnTo>
                      <a:lnTo>
                        <a:pt x="601" y="3087"/>
                      </a:lnTo>
                      <a:lnTo>
                        <a:pt x="611" y="3088"/>
                      </a:lnTo>
                      <a:lnTo>
                        <a:pt x="622" y="3089"/>
                      </a:lnTo>
                      <a:lnTo>
                        <a:pt x="635" y="3089"/>
                      </a:lnTo>
                      <a:lnTo>
                        <a:pt x="648" y="3088"/>
                      </a:lnTo>
                      <a:lnTo>
                        <a:pt x="660" y="3087"/>
                      </a:lnTo>
                      <a:lnTo>
                        <a:pt x="671" y="3086"/>
                      </a:lnTo>
                      <a:lnTo>
                        <a:pt x="681" y="3087"/>
                      </a:lnTo>
                      <a:lnTo>
                        <a:pt x="691" y="3088"/>
                      </a:lnTo>
                      <a:lnTo>
                        <a:pt x="705" y="3092"/>
                      </a:lnTo>
                      <a:lnTo>
                        <a:pt x="717" y="3097"/>
                      </a:lnTo>
                      <a:lnTo>
                        <a:pt x="728" y="3101"/>
                      </a:lnTo>
                      <a:lnTo>
                        <a:pt x="735" y="3105"/>
                      </a:lnTo>
                      <a:lnTo>
                        <a:pt x="746" y="3112"/>
                      </a:lnTo>
                      <a:lnTo>
                        <a:pt x="755" y="3118"/>
                      </a:lnTo>
                      <a:lnTo>
                        <a:pt x="760" y="3119"/>
                      </a:lnTo>
                      <a:lnTo>
                        <a:pt x="763" y="3122"/>
                      </a:lnTo>
                      <a:lnTo>
                        <a:pt x="768" y="3122"/>
                      </a:lnTo>
                      <a:lnTo>
                        <a:pt x="772" y="3122"/>
                      </a:lnTo>
                      <a:lnTo>
                        <a:pt x="780" y="3119"/>
                      </a:lnTo>
                      <a:lnTo>
                        <a:pt x="786" y="3119"/>
                      </a:lnTo>
                      <a:lnTo>
                        <a:pt x="790" y="3119"/>
                      </a:lnTo>
                      <a:lnTo>
                        <a:pt x="793" y="3120"/>
                      </a:lnTo>
                      <a:lnTo>
                        <a:pt x="798" y="3123"/>
                      </a:lnTo>
                      <a:lnTo>
                        <a:pt x="802" y="3126"/>
                      </a:lnTo>
                      <a:lnTo>
                        <a:pt x="806" y="3130"/>
                      </a:lnTo>
                      <a:lnTo>
                        <a:pt x="811" y="3133"/>
                      </a:lnTo>
                      <a:lnTo>
                        <a:pt x="817" y="3136"/>
                      </a:lnTo>
                      <a:lnTo>
                        <a:pt x="823" y="3137"/>
                      </a:lnTo>
                      <a:lnTo>
                        <a:pt x="826" y="3137"/>
                      </a:lnTo>
                      <a:lnTo>
                        <a:pt x="829" y="3136"/>
                      </a:lnTo>
                      <a:lnTo>
                        <a:pt x="830" y="3135"/>
                      </a:lnTo>
                      <a:lnTo>
                        <a:pt x="832" y="3133"/>
                      </a:lnTo>
                      <a:lnTo>
                        <a:pt x="834" y="3132"/>
                      </a:lnTo>
                      <a:lnTo>
                        <a:pt x="837" y="3131"/>
                      </a:lnTo>
                      <a:lnTo>
                        <a:pt x="842" y="3130"/>
                      </a:lnTo>
                      <a:lnTo>
                        <a:pt x="849" y="3130"/>
                      </a:lnTo>
                      <a:lnTo>
                        <a:pt x="851" y="3130"/>
                      </a:lnTo>
                      <a:lnTo>
                        <a:pt x="855" y="3131"/>
                      </a:lnTo>
                      <a:lnTo>
                        <a:pt x="857" y="3133"/>
                      </a:lnTo>
                      <a:lnTo>
                        <a:pt x="860" y="3136"/>
                      </a:lnTo>
                      <a:lnTo>
                        <a:pt x="865" y="3143"/>
                      </a:lnTo>
                      <a:lnTo>
                        <a:pt x="869" y="3151"/>
                      </a:lnTo>
                      <a:lnTo>
                        <a:pt x="875" y="3163"/>
                      </a:lnTo>
                      <a:lnTo>
                        <a:pt x="879" y="3173"/>
                      </a:lnTo>
                      <a:lnTo>
                        <a:pt x="878" y="3176"/>
                      </a:lnTo>
                      <a:lnTo>
                        <a:pt x="876" y="3181"/>
                      </a:lnTo>
                      <a:lnTo>
                        <a:pt x="873" y="3187"/>
                      </a:lnTo>
                      <a:lnTo>
                        <a:pt x="869" y="3193"/>
                      </a:lnTo>
                      <a:lnTo>
                        <a:pt x="861" y="3204"/>
                      </a:lnTo>
                      <a:lnTo>
                        <a:pt x="854" y="3214"/>
                      </a:lnTo>
                      <a:lnTo>
                        <a:pt x="851" y="3220"/>
                      </a:lnTo>
                      <a:lnTo>
                        <a:pt x="849" y="3226"/>
                      </a:lnTo>
                      <a:lnTo>
                        <a:pt x="848" y="3233"/>
                      </a:lnTo>
                      <a:lnTo>
                        <a:pt x="848" y="3240"/>
                      </a:lnTo>
                      <a:lnTo>
                        <a:pt x="848" y="3250"/>
                      </a:lnTo>
                      <a:lnTo>
                        <a:pt x="851" y="3262"/>
                      </a:lnTo>
                      <a:lnTo>
                        <a:pt x="856" y="3271"/>
                      </a:lnTo>
                      <a:lnTo>
                        <a:pt x="860" y="3280"/>
                      </a:lnTo>
                      <a:lnTo>
                        <a:pt x="863" y="3292"/>
                      </a:lnTo>
                      <a:lnTo>
                        <a:pt x="867" y="3301"/>
                      </a:lnTo>
                      <a:lnTo>
                        <a:pt x="869" y="3305"/>
                      </a:lnTo>
                      <a:lnTo>
                        <a:pt x="872" y="3307"/>
                      </a:lnTo>
                      <a:lnTo>
                        <a:pt x="875" y="3308"/>
                      </a:lnTo>
                      <a:lnTo>
                        <a:pt x="879" y="3308"/>
                      </a:lnTo>
                      <a:lnTo>
                        <a:pt x="886" y="3307"/>
                      </a:lnTo>
                      <a:lnTo>
                        <a:pt x="892" y="3305"/>
                      </a:lnTo>
                      <a:lnTo>
                        <a:pt x="897" y="3301"/>
                      </a:lnTo>
                      <a:lnTo>
                        <a:pt x="903" y="3294"/>
                      </a:lnTo>
                      <a:lnTo>
                        <a:pt x="905" y="3293"/>
                      </a:lnTo>
                      <a:lnTo>
                        <a:pt x="909" y="3293"/>
                      </a:lnTo>
                      <a:lnTo>
                        <a:pt x="913" y="3294"/>
                      </a:lnTo>
                      <a:lnTo>
                        <a:pt x="918" y="3296"/>
                      </a:lnTo>
                      <a:lnTo>
                        <a:pt x="922" y="3300"/>
                      </a:lnTo>
                      <a:lnTo>
                        <a:pt x="925" y="3302"/>
                      </a:lnTo>
                      <a:lnTo>
                        <a:pt x="928" y="3306"/>
                      </a:lnTo>
                      <a:lnTo>
                        <a:pt x="928" y="3309"/>
                      </a:lnTo>
                      <a:lnTo>
                        <a:pt x="926" y="3314"/>
                      </a:lnTo>
                      <a:lnTo>
                        <a:pt x="923" y="3319"/>
                      </a:lnTo>
                      <a:lnTo>
                        <a:pt x="918" y="3324"/>
                      </a:lnTo>
                      <a:lnTo>
                        <a:pt x="913" y="3330"/>
                      </a:lnTo>
                      <a:lnTo>
                        <a:pt x="909" y="3335"/>
                      </a:lnTo>
                      <a:lnTo>
                        <a:pt x="906" y="3343"/>
                      </a:lnTo>
                      <a:lnTo>
                        <a:pt x="905" y="3346"/>
                      </a:lnTo>
                      <a:lnTo>
                        <a:pt x="904" y="3350"/>
                      </a:lnTo>
                      <a:lnTo>
                        <a:pt x="904" y="3353"/>
                      </a:lnTo>
                      <a:lnTo>
                        <a:pt x="904" y="3358"/>
                      </a:lnTo>
                      <a:lnTo>
                        <a:pt x="906" y="3368"/>
                      </a:lnTo>
                      <a:lnTo>
                        <a:pt x="909" y="3375"/>
                      </a:lnTo>
                      <a:lnTo>
                        <a:pt x="911" y="3377"/>
                      </a:lnTo>
                      <a:lnTo>
                        <a:pt x="914" y="3378"/>
                      </a:lnTo>
                      <a:lnTo>
                        <a:pt x="918" y="3378"/>
                      </a:lnTo>
                      <a:lnTo>
                        <a:pt x="924" y="3377"/>
                      </a:lnTo>
                      <a:lnTo>
                        <a:pt x="930" y="3376"/>
                      </a:lnTo>
                      <a:lnTo>
                        <a:pt x="937" y="3375"/>
                      </a:lnTo>
                      <a:lnTo>
                        <a:pt x="943" y="3376"/>
                      </a:lnTo>
                      <a:lnTo>
                        <a:pt x="948" y="3378"/>
                      </a:lnTo>
                      <a:lnTo>
                        <a:pt x="951" y="3383"/>
                      </a:lnTo>
                      <a:lnTo>
                        <a:pt x="955" y="3385"/>
                      </a:lnTo>
                      <a:lnTo>
                        <a:pt x="957" y="3387"/>
                      </a:lnTo>
                      <a:lnTo>
                        <a:pt x="960" y="3388"/>
                      </a:lnTo>
                      <a:lnTo>
                        <a:pt x="963" y="3387"/>
                      </a:lnTo>
                      <a:lnTo>
                        <a:pt x="966" y="3385"/>
                      </a:lnTo>
                      <a:lnTo>
                        <a:pt x="968" y="3383"/>
                      </a:lnTo>
                      <a:lnTo>
                        <a:pt x="970" y="3381"/>
                      </a:lnTo>
                      <a:lnTo>
                        <a:pt x="975" y="3375"/>
                      </a:lnTo>
                      <a:lnTo>
                        <a:pt x="981" y="3370"/>
                      </a:lnTo>
                      <a:lnTo>
                        <a:pt x="985" y="3368"/>
                      </a:lnTo>
                      <a:lnTo>
                        <a:pt x="989" y="3365"/>
                      </a:lnTo>
                      <a:lnTo>
                        <a:pt x="994" y="3364"/>
                      </a:lnTo>
                      <a:lnTo>
                        <a:pt x="1001" y="3363"/>
                      </a:lnTo>
                      <a:lnTo>
                        <a:pt x="1008" y="3362"/>
                      </a:lnTo>
                      <a:lnTo>
                        <a:pt x="1016" y="3362"/>
                      </a:lnTo>
                      <a:lnTo>
                        <a:pt x="1021" y="3363"/>
                      </a:lnTo>
                      <a:lnTo>
                        <a:pt x="1026" y="3364"/>
                      </a:lnTo>
                      <a:lnTo>
                        <a:pt x="1031" y="3368"/>
                      </a:lnTo>
                      <a:lnTo>
                        <a:pt x="1035" y="3371"/>
                      </a:lnTo>
                      <a:lnTo>
                        <a:pt x="1037" y="3377"/>
                      </a:lnTo>
                      <a:lnTo>
                        <a:pt x="1039" y="3384"/>
                      </a:lnTo>
                      <a:lnTo>
                        <a:pt x="1042" y="3388"/>
                      </a:lnTo>
                      <a:lnTo>
                        <a:pt x="1044" y="3393"/>
                      </a:lnTo>
                      <a:lnTo>
                        <a:pt x="1049" y="3396"/>
                      </a:lnTo>
                      <a:lnTo>
                        <a:pt x="1054" y="3400"/>
                      </a:lnTo>
                      <a:lnTo>
                        <a:pt x="1065" y="3406"/>
                      </a:lnTo>
                      <a:lnTo>
                        <a:pt x="1076" y="3408"/>
                      </a:lnTo>
                      <a:lnTo>
                        <a:pt x="1087" y="3410"/>
                      </a:lnTo>
                      <a:lnTo>
                        <a:pt x="1095" y="3409"/>
                      </a:lnTo>
                      <a:lnTo>
                        <a:pt x="1103" y="3408"/>
                      </a:lnTo>
                      <a:lnTo>
                        <a:pt x="1112" y="3406"/>
                      </a:lnTo>
                      <a:lnTo>
                        <a:pt x="1122" y="3401"/>
                      </a:lnTo>
                      <a:lnTo>
                        <a:pt x="1133" y="3395"/>
                      </a:lnTo>
                      <a:lnTo>
                        <a:pt x="1144" y="3389"/>
                      </a:lnTo>
                      <a:lnTo>
                        <a:pt x="1153" y="3381"/>
                      </a:lnTo>
                      <a:lnTo>
                        <a:pt x="1164" y="3372"/>
                      </a:lnTo>
                      <a:lnTo>
                        <a:pt x="1174" y="3364"/>
                      </a:lnTo>
                      <a:lnTo>
                        <a:pt x="1184" y="3355"/>
                      </a:lnTo>
                      <a:lnTo>
                        <a:pt x="1194" y="3344"/>
                      </a:lnTo>
                      <a:lnTo>
                        <a:pt x="1202" y="3335"/>
                      </a:lnTo>
                      <a:lnTo>
                        <a:pt x="1208" y="3328"/>
                      </a:lnTo>
                      <a:lnTo>
                        <a:pt x="1213" y="3324"/>
                      </a:lnTo>
                      <a:lnTo>
                        <a:pt x="1218" y="3322"/>
                      </a:lnTo>
                      <a:lnTo>
                        <a:pt x="1229" y="3324"/>
                      </a:lnTo>
                      <a:lnTo>
                        <a:pt x="1250" y="3322"/>
                      </a:lnTo>
                      <a:lnTo>
                        <a:pt x="1258" y="3321"/>
                      </a:lnTo>
                      <a:lnTo>
                        <a:pt x="1268" y="3316"/>
                      </a:lnTo>
                      <a:lnTo>
                        <a:pt x="1277" y="3313"/>
                      </a:lnTo>
                      <a:lnTo>
                        <a:pt x="1287" y="3308"/>
                      </a:lnTo>
                      <a:lnTo>
                        <a:pt x="1306" y="3305"/>
                      </a:lnTo>
                      <a:lnTo>
                        <a:pt x="1320" y="3302"/>
                      </a:lnTo>
                      <a:lnTo>
                        <a:pt x="1322" y="3302"/>
                      </a:lnTo>
                      <a:lnTo>
                        <a:pt x="1323" y="3303"/>
                      </a:lnTo>
                      <a:lnTo>
                        <a:pt x="1325" y="3306"/>
                      </a:lnTo>
                      <a:lnTo>
                        <a:pt x="1323" y="3309"/>
                      </a:lnTo>
                      <a:lnTo>
                        <a:pt x="1322" y="3315"/>
                      </a:lnTo>
                      <a:lnTo>
                        <a:pt x="1321" y="3320"/>
                      </a:lnTo>
                      <a:lnTo>
                        <a:pt x="1321" y="3324"/>
                      </a:lnTo>
                      <a:lnTo>
                        <a:pt x="1322" y="3327"/>
                      </a:lnTo>
                      <a:lnTo>
                        <a:pt x="1325" y="3332"/>
                      </a:lnTo>
                      <a:lnTo>
                        <a:pt x="1327" y="3335"/>
                      </a:lnTo>
                      <a:lnTo>
                        <a:pt x="1331" y="3340"/>
                      </a:lnTo>
                      <a:lnTo>
                        <a:pt x="1334" y="3346"/>
                      </a:lnTo>
                      <a:lnTo>
                        <a:pt x="1336" y="3351"/>
                      </a:lnTo>
                      <a:lnTo>
                        <a:pt x="1338" y="3358"/>
                      </a:lnTo>
                      <a:lnTo>
                        <a:pt x="1335" y="3370"/>
                      </a:lnTo>
                      <a:lnTo>
                        <a:pt x="1335" y="3382"/>
                      </a:lnTo>
                      <a:lnTo>
                        <a:pt x="1339" y="3384"/>
                      </a:lnTo>
                      <a:lnTo>
                        <a:pt x="1346" y="3385"/>
                      </a:lnTo>
                      <a:lnTo>
                        <a:pt x="1350" y="3387"/>
                      </a:lnTo>
                      <a:lnTo>
                        <a:pt x="1353" y="3388"/>
                      </a:lnTo>
                      <a:lnTo>
                        <a:pt x="1355" y="3389"/>
                      </a:lnTo>
                      <a:lnTo>
                        <a:pt x="1357" y="3393"/>
                      </a:lnTo>
                      <a:lnTo>
                        <a:pt x="1352" y="3401"/>
                      </a:lnTo>
                      <a:lnTo>
                        <a:pt x="1345" y="3414"/>
                      </a:lnTo>
                      <a:lnTo>
                        <a:pt x="1344" y="3429"/>
                      </a:lnTo>
                      <a:lnTo>
                        <a:pt x="1344" y="3441"/>
                      </a:lnTo>
                      <a:lnTo>
                        <a:pt x="1334" y="3447"/>
                      </a:lnTo>
                      <a:lnTo>
                        <a:pt x="1325" y="3453"/>
                      </a:lnTo>
                      <a:lnTo>
                        <a:pt x="1325" y="3458"/>
                      </a:lnTo>
                      <a:lnTo>
                        <a:pt x="1326" y="3463"/>
                      </a:lnTo>
                      <a:lnTo>
                        <a:pt x="1328" y="3469"/>
                      </a:lnTo>
                      <a:lnTo>
                        <a:pt x="1331" y="3473"/>
                      </a:lnTo>
                      <a:lnTo>
                        <a:pt x="1338" y="3482"/>
                      </a:lnTo>
                      <a:lnTo>
                        <a:pt x="1345" y="3488"/>
                      </a:lnTo>
                      <a:lnTo>
                        <a:pt x="1351" y="3491"/>
                      </a:lnTo>
                      <a:lnTo>
                        <a:pt x="1357" y="3494"/>
                      </a:lnTo>
                      <a:lnTo>
                        <a:pt x="1358" y="3495"/>
                      </a:lnTo>
                      <a:lnTo>
                        <a:pt x="1359" y="3497"/>
                      </a:lnTo>
                      <a:lnTo>
                        <a:pt x="1359" y="3500"/>
                      </a:lnTo>
                      <a:lnTo>
                        <a:pt x="1358" y="3502"/>
                      </a:lnTo>
                      <a:lnTo>
                        <a:pt x="1355" y="3508"/>
                      </a:lnTo>
                      <a:lnTo>
                        <a:pt x="1351" y="3514"/>
                      </a:lnTo>
                      <a:lnTo>
                        <a:pt x="1350" y="3516"/>
                      </a:lnTo>
                      <a:lnTo>
                        <a:pt x="1348" y="3520"/>
                      </a:lnTo>
                      <a:lnTo>
                        <a:pt x="1347" y="3523"/>
                      </a:lnTo>
                      <a:lnTo>
                        <a:pt x="1348" y="3527"/>
                      </a:lnTo>
                      <a:lnTo>
                        <a:pt x="1352" y="3534"/>
                      </a:lnTo>
                      <a:lnTo>
                        <a:pt x="1357" y="3541"/>
                      </a:lnTo>
                      <a:lnTo>
                        <a:pt x="1361" y="3543"/>
                      </a:lnTo>
                      <a:lnTo>
                        <a:pt x="1365" y="3546"/>
                      </a:lnTo>
                      <a:lnTo>
                        <a:pt x="1370" y="3548"/>
                      </a:lnTo>
                      <a:lnTo>
                        <a:pt x="1375" y="3548"/>
                      </a:lnTo>
                      <a:lnTo>
                        <a:pt x="1384" y="3547"/>
                      </a:lnTo>
                      <a:lnTo>
                        <a:pt x="1396" y="3546"/>
                      </a:lnTo>
                      <a:lnTo>
                        <a:pt x="1407" y="3543"/>
                      </a:lnTo>
                      <a:lnTo>
                        <a:pt x="1417" y="3540"/>
                      </a:lnTo>
                      <a:lnTo>
                        <a:pt x="1428" y="3536"/>
                      </a:lnTo>
                      <a:lnTo>
                        <a:pt x="1440" y="3534"/>
                      </a:lnTo>
                      <a:lnTo>
                        <a:pt x="1451" y="3533"/>
                      </a:lnTo>
                      <a:lnTo>
                        <a:pt x="1461" y="3533"/>
                      </a:lnTo>
                      <a:lnTo>
                        <a:pt x="1478" y="3534"/>
                      </a:lnTo>
                      <a:lnTo>
                        <a:pt x="1491" y="3538"/>
                      </a:lnTo>
                      <a:lnTo>
                        <a:pt x="1493" y="3541"/>
                      </a:lnTo>
                      <a:lnTo>
                        <a:pt x="1495" y="3548"/>
                      </a:lnTo>
                      <a:lnTo>
                        <a:pt x="1496" y="3552"/>
                      </a:lnTo>
                      <a:lnTo>
                        <a:pt x="1497" y="3554"/>
                      </a:lnTo>
                      <a:lnTo>
                        <a:pt x="1498" y="3557"/>
                      </a:lnTo>
                      <a:lnTo>
                        <a:pt x="1502" y="3558"/>
                      </a:lnTo>
                      <a:lnTo>
                        <a:pt x="1514" y="3557"/>
                      </a:lnTo>
                      <a:lnTo>
                        <a:pt x="1525" y="3558"/>
                      </a:lnTo>
                      <a:lnTo>
                        <a:pt x="1529" y="3567"/>
                      </a:lnTo>
                      <a:lnTo>
                        <a:pt x="1530" y="3577"/>
                      </a:lnTo>
                      <a:lnTo>
                        <a:pt x="1535" y="3579"/>
                      </a:lnTo>
                      <a:lnTo>
                        <a:pt x="1541" y="3580"/>
                      </a:lnTo>
                      <a:lnTo>
                        <a:pt x="1546" y="3582"/>
                      </a:lnTo>
                      <a:lnTo>
                        <a:pt x="1552" y="3582"/>
                      </a:lnTo>
                      <a:lnTo>
                        <a:pt x="1556" y="3580"/>
                      </a:lnTo>
                      <a:lnTo>
                        <a:pt x="1561" y="3579"/>
                      </a:lnTo>
                      <a:lnTo>
                        <a:pt x="1565" y="3576"/>
                      </a:lnTo>
                      <a:lnTo>
                        <a:pt x="1567" y="3572"/>
                      </a:lnTo>
                      <a:lnTo>
                        <a:pt x="1568" y="3565"/>
                      </a:lnTo>
                      <a:lnTo>
                        <a:pt x="1571" y="3559"/>
                      </a:lnTo>
                      <a:lnTo>
                        <a:pt x="1578" y="3558"/>
                      </a:lnTo>
                      <a:lnTo>
                        <a:pt x="1585" y="3555"/>
                      </a:lnTo>
                      <a:lnTo>
                        <a:pt x="1587" y="3553"/>
                      </a:lnTo>
                      <a:lnTo>
                        <a:pt x="1590" y="3549"/>
                      </a:lnTo>
                      <a:lnTo>
                        <a:pt x="1591" y="3545"/>
                      </a:lnTo>
                      <a:lnTo>
                        <a:pt x="1592" y="3539"/>
                      </a:lnTo>
                      <a:lnTo>
                        <a:pt x="1591" y="3532"/>
                      </a:lnTo>
                      <a:lnTo>
                        <a:pt x="1588" y="3527"/>
                      </a:lnTo>
                      <a:lnTo>
                        <a:pt x="1585" y="3523"/>
                      </a:lnTo>
                      <a:lnTo>
                        <a:pt x="1579" y="3520"/>
                      </a:lnTo>
                      <a:lnTo>
                        <a:pt x="1568" y="3517"/>
                      </a:lnTo>
                      <a:lnTo>
                        <a:pt x="1559" y="3515"/>
                      </a:lnTo>
                      <a:lnTo>
                        <a:pt x="1555" y="3511"/>
                      </a:lnTo>
                      <a:lnTo>
                        <a:pt x="1554" y="3507"/>
                      </a:lnTo>
                      <a:lnTo>
                        <a:pt x="1553" y="3501"/>
                      </a:lnTo>
                      <a:lnTo>
                        <a:pt x="1553" y="3492"/>
                      </a:lnTo>
                      <a:lnTo>
                        <a:pt x="1554" y="3477"/>
                      </a:lnTo>
                      <a:lnTo>
                        <a:pt x="1556" y="3461"/>
                      </a:lnTo>
                      <a:lnTo>
                        <a:pt x="1558" y="3453"/>
                      </a:lnTo>
                      <a:lnTo>
                        <a:pt x="1560" y="3441"/>
                      </a:lnTo>
                      <a:lnTo>
                        <a:pt x="1566" y="3432"/>
                      </a:lnTo>
                      <a:lnTo>
                        <a:pt x="1569" y="3422"/>
                      </a:lnTo>
                      <a:lnTo>
                        <a:pt x="1568" y="3415"/>
                      </a:lnTo>
                      <a:lnTo>
                        <a:pt x="1566" y="3410"/>
                      </a:lnTo>
                      <a:lnTo>
                        <a:pt x="1565" y="3407"/>
                      </a:lnTo>
                      <a:lnTo>
                        <a:pt x="1565" y="3404"/>
                      </a:lnTo>
                      <a:lnTo>
                        <a:pt x="1565" y="3402"/>
                      </a:lnTo>
                      <a:lnTo>
                        <a:pt x="1566" y="3398"/>
                      </a:lnTo>
                      <a:lnTo>
                        <a:pt x="1567" y="3396"/>
                      </a:lnTo>
                      <a:lnTo>
                        <a:pt x="1569" y="3395"/>
                      </a:lnTo>
                      <a:lnTo>
                        <a:pt x="1573" y="3395"/>
                      </a:lnTo>
                      <a:lnTo>
                        <a:pt x="1575" y="3394"/>
                      </a:lnTo>
                      <a:lnTo>
                        <a:pt x="1581" y="3394"/>
                      </a:lnTo>
                      <a:lnTo>
                        <a:pt x="1585" y="3394"/>
                      </a:lnTo>
                      <a:lnTo>
                        <a:pt x="1592" y="3393"/>
                      </a:lnTo>
                      <a:lnTo>
                        <a:pt x="1596" y="3391"/>
                      </a:lnTo>
                      <a:lnTo>
                        <a:pt x="1598" y="3389"/>
                      </a:lnTo>
                      <a:lnTo>
                        <a:pt x="1599" y="3385"/>
                      </a:lnTo>
                      <a:lnTo>
                        <a:pt x="1596" y="3377"/>
                      </a:lnTo>
                      <a:lnTo>
                        <a:pt x="1588" y="3366"/>
                      </a:lnTo>
                      <a:lnTo>
                        <a:pt x="1583" y="3356"/>
                      </a:lnTo>
                      <a:lnTo>
                        <a:pt x="1577" y="3345"/>
                      </a:lnTo>
                      <a:lnTo>
                        <a:pt x="1575" y="3340"/>
                      </a:lnTo>
                      <a:lnTo>
                        <a:pt x="1573" y="3334"/>
                      </a:lnTo>
                      <a:lnTo>
                        <a:pt x="1573" y="3328"/>
                      </a:lnTo>
                      <a:lnTo>
                        <a:pt x="1572" y="3322"/>
                      </a:lnTo>
                      <a:lnTo>
                        <a:pt x="1577" y="3311"/>
                      </a:lnTo>
                      <a:lnTo>
                        <a:pt x="1580" y="3296"/>
                      </a:lnTo>
                      <a:lnTo>
                        <a:pt x="1580" y="3290"/>
                      </a:lnTo>
                      <a:lnTo>
                        <a:pt x="1578" y="3286"/>
                      </a:lnTo>
                      <a:lnTo>
                        <a:pt x="1575" y="3281"/>
                      </a:lnTo>
                      <a:lnTo>
                        <a:pt x="1572" y="3275"/>
                      </a:lnTo>
                      <a:lnTo>
                        <a:pt x="1567" y="3268"/>
                      </a:lnTo>
                      <a:lnTo>
                        <a:pt x="1562" y="3259"/>
                      </a:lnTo>
                      <a:lnTo>
                        <a:pt x="1558" y="3253"/>
                      </a:lnTo>
                      <a:lnTo>
                        <a:pt x="1552" y="3248"/>
                      </a:lnTo>
                      <a:lnTo>
                        <a:pt x="1543" y="3239"/>
                      </a:lnTo>
                      <a:lnTo>
                        <a:pt x="1535" y="3229"/>
                      </a:lnTo>
                      <a:lnTo>
                        <a:pt x="1534" y="3225"/>
                      </a:lnTo>
                      <a:lnTo>
                        <a:pt x="1533" y="3220"/>
                      </a:lnTo>
                      <a:lnTo>
                        <a:pt x="1533" y="3215"/>
                      </a:lnTo>
                      <a:lnTo>
                        <a:pt x="1533" y="3209"/>
                      </a:lnTo>
                      <a:lnTo>
                        <a:pt x="1533" y="3199"/>
                      </a:lnTo>
                      <a:lnTo>
                        <a:pt x="1530" y="3189"/>
                      </a:lnTo>
                      <a:lnTo>
                        <a:pt x="1524" y="3177"/>
                      </a:lnTo>
                      <a:lnTo>
                        <a:pt x="1521" y="3164"/>
                      </a:lnTo>
                      <a:lnTo>
                        <a:pt x="1524" y="3151"/>
                      </a:lnTo>
                      <a:lnTo>
                        <a:pt x="1525" y="3142"/>
                      </a:lnTo>
                      <a:lnTo>
                        <a:pt x="1525" y="3135"/>
                      </a:lnTo>
                      <a:lnTo>
                        <a:pt x="1522" y="3127"/>
                      </a:lnTo>
                      <a:lnTo>
                        <a:pt x="1516" y="3116"/>
                      </a:lnTo>
                      <a:lnTo>
                        <a:pt x="1512" y="3105"/>
                      </a:lnTo>
                      <a:lnTo>
                        <a:pt x="1514" y="3100"/>
                      </a:lnTo>
                      <a:lnTo>
                        <a:pt x="1515" y="3097"/>
                      </a:lnTo>
                      <a:lnTo>
                        <a:pt x="1520" y="3094"/>
                      </a:lnTo>
                      <a:lnTo>
                        <a:pt x="1525" y="3092"/>
                      </a:lnTo>
                      <a:lnTo>
                        <a:pt x="1533" y="3091"/>
                      </a:lnTo>
                      <a:lnTo>
                        <a:pt x="1539" y="3089"/>
                      </a:lnTo>
                      <a:lnTo>
                        <a:pt x="1542" y="3087"/>
                      </a:lnTo>
                      <a:lnTo>
                        <a:pt x="1546" y="3084"/>
                      </a:lnTo>
                      <a:lnTo>
                        <a:pt x="1552" y="3070"/>
                      </a:lnTo>
                      <a:lnTo>
                        <a:pt x="1555" y="3061"/>
                      </a:lnTo>
                      <a:lnTo>
                        <a:pt x="1556" y="3045"/>
                      </a:lnTo>
                      <a:lnTo>
                        <a:pt x="1560" y="3028"/>
                      </a:lnTo>
                      <a:lnTo>
                        <a:pt x="1564" y="3021"/>
                      </a:lnTo>
                      <a:lnTo>
                        <a:pt x="1567" y="3015"/>
                      </a:lnTo>
                      <a:lnTo>
                        <a:pt x="1573" y="3010"/>
                      </a:lnTo>
                      <a:lnTo>
                        <a:pt x="1579" y="3005"/>
                      </a:lnTo>
                      <a:lnTo>
                        <a:pt x="1587" y="3003"/>
                      </a:lnTo>
                      <a:lnTo>
                        <a:pt x="1593" y="3000"/>
                      </a:lnTo>
                      <a:lnTo>
                        <a:pt x="1599" y="3000"/>
                      </a:lnTo>
                      <a:lnTo>
                        <a:pt x="1605" y="3001"/>
                      </a:lnTo>
                      <a:lnTo>
                        <a:pt x="1610" y="3005"/>
                      </a:lnTo>
                      <a:lnTo>
                        <a:pt x="1613" y="3009"/>
                      </a:lnTo>
                      <a:lnTo>
                        <a:pt x="1617" y="3013"/>
                      </a:lnTo>
                      <a:lnTo>
                        <a:pt x="1621" y="3021"/>
                      </a:lnTo>
                      <a:lnTo>
                        <a:pt x="1623" y="3028"/>
                      </a:lnTo>
                      <a:lnTo>
                        <a:pt x="1625" y="3035"/>
                      </a:lnTo>
                      <a:lnTo>
                        <a:pt x="1627" y="3038"/>
                      </a:lnTo>
                      <a:lnTo>
                        <a:pt x="1629" y="3042"/>
                      </a:lnTo>
                      <a:lnTo>
                        <a:pt x="1631" y="3044"/>
                      </a:lnTo>
                      <a:lnTo>
                        <a:pt x="1635" y="3047"/>
                      </a:lnTo>
                      <a:lnTo>
                        <a:pt x="1642" y="3049"/>
                      </a:lnTo>
                      <a:lnTo>
                        <a:pt x="1649" y="3049"/>
                      </a:lnTo>
                      <a:lnTo>
                        <a:pt x="1651" y="3049"/>
                      </a:lnTo>
                      <a:lnTo>
                        <a:pt x="1654" y="3048"/>
                      </a:lnTo>
                      <a:lnTo>
                        <a:pt x="1656" y="3047"/>
                      </a:lnTo>
                      <a:lnTo>
                        <a:pt x="1657" y="3045"/>
                      </a:lnTo>
                      <a:lnTo>
                        <a:pt x="1660" y="3040"/>
                      </a:lnTo>
                      <a:lnTo>
                        <a:pt x="1662" y="3036"/>
                      </a:lnTo>
                      <a:lnTo>
                        <a:pt x="1665" y="3034"/>
                      </a:lnTo>
                      <a:lnTo>
                        <a:pt x="1668" y="3031"/>
                      </a:lnTo>
                      <a:lnTo>
                        <a:pt x="1672" y="3030"/>
                      </a:lnTo>
                      <a:lnTo>
                        <a:pt x="1674" y="3031"/>
                      </a:lnTo>
                      <a:lnTo>
                        <a:pt x="1678" y="3032"/>
                      </a:lnTo>
                      <a:lnTo>
                        <a:pt x="1684" y="3035"/>
                      </a:lnTo>
                      <a:lnTo>
                        <a:pt x="1694" y="3035"/>
                      </a:lnTo>
                      <a:lnTo>
                        <a:pt x="1704" y="3032"/>
                      </a:lnTo>
                      <a:lnTo>
                        <a:pt x="1717" y="3031"/>
                      </a:lnTo>
                      <a:lnTo>
                        <a:pt x="1728" y="3032"/>
                      </a:lnTo>
                      <a:lnTo>
                        <a:pt x="1735" y="3035"/>
                      </a:lnTo>
                      <a:lnTo>
                        <a:pt x="1743" y="3040"/>
                      </a:lnTo>
                      <a:lnTo>
                        <a:pt x="1750" y="3050"/>
                      </a:lnTo>
                      <a:lnTo>
                        <a:pt x="1757" y="3056"/>
                      </a:lnTo>
                      <a:lnTo>
                        <a:pt x="1761" y="3050"/>
                      </a:lnTo>
                      <a:lnTo>
                        <a:pt x="1764" y="3044"/>
                      </a:lnTo>
                      <a:lnTo>
                        <a:pt x="1775" y="3045"/>
                      </a:lnTo>
                      <a:lnTo>
                        <a:pt x="1786" y="3048"/>
                      </a:lnTo>
                      <a:lnTo>
                        <a:pt x="1792" y="3048"/>
                      </a:lnTo>
                      <a:lnTo>
                        <a:pt x="1797" y="3048"/>
                      </a:lnTo>
                      <a:lnTo>
                        <a:pt x="1800" y="3047"/>
                      </a:lnTo>
                      <a:lnTo>
                        <a:pt x="1802" y="3044"/>
                      </a:lnTo>
                      <a:lnTo>
                        <a:pt x="1807" y="3032"/>
                      </a:lnTo>
                      <a:lnTo>
                        <a:pt x="1812" y="3021"/>
                      </a:lnTo>
                      <a:lnTo>
                        <a:pt x="1817" y="3015"/>
                      </a:lnTo>
                      <a:lnTo>
                        <a:pt x="1821" y="3009"/>
                      </a:lnTo>
                      <a:lnTo>
                        <a:pt x="1827" y="3004"/>
                      </a:lnTo>
                      <a:lnTo>
                        <a:pt x="1831" y="3000"/>
                      </a:lnTo>
                      <a:lnTo>
                        <a:pt x="1836" y="2998"/>
                      </a:lnTo>
                      <a:lnTo>
                        <a:pt x="1842" y="2994"/>
                      </a:lnTo>
                      <a:lnTo>
                        <a:pt x="1848" y="2991"/>
                      </a:lnTo>
                      <a:lnTo>
                        <a:pt x="1851" y="2986"/>
                      </a:lnTo>
                      <a:lnTo>
                        <a:pt x="1855" y="2981"/>
                      </a:lnTo>
                      <a:lnTo>
                        <a:pt x="1858" y="2973"/>
                      </a:lnTo>
                      <a:lnTo>
                        <a:pt x="1861" y="2959"/>
                      </a:lnTo>
                      <a:lnTo>
                        <a:pt x="1863" y="2947"/>
                      </a:lnTo>
                      <a:lnTo>
                        <a:pt x="1864" y="2943"/>
                      </a:lnTo>
                      <a:lnTo>
                        <a:pt x="1867" y="2942"/>
                      </a:lnTo>
                      <a:lnTo>
                        <a:pt x="1869" y="2942"/>
                      </a:lnTo>
                      <a:lnTo>
                        <a:pt x="1871" y="2942"/>
                      </a:lnTo>
                      <a:lnTo>
                        <a:pt x="1875" y="2942"/>
                      </a:lnTo>
                      <a:lnTo>
                        <a:pt x="1880" y="2942"/>
                      </a:lnTo>
                      <a:lnTo>
                        <a:pt x="1884" y="2938"/>
                      </a:lnTo>
                      <a:lnTo>
                        <a:pt x="1889" y="2933"/>
                      </a:lnTo>
                      <a:lnTo>
                        <a:pt x="1894" y="2922"/>
                      </a:lnTo>
                      <a:lnTo>
                        <a:pt x="1898" y="2912"/>
                      </a:lnTo>
                      <a:lnTo>
                        <a:pt x="1901" y="2911"/>
                      </a:lnTo>
                      <a:lnTo>
                        <a:pt x="1904" y="2910"/>
                      </a:lnTo>
                      <a:lnTo>
                        <a:pt x="1906" y="2910"/>
                      </a:lnTo>
                      <a:lnTo>
                        <a:pt x="1909" y="2910"/>
                      </a:lnTo>
                      <a:lnTo>
                        <a:pt x="1912" y="2911"/>
                      </a:lnTo>
                      <a:lnTo>
                        <a:pt x="1915" y="2914"/>
                      </a:lnTo>
                      <a:lnTo>
                        <a:pt x="1919" y="2917"/>
                      </a:lnTo>
                      <a:lnTo>
                        <a:pt x="1921" y="2922"/>
                      </a:lnTo>
                      <a:lnTo>
                        <a:pt x="1926" y="2929"/>
                      </a:lnTo>
                      <a:lnTo>
                        <a:pt x="1931" y="2934"/>
                      </a:lnTo>
                      <a:lnTo>
                        <a:pt x="1937" y="2936"/>
                      </a:lnTo>
                      <a:lnTo>
                        <a:pt x="1947" y="2938"/>
                      </a:lnTo>
                      <a:lnTo>
                        <a:pt x="1959" y="2942"/>
                      </a:lnTo>
                      <a:lnTo>
                        <a:pt x="1967" y="2946"/>
                      </a:lnTo>
                      <a:lnTo>
                        <a:pt x="1983" y="2949"/>
                      </a:lnTo>
                      <a:lnTo>
                        <a:pt x="1995" y="2954"/>
                      </a:lnTo>
                      <a:lnTo>
                        <a:pt x="2008" y="2966"/>
                      </a:lnTo>
                      <a:lnTo>
                        <a:pt x="2025" y="2981"/>
                      </a:lnTo>
                      <a:lnTo>
                        <a:pt x="2035" y="2988"/>
                      </a:lnTo>
                      <a:lnTo>
                        <a:pt x="2047" y="2994"/>
                      </a:lnTo>
                      <a:lnTo>
                        <a:pt x="2053" y="2998"/>
                      </a:lnTo>
                      <a:lnTo>
                        <a:pt x="2056" y="3004"/>
                      </a:lnTo>
                      <a:lnTo>
                        <a:pt x="2058" y="3010"/>
                      </a:lnTo>
                      <a:lnTo>
                        <a:pt x="2059" y="3021"/>
                      </a:lnTo>
                      <a:lnTo>
                        <a:pt x="2059" y="3024"/>
                      </a:lnTo>
                      <a:lnTo>
                        <a:pt x="2060" y="3029"/>
                      </a:lnTo>
                      <a:lnTo>
                        <a:pt x="2062" y="3032"/>
                      </a:lnTo>
                      <a:lnTo>
                        <a:pt x="2064" y="3036"/>
                      </a:lnTo>
                      <a:lnTo>
                        <a:pt x="2070" y="3042"/>
                      </a:lnTo>
                      <a:lnTo>
                        <a:pt x="2079" y="3048"/>
                      </a:lnTo>
                      <a:lnTo>
                        <a:pt x="2091" y="3055"/>
                      </a:lnTo>
                      <a:lnTo>
                        <a:pt x="2097" y="3062"/>
                      </a:lnTo>
                      <a:lnTo>
                        <a:pt x="2102" y="3064"/>
                      </a:lnTo>
                      <a:lnTo>
                        <a:pt x="2107" y="3067"/>
                      </a:lnTo>
                      <a:lnTo>
                        <a:pt x="2112" y="3068"/>
                      </a:lnTo>
                      <a:lnTo>
                        <a:pt x="2116" y="3069"/>
                      </a:lnTo>
                      <a:lnTo>
                        <a:pt x="2121" y="3068"/>
                      </a:lnTo>
                      <a:lnTo>
                        <a:pt x="2125" y="3067"/>
                      </a:lnTo>
                      <a:lnTo>
                        <a:pt x="2128" y="3064"/>
                      </a:lnTo>
                      <a:lnTo>
                        <a:pt x="2129" y="3062"/>
                      </a:lnTo>
                      <a:lnTo>
                        <a:pt x="2132" y="3057"/>
                      </a:lnTo>
                      <a:lnTo>
                        <a:pt x="2135" y="3053"/>
                      </a:lnTo>
                      <a:lnTo>
                        <a:pt x="2139" y="3049"/>
                      </a:lnTo>
                      <a:lnTo>
                        <a:pt x="2142" y="3045"/>
                      </a:lnTo>
                      <a:lnTo>
                        <a:pt x="2152" y="3042"/>
                      </a:lnTo>
                      <a:lnTo>
                        <a:pt x="2161" y="3037"/>
                      </a:lnTo>
                      <a:lnTo>
                        <a:pt x="2166" y="3034"/>
                      </a:lnTo>
                      <a:lnTo>
                        <a:pt x="2169" y="3030"/>
                      </a:lnTo>
                      <a:lnTo>
                        <a:pt x="2171" y="3025"/>
                      </a:lnTo>
                      <a:lnTo>
                        <a:pt x="2171" y="3022"/>
                      </a:lnTo>
                      <a:lnTo>
                        <a:pt x="2172" y="3013"/>
                      </a:lnTo>
                      <a:lnTo>
                        <a:pt x="2173" y="3006"/>
                      </a:lnTo>
                      <a:lnTo>
                        <a:pt x="2176" y="3001"/>
                      </a:lnTo>
                      <a:lnTo>
                        <a:pt x="2179" y="2998"/>
                      </a:lnTo>
                      <a:lnTo>
                        <a:pt x="2184" y="2994"/>
                      </a:lnTo>
                      <a:lnTo>
                        <a:pt x="2190" y="2990"/>
                      </a:lnTo>
                      <a:lnTo>
                        <a:pt x="2203" y="2980"/>
                      </a:lnTo>
                      <a:lnTo>
                        <a:pt x="2215" y="2969"/>
                      </a:lnTo>
                      <a:lnTo>
                        <a:pt x="2224" y="2958"/>
                      </a:lnTo>
                      <a:lnTo>
                        <a:pt x="2232" y="2946"/>
                      </a:lnTo>
                      <a:lnTo>
                        <a:pt x="2239" y="2935"/>
                      </a:lnTo>
                      <a:lnTo>
                        <a:pt x="2245" y="2929"/>
                      </a:lnTo>
                      <a:lnTo>
                        <a:pt x="2247" y="2928"/>
                      </a:lnTo>
                      <a:lnTo>
                        <a:pt x="2249" y="2927"/>
                      </a:lnTo>
                      <a:lnTo>
                        <a:pt x="2253" y="2927"/>
                      </a:lnTo>
                      <a:lnTo>
                        <a:pt x="2255" y="2927"/>
                      </a:lnTo>
                      <a:lnTo>
                        <a:pt x="2260" y="2929"/>
                      </a:lnTo>
                      <a:lnTo>
                        <a:pt x="2265" y="2933"/>
                      </a:lnTo>
                      <a:lnTo>
                        <a:pt x="2271" y="2940"/>
                      </a:lnTo>
                      <a:lnTo>
                        <a:pt x="2276" y="2947"/>
                      </a:lnTo>
                      <a:lnTo>
                        <a:pt x="2279" y="2956"/>
                      </a:lnTo>
                      <a:lnTo>
                        <a:pt x="2283" y="2966"/>
                      </a:lnTo>
                      <a:lnTo>
                        <a:pt x="2289" y="2985"/>
                      </a:lnTo>
                      <a:lnTo>
                        <a:pt x="2296" y="3004"/>
                      </a:lnTo>
                      <a:lnTo>
                        <a:pt x="2299" y="3011"/>
                      </a:lnTo>
                      <a:lnTo>
                        <a:pt x="2304" y="3017"/>
                      </a:lnTo>
                      <a:lnTo>
                        <a:pt x="2305" y="3018"/>
                      </a:lnTo>
                      <a:lnTo>
                        <a:pt x="2308" y="3021"/>
                      </a:lnTo>
                      <a:lnTo>
                        <a:pt x="2310" y="3021"/>
                      </a:lnTo>
                      <a:lnTo>
                        <a:pt x="2312" y="3021"/>
                      </a:lnTo>
                      <a:lnTo>
                        <a:pt x="2316" y="3019"/>
                      </a:lnTo>
                      <a:lnTo>
                        <a:pt x="2320" y="3017"/>
                      </a:lnTo>
                      <a:lnTo>
                        <a:pt x="2322" y="3015"/>
                      </a:lnTo>
                      <a:lnTo>
                        <a:pt x="2326" y="3011"/>
                      </a:lnTo>
                      <a:lnTo>
                        <a:pt x="2331" y="3003"/>
                      </a:lnTo>
                      <a:lnTo>
                        <a:pt x="2337" y="2992"/>
                      </a:lnTo>
                      <a:lnTo>
                        <a:pt x="2339" y="2985"/>
                      </a:lnTo>
                      <a:lnTo>
                        <a:pt x="2339" y="2977"/>
                      </a:lnTo>
                      <a:lnTo>
                        <a:pt x="2341" y="2971"/>
                      </a:lnTo>
                      <a:lnTo>
                        <a:pt x="2343" y="2965"/>
                      </a:lnTo>
                      <a:lnTo>
                        <a:pt x="2346" y="2959"/>
                      </a:lnTo>
                      <a:lnTo>
                        <a:pt x="2349" y="2953"/>
                      </a:lnTo>
                      <a:lnTo>
                        <a:pt x="2356" y="2943"/>
                      </a:lnTo>
                      <a:lnTo>
                        <a:pt x="2364" y="2936"/>
                      </a:lnTo>
                      <a:lnTo>
                        <a:pt x="2367" y="2935"/>
                      </a:lnTo>
                      <a:lnTo>
                        <a:pt x="2369" y="2935"/>
                      </a:lnTo>
                      <a:lnTo>
                        <a:pt x="2373" y="2936"/>
                      </a:lnTo>
                      <a:lnTo>
                        <a:pt x="2375" y="2937"/>
                      </a:lnTo>
                      <a:lnTo>
                        <a:pt x="2380" y="2944"/>
                      </a:lnTo>
                      <a:lnTo>
                        <a:pt x="2384" y="2950"/>
                      </a:lnTo>
                      <a:lnTo>
                        <a:pt x="2390" y="2958"/>
                      </a:lnTo>
                      <a:lnTo>
                        <a:pt x="2397" y="2966"/>
                      </a:lnTo>
                      <a:lnTo>
                        <a:pt x="2406" y="2975"/>
                      </a:lnTo>
                      <a:lnTo>
                        <a:pt x="2417" y="2982"/>
                      </a:lnTo>
                      <a:lnTo>
                        <a:pt x="2428" y="2992"/>
                      </a:lnTo>
                      <a:lnTo>
                        <a:pt x="2440" y="3003"/>
                      </a:lnTo>
                      <a:lnTo>
                        <a:pt x="2450" y="3013"/>
                      </a:lnTo>
                      <a:lnTo>
                        <a:pt x="2457" y="3022"/>
                      </a:lnTo>
                      <a:lnTo>
                        <a:pt x="2466" y="3030"/>
                      </a:lnTo>
                      <a:lnTo>
                        <a:pt x="2475" y="3042"/>
                      </a:lnTo>
                      <a:lnTo>
                        <a:pt x="2486" y="3054"/>
                      </a:lnTo>
                      <a:lnTo>
                        <a:pt x="2496" y="3066"/>
                      </a:lnTo>
                      <a:lnTo>
                        <a:pt x="2501" y="3074"/>
                      </a:lnTo>
                      <a:lnTo>
                        <a:pt x="2505" y="3079"/>
                      </a:lnTo>
                      <a:lnTo>
                        <a:pt x="2507" y="3080"/>
                      </a:lnTo>
                      <a:lnTo>
                        <a:pt x="2509" y="3079"/>
                      </a:lnTo>
                      <a:lnTo>
                        <a:pt x="2511" y="3075"/>
                      </a:lnTo>
                      <a:lnTo>
                        <a:pt x="2513" y="3069"/>
                      </a:lnTo>
                      <a:lnTo>
                        <a:pt x="2516" y="3060"/>
                      </a:lnTo>
                      <a:lnTo>
                        <a:pt x="2517" y="3054"/>
                      </a:lnTo>
                      <a:lnTo>
                        <a:pt x="2518" y="3049"/>
                      </a:lnTo>
                      <a:lnTo>
                        <a:pt x="2518" y="3042"/>
                      </a:lnTo>
                      <a:lnTo>
                        <a:pt x="2519" y="3035"/>
                      </a:lnTo>
                      <a:lnTo>
                        <a:pt x="2519" y="3029"/>
                      </a:lnTo>
                      <a:lnTo>
                        <a:pt x="2518" y="3012"/>
                      </a:lnTo>
                      <a:lnTo>
                        <a:pt x="2518" y="2998"/>
                      </a:lnTo>
                      <a:lnTo>
                        <a:pt x="2520" y="2988"/>
                      </a:lnTo>
                      <a:lnTo>
                        <a:pt x="2523" y="2980"/>
                      </a:lnTo>
                      <a:lnTo>
                        <a:pt x="2526" y="2972"/>
                      </a:lnTo>
                      <a:lnTo>
                        <a:pt x="2531" y="2963"/>
                      </a:lnTo>
                      <a:lnTo>
                        <a:pt x="2537" y="2956"/>
                      </a:lnTo>
                      <a:lnTo>
                        <a:pt x="2544" y="2950"/>
                      </a:lnTo>
                      <a:lnTo>
                        <a:pt x="2553" y="2944"/>
                      </a:lnTo>
                      <a:lnTo>
                        <a:pt x="2563" y="2940"/>
                      </a:lnTo>
                      <a:lnTo>
                        <a:pt x="2570" y="2936"/>
                      </a:lnTo>
                      <a:lnTo>
                        <a:pt x="2581" y="2934"/>
                      </a:lnTo>
                      <a:lnTo>
                        <a:pt x="2591" y="2930"/>
                      </a:lnTo>
                      <a:lnTo>
                        <a:pt x="2601" y="2928"/>
                      </a:lnTo>
                      <a:lnTo>
                        <a:pt x="2612" y="2927"/>
                      </a:lnTo>
                      <a:lnTo>
                        <a:pt x="2618" y="2925"/>
                      </a:lnTo>
                      <a:lnTo>
                        <a:pt x="2620" y="2927"/>
                      </a:lnTo>
                      <a:lnTo>
                        <a:pt x="2622" y="2927"/>
                      </a:lnTo>
                      <a:lnTo>
                        <a:pt x="2622" y="2928"/>
                      </a:lnTo>
                      <a:lnTo>
                        <a:pt x="2620" y="2930"/>
                      </a:lnTo>
                      <a:lnTo>
                        <a:pt x="2619" y="2933"/>
                      </a:lnTo>
                      <a:lnTo>
                        <a:pt x="2617" y="2940"/>
                      </a:lnTo>
                      <a:lnTo>
                        <a:pt x="2617" y="2950"/>
                      </a:lnTo>
                      <a:lnTo>
                        <a:pt x="2617" y="2963"/>
                      </a:lnTo>
                      <a:lnTo>
                        <a:pt x="2617" y="2974"/>
                      </a:lnTo>
                      <a:lnTo>
                        <a:pt x="2617" y="2980"/>
                      </a:lnTo>
                      <a:lnTo>
                        <a:pt x="2617" y="2982"/>
                      </a:lnTo>
                      <a:lnTo>
                        <a:pt x="2618" y="2984"/>
                      </a:lnTo>
                      <a:lnTo>
                        <a:pt x="2619" y="2984"/>
                      </a:lnTo>
                      <a:lnTo>
                        <a:pt x="2622" y="2984"/>
                      </a:lnTo>
                      <a:lnTo>
                        <a:pt x="2626" y="2985"/>
                      </a:lnTo>
                      <a:lnTo>
                        <a:pt x="2632" y="2986"/>
                      </a:lnTo>
                      <a:lnTo>
                        <a:pt x="2641" y="2990"/>
                      </a:lnTo>
                      <a:lnTo>
                        <a:pt x="2645" y="2993"/>
                      </a:lnTo>
                      <a:lnTo>
                        <a:pt x="2648" y="2994"/>
                      </a:lnTo>
                      <a:lnTo>
                        <a:pt x="2649" y="2994"/>
                      </a:lnTo>
                      <a:lnTo>
                        <a:pt x="2651" y="2994"/>
                      </a:lnTo>
                      <a:lnTo>
                        <a:pt x="2654" y="2993"/>
                      </a:lnTo>
                      <a:lnTo>
                        <a:pt x="2668" y="2985"/>
                      </a:lnTo>
                      <a:lnTo>
                        <a:pt x="2685" y="2972"/>
                      </a:lnTo>
                      <a:lnTo>
                        <a:pt x="2701" y="2961"/>
                      </a:lnTo>
                      <a:lnTo>
                        <a:pt x="2718" y="2953"/>
                      </a:lnTo>
                      <a:lnTo>
                        <a:pt x="2724" y="2947"/>
                      </a:lnTo>
                      <a:lnTo>
                        <a:pt x="2728" y="2941"/>
                      </a:lnTo>
                      <a:lnTo>
                        <a:pt x="2731" y="2937"/>
                      </a:lnTo>
                      <a:lnTo>
                        <a:pt x="2734" y="2935"/>
                      </a:lnTo>
                      <a:lnTo>
                        <a:pt x="2738" y="2933"/>
                      </a:lnTo>
                      <a:lnTo>
                        <a:pt x="2744" y="2931"/>
                      </a:lnTo>
                      <a:lnTo>
                        <a:pt x="2750" y="2935"/>
                      </a:lnTo>
                      <a:lnTo>
                        <a:pt x="2767" y="2941"/>
                      </a:lnTo>
                      <a:lnTo>
                        <a:pt x="2781" y="2942"/>
                      </a:lnTo>
                      <a:lnTo>
                        <a:pt x="2790" y="2941"/>
                      </a:lnTo>
                      <a:lnTo>
                        <a:pt x="2797" y="2937"/>
                      </a:lnTo>
                      <a:lnTo>
                        <a:pt x="2805" y="2934"/>
                      </a:lnTo>
                      <a:lnTo>
                        <a:pt x="2818" y="2922"/>
                      </a:lnTo>
                      <a:lnTo>
                        <a:pt x="2833" y="2910"/>
                      </a:lnTo>
                      <a:lnTo>
                        <a:pt x="2838" y="2906"/>
                      </a:lnTo>
                      <a:lnTo>
                        <a:pt x="2843" y="2905"/>
                      </a:lnTo>
                      <a:lnTo>
                        <a:pt x="2847" y="2904"/>
                      </a:lnTo>
                      <a:lnTo>
                        <a:pt x="2851" y="2904"/>
                      </a:lnTo>
                      <a:lnTo>
                        <a:pt x="2853" y="2904"/>
                      </a:lnTo>
                      <a:lnTo>
                        <a:pt x="2856" y="2904"/>
                      </a:lnTo>
                      <a:lnTo>
                        <a:pt x="2857" y="2902"/>
                      </a:lnTo>
                      <a:lnTo>
                        <a:pt x="2858" y="2898"/>
                      </a:lnTo>
                      <a:lnTo>
                        <a:pt x="2858" y="2892"/>
                      </a:lnTo>
                      <a:lnTo>
                        <a:pt x="2858" y="2886"/>
                      </a:lnTo>
                      <a:lnTo>
                        <a:pt x="2857" y="2881"/>
                      </a:lnTo>
                      <a:lnTo>
                        <a:pt x="2856" y="2877"/>
                      </a:lnTo>
                      <a:lnTo>
                        <a:pt x="2852" y="2868"/>
                      </a:lnTo>
                      <a:lnTo>
                        <a:pt x="2847" y="2860"/>
                      </a:lnTo>
                      <a:lnTo>
                        <a:pt x="2845" y="2854"/>
                      </a:lnTo>
                      <a:lnTo>
                        <a:pt x="2843" y="2848"/>
                      </a:lnTo>
                      <a:lnTo>
                        <a:pt x="2843" y="2843"/>
                      </a:lnTo>
                      <a:lnTo>
                        <a:pt x="2843" y="2839"/>
                      </a:lnTo>
                      <a:lnTo>
                        <a:pt x="2843" y="2835"/>
                      </a:lnTo>
                      <a:lnTo>
                        <a:pt x="2844" y="2833"/>
                      </a:lnTo>
                      <a:lnTo>
                        <a:pt x="2845" y="2829"/>
                      </a:lnTo>
                      <a:lnTo>
                        <a:pt x="2847" y="2827"/>
                      </a:lnTo>
                      <a:lnTo>
                        <a:pt x="2855" y="2822"/>
                      </a:lnTo>
                      <a:lnTo>
                        <a:pt x="2865" y="2817"/>
                      </a:lnTo>
                      <a:lnTo>
                        <a:pt x="2874" y="2813"/>
                      </a:lnTo>
                      <a:lnTo>
                        <a:pt x="2881" y="2807"/>
                      </a:lnTo>
                      <a:lnTo>
                        <a:pt x="2889" y="2808"/>
                      </a:lnTo>
                      <a:lnTo>
                        <a:pt x="2896" y="2809"/>
                      </a:lnTo>
                      <a:lnTo>
                        <a:pt x="2903" y="2805"/>
                      </a:lnTo>
                      <a:lnTo>
                        <a:pt x="2912" y="2801"/>
                      </a:lnTo>
                      <a:lnTo>
                        <a:pt x="2920" y="2795"/>
                      </a:lnTo>
                      <a:lnTo>
                        <a:pt x="2926" y="2790"/>
                      </a:lnTo>
                      <a:lnTo>
                        <a:pt x="2931" y="2785"/>
                      </a:lnTo>
                      <a:lnTo>
                        <a:pt x="2938" y="2779"/>
                      </a:lnTo>
                      <a:lnTo>
                        <a:pt x="2945" y="2774"/>
                      </a:lnTo>
                      <a:lnTo>
                        <a:pt x="2953" y="2771"/>
                      </a:lnTo>
                      <a:lnTo>
                        <a:pt x="2972" y="2770"/>
                      </a:lnTo>
                      <a:lnTo>
                        <a:pt x="2983" y="2769"/>
                      </a:lnTo>
                      <a:lnTo>
                        <a:pt x="2988" y="2766"/>
                      </a:lnTo>
                      <a:lnTo>
                        <a:pt x="2994" y="2764"/>
                      </a:lnTo>
                      <a:lnTo>
                        <a:pt x="2997" y="2764"/>
                      </a:lnTo>
                      <a:lnTo>
                        <a:pt x="3002" y="2764"/>
                      </a:lnTo>
                      <a:lnTo>
                        <a:pt x="3007" y="2766"/>
                      </a:lnTo>
                      <a:lnTo>
                        <a:pt x="3011" y="2767"/>
                      </a:lnTo>
                      <a:lnTo>
                        <a:pt x="3014" y="2767"/>
                      </a:lnTo>
                      <a:lnTo>
                        <a:pt x="3015" y="2766"/>
                      </a:lnTo>
                      <a:lnTo>
                        <a:pt x="3017" y="2765"/>
                      </a:lnTo>
                      <a:lnTo>
                        <a:pt x="3019" y="2761"/>
                      </a:lnTo>
                      <a:lnTo>
                        <a:pt x="3021" y="2757"/>
                      </a:lnTo>
                      <a:lnTo>
                        <a:pt x="3024" y="2751"/>
                      </a:lnTo>
                      <a:lnTo>
                        <a:pt x="3029" y="2746"/>
                      </a:lnTo>
                      <a:lnTo>
                        <a:pt x="3034" y="2741"/>
                      </a:lnTo>
                      <a:lnTo>
                        <a:pt x="3042" y="2734"/>
                      </a:lnTo>
                      <a:lnTo>
                        <a:pt x="3051" y="2728"/>
                      </a:lnTo>
                      <a:lnTo>
                        <a:pt x="3052" y="2727"/>
                      </a:lnTo>
                      <a:lnTo>
                        <a:pt x="3054" y="2728"/>
                      </a:lnTo>
                      <a:lnTo>
                        <a:pt x="3055" y="2729"/>
                      </a:lnTo>
                      <a:lnTo>
                        <a:pt x="3058" y="2730"/>
                      </a:lnTo>
                      <a:lnTo>
                        <a:pt x="3061" y="2736"/>
                      </a:lnTo>
                      <a:lnTo>
                        <a:pt x="3066" y="2744"/>
                      </a:lnTo>
                      <a:lnTo>
                        <a:pt x="3074" y="2755"/>
                      </a:lnTo>
                      <a:lnTo>
                        <a:pt x="3084" y="2765"/>
                      </a:lnTo>
                      <a:lnTo>
                        <a:pt x="3086" y="2767"/>
                      </a:lnTo>
                      <a:lnTo>
                        <a:pt x="3088" y="2767"/>
                      </a:lnTo>
                      <a:lnTo>
                        <a:pt x="3089" y="2766"/>
                      </a:lnTo>
                      <a:lnTo>
                        <a:pt x="3090" y="2765"/>
                      </a:lnTo>
                      <a:lnTo>
                        <a:pt x="3091" y="2764"/>
                      </a:lnTo>
                      <a:lnTo>
                        <a:pt x="3093" y="2763"/>
                      </a:lnTo>
                      <a:lnTo>
                        <a:pt x="3095" y="2761"/>
                      </a:lnTo>
                      <a:lnTo>
                        <a:pt x="3098" y="2763"/>
                      </a:lnTo>
                      <a:lnTo>
                        <a:pt x="3101" y="2771"/>
                      </a:lnTo>
                      <a:lnTo>
                        <a:pt x="3103" y="2783"/>
                      </a:lnTo>
                      <a:lnTo>
                        <a:pt x="3109" y="2790"/>
                      </a:lnTo>
                      <a:lnTo>
                        <a:pt x="3115" y="2795"/>
                      </a:lnTo>
                      <a:lnTo>
                        <a:pt x="3121" y="2799"/>
                      </a:lnTo>
                      <a:lnTo>
                        <a:pt x="3126" y="2801"/>
                      </a:lnTo>
                      <a:lnTo>
                        <a:pt x="3128" y="2802"/>
                      </a:lnTo>
                      <a:lnTo>
                        <a:pt x="3130" y="2801"/>
                      </a:lnTo>
                      <a:lnTo>
                        <a:pt x="3131" y="2799"/>
                      </a:lnTo>
                      <a:lnTo>
                        <a:pt x="3134" y="2797"/>
                      </a:lnTo>
                      <a:lnTo>
                        <a:pt x="3137" y="2790"/>
                      </a:lnTo>
                      <a:lnTo>
                        <a:pt x="3142" y="2784"/>
                      </a:lnTo>
                      <a:lnTo>
                        <a:pt x="3155" y="2767"/>
                      </a:lnTo>
                      <a:lnTo>
                        <a:pt x="3165" y="2755"/>
                      </a:lnTo>
                      <a:lnTo>
                        <a:pt x="3168" y="2752"/>
                      </a:lnTo>
                      <a:lnTo>
                        <a:pt x="3172" y="2748"/>
                      </a:lnTo>
                      <a:lnTo>
                        <a:pt x="3175" y="2747"/>
                      </a:lnTo>
                      <a:lnTo>
                        <a:pt x="3179" y="2745"/>
                      </a:lnTo>
                      <a:lnTo>
                        <a:pt x="3187" y="2744"/>
                      </a:lnTo>
                      <a:lnTo>
                        <a:pt x="3194" y="2742"/>
                      </a:lnTo>
                      <a:lnTo>
                        <a:pt x="3198" y="2742"/>
                      </a:lnTo>
                      <a:lnTo>
                        <a:pt x="3200" y="2742"/>
                      </a:lnTo>
                      <a:lnTo>
                        <a:pt x="3203" y="2741"/>
                      </a:lnTo>
                      <a:lnTo>
                        <a:pt x="3204" y="2739"/>
                      </a:lnTo>
                      <a:lnTo>
                        <a:pt x="3204" y="2735"/>
                      </a:lnTo>
                      <a:lnTo>
                        <a:pt x="3200" y="2727"/>
                      </a:lnTo>
                      <a:lnTo>
                        <a:pt x="3198" y="2723"/>
                      </a:lnTo>
                      <a:lnTo>
                        <a:pt x="3197" y="2720"/>
                      </a:lnTo>
                      <a:lnTo>
                        <a:pt x="3197" y="2716"/>
                      </a:lnTo>
                      <a:lnTo>
                        <a:pt x="3198" y="2714"/>
                      </a:lnTo>
                      <a:lnTo>
                        <a:pt x="3199" y="2710"/>
                      </a:lnTo>
                      <a:lnTo>
                        <a:pt x="3203" y="2709"/>
                      </a:lnTo>
                      <a:lnTo>
                        <a:pt x="3206" y="2707"/>
                      </a:lnTo>
                      <a:lnTo>
                        <a:pt x="3212" y="2706"/>
                      </a:lnTo>
                      <a:lnTo>
                        <a:pt x="3225" y="2703"/>
                      </a:lnTo>
                      <a:lnTo>
                        <a:pt x="3238" y="2700"/>
                      </a:lnTo>
                      <a:lnTo>
                        <a:pt x="3246" y="2697"/>
                      </a:lnTo>
                      <a:lnTo>
                        <a:pt x="3250" y="2692"/>
                      </a:lnTo>
                      <a:lnTo>
                        <a:pt x="3255" y="2689"/>
                      </a:lnTo>
                      <a:lnTo>
                        <a:pt x="3259" y="2683"/>
                      </a:lnTo>
                      <a:lnTo>
                        <a:pt x="3261" y="2677"/>
                      </a:lnTo>
                      <a:lnTo>
                        <a:pt x="3263" y="2673"/>
                      </a:lnTo>
                      <a:lnTo>
                        <a:pt x="3266" y="2670"/>
                      </a:lnTo>
                      <a:lnTo>
                        <a:pt x="3269" y="2667"/>
                      </a:lnTo>
                      <a:lnTo>
                        <a:pt x="3273" y="2665"/>
                      </a:lnTo>
                      <a:lnTo>
                        <a:pt x="3277" y="2665"/>
                      </a:lnTo>
                      <a:lnTo>
                        <a:pt x="3281" y="2665"/>
                      </a:lnTo>
                      <a:lnTo>
                        <a:pt x="3287" y="2667"/>
                      </a:lnTo>
                      <a:lnTo>
                        <a:pt x="3300" y="2671"/>
                      </a:lnTo>
                      <a:lnTo>
                        <a:pt x="3312" y="2675"/>
                      </a:lnTo>
                      <a:lnTo>
                        <a:pt x="3318" y="2676"/>
                      </a:lnTo>
                      <a:lnTo>
                        <a:pt x="3322" y="2678"/>
                      </a:lnTo>
                      <a:lnTo>
                        <a:pt x="3325" y="2682"/>
                      </a:lnTo>
                      <a:lnTo>
                        <a:pt x="3326" y="2684"/>
                      </a:lnTo>
                      <a:lnTo>
                        <a:pt x="3329" y="2691"/>
                      </a:lnTo>
                      <a:lnTo>
                        <a:pt x="3332" y="2695"/>
                      </a:lnTo>
                      <a:lnTo>
                        <a:pt x="3335" y="2696"/>
                      </a:lnTo>
                      <a:lnTo>
                        <a:pt x="3337" y="2696"/>
                      </a:lnTo>
                      <a:lnTo>
                        <a:pt x="3341" y="2695"/>
                      </a:lnTo>
                      <a:lnTo>
                        <a:pt x="3345" y="2691"/>
                      </a:lnTo>
                      <a:lnTo>
                        <a:pt x="3357" y="2685"/>
                      </a:lnTo>
                      <a:lnTo>
                        <a:pt x="3367" y="2679"/>
                      </a:lnTo>
                      <a:lnTo>
                        <a:pt x="3372" y="2677"/>
                      </a:lnTo>
                      <a:lnTo>
                        <a:pt x="3376" y="2673"/>
                      </a:lnTo>
                      <a:lnTo>
                        <a:pt x="3380" y="2670"/>
                      </a:lnTo>
                      <a:lnTo>
                        <a:pt x="3382" y="2664"/>
                      </a:lnTo>
                      <a:lnTo>
                        <a:pt x="3386" y="2650"/>
                      </a:lnTo>
                      <a:lnTo>
                        <a:pt x="3389" y="2632"/>
                      </a:lnTo>
                      <a:lnTo>
                        <a:pt x="3392" y="2613"/>
                      </a:lnTo>
                      <a:lnTo>
                        <a:pt x="3394" y="2595"/>
                      </a:lnTo>
                      <a:lnTo>
                        <a:pt x="3397" y="2580"/>
                      </a:lnTo>
                      <a:lnTo>
                        <a:pt x="3398" y="2565"/>
                      </a:lnTo>
                      <a:lnTo>
                        <a:pt x="3399" y="2559"/>
                      </a:lnTo>
                      <a:lnTo>
                        <a:pt x="3400" y="2553"/>
                      </a:lnTo>
                      <a:lnTo>
                        <a:pt x="3403" y="2549"/>
                      </a:lnTo>
                      <a:lnTo>
                        <a:pt x="3405" y="2544"/>
                      </a:lnTo>
                      <a:lnTo>
                        <a:pt x="3411" y="2537"/>
                      </a:lnTo>
                      <a:lnTo>
                        <a:pt x="3416" y="2528"/>
                      </a:lnTo>
                      <a:lnTo>
                        <a:pt x="3416" y="2525"/>
                      </a:lnTo>
                      <a:lnTo>
                        <a:pt x="3417" y="2520"/>
                      </a:lnTo>
                      <a:lnTo>
                        <a:pt x="3416" y="2514"/>
                      </a:lnTo>
                      <a:lnTo>
                        <a:pt x="3414" y="2508"/>
                      </a:lnTo>
                      <a:lnTo>
                        <a:pt x="3412" y="2501"/>
                      </a:lnTo>
                      <a:lnTo>
                        <a:pt x="3411" y="2494"/>
                      </a:lnTo>
                      <a:lnTo>
                        <a:pt x="3407" y="2488"/>
                      </a:lnTo>
                      <a:lnTo>
                        <a:pt x="3404" y="2483"/>
                      </a:lnTo>
                      <a:lnTo>
                        <a:pt x="3395" y="2471"/>
                      </a:lnTo>
                      <a:lnTo>
                        <a:pt x="3387" y="2458"/>
                      </a:lnTo>
                      <a:lnTo>
                        <a:pt x="3382" y="2450"/>
                      </a:lnTo>
                      <a:lnTo>
                        <a:pt x="3374" y="2436"/>
                      </a:lnTo>
                      <a:lnTo>
                        <a:pt x="3369" y="2427"/>
                      </a:lnTo>
                      <a:lnTo>
                        <a:pt x="3362" y="2417"/>
                      </a:lnTo>
                      <a:lnTo>
                        <a:pt x="3360" y="2413"/>
                      </a:lnTo>
                      <a:lnTo>
                        <a:pt x="3356" y="2411"/>
                      </a:lnTo>
                      <a:lnTo>
                        <a:pt x="3351" y="2410"/>
                      </a:lnTo>
                      <a:lnTo>
                        <a:pt x="3347" y="2410"/>
                      </a:lnTo>
                      <a:lnTo>
                        <a:pt x="3336" y="2410"/>
                      </a:lnTo>
                      <a:lnTo>
                        <a:pt x="3323" y="2412"/>
                      </a:lnTo>
                      <a:lnTo>
                        <a:pt x="3317" y="2412"/>
                      </a:lnTo>
                      <a:lnTo>
                        <a:pt x="3312" y="2414"/>
                      </a:lnTo>
                      <a:lnTo>
                        <a:pt x="3309" y="2416"/>
                      </a:lnTo>
                      <a:lnTo>
                        <a:pt x="3305" y="2419"/>
                      </a:lnTo>
                      <a:lnTo>
                        <a:pt x="3303" y="2421"/>
                      </a:lnTo>
                      <a:lnTo>
                        <a:pt x="3301" y="2425"/>
                      </a:lnTo>
                      <a:lnTo>
                        <a:pt x="3300" y="2430"/>
                      </a:lnTo>
                      <a:lnTo>
                        <a:pt x="3300" y="2436"/>
                      </a:lnTo>
                      <a:lnTo>
                        <a:pt x="3300" y="2438"/>
                      </a:lnTo>
                      <a:lnTo>
                        <a:pt x="3299" y="2440"/>
                      </a:lnTo>
                      <a:lnTo>
                        <a:pt x="3298" y="2443"/>
                      </a:lnTo>
                      <a:lnTo>
                        <a:pt x="3296" y="2445"/>
                      </a:lnTo>
                      <a:lnTo>
                        <a:pt x="3290" y="2449"/>
                      </a:lnTo>
                      <a:lnTo>
                        <a:pt x="3282" y="2451"/>
                      </a:lnTo>
                      <a:lnTo>
                        <a:pt x="3275" y="2452"/>
                      </a:lnTo>
                      <a:lnTo>
                        <a:pt x="3268" y="2452"/>
                      </a:lnTo>
                      <a:lnTo>
                        <a:pt x="3265" y="2451"/>
                      </a:lnTo>
                      <a:lnTo>
                        <a:pt x="3262" y="2450"/>
                      </a:lnTo>
                      <a:lnTo>
                        <a:pt x="3261" y="2448"/>
                      </a:lnTo>
                      <a:lnTo>
                        <a:pt x="3260" y="2445"/>
                      </a:lnTo>
                      <a:lnTo>
                        <a:pt x="3255" y="2436"/>
                      </a:lnTo>
                      <a:lnTo>
                        <a:pt x="3252" y="2430"/>
                      </a:lnTo>
                      <a:lnTo>
                        <a:pt x="3248" y="2427"/>
                      </a:lnTo>
                      <a:lnTo>
                        <a:pt x="3244" y="2426"/>
                      </a:lnTo>
                      <a:lnTo>
                        <a:pt x="3240" y="2426"/>
                      </a:lnTo>
                      <a:lnTo>
                        <a:pt x="3235" y="2429"/>
                      </a:lnTo>
                      <a:lnTo>
                        <a:pt x="3224" y="2431"/>
                      </a:lnTo>
                      <a:lnTo>
                        <a:pt x="3215" y="2431"/>
                      </a:lnTo>
                      <a:lnTo>
                        <a:pt x="3210" y="2430"/>
                      </a:lnTo>
                      <a:lnTo>
                        <a:pt x="3206" y="2429"/>
                      </a:lnTo>
                      <a:lnTo>
                        <a:pt x="3204" y="2425"/>
                      </a:lnTo>
                      <a:lnTo>
                        <a:pt x="3202" y="2420"/>
                      </a:lnTo>
                      <a:lnTo>
                        <a:pt x="3199" y="2414"/>
                      </a:lnTo>
                      <a:lnTo>
                        <a:pt x="3197" y="2411"/>
                      </a:lnTo>
                      <a:lnTo>
                        <a:pt x="3194" y="2408"/>
                      </a:lnTo>
                      <a:lnTo>
                        <a:pt x="3193" y="2407"/>
                      </a:lnTo>
                      <a:lnTo>
                        <a:pt x="3187" y="2405"/>
                      </a:lnTo>
                      <a:lnTo>
                        <a:pt x="3181" y="2404"/>
                      </a:lnTo>
                      <a:lnTo>
                        <a:pt x="3175" y="2401"/>
                      </a:lnTo>
                      <a:lnTo>
                        <a:pt x="3170" y="2399"/>
                      </a:lnTo>
                      <a:lnTo>
                        <a:pt x="3167" y="2399"/>
                      </a:lnTo>
                      <a:lnTo>
                        <a:pt x="3165" y="2399"/>
                      </a:lnTo>
                      <a:lnTo>
                        <a:pt x="3162" y="2400"/>
                      </a:lnTo>
                      <a:lnTo>
                        <a:pt x="3160" y="2402"/>
                      </a:lnTo>
                      <a:lnTo>
                        <a:pt x="3158" y="2408"/>
                      </a:lnTo>
                      <a:lnTo>
                        <a:pt x="3156" y="2416"/>
                      </a:lnTo>
                      <a:lnTo>
                        <a:pt x="3156" y="2423"/>
                      </a:lnTo>
                      <a:lnTo>
                        <a:pt x="3158" y="2427"/>
                      </a:lnTo>
                      <a:lnTo>
                        <a:pt x="3158" y="2437"/>
                      </a:lnTo>
                      <a:lnTo>
                        <a:pt x="3158" y="2443"/>
                      </a:lnTo>
                      <a:lnTo>
                        <a:pt x="3156" y="2444"/>
                      </a:lnTo>
                      <a:lnTo>
                        <a:pt x="3154" y="2445"/>
                      </a:lnTo>
                      <a:lnTo>
                        <a:pt x="3151" y="2446"/>
                      </a:lnTo>
                      <a:lnTo>
                        <a:pt x="3146" y="2448"/>
                      </a:lnTo>
                      <a:lnTo>
                        <a:pt x="3137" y="2448"/>
                      </a:lnTo>
                      <a:lnTo>
                        <a:pt x="3128" y="2448"/>
                      </a:lnTo>
                      <a:lnTo>
                        <a:pt x="3123" y="2446"/>
                      </a:lnTo>
                      <a:lnTo>
                        <a:pt x="3120" y="2445"/>
                      </a:lnTo>
                      <a:lnTo>
                        <a:pt x="3115" y="2442"/>
                      </a:lnTo>
                      <a:lnTo>
                        <a:pt x="3112" y="2438"/>
                      </a:lnTo>
                      <a:lnTo>
                        <a:pt x="3104" y="2426"/>
                      </a:lnTo>
                      <a:lnTo>
                        <a:pt x="3099" y="2417"/>
                      </a:lnTo>
                      <a:lnTo>
                        <a:pt x="3096" y="2413"/>
                      </a:lnTo>
                      <a:lnTo>
                        <a:pt x="3093" y="2411"/>
                      </a:lnTo>
                      <a:lnTo>
                        <a:pt x="3090" y="2408"/>
                      </a:lnTo>
                      <a:lnTo>
                        <a:pt x="3086" y="2407"/>
                      </a:lnTo>
                      <a:lnTo>
                        <a:pt x="3082" y="2408"/>
                      </a:lnTo>
                      <a:lnTo>
                        <a:pt x="3079" y="2410"/>
                      </a:lnTo>
                      <a:lnTo>
                        <a:pt x="3076" y="2412"/>
                      </a:lnTo>
                      <a:lnTo>
                        <a:pt x="3073" y="2414"/>
                      </a:lnTo>
                      <a:lnTo>
                        <a:pt x="3070" y="2417"/>
                      </a:lnTo>
                      <a:lnTo>
                        <a:pt x="3065" y="2419"/>
                      </a:lnTo>
                      <a:lnTo>
                        <a:pt x="3060" y="2418"/>
                      </a:lnTo>
                      <a:lnTo>
                        <a:pt x="3053" y="2417"/>
                      </a:lnTo>
                      <a:lnTo>
                        <a:pt x="3038" y="2410"/>
                      </a:lnTo>
                      <a:lnTo>
                        <a:pt x="3024" y="2401"/>
                      </a:lnTo>
                      <a:lnTo>
                        <a:pt x="3020" y="2398"/>
                      </a:lnTo>
                      <a:lnTo>
                        <a:pt x="3017" y="2393"/>
                      </a:lnTo>
                      <a:lnTo>
                        <a:pt x="3016" y="2392"/>
                      </a:lnTo>
                      <a:lnTo>
                        <a:pt x="3016" y="2389"/>
                      </a:lnTo>
                      <a:lnTo>
                        <a:pt x="3017" y="2387"/>
                      </a:lnTo>
                      <a:lnTo>
                        <a:pt x="3019" y="2386"/>
                      </a:lnTo>
                      <a:lnTo>
                        <a:pt x="3027" y="2379"/>
                      </a:lnTo>
                      <a:lnTo>
                        <a:pt x="3036" y="2375"/>
                      </a:lnTo>
                      <a:lnTo>
                        <a:pt x="3041" y="2373"/>
                      </a:lnTo>
                      <a:lnTo>
                        <a:pt x="3045" y="2369"/>
                      </a:lnTo>
                      <a:lnTo>
                        <a:pt x="3046" y="2367"/>
                      </a:lnTo>
                      <a:lnTo>
                        <a:pt x="3047" y="2362"/>
                      </a:lnTo>
                      <a:lnTo>
                        <a:pt x="3039" y="2350"/>
                      </a:lnTo>
                      <a:lnTo>
                        <a:pt x="3027" y="2335"/>
                      </a:lnTo>
                      <a:lnTo>
                        <a:pt x="3024" y="2323"/>
                      </a:lnTo>
                      <a:lnTo>
                        <a:pt x="3024" y="2311"/>
                      </a:lnTo>
                      <a:lnTo>
                        <a:pt x="3024" y="2306"/>
                      </a:lnTo>
                      <a:lnTo>
                        <a:pt x="3024" y="2301"/>
                      </a:lnTo>
                      <a:lnTo>
                        <a:pt x="3022" y="2297"/>
                      </a:lnTo>
                      <a:lnTo>
                        <a:pt x="3020" y="2292"/>
                      </a:lnTo>
                      <a:lnTo>
                        <a:pt x="3009" y="2281"/>
                      </a:lnTo>
                      <a:lnTo>
                        <a:pt x="2997" y="2272"/>
                      </a:lnTo>
                      <a:lnTo>
                        <a:pt x="2985" y="2263"/>
                      </a:lnTo>
                      <a:lnTo>
                        <a:pt x="2976" y="2259"/>
                      </a:lnTo>
                      <a:lnTo>
                        <a:pt x="2969" y="2257"/>
                      </a:lnTo>
                      <a:lnTo>
                        <a:pt x="2964" y="2257"/>
                      </a:lnTo>
                      <a:lnTo>
                        <a:pt x="2958" y="2261"/>
                      </a:lnTo>
                      <a:lnTo>
                        <a:pt x="2953" y="2265"/>
                      </a:lnTo>
                      <a:lnTo>
                        <a:pt x="2951" y="2266"/>
                      </a:lnTo>
                      <a:lnTo>
                        <a:pt x="2947" y="2267"/>
                      </a:lnTo>
                      <a:lnTo>
                        <a:pt x="2944" y="2268"/>
                      </a:lnTo>
                      <a:lnTo>
                        <a:pt x="2939" y="2268"/>
                      </a:lnTo>
                      <a:lnTo>
                        <a:pt x="2928" y="2266"/>
                      </a:lnTo>
                      <a:lnTo>
                        <a:pt x="2915" y="2261"/>
                      </a:lnTo>
                      <a:lnTo>
                        <a:pt x="2902" y="2255"/>
                      </a:lnTo>
                      <a:lnTo>
                        <a:pt x="2888" y="2249"/>
                      </a:lnTo>
                      <a:lnTo>
                        <a:pt x="2874" y="2243"/>
                      </a:lnTo>
                      <a:lnTo>
                        <a:pt x="2863" y="2241"/>
                      </a:lnTo>
                      <a:lnTo>
                        <a:pt x="2857" y="2241"/>
                      </a:lnTo>
                      <a:lnTo>
                        <a:pt x="2852" y="2243"/>
                      </a:lnTo>
                      <a:lnTo>
                        <a:pt x="2847" y="2246"/>
                      </a:lnTo>
                      <a:lnTo>
                        <a:pt x="2843" y="2250"/>
                      </a:lnTo>
                      <a:lnTo>
                        <a:pt x="2839" y="2255"/>
                      </a:lnTo>
                      <a:lnTo>
                        <a:pt x="2837" y="2260"/>
                      </a:lnTo>
                      <a:lnTo>
                        <a:pt x="2835" y="2266"/>
                      </a:lnTo>
                      <a:lnTo>
                        <a:pt x="2835" y="2271"/>
                      </a:lnTo>
                      <a:lnTo>
                        <a:pt x="2838" y="2281"/>
                      </a:lnTo>
                      <a:lnTo>
                        <a:pt x="2839" y="2288"/>
                      </a:lnTo>
                      <a:lnTo>
                        <a:pt x="2839" y="2291"/>
                      </a:lnTo>
                      <a:lnTo>
                        <a:pt x="2838" y="2293"/>
                      </a:lnTo>
                      <a:lnTo>
                        <a:pt x="2835" y="2294"/>
                      </a:lnTo>
                      <a:lnTo>
                        <a:pt x="2832" y="2294"/>
                      </a:lnTo>
                      <a:lnTo>
                        <a:pt x="2828" y="2294"/>
                      </a:lnTo>
                      <a:lnTo>
                        <a:pt x="2824" y="2294"/>
                      </a:lnTo>
                      <a:lnTo>
                        <a:pt x="2819" y="2292"/>
                      </a:lnTo>
                      <a:lnTo>
                        <a:pt x="2814" y="2288"/>
                      </a:lnTo>
                      <a:lnTo>
                        <a:pt x="2808" y="2282"/>
                      </a:lnTo>
                      <a:lnTo>
                        <a:pt x="2801" y="2274"/>
                      </a:lnTo>
                      <a:lnTo>
                        <a:pt x="2794" y="2263"/>
                      </a:lnTo>
                      <a:lnTo>
                        <a:pt x="2788" y="2253"/>
                      </a:lnTo>
                      <a:lnTo>
                        <a:pt x="2782" y="2243"/>
                      </a:lnTo>
                      <a:lnTo>
                        <a:pt x="2777" y="2236"/>
                      </a:lnTo>
                      <a:lnTo>
                        <a:pt x="2775" y="2222"/>
                      </a:lnTo>
                      <a:lnTo>
                        <a:pt x="2771" y="2203"/>
                      </a:lnTo>
                      <a:lnTo>
                        <a:pt x="2767" y="2192"/>
                      </a:lnTo>
                      <a:lnTo>
                        <a:pt x="2763" y="2181"/>
                      </a:lnTo>
                      <a:lnTo>
                        <a:pt x="2759" y="2171"/>
                      </a:lnTo>
                      <a:lnTo>
                        <a:pt x="2758" y="2159"/>
                      </a:lnTo>
                      <a:lnTo>
                        <a:pt x="2757" y="2147"/>
                      </a:lnTo>
                      <a:lnTo>
                        <a:pt x="2757" y="2137"/>
                      </a:lnTo>
                      <a:lnTo>
                        <a:pt x="2758" y="2134"/>
                      </a:lnTo>
                      <a:lnTo>
                        <a:pt x="2761" y="2130"/>
                      </a:lnTo>
                      <a:lnTo>
                        <a:pt x="2763" y="2129"/>
                      </a:lnTo>
                      <a:lnTo>
                        <a:pt x="2767" y="2127"/>
                      </a:lnTo>
                      <a:lnTo>
                        <a:pt x="2771" y="2127"/>
                      </a:lnTo>
                      <a:lnTo>
                        <a:pt x="2774" y="2126"/>
                      </a:lnTo>
                      <a:lnTo>
                        <a:pt x="2776" y="2124"/>
                      </a:lnTo>
                      <a:lnTo>
                        <a:pt x="2777" y="2122"/>
                      </a:lnTo>
                      <a:lnTo>
                        <a:pt x="2777" y="2115"/>
                      </a:lnTo>
                      <a:lnTo>
                        <a:pt x="2777" y="2104"/>
                      </a:lnTo>
                      <a:lnTo>
                        <a:pt x="2778" y="2099"/>
                      </a:lnTo>
                      <a:lnTo>
                        <a:pt x="2778" y="2095"/>
                      </a:lnTo>
                      <a:lnTo>
                        <a:pt x="2780" y="2089"/>
                      </a:lnTo>
                      <a:lnTo>
                        <a:pt x="2782" y="2083"/>
                      </a:lnTo>
                      <a:lnTo>
                        <a:pt x="2786" y="2072"/>
                      </a:lnTo>
                      <a:lnTo>
                        <a:pt x="2790" y="2063"/>
                      </a:lnTo>
                      <a:lnTo>
                        <a:pt x="2794" y="2057"/>
                      </a:lnTo>
                      <a:lnTo>
                        <a:pt x="2797" y="2052"/>
                      </a:lnTo>
                      <a:lnTo>
                        <a:pt x="2801" y="2047"/>
                      </a:lnTo>
                      <a:lnTo>
                        <a:pt x="2808" y="2038"/>
                      </a:lnTo>
                      <a:lnTo>
                        <a:pt x="2821" y="2023"/>
                      </a:lnTo>
                      <a:lnTo>
                        <a:pt x="2833" y="2009"/>
                      </a:lnTo>
                      <a:lnTo>
                        <a:pt x="2837" y="2003"/>
                      </a:lnTo>
                      <a:lnTo>
                        <a:pt x="2840" y="1998"/>
                      </a:lnTo>
                      <a:lnTo>
                        <a:pt x="2840" y="1995"/>
                      </a:lnTo>
                      <a:lnTo>
                        <a:pt x="2841" y="1992"/>
                      </a:lnTo>
                      <a:lnTo>
                        <a:pt x="2841" y="1990"/>
                      </a:lnTo>
                      <a:lnTo>
                        <a:pt x="2841" y="1989"/>
                      </a:lnTo>
                      <a:lnTo>
                        <a:pt x="2841" y="1988"/>
                      </a:lnTo>
                      <a:lnTo>
                        <a:pt x="2839" y="1986"/>
                      </a:lnTo>
                      <a:lnTo>
                        <a:pt x="2837" y="1986"/>
                      </a:lnTo>
                      <a:lnTo>
                        <a:pt x="2833" y="1983"/>
                      </a:lnTo>
                      <a:lnTo>
                        <a:pt x="2828" y="1980"/>
                      </a:lnTo>
                      <a:lnTo>
                        <a:pt x="2821" y="1978"/>
                      </a:lnTo>
                      <a:lnTo>
                        <a:pt x="2818" y="1975"/>
                      </a:lnTo>
                      <a:lnTo>
                        <a:pt x="2815" y="1972"/>
                      </a:lnTo>
                      <a:lnTo>
                        <a:pt x="2815" y="1969"/>
                      </a:lnTo>
                      <a:lnTo>
                        <a:pt x="2816" y="1963"/>
                      </a:lnTo>
                      <a:lnTo>
                        <a:pt x="2820" y="1958"/>
                      </a:lnTo>
                      <a:lnTo>
                        <a:pt x="2837" y="1956"/>
                      </a:lnTo>
                      <a:lnTo>
                        <a:pt x="2855" y="1952"/>
                      </a:lnTo>
                      <a:lnTo>
                        <a:pt x="2859" y="1934"/>
                      </a:lnTo>
                      <a:lnTo>
                        <a:pt x="2864" y="1923"/>
                      </a:lnTo>
                      <a:lnTo>
                        <a:pt x="2868" y="1922"/>
                      </a:lnTo>
                      <a:lnTo>
                        <a:pt x="2875" y="1925"/>
                      </a:lnTo>
                      <a:lnTo>
                        <a:pt x="2881" y="1927"/>
                      </a:lnTo>
                      <a:lnTo>
                        <a:pt x="2887" y="1931"/>
                      </a:lnTo>
                      <a:lnTo>
                        <a:pt x="2889" y="1932"/>
                      </a:lnTo>
                      <a:lnTo>
                        <a:pt x="2891" y="1932"/>
                      </a:lnTo>
                      <a:lnTo>
                        <a:pt x="2893" y="1931"/>
                      </a:lnTo>
                      <a:lnTo>
                        <a:pt x="2894" y="1929"/>
                      </a:lnTo>
                      <a:lnTo>
                        <a:pt x="2896" y="1923"/>
                      </a:lnTo>
                      <a:lnTo>
                        <a:pt x="2896" y="1916"/>
                      </a:lnTo>
                      <a:lnTo>
                        <a:pt x="2897" y="1908"/>
                      </a:lnTo>
                      <a:lnTo>
                        <a:pt x="2898" y="1901"/>
                      </a:lnTo>
                      <a:lnTo>
                        <a:pt x="2898" y="1897"/>
                      </a:lnTo>
                      <a:lnTo>
                        <a:pt x="2898" y="1894"/>
                      </a:lnTo>
                      <a:lnTo>
                        <a:pt x="2897" y="1890"/>
                      </a:lnTo>
                      <a:lnTo>
                        <a:pt x="2896" y="1888"/>
                      </a:lnTo>
                      <a:lnTo>
                        <a:pt x="2893" y="1885"/>
                      </a:lnTo>
                      <a:lnTo>
                        <a:pt x="2887" y="1884"/>
                      </a:lnTo>
                      <a:lnTo>
                        <a:pt x="2881" y="1883"/>
                      </a:lnTo>
                      <a:lnTo>
                        <a:pt x="2874" y="1882"/>
                      </a:lnTo>
                      <a:lnTo>
                        <a:pt x="2859" y="1883"/>
                      </a:lnTo>
                      <a:lnTo>
                        <a:pt x="2845" y="1884"/>
                      </a:lnTo>
                      <a:lnTo>
                        <a:pt x="2839" y="1885"/>
                      </a:lnTo>
                      <a:lnTo>
                        <a:pt x="2835" y="1885"/>
                      </a:lnTo>
                      <a:lnTo>
                        <a:pt x="2832" y="1885"/>
                      </a:lnTo>
                      <a:lnTo>
                        <a:pt x="2831" y="1884"/>
                      </a:lnTo>
                      <a:lnTo>
                        <a:pt x="2828" y="1878"/>
                      </a:lnTo>
                      <a:lnTo>
                        <a:pt x="2827" y="1869"/>
                      </a:lnTo>
                      <a:lnTo>
                        <a:pt x="2826" y="1859"/>
                      </a:lnTo>
                      <a:lnTo>
                        <a:pt x="2824" y="1853"/>
                      </a:lnTo>
                      <a:lnTo>
                        <a:pt x="2819" y="1847"/>
                      </a:lnTo>
                      <a:lnTo>
                        <a:pt x="2813" y="1843"/>
                      </a:lnTo>
                      <a:lnTo>
                        <a:pt x="2809" y="1839"/>
                      </a:lnTo>
                      <a:lnTo>
                        <a:pt x="2806" y="1833"/>
                      </a:lnTo>
                      <a:lnTo>
                        <a:pt x="2803" y="1827"/>
                      </a:lnTo>
                      <a:lnTo>
                        <a:pt x="2802" y="1820"/>
                      </a:lnTo>
                      <a:lnTo>
                        <a:pt x="2801" y="1812"/>
                      </a:lnTo>
                      <a:lnTo>
                        <a:pt x="2801" y="1802"/>
                      </a:lnTo>
                      <a:lnTo>
                        <a:pt x="2802" y="1794"/>
                      </a:lnTo>
                      <a:lnTo>
                        <a:pt x="2803" y="1786"/>
                      </a:lnTo>
                      <a:lnTo>
                        <a:pt x="2805" y="1782"/>
                      </a:lnTo>
                      <a:lnTo>
                        <a:pt x="2803" y="1778"/>
                      </a:lnTo>
                      <a:lnTo>
                        <a:pt x="2801" y="1775"/>
                      </a:lnTo>
                      <a:lnTo>
                        <a:pt x="2797" y="1772"/>
                      </a:lnTo>
                      <a:lnTo>
                        <a:pt x="2794" y="1770"/>
                      </a:lnTo>
                      <a:lnTo>
                        <a:pt x="2792" y="1769"/>
                      </a:lnTo>
                      <a:lnTo>
                        <a:pt x="2789" y="1769"/>
                      </a:lnTo>
                      <a:lnTo>
                        <a:pt x="2788" y="1769"/>
                      </a:lnTo>
                      <a:lnTo>
                        <a:pt x="2781" y="1777"/>
                      </a:lnTo>
                      <a:lnTo>
                        <a:pt x="2772" y="1783"/>
                      </a:lnTo>
                      <a:lnTo>
                        <a:pt x="2765" y="1788"/>
                      </a:lnTo>
                      <a:lnTo>
                        <a:pt x="2759" y="1790"/>
                      </a:lnTo>
                      <a:lnTo>
                        <a:pt x="2756" y="1792"/>
                      </a:lnTo>
                      <a:lnTo>
                        <a:pt x="2753" y="1792"/>
                      </a:lnTo>
                      <a:lnTo>
                        <a:pt x="2751" y="1789"/>
                      </a:lnTo>
                      <a:lnTo>
                        <a:pt x="2751" y="1787"/>
                      </a:lnTo>
                      <a:lnTo>
                        <a:pt x="2751" y="1778"/>
                      </a:lnTo>
                      <a:lnTo>
                        <a:pt x="2752" y="1767"/>
                      </a:lnTo>
                      <a:lnTo>
                        <a:pt x="2751" y="1763"/>
                      </a:lnTo>
                      <a:lnTo>
                        <a:pt x="2751" y="1761"/>
                      </a:lnTo>
                      <a:lnTo>
                        <a:pt x="2749" y="1757"/>
                      </a:lnTo>
                      <a:lnTo>
                        <a:pt x="2748" y="1755"/>
                      </a:lnTo>
                      <a:lnTo>
                        <a:pt x="2742" y="1750"/>
                      </a:lnTo>
                      <a:lnTo>
                        <a:pt x="2736" y="1745"/>
                      </a:lnTo>
                      <a:lnTo>
                        <a:pt x="2723" y="1738"/>
                      </a:lnTo>
                      <a:lnTo>
                        <a:pt x="2715" y="1731"/>
                      </a:lnTo>
                      <a:lnTo>
                        <a:pt x="2713" y="1727"/>
                      </a:lnTo>
                      <a:lnTo>
                        <a:pt x="2712" y="1723"/>
                      </a:lnTo>
                      <a:lnTo>
                        <a:pt x="2712" y="1718"/>
                      </a:lnTo>
                      <a:lnTo>
                        <a:pt x="2712" y="1712"/>
                      </a:lnTo>
                      <a:lnTo>
                        <a:pt x="2713" y="1707"/>
                      </a:lnTo>
                      <a:lnTo>
                        <a:pt x="2714" y="1702"/>
                      </a:lnTo>
                      <a:lnTo>
                        <a:pt x="2717" y="1698"/>
                      </a:lnTo>
                      <a:lnTo>
                        <a:pt x="2719" y="1694"/>
                      </a:lnTo>
                      <a:lnTo>
                        <a:pt x="2727" y="1686"/>
                      </a:lnTo>
                      <a:lnTo>
                        <a:pt x="2739" y="1674"/>
                      </a:lnTo>
                      <a:lnTo>
                        <a:pt x="2744" y="1667"/>
                      </a:lnTo>
                      <a:lnTo>
                        <a:pt x="2749" y="1660"/>
                      </a:lnTo>
                      <a:lnTo>
                        <a:pt x="2752" y="1654"/>
                      </a:lnTo>
                      <a:lnTo>
                        <a:pt x="2755" y="1648"/>
                      </a:lnTo>
                      <a:lnTo>
                        <a:pt x="2755" y="1637"/>
                      </a:lnTo>
                      <a:lnTo>
                        <a:pt x="2756" y="1624"/>
                      </a:lnTo>
                      <a:lnTo>
                        <a:pt x="2758" y="1612"/>
                      </a:lnTo>
                      <a:lnTo>
                        <a:pt x="2762" y="1603"/>
                      </a:lnTo>
                      <a:lnTo>
                        <a:pt x="2767" y="1592"/>
                      </a:lnTo>
                      <a:lnTo>
                        <a:pt x="2771" y="1581"/>
                      </a:lnTo>
                      <a:lnTo>
                        <a:pt x="2775" y="1568"/>
                      </a:lnTo>
                      <a:lnTo>
                        <a:pt x="2777" y="1556"/>
                      </a:lnTo>
                      <a:lnTo>
                        <a:pt x="2777" y="1550"/>
                      </a:lnTo>
                      <a:lnTo>
                        <a:pt x="2780" y="1547"/>
                      </a:lnTo>
                      <a:lnTo>
                        <a:pt x="2781" y="1544"/>
                      </a:lnTo>
                      <a:lnTo>
                        <a:pt x="2784" y="1543"/>
                      </a:lnTo>
                      <a:lnTo>
                        <a:pt x="2790" y="1541"/>
                      </a:lnTo>
                      <a:lnTo>
                        <a:pt x="2795" y="1538"/>
                      </a:lnTo>
                      <a:lnTo>
                        <a:pt x="2797" y="1536"/>
                      </a:lnTo>
                      <a:lnTo>
                        <a:pt x="2800" y="1532"/>
                      </a:lnTo>
                      <a:lnTo>
                        <a:pt x="2801" y="1528"/>
                      </a:lnTo>
                      <a:lnTo>
                        <a:pt x="2803" y="1522"/>
                      </a:lnTo>
                      <a:lnTo>
                        <a:pt x="2806" y="1511"/>
                      </a:lnTo>
                      <a:lnTo>
                        <a:pt x="2808" y="1500"/>
                      </a:lnTo>
                      <a:lnTo>
                        <a:pt x="2811" y="1486"/>
                      </a:lnTo>
                      <a:lnTo>
                        <a:pt x="2814" y="1469"/>
                      </a:lnTo>
                      <a:lnTo>
                        <a:pt x="2816" y="1462"/>
                      </a:lnTo>
                      <a:lnTo>
                        <a:pt x="2821" y="1456"/>
                      </a:lnTo>
                      <a:lnTo>
                        <a:pt x="2827" y="1452"/>
                      </a:lnTo>
                      <a:lnTo>
                        <a:pt x="2833" y="1446"/>
                      </a:lnTo>
                      <a:lnTo>
                        <a:pt x="2840" y="1438"/>
                      </a:lnTo>
                      <a:lnTo>
                        <a:pt x="2850" y="1433"/>
                      </a:lnTo>
                      <a:lnTo>
                        <a:pt x="2857" y="1427"/>
                      </a:lnTo>
                      <a:lnTo>
                        <a:pt x="2864" y="1423"/>
                      </a:lnTo>
                      <a:lnTo>
                        <a:pt x="2872" y="1419"/>
                      </a:lnTo>
                      <a:lnTo>
                        <a:pt x="2876" y="1416"/>
                      </a:lnTo>
                      <a:lnTo>
                        <a:pt x="2876" y="1411"/>
                      </a:lnTo>
                      <a:lnTo>
                        <a:pt x="2876" y="1404"/>
                      </a:lnTo>
                      <a:lnTo>
                        <a:pt x="2874" y="1393"/>
                      </a:lnTo>
                      <a:lnTo>
                        <a:pt x="2871" y="1384"/>
                      </a:lnTo>
                      <a:lnTo>
                        <a:pt x="2866" y="1373"/>
                      </a:lnTo>
                      <a:lnTo>
                        <a:pt x="2860" y="1361"/>
                      </a:lnTo>
                      <a:lnTo>
                        <a:pt x="2855" y="1348"/>
                      </a:lnTo>
                      <a:lnTo>
                        <a:pt x="2847" y="1336"/>
                      </a:lnTo>
                      <a:lnTo>
                        <a:pt x="2840" y="1326"/>
                      </a:lnTo>
                      <a:lnTo>
                        <a:pt x="2832" y="1317"/>
                      </a:lnTo>
                      <a:lnTo>
                        <a:pt x="2822" y="1310"/>
                      </a:lnTo>
                      <a:lnTo>
                        <a:pt x="2813" y="1303"/>
                      </a:lnTo>
                      <a:lnTo>
                        <a:pt x="2805" y="1296"/>
                      </a:lnTo>
                      <a:lnTo>
                        <a:pt x="2800" y="1290"/>
                      </a:lnTo>
                      <a:lnTo>
                        <a:pt x="2796" y="1282"/>
                      </a:lnTo>
                      <a:lnTo>
                        <a:pt x="2792" y="1273"/>
                      </a:lnTo>
                      <a:lnTo>
                        <a:pt x="2789" y="1267"/>
                      </a:lnTo>
                      <a:lnTo>
                        <a:pt x="2786" y="1264"/>
                      </a:lnTo>
                      <a:lnTo>
                        <a:pt x="2781" y="1261"/>
                      </a:lnTo>
                      <a:lnTo>
                        <a:pt x="2777" y="1259"/>
                      </a:lnTo>
                      <a:lnTo>
                        <a:pt x="2774" y="1258"/>
                      </a:lnTo>
                      <a:lnTo>
                        <a:pt x="2770" y="1258"/>
                      </a:lnTo>
                      <a:lnTo>
                        <a:pt x="2768" y="1258"/>
                      </a:lnTo>
                      <a:lnTo>
                        <a:pt x="2765" y="1259"/>
                      </a:lnTo>
                      <a:lnTo>
                        <a:pt x="2751" y="1274"/>
                      </a:lnTo>
                      <a:lnTo>
                        <a:pt x="2736" y="1290"/>
                      </a:lnTo>
                      <a:lnTo>
                        <a:pt x="2732" y="1292"/>
                      </a:lnTo>
                      <a:lnTo>
                        <a:pt x="2727" y="1293"/>
                      </a:lnTo>
                      <a:lnTo>
                        <a:pt x="2723" y="1295"/>
                      </a:lnTo>
                      <a:lnTo>
                        <a:pt x="2717" y="1295"/>
                      </a:lnTo>
                      <a:lnTo>
                        <a:pt x="2707" y="1293"/>
                      </a:lnTo>
                      <a:lnTo>
                        <a:pt x="2698" y="1291"/>
                      </a:lnTo>
                      <a:lnTo>
                        <a:pt x="2689" y="1288"/>
                      </a:lnTo>
                      <a:lnTo>
                        <a:pt x="2681" y="1286"/>
                      </a:lnTo>
                      <a:lnTo>
                        <a:pt x="2673" y="1288"/>
                      </a:lnTo>
                      <a:lnTo>
                        <a:pt x="2664" y="1290"/>
                      </a:lnTo>
                      <a:lnTo>
                        <a:pt x="2660" y="1292"/>
                      </a:lnTo>
                      <a:lnTo>
                        <a:pt x="2656" y="1297"/>
                      </a:lnTo>
                      <a:lnTo>
                        <a:pt x="2652" y="1302"/>
                      </a:lnTo>
                      <a:lnTo>
                        <a:pt x="2649" y="1307"/>
                      </a:lnTo>
                      <a:lnTo>
                        <a:pt x="2645" y="1314"/>
                      </a:lnTo>
                      <a:lnTo>
                        <a:pt x="2643" y="1317"/>
                      </a:lnTo>
                      <a:lnTo>
                        <a:pt x="2639" y="1321"/>
                      </a:lnTo>
                      <a:lnTo>
                        <a:pt x="2637" y="1323"/>
                      </a:lnTo>
                      <a:lnTo>
                        <a:pt x="2629" y="1326"/>
                      </a:lnTo>
                      <a:lnTo>
                        <a:pt x="2616" y="1327"/>
                      </a:lnTo>
                      <a:lnTo>
                        <a:pt x="2601" y="1328"/>
                      </a:lnTo>
                      <a:lnTo>
                        <a:pt x="2587" y="1328"/>
                      </a:lnTo>
                      <a:lnTo>
                        <a:pt x="2574" y="1326"/>
                      </a:lnTo>
                      <a:lnTo>
                        <a:pt x="2564" y="1323"/>
                      </a:lnTo>
                      <a:lnTo>
                        <a:pt x="2556" y="1318"/>
                      </a:lnTo>
                      <a:lnTo>
                        <a:pt x="2545" y="1311"/>
                      </a:lnTo>
                      <a:lnTo>
                        <a:pt x="2534" y="1304"/>
                      </a:lnTo>
                      <a:lnTo>
                        <a:pt x="2523" y="1296"/>
                      </a:lnTo>
                      <a:lnTo>
                        <a:pt x="2522" y="1292"/>
                      </a:lnTo>
                      <a:lnTo>
                        <a:pt x="2522" y="1289"/>
                      </a:lnTo>
                      <a:lnTo>
                        <a:pt x="2522" y="1285"/>
                      </a:lnTo>
                      <a:lnTo>
                        <a:pt x="2523" y="1283"/>
                      </a:lnTo>
                      <a:lnTo>
                        <a:pt x="2526" y="1272"/>
                      </a:lnTo>
                      <a:lnTo>
                        <a:pt x="2528" y="1259"/>
                      </a:lnTo>
                      <a:lnTo>
                        <a:pt x="2528" y="1253"/>
                      </a:lnTo>
                      <a:lnTo>
                        <a:pt x="2526" y="1246"/>
                      </a:lnTo>
                      <a:lnTo>
                        <a:pt x="2524" y="1239"/>
                      </a:lnTo>
                      <a:lnTo>
                        <a:pt x="2522" y="1232"/>
                      </a:lnTo>
                      <a:lnTo>
                        <a:pt x="2517" y="1217"/>
                      </a:lnTo>
                      <a:lnTo>
                        <a:pt x="2513" y="1207"/>
                      </a:lnTo>
                      <a:lnTo>
                        <a:pt x="2512" y="1201"/>
                      </a:lnTo>
                      <a:lnTo>
                        <a:pt x="2512" y="1196"/>
                      </a:lnTo>
                      <a:lnTo>
                        <a:pt x="2513" y="1190"/>
                      </a:lnTo>
                      <a:lnTo>
                        <a:pt x="2515" y="1185"/>
                      </a:lnTo>
                      <a:lnTo>
                        <a:pt x="2518" y="1177"/>
                      </a:lnTo>
                      <a:lnTo>
                        <a:pt x="2524" y="1170"/>
                      </a:lnTo>
                      <a:lnTo>
                        <a:pt x="2529" y="1165"/>
                      </a:lnTo>
                      <a:lnTo>
                        <a:pt x="2534" y="1160"/>
                      </a:lnTo>
                      <a:lnTo>
                        <a:pt x="2535" y="1157"/>
                      </a:lnTo>
                      <a:lnTo>
                        <a:pt x="2536" y="1153"/>
                      </a:lnTo>
                      <a:lnTo>
                        <a:pt x="2536" y="1148"/>
                      </a:lnTo>
                      <a:lnTo>
                        <a:pt x="2535" y="1143"/>
                      </a:lnTo>
                      <a:lnTo>
                        <a:pt x="2532" y="1131"/>
                      </a:lnTo>
                      <a:lnTo>
                        <a:pt x="2529" y="1119"/>
                      </a:lnTo>
                      <a:lnTo>
                        <a:pt x="2524" y="1109"/>
                      </a:lnTo>
                      <a:lnTo>
                        <a:pt x="2518" y="1102"/>
                      </a:lnTo>
                      <a:lnTo>
                        <a:pt x="2513" y="1097"/>
                      </a:lnTo>
                      <a:lnTo>
                        <a:pt x="2509" y="1094"/>
                      </a:lnTo>
                      <a:lnTo>
                        <a:pt x="2505" y="1093"/>
                      </a:lnTo>
                      <a:lnTo>
                        <a:pt x="2500" y="1094"/>
                      </a:lnTo>
                      <a:lnTo>
                        <a:pt x="2496" y="1095"/>
                      </a:lnTo>
                      <a:lnTo>
                        <a:pt x="2491" y="1100"/>
                      </a:lnTo>
                      <a:lnTo>
                        <a:pt x="2487" y="1105"/>
                      </a:lnTo>
                      <a:lnTo>
                        <a:pt x="2485" y="1106"/>
                      </a:lnTo>
                      <a:lnTo>
                        <a:pt x="2482" y="1105"/>
                      </a:lnTo>
                      <a:lnTo>
                        <a:pt x="2480" y="1100"/>
                      </a:lnTo>
                      <a:lnTo>
                        <a:pt x="2479" y="1097"/>
                      </a:lnTo>
                      <a:lnTo>
                        <a:pt x="2479" y="1094"/>
                      </a:lnTo>
                      <a:lnTo>
                        <a:pt x="2480" y="1091"/>
                      </a:lnTo>
                      <a:lnTo>
                        <a:pt x="2481" y="1091"/>
                      </a:lnTo>
                      <a:lnTo>
                        <a:pt x="2488" y="1090"/>
                      </a:lnTo>
                      <a:lnTo>
                        <a:pt x="2494" y="1088"/>
                      </a:lnTo>
                      <a:lnTo>
                        <a:pt x="2496" y="1087"/>
                      </a:lnTo>
                      <a:lnTo>
                        <a:pt x="2497" y="1084"/>
                      </a:lnTo>
                      <a:lnTo>
                        <a:pt x="2496" y="1081"/>
                      </a:lnTo>
                      <a:lnTo>
                        <a:pt x="2492" y="1076"/>
                      </a:lnTo>
                      <a:lnTo>
                        <a:pt x="2490" y="1074"/>
                      </a:lnTo>
                      <a:lnTo>
                        <a:pt x="2488" y="1071"/>
                      </a:lnTo>
                      <a:lnTo>
                        <a:pt x="2488" y="1070"/>
                      </a:lnTo>
                      <a:lnTo>
                        <a:pt x="2488" y="1068"/>
                      </a:lnTo>
                      <a:lnTo>
                        <a:pt x="2491" y="1064"/>
                      </a:lnTo>
                      <a:lnTo>
                        <a:pt x="2496" y="1062"/>
                      </a:lnTo>
                      <a:lnTo>
                        <a:pt x="2507" y="1055"/>
                      </a:lnTo>
                      <a:lnTo>
                        <a:pt x="2519" y="1046"/>
                      </a:lnTo>
                      <a:lnTo>
                        <a:pt x="2532" y="1032"/>
                      </a:lnTo>
                      <a:lnTo>
                        <a:pt x="2547" y="1018"/>
                      </a:lnTo>
                      <a:lnTo>
                        <a:pt x="2562" y="1001"/>
                      </a:lnTo>
                      <a:lnTo>
                        <a:pt x="2575" y="987"/>
                      </a:lnTo>
                      <a:lnTo>
                        <a:pt x="2586" y="974"/>
                      </a:lnTo>
                      <a:lnTo>
                        <a:pt x="2593" y="962"/>
                      </a:lnTo>
                      <a:lnTo>
                        <a:pt x="2598" y="951"/>
                      </a:lnTo>
                      <a:lnTo>
                        <a:pt x="2600" y="940"/>
                      </a:lnTo>
                      <a:lnTo>
                        <a:pt x="2601" y="936"/>
                      </a:lnTo>
                      <a:lnTo>
                        <a:pt x="2604" y="931"/>
                      </a:lnTo>
                      <a:lnTo>
                        <a:pt x="2606" y="929"/>
                      </a:lnTo>
                      <a:lnTo>
                        <a:pt x="2608" y="926"/>
                      </a:lnTo>
                      <a:lnTo>
                        <a:pt x="2611" y="926"/>
                      </a:lnTo>
                      <a:lnTo>
                        <a:pt x="2613" y="926"/>
                      </a:lnTo>
                      <a:lnTo>
                        <a:pt x="2617" y="926"/>
                      </a:lnTo>
                      <a:lnTo>
                        <a:pt x="2620" y="927"/>
                      </a:lnTo>
                      <a:lnTo>
                        <a:pt x="2629" y="932"/>
                      </a:lnTo>
                      <a:lnTo>
                        <a:pt x="2638" y="937"/>
                      </a:lnTo>
                      <a:lnTo>
                        <a:pt x="2643" y="939"/>
                      </a:lnTo>
                      <a:lnTo>
                        <a:pt x="2646" y="943"/>
                      </a:lnTo>
                      <a:lnTo>
                        <a:pt x="2650" y="945"/>
                      </a:lnTo>
                      <a:lnTo>
                        <a:pt x="2651" y="948"/>
                      </a:lnTo>
                      <a:lnTo>
                        <a:pt x="2652" y="955"/>
                      </a:lnTo>
                      <a:lnTo>
                        <a:pt x="2656" y="961"/>
                      </a:lnTo>
                      <a:lnTo>
                        <a:pt x="2660" y="967"/>
                      </a:lnTo>
                      <a:lnTo>
                        <a:pt x="2663" y="970"/>
                      </a:lnTo>
                      <a:lnTo>
                        <a:pt x="2675" y="979"/>
                      </a:lnTo>
                      <a:lnTo>
                        <a:pt x="2686" y="989"/>
                      </a:lnTo>
                      <a:lnTo>
                        <a:pt x="2692" y="999"/>
                      </a:lnTo>
                      <a:lnTo>
                        <a:pt x="2698" y="1008"/>
                      </a:lnTo>
                      <a:lnTo>
                        <a:pt x="2701" y="1012"/>
                      </a:lnTo>
                      <a:lnTo>
                        <a:pt x="2706" y="1014"/>
                      </a:lnTo>
                      <a:lnTo>
                        <a:pt x="2709" y="1014"/>
                      </a:lnTo>
                      <a:lnTo>
                        <a:pt x="2713" y="1013"/>
                      </a:lnTo>
                      <a:lnTo>
                        <a:pt x="2719" y="1007"/>
                      </a:lnTo>
                      <a:lnTo>
                        <a:pt x="2725" y="1001"/>
                      </a:lnTo>
                      <a:lnTo>
                        <a:pt x="2737" y="987"/>
                      </a:lnTo>
                      <a:lnTo>
                        <a:pt x="2749" y="973"/>
                      </a:lnTo>
                      <a:lnTo>
                        <a:pt x="2758" y="959"/>
                      </a:lnTo>
                      <a:lnTo>
                        <a:pt x="2767" y="949"/>
                      </a:lnTo>
                      <a:lnTo>
                        <a:pt x="2770" y="944"/>
                      </a:lnTo>
                      <a:lnTo>
                        <a:pt x="2775" y="940"/>
                      </a:lnTo>
                      <a:lnTo>
                        <a:pt x="2778" y="938"/>
                      </a:lnTo>
                      <a:lnTo>
                        <a:pt x="2783" y="936"/>
                      </a:lnTo>
                      <a:lnTo>
                        <a:pt x="2787" y="935"/>
                      </a:lnTo>
                      <a:lnTo>
                        <a:pt x="2792" y="935"/>
                      </a:lnTo>
                      <a:lnTo>
                        <a:pt x="2796" y="937"/>
                      </a:lnTo>
                      <a:lnTo>
                        <a:pt x="2801" y="939"/>
                      </a:lnTo>
                      <a:lnTo>
                        <a:pt x="2812" y="946"/>
                      </a:lnTo>
                      <a:lnTo>
                        <a:pt x="2822" y="957"/>
                      </a:lnTo>
                      <a:lnTo>
                        <a:pt x="2827" y="964"/>
                      </a:lnTo>
                      <a:lnTo>
                        <a:pt x="2831" y="970"/>
                      </a:lnTo>
                      <a:lnTo>
                        <a:pt x="2834" y="977"/>
                      </a:lnTo>
                      <a:lnTo>
                        <a:pt x="2835" y="984"/>
                      </a:lnTo>
                      <a:lnTo>
                        <a:pt x="2838" y="996"/>
                      </a:lnTo>
                      <a:lnTo>
                        <a:pt x="2840" y="1003"/>
                      </a:lnTo>
                      <a:lnTo>
                        <a:pt x="2843" y="1006"/>
                      </a:lnTo>
                      <a:lnTo>
                        <a:pt x="2845" y="1007"/>
                      </a:lnTo>
                      <a:lnTo>
                        <a:pt x="2847" y="1008"/>
                      </a:lnTo>
                      <a:lnTo>
                        <a:pt x="2851" y="1008"/>
                      </a:lnTo>
                      <a:lnTo>
                        <a:pt x="2860" y="1009"/>
                      </a:lnTo>
                      <a:lnTo>
                        <a:pt x="2876" y="1009"/>
                      </a:lnTo>
                      <a:lnTo>
                        <a:pt x="2895" y="1008"/>
                      </a:lnTo>
                      <a:lnTo>
                        <a:pt x="2914" y="1007"/>
                      </a:lnTo>
                      <a:lnTo>
                        <a:pt x="2928" y="1006"/>
                      </a:lnTo>
                      <a:lnTo>
                        <a:pt x="2934" y="1005"/>
                      </a:lnTo>
                      <a:lnTo>
                        <a:pt x="2939" y="1002"/>
                      </a:lnTo>
                      <a:lnTo>
                        <a:pt x="2947" y="1001"/>
                      </a:lnTo>
                      <a:lnTo>
                        <a:pt x="2950" y="1001"/>
                      </a:lnTo>
                      <a:lnTo>
                        <a:pt x="2952" y="1001"/>
                      </a:lnTo>
                      <a:lnTo>
                        <a:pt x="2953" y="1002"/>
                      </a:lnTo>
                      <a:lnTo>
                        <a:pt x="2956" y="1003"/>
                      </a:lnTo>
                      <a:lnTo>
                        <a:pt x="2957" y="1007"/>
                      </a:lnTo>
                      <a:lnTo>
                        <a:pt x="2958" y="1012"/>
                      </a:lnTo>
                      <a:lnTo>
                        <a:pt x="2959" y="1017"/>
                      </a:lnTo>
                      <a:lnTo>
                        <a:pt x="2960" y="1020"/>
                      </a:lnTo>
                      <a:lnTo>
                        <a:pt x="2961" y="1021"/>
                      </a:lnTo>
                      <a:lnTo>
                        <a:pt x="2963" y="1022"/>
                      </a:lnTo>
                      <a:lnTo>
                        <a:pt x="2965" y="1022"/>
                      </a:lnTo>
                      <a:lnTo>
                        <a:pt x="2967" y="1022"/>
                      </a:lnTo>
                      <a:lnTo>
                        <a:pt x="2975" y="1021"/>
                      </a:lnTo>
                      <a:lnTo>
                        <a:pt x="2981" y="1018"/>
                      </a:lnTo>
                      <a:lnTo>
                        <a:pt x="2988" y="1012"/>
                      </a:lnTo>
                      <a:lnTo>
                        <a:pt x="2997" y="1002"/>
                      </a:lnTo>
                      <a:lnTo>
                        <a:pt x="3009" y="993"/>
                      </a:lnTo>
                      <a:lnTo>
                        <a:pt x="3021" y="984"/>
                      </a:lnTo>
                      <a:lnTo>
                        <a:pt x="3034" y="976"/>
                      </a:lnTo>
                      <a:lnTo>
                        <a:pt x="3046" y="971"/>
                      </a:lnTo>
                      <a:lnTo>
                        <a:pt x="3052" y="970"/>
                      </a:lnTo>
                      <a:lnTo>
                        <a:pt x="3058" y="971"/>
                      </a:lnTo>
                      <a:lnTo>
                        <a:pt x="3064" y="973"/>
                      </a:lnTo>
                      <a:lnTo>
                        <a:pt x="3068" y="975"/>
                      </a:lnTo>
                      <a:lnTo>
                        <a:pt x="3079" y="982"/>
                      </a:lnTo>
                      <a:lnTo>
                        <a:pt x="3088" y="989"/>
                      </a:lnTo>
                      <a:lnTo>
                        <a:pt x="3091" y="992"/>
                      </a:lnTo>
                      <a:lnTo>
                        <a:pt x="3093" y="993"/>
                      </a:lnTo>
                      <a:lnTo>
                        <a:pt x="3096" y="994"/>
                      </a:lnTo>
                      <a:lnTo>
                        <a:pt x="3098" y="993"/>
                      </a:lnTo>
                      <a:lnTo>
                        <a:pt x="3101" y="987"/>
                      </a:lnTo>
                      <a:lnTo>
                        <a:pt x="3104" y="974"/>
                      </a:lnTo>
                      <a:lnTo>
                        <a:pt x="3108" y="959"/>
                      </a:lnTo>
                      <a:lnTo>
                        <a:pt x="3111" y="945"/>
                      </a:lnTo>
                      <a:lnTo>
                        <a:pt x="3114" y="931"/>
                      </a:lnTo>
                      <a:lnTo>
                        <a:pt x="3116" y="916"/>
                      </a:lnTo>
                      <a:lnTo>
                        <a:pt x="3117" y="908"/>
                      </a:lnTo>
                      <a:lnTo>
                        <a:pt x="3120" y="902"/>
                      </a:lnTo>
                      <a:lnTo>
                        <a:pt x="3123" y="898"/>
                      </a:lnTo>
                      <a:lnTo>
                        <a:pt x="3128" y="893"/>
                      </a:lnTo>
                      <a:lnTo>
                        <a:pt x="3136" y="885"/>
                      </a:lnTo>
                      <a:lnTo>
                        <a:pt x="3142" y="876"/>
                      </a:lnTo>
                      <a:lnTo>
                        <a:pt x="3145" y="872"/>
                      </a:lnTo>
                      <a:lnTo>
                        <a:pt x="3145" y="867"/>
                      </a:lnTo>
                      <a:lnTo>
                        <a:pt x="3146" y="862"/>
                      </a:lnTo>
                      <a:lnTo>
                        <a:pt x="3145" y="858"/>
                      </a:lnTo>
                      <a:lnTo>
                        <a:pt x="3143" y="854"/>
                      </a:lnTo>
                      <a:lnTo>
                        <a:pt x="3142" y="850"/>
                      </a:lnTo>
                      <a:lnTo>
                        <a:pt x="3140" y="847"/>
                      </a:lnTo>
                      <a:lnTo>
                        <a:pt x="3137" y="844"/>
                      </a:lnTo>
                      <a:lnTo>
                        <a:pt x="3135" y="841"/>
                      </a:lnTo>
                      <a:lnTo>
                        <a:pt x="3134" y="836"/>
                      </a:lnTo>
                      <a:lnTo>
                        <a:pt x="3133" y="831"/>
                      </a:lnTo>
                      <a:lnTo>
                        <a:pt x="3133" y="826"/>
                      </a:lnTo>
                      <a:lnTo>
                        <a:pt x="3134" y="822"/>
                      </a:lnTo>
                      <a:lnTo>
                        <a:pt x="3136" y="817"/>
                      </a:lnTo>
                      <a:lnTo>
                        <a:pt x="3139" y="813"/>
                      </a:lnTo>
                      <a:lnTo>
                        <a:pt x="3141" y="810"/>
                      </a:lnTo>
                      <a:lnTo>
                        <a:pt x="3143" y="807"/>
                      </a:lnTo>
                      <a:lnTo>
                        <a:pt x="3145" y="805"/>
                      </a:lnTo>
                      <a:lnTo>
                        <a:pt x="3146" y="803"/>
                      </a:lnTo>
                      <a:lnTo>
                        <a:pt x="3146" y="801"/>
                      </a:lnTo>
                      <a:lnTo>
                        <a:pt x="3145" y="800"/>
                      </a:lnTo>
                      <a:lnTo>
                        <a:pt x="3142" y="799"/>
                      </a:lnTo>
                      <a:lnTo>
                        <a:pt x="3139" y="798"/>
                      </a:lnTo>
                      <a:lnTo>
                        <a:pt x="3135" y="798"/>
                      </a:lnTo>
                      <a:lnTo>
                        <a:pt x="3131" y="798"/>
                      </a:lnTo>
                      <a:lnTo>
                        <a:pt x="3128" y="798"/>
                      </a:lnTo>
                      <a:lnTo>
                        <a:pt x="3124" y="797"/>
                      </a:lnTo>
                      <a:lnTo>
                        <a:pt x="3122" y="794"/>
                      </a:lnTo>
                      <a:lnTo>
                        <a:pt x="3121" y="792"/>
                      </a:lnTo>
                      <a:lnTo>
                        <a:pt x="3120" y="788"/>
                      </a:lnTo>
                      <a:lnTo>
                        <a:pt x="3120" y="785"/>
                      </a:lnTo>
                      <a:lnTo>
                        <a:pt x="3120" y="780"/>
                      </a:lnTo>
                      <a:lnTo>
                        <a:pt x="3122" y="771"/>
                      </a:lnTo>
                      <a:lnTo>
                        <a:pt x="3126" y="762"/>
                      </a:lnTo>
                      <a:lnTo>
                        <a:pt x="3130" y="754"/>
                      </a:lnTo>
                      <a:lnTo>
                        <a:pt x="3134" y="742"/>
                      </a:lnTo>
                      <a:lnTo>
                        <a:pt x="3134" y="736"/>
                      </a:lnTo>
                      <a:lnTo>
                        <a:pt x="3134" y="730"/>
                      </a:lnTo>
                      <a:lnTo>
                        <a:pt x="3133" y="727"/>
                      </a:lnTo>
                      <a:lnTo>
                        <a:pt x="3131" y="723"/>
                      </a:lnTo>
                      <a:lnTo>
                        <a:pt x="3129" y="721"/>
                      </a:lnTo>
                      <a:lnTo>
                        <a:pt x="3127" y="719"/>
                      </a:lnTo>
                      <a:lnTo>
                        <a:pt x="3123" y="718"/>
                      </a:lnTo>
                      <a:lnTo>
                        <a:pt x="3118" y="718"/>
                      </a:lnTo>
                      <a:lnTo>
                        <a:pt x="3110" y="718"/>
                      </a:lnTo>
                      <a:lnTo>
                        <a:pt x="3104" y="718"/>
                      </a:lnTo>
                      <a:lnTo>
                        <a:pt x="3101" y="718"/>
                      </a:lnTo>
                      <a:lnTo>
                        <a:pt x="3099" y="717"/>
                      </a:lnTo>
                      <a:lnTo>
                        <a:pt x="3097" y="716"/>
                      </a:lnTo>
                      <a:lnTo>
                        <a:pt x="3096" y="713"/>
                      </a:lnTo>
                      <a:lnTo>
                        <a:pt x="3095" y="706"/>
                      </a:lnTo>
                      <a:lnTo>
                        <a:pt x="3095" y="699"/>
                      </a:lnTo>
                      <a:lnTo>
                        <a:pt x="3093" y="694"/>
                      </a:lnTo>
                      <a:lnTo>
                        <a:pt x="3092" y="691"/>
                      </a:lnTo>
                      <a:lnTo>
                        <a:pt x="3090" y="687"/>
                      </a:lnTo>
                      <a:lnTo>
                        <a:pt x="3088" y="685"/>
                      </a:lnTo>
                      <a:lnTo>
                        <a:pt x="3084" y="681"/>
                      </a:lnTo>
                      <a:lnTo>
                        <a:pt x="3079" y="678"/>
                      </a:lnTo>
                      <a:lnTo>
                        <a:pt x="3072" y="675"/>
                      </a:lnTo>
                      <a:lnTo>
                        <a:pt x="3065" y="674"/>
                      </a:lnTo>
                      <a:lnTo>
                        <a:pt x="3057" y="674"/>
                      </a:lnTo>
                      <a:lnTo>
                        <a:pt x="3048" y="675"/>
                      </a:lnTo>
                      <a:lnTo>
                        <a:pt x="3039" y="679"/>
                      </a:lnTo>
                      <a:lnTo>
                        <a:pt x="3028" y="685"/>
                      </a:lnTo>
                      <a:lnTo>
                        <a:pt x="3019" y="693"/>
                      </a:lnTo>
                      <a:lnTo>
                        <a:pt x="3010" y="702"/>
                      </a:lnTo>
                      <a:lnTo>
                        <a:pt x="3003" y="711"/>
                      </a:lnTo>
                      <a:lnTo>
                        <a:pt x="2997" y="721"/>
                      </a:lnTo>
                      <a:lnTo>
                        <a:pt x="2989" y="738"/>
                      </a:lnTo>
                      <a:lnTo>
                        <a:pt x="2984" y="753"/>
                      </a:lnTo>
                      <a:lnTo>
                        <a:pt x="2983" y="755"/>
                      </a:lnTo>
                      <a:lnTo>
                        <a:pt x="2981" y="756"/>
                      </a:lnTo>
                      <a:lnTo>
                        <a:pt x="2978" y="759"/>
                      </a:lnTo>
                      <a:lnTo>
                        <a:pt x="2976" y="759"/>
                      </a:lnTo>
                      <a:lnTo>
                        <a:pt x="2967" y="760"/>
                      </a:lnTo>
                      <a:lnTo>
                        <a:pt x="2959" y="760"/>
                      </a:lnTo>
                      <a:lnTo>
                        <a:pt x="2941" y="757"/>
                      </a:lnTo>
                      <a:lnTo>
                        <a:pt x="2926" y="755"/>
                      </a:lnTo>
                      <a:lnTo>
                        <a:pt x="2919" y="755"/>
                      </a:lnTo>
                      <a:lnTo>
                        <a:pt x="2913" y="757"/>
                      </a:lnTo>
                      <a:lnTo>
                        <a:pt x="2907" y="760"/>
                      </a:lnTo>
                      <a:lnTo>
                        <a:pt x="2900" y="765"/>
                      </a:lnTo>
                      <a:lnTo>
                        <a:pt x="2894" y="768"/>
                      </a:lnTo>
                      <a:lnTo>
                        <a:pt x="2888" y="771"/>
                      </a:lnTo>
                      <a:lnTo>
                        <a:pt x="2882" y="772"/>
                      </a:lnTo>
                      <a:lnTo>
                        <a:pt x="2875" y="772"/>
                      </a:lnTo>
                      <a:lnTo>
                        <a:pt x="2869" y="771"/>
                      </a:lnTo>
                      <a:lnTo>
                        <a:pt x="2863" y="767"/>
                      </a:lnTo>
                      <a:lnTo>
                        <a:pt x="2858" y="765"/>
                      </a:lnTo>
                      <a:lnTo>
                        <a:pt x="2852" y="760"/>
                      </a:lnTo>
                      <a:lnTo>
                        <a:pt x="2840" y="749"/>
                      </a:lnTo>
                      <a:lnTo>
                        <a:pt x="2826" y="736"/>
                      </a:lnTo>
                      <a:lnTo>
                        <a:pt x="2808" y="722"/>
                      </a:lnTo>
                      <a:lnTo>
                        <a:pt x="2789" y="709"/>
                      </a:lnTo>
                      <a:lnTo>
                        <a:pt x="2781" y="703"/>
                      </a:lnTo>
                      <a:lnTo>
                        <a:pt x="2775" y="697"/>
                      </a:lnTo>
                      <a:lnTo>
                        <a:pt x="2769" y="692"/>
                      </a:lnTo>
                      <a:lnTo>
                        <a:pt x="2767" y="688"/>
                      </a:lnTo>
                      <a:lnTo>
                        <a:pt x="2765" y="684"/>
                      </a:lnTo>
                      <a:lnTo>
                        <a:pt x="2765" y="681"/>
                      </a:lnTo>
                      <a:lnTo>
                        <a:pt x="2767" y="679"/>
                      </a:lnTo>
                      <a:lnTo>
                        <a:pt x="2769" y="677"/>
                      </a:lnTo>
                      <a:lnTo>
                        <a:pt x="2776" y="674"/>
                      </a:lnTo>
                      <a:lnTo>
                        <a:pt x="2787" y="671"/>
                      </a:lnTo>
                      <a:lnTo>
                        <a:pt x="2792" y="669"/>
                      </a:lnTo>
                      <a:lnTo>
                        <a:pt x="2796" y="667"/>
                      </a:lnTo>
                      <a:lnTo>
                        <a:pt x="2801" y="665"/>
                      </a:lnTo>
                      <a:lnTo>
                        <a:pt x="2805" y="662"/>
                      </a:lnTo>
                      <a:lnTo>
                        <a:pt x="2811" y="656"/>
                      </a:lnTo>
                      <a:lnTo>
                        <a:pt x="2815" y="649"/>
                      </a:lnTo>
                      <a:lnTo>
                        <a:pt x="2819" y="642"/>
                      </a:lnTo>
                      <a:lnTo>
                        <a:pt x="2821" y="636"/>
                      </a:lnTo>
                      <a:lnTo>
                        <a:pt x="2821" y="633"/>
                      </a:lnTo>
                      <a:lnTo>
                        <a:pt x="2820" y="630"/>
                      </a:lnTo>
                      <a:lnTo>
                        <a:pt x="2818" y="628"/>
                      </a:lnTo>
                      <a:lnTo>
                        <a:pt x="2815" y="624"/>
                      </a:lnTo>
                      <a:lnTo>
                        <a:pt x="2812" y="622"/>
                      </a:lnTo>
                      <a:lnTo>
                        <a:pt x="2809" y="620"/>
                      </a:lnTo>
                      <a:lnTo>
                        <a:pt x="2809" y="617"/>
                      </a:lnTo>
                      <a:lnTo>
                        <a:pt x="2809" y="615"/>
                      </a:lnTo>
                      <a:lnTo>
                        <a:pt x="2814" y="610"/>
                      </a:lnTo>
                      <a:lnTo>
                        <a:pt x="2821" y="604"/>
                      </a:lnTo>
                      <a:lnTo>
                        <a:pt x="2825" y="602"/>
                      </a:lnTo>
                      <a:lnTo>
                        <a:pt x="2827" y="598"/>
                      </a:lnTo>
                      <a:lnTo>
                        <a:pt x="2828" y="596"/>
                      </a:lnTo>
                      <a:lnTo>
                        <a:pt x="2828" y="592"/>
                      </a:lnTo>
                      <a:lnTo>
                        <a:pt x="2825" y="587"/>
                      </a:lnTo>
                      <a:lnTo>
                        <a:pt x="2820" y="582"/>
                      </a:lnTo>
                      <a:lnTo>
                        <a:pt x="2814" y="577"/>
                      </a:lnTo>
                      <a:lnTo>
                        <a:pt x="2811" y="572"/>
                      </a:lnTo>
                      <a:lnTo>
                        <a:pt x="2807" y="567"/>
                      </a:lnTo>
                      <a:lnTo>
                        <a:pt x="2806" y="559"/>
                      </a:lnTo>
                      <a:lnTo>
                        <a:pt x="2805" y="555"/>
                      </a:lnTo>
                      <a:lnTo>
                        <a:pt x="2803" y="553"/>
                      </a:lnTo>
                      <a:lnTo>
                        <a:pt x="2801" y="552"/>
                      </a:lnTo>
                      <a:lnTo>
                        <a:pt x="2799" y="551"/>
                      </a:lnTo>
                      <a:lnTo>
                        <a:pt x="2795" y="551"/>
                      </a:lnTo>
                      <a:lnTo>
                        <a:pt x="2790" y="552"/>
                      </a:lnTo>
                      <a:lnTo>
                        <a:pt x="2787" y="554"/>
                      </a:lnTo>
                      <a:lnTo>
                        <a:pt x="2783" y="557"/>
                      </a:lnTo>
                      <a:lnTo>
                        <a:pt x="2778" y="559"/>
                      </a:lnTo>
                      <a:lnTo>
                        <a:pt x="2774" y="561"/>
                      </a:lnTo>
                      <a:lnTo>
                        <a:pt x="2769" y="561"/>
                      </a:lnTo>
                      <a:lnTo>
                        <a:pt x="2765" y="560"/>
                      </a:lnTo>
                      <a:lnTo>
                        <a:pt x="2762" y="559"/>
                      </a:lnTo>
                      <a:lnTo>
                        <a:pt x="2759" y="557"/>
                      </a:lnTo>
                      <a:lnTo>
                        <a:pt x="2758" y="554"/>
                      </a:lnTo>
                      <a:lnTo>
                        <a:pt x="2758" y="551"/>
                      </a:lnTo>
                      <a:lnTo>
                        <a:pt x="2759" y="542"/>
                      </a:lnTo>
                      <a:lnTo>
                        <a:pt x="2762" y="532"/>
                      </a:lnTo>
                      <a:lnTo>
                        <a:pt x="2763" y="520"/>
                      </a:lnTo>
                      <a:lnTo>
                        <a:pt x="2764" y="504"/>
                      </a:lnTo>
                      <a:lnTo>
                        <a:pt x="2764" y="497"/>
                      </a:lnTo>
                      <a:lnTo>
                        <a:pt x="2765" y="489"/>
                      </a:lnTo>
                      <a:lnTo>
                        <a:pt x="2768" y="482"/>
                      </a:lnTo>
                      <a:lnTo>
                        <a:pt x="2771" y="473"/>
                      </a:lnTo>
                      <a:lnTo>
                        <a:pt x="2775" y="467"/>
                      </a:lnTo>
                      <a:lnTo>
                        <a:pt x="2780" y="461"/>
                      </a:lnTo>
                      <a:lnTo>
                        <a:pt x="2786" y="456"/>
                      </a:lnTo>
                      <a:lnTo>
                        <a:pt x="2792" y="452"/>
                      </a:lnTo>
                      <a:lnTo>
                        <a:pt x="2802" y="446"/>
                      </a:lnTo>
                      <a:lnTo>
                        <a:pt x="2813" y="440"/>
                      </a:lnTo>
                      <a:lnTo>
                        <a:pt x="2822" y="434"/>
                      </a:lnTo>
                      <a:lnTo>
                        <a:pt x="2831" y="427"/>
                      </a:lnTo>
                      <a:lnTo>
                        <a:pt x="2834" y="423"/>
                      </a:lnTo>
                      <a:lnTo>
                        <a:pt x="2835" y="422"/>
                      </a:lnTo>
                      <a:lnTo>
                        <a:pt x="2834" y="421"/>
                      </a:lnTo>
                      <a:lnTo>
                        <a:pt x="2832" y="420"/>
                      </a:lnTo>
                      <a:lnTo>
                        <a:pt x="2828" y="419"/>
                      </a:lnTo>
                      <a:lnTo>
                        <a:pt x="2825" y="417"/>
                      </a:lnTo>
                      <a:lnTo>
                        <a:pt x="2816" y="417"/>
                      </a:lnTo>
                      <a:lnTo>
                        <a:pt x="2808" y="417"/>
                      </a:lnTo>
                      <a:lnTo>
                        <a:pt x="2802" y="417"/>
                      </a:lnTo>
                      <a:lnTo>
                        <a:pt x="2796" y="417"/>
                      </a:lnTo>
                      <a:lnTo>
                        <a:pt x="2790" y="416"/>
                      </a:lnTo>
                      <a:lnTo>
                        <a:pt x="2787" y="415"/>
                      </a:lnTo>
                      <a:lnTo>
                        <a:pt x="2782" y="413"/>
                      </a:lnTo>
                      <a:lnTo>
                        <a:pt x="2776" y="410"/>
                      </a:lnTo>
                      <a:lnTo>
                        <a:pt x="2770" y="410"/>
                      </a:lnTo>
                      <a:lnTo>
                        <a:pt x="2763" y="410"/>
                      </a:lnTo>
                      <a:lnTo>
                        <a:pt x="2755" y="413"/>
                      </a:lnTo>
                      <a:lnTo>
                        <a:pt x="2745" y="416"/>
                      </a:lnTo>
                      <a:lnTo>
                        <a:pt x="2736" y="421"/>
                      </a:lnTo>
                      <a:lnTo>
                        <a:pt x="2725" y="423"/>
                      </a:lnTo>
                      <a:lnTo>
                        <a:pt x="2714" y="426"/>
                      </a:lnTo>
                      <a:lnTo>
                        <a:pt x="2704" y="426"/>
                      </a:lnTo>
                      <a:lnTo>
                        <a:pt x="2694" y="425"/>
                      </a:lnTo>
                      <a:lnTo>
                        <a:pt x="2687" y="422"/>
                      </a:lnTo>
                      <a:lnTo>
                        <a:pt x="2680" y="420"/>
                      </a:lnTo>
                      <a:lnTo>
                        <a:pt x="2671" y="419"/>
                      </a:lnTo>
                      <a:lnTo>
                        <a:pt x="2663" y="420"/>
                      </a:lnTo>
                      <a:lnTo>
                        <a:pt x="2654" y="421"/>
                      </a:lnTo>
                      <a:lnTo>
                        <a:pt x="2646" y="421"/>
                      </a:lnTo>
                      <a:lnTo>
                        <a:pt x="2639" y="419"/>
                      </a:lnTo>
                      <a:lnTo>
                        <a:pt x="2635" y="416"/>
                      </a:lnTo>
                      <a:lnTo>
                        <a:pt x="2631" y="412"/>
                      </a:lnTo>
                      <a:lnTo>
                        <a:pt x="2629" y="408"/>
                      </a:lnTo>
                      <a:lnTo>
                        <a:pt x="2625" y="404"/>
                      </a:lnTo>
                      <a:lnTo>
                        <a:pt x="2622" y="402"/>
                      </a:lnTo>
                      <a:lnTo>
                        <a:pt x="2618" y="401"/>
                      </a:lnTo>
                      <a:lnTo>
                        <a:pt x="2614" y="402"/>
                      </a:lnTo>
                      <a:lnTo>
                        <a:pt x="2611" y="403"/>
                      </a:lnTo>
                      <a:lnTo>
                        <a:pt x="2608" y="407"/>
                      </a:lnTo>
                      <a:lnTo>
                        <a:pt x="2607" y="413"/>
                      </a:lnTo>
                      <a:lnTo>
                        <a:pt x="2606" y="420"/>
                      </a:lnTo>
                      <a:lnTo>
                        <a:pt x="2602" y="426"/>
                      </a:lnTo>
                      <a:lnTo>
                        <a:pt x="2599" y="432"/>
                      </a:lnTo>
                      <a:lnTo>
                        <a:pt x="2595" y="438"/>
                      </a:lnTo>
                      <a:lnTo>
                        <a:pt x="2592" y="444"/>
                      </a:lnTo>
                      <a:lnTo>
                        <a:pt x="2591" y="451"/>
                      </a:lnTo>
                      <a:lnTo>
                        <a:pt x="2591" y="459"/>
                      </a:lnTo>
                      <a:lnTo>
                        <a:pt x="2592" y="466"/>
                      </a:lnTo>
                      <a:lnTo>
                        <a:pt x="2595" y="473"/>
                      </a:lnTo>
                      <a:lnTo>
                        <a:pt x="2599" y="483"/>
                      </a:lnTo>
                      <a:lnTo>
                        <a:pt x="2604" y="492"/>
                      </a:lnTo>
                      <a:lnTo>
                        <a:pt x="2607" y="502"/>
                      </a:lnTo>
                      <a:lnTo>
                        <a:pt x="2612" y="511"/>
                      </a:lnTo>
                      <a:lnTo>
                        <a:pt x="2614" y="521"/>
                      </a:lnTo>
                      <a:lnTo>
                        <a:pt x="2616" y="529"/>
                      </a:lnTo>
                      <a:lnTo>
                        <a:pt x="2616" y="538"/>
                      </a:lnTo>
                      <a:lnTo>
                        <a:pt x="2613" y="546"/>
                      </a:lnTo>
                      <a:lnTo>
                        <a:pt x="2610" y="552"/>
                      </a:lnTo>
                      <a:lnTo>
                        <a:pt x="2605" y="558"/>
                      </a:lnTo>
                      <a:lnTo>
                        <a:pt x="2598" y="563"/>
                      </a:lnTo>
                      <a:lnTo>
                        <a:pt x="2587" y="571"/>
                      </a:lnTo>
                      <a:lnTo>
                        <a:pt x="2576" y="580"/>
                      </a:lnTo>
                      <a:lnTo>
                        <a:pt x="2570" y="586"/>
                      </a:lnTo>
                      <a:lnTo>
                        <a:pt x="2566" y="590"/>
                      </a:lnTo>
                      <a:lnTo>
                        <a:pt x="2560" y="592"/>
                      </a:lnTo>
                      <a:lnTo>
                        <a:pt x="2555" y="592"/>
                      </a:lnTo>
                      <a:lnTo>
                        <a:pt x="2550" y="591"/>
                      </a:lnTo>
                      <a:lnTo>
                        <a:pt x="2545" y="589"/>
                      </a:lnTo>
                      <a:lnTo>
                        <a:pt x="2541" y="584"/>
                      </a:lnTo>
                      <a:lnTo>
                        <a:pt x="2536" y="578"/>
                      </a:lnTo>
                      <a:lnTo>
                        <a:pt x="2531" y="572"/>
                      </a:lnTo>
                      <a:lnTo>
                        <a:pt x="2526" y="568"/>
                      </a:lnTo>
                      <a:lnTo>
                        <a:pt x="2522" y="566"/>
                      </a:lnTo>
                      <a:lnTo>
                        <a:pt x="2517" y="565"/>
                      </a:lnTo>
                      <a:lnTo>
                        <a:pt x="2511" y="566"/>
                      </a:lnTo>
                      <a:lnTo>
                        <a:pt x="2507" y="570"/>
                      </a:lnTo>
                      <a:lnTo>
                        <a:pt x="2501" y="576"/>
                      </a:lnTo>
                      <a:lnTo>
                        <a:pt x="2494" y="583"/>
                      </a:lnTo>
                      <a:lnTo>
                        <a:pt x="2475" y="598"/>
                      </a:lnTo>
                      <a:lnTo>
                        <a:pt x="2459" y="610"/>
                      </a:lnTo>
                      <a:lnTo>
                        <a:pt x="2453" y="615"/>
                      </a:lnTo>
                      <a:lnTo>
                        <a:pt x="2448" y="621"/>
                      </a:lnTo>
                      <a:lnTo>
                        <a:pt x="2446" y="628"/>
                      </a:lnTo>
                      <a:lnTo>
                        <a:pt x="2446" y="634"/>
                      </a:lnTo>
                      <a:lnTo>
                        <a:pt x="2448" y="641"/>
                      </a:lnTo>
                      <a:lnTo>
                        <a:pt x="2452" y="648"/>
                      </a:lnTo>
                      <a:lnTo>
                        <a:pt x="2457" y="656"/>
                      </a:lnTo>
                      <a:lnTo>
                        <a:pt x="2465" y="664"/>
                      </a:lnTo>
                      <a:lnTo>
                        <a:pt x="2468" y="667"/>
                      </a:lnTo>
                      <a:lnTo>
                        <a:pt x="2471" y="671"/>
                      </a:lnTo>
                      <a:lnTo>
                        <a:pt x="2473" y="675"/>
                      </a:lnTo>
                      <a:lnTo>
                        <a:pt x="2473" y="679"/>
                      </a:lnTo>
                      <a:lnTo>
                        <a:pt x="2473" y="686"/>
                      </a:lnTo>
                      <a:lnTo>
                        <a:pt x="2472" y="694"/>
                      </a:lnTo>
                      <a:lnTo>
                        <a:pt x="2469" y="705"/>
                      </a:lnTo>
                      <a:lnTo>
                        <a:pt x="2466" y="719"/>
                      </a:lnTo>
                      <a:lnTo>
                        <a:pt x="2463" y="735"/>
                      </a:lnTo>
                      <a:lnTo>
                        <a:pt x="2460" y="747"/>
                      </a:lnTo>
                      <a:lnTo>
                        <a:pt x="2457" y="751"/>
                      </a:lnTo>
                      <a:lnTo>
                        <a:pt x="2455" y="757"/>
                      </a:lnTo>
                      <a:lnTo>
                        <a:pt x="2452" y="762"/>
                      </a:lnTo>
                      <a:lnTo>
                        <a:pt x="2447" y="767"/>
                      </a:lnTo>
                      <a:lnTo>
                        <a:pt x="2435" y="778"/>
                      </a:lnTo>
                      <a:lnTo>
                        <a:pt x="2422" y="787"/>
                      </a:lnTo>
                      <a:lnTo>
                        <a:pt x="2410" y="798"/>
                      </a:lnTo>
                      <a:lnTo>
                        <a:pt x="2400" y="807"/>
                      </a:lnTo>
                      <a:lnTo>
                        <a:pt x="2392" y="818"/>
                      </a:lnTo>
                      <a:lnTo>
                        <a:pt x="2381" y="831"/>
                      </a:lnTo>
                      <a:lnTo>
                        <a:pt x="2371" y="842"/>
                      </a:lnTo>
                      <a:lnTo>
                        <a:pt x="2360" y="849"/>
                      </a:lnTo>
                      <a:lnTo>
                        <a:pt x="2349" y="856"/>
                      </a:lnTo>
                      <a:lnTo>
                        <a:pt x="2339" y="862"/>
                      </a:lnTo>
                      <a:lnTo>
                        <a:pt x="2335" y="866"/>
                      </a:lnTo>
                      <a:lnTo>
                        <a:pt x="2331" y="869"/>
                      </a:lnTo>
                      <a:lnTo>
                        <a:pt x="2328" y="874"/>
                      </a:lnTo>
                      <a:lnTo>
                        <a:pt x="2327" y="880"/>
                      </a:lnTo>
                      <a:lnTo>
                        <a:pt x="2322" y="889"/>
                      </a:lnTo>
                      <a:lnTo>
                        <a:pt x="2318" y="900"/>
                      </a:lnTo>
                      <a:lnTo>
                        <a:pt x="2312" y="908"/>
                      </a:lnTo>
                      <a:lnTo>
                        <a:pt x="2306" y="913"/>
                      </a:lnTo>
                      <a:lnTo>
                        <a:pt x="2301" y="917"/>
                      </a:lnTo>
                      <a:lnTo>
                        <a:pt x="2292" y="920"/>
                      </a:lnTo>
                      <a:lnTo>
                        <a:pt x="2286" y="923"/>
                      </a:lnTo>
                      <a:lnTo>
                        <a:pt x="2280" y="927"/>
                      </a:lnTo>
                      <a:lnTo>
                        <a:pt x="2276" y="931"/>
                      </a:lnTo>
                      <a:lnTo>
                        <a:pt x="2271" y="936"/>
                      </a:lnTo>
                      <a:lnTo>
                        <a:pt x="2268" y="938"/>
                      </a:lnTo>
                      <a:lnTo>
                        <a:pt x="2265" y="939"/>
                      </a:lnTo>
                      <a:lnTo>
                        <a:pt x="2264" y="939"/>
                      </a:lnTo>
                      <a:lnTo>
                        <a:pt x="2261" y="939"/>
                      </a:lnTo>
                      <a:lnTo>
                        <a:pt x="2257" y="936"/>
                      </a:lnTo>
                      <a:lnTo>
                        <a:pt x="2253" y="931"/>
                      </a:lnTo>
                      <a:lnTo>
                        <a:pt x="2249" y="926"/>
                      </a:lnTo>
                      <a:lnTo>
                        <a:pt x="2246" y="923"/>
                      </a:lnTo>
                      <a:lnTo>
                        <a:pt x="2242" y="921"/>
                      </a:lnTo>
                      <a:lnTo>
                        <a:pt x="2239" y="921"/>
                      </a:lnTo>
                      <a:lnTo>
                        <a:pt x="2236" y="921"/>
                      </a:lnTo>
                      <a:lnTo>
                        <a:pt x="2235" y="923"/>
                      </a:lnTo>
                      <a:lnTo>
                        <a:pt x="2234" y="925"/>
                      </a:lnTo>
                      <a:lnTo>
                        <a:pt x="2233" y="927"/>
                      </a:lnTo>
                      <a:lnTo>
                        <a:pt x="2232" y="933"/>
                      </a:lnTo>
                      <a:lnTo>
                        <a:pt x="2230" y="942"/>
                      </a:lnTo>
                      <a:lnTo>
                        <a:pt x="2228" y="949"/>
                      </a:lnTo>
                      <a:lnTo>
                        <a:pt x="2226" y="954"/>
                      </a:lnTo>
                      <a:lnTo>
                        <a:pt x="2223" y="958"/>
                      </a:lnTo>
                      <a:lnTo>
                        <a:pt x="2219" y="964"/>
                      </a:lnTo>
                      <a:lnTo>
                        <a:pt x="2217" y="968"/>
                      </a:lnTo>
                      <a:lnTo>
                        <a:pt x="2216" y="974"/>
                      </a:lnTo>
                      <a:lnTo>
                        <a:pt x="2215" y="982"/>
                      </a:lnTo>
                      <a:lnTo>
                        <a:pt x="2215" y="989"/>
                      </a:lnTo>
                      <a:lnTo>
                        <a:pt x="2215" y="1006"/>
                      </a:lnTo>
                      <a:lnTo>
                        <a:pt x="2215" y="1021"/>
                      </a:lnTo>
                      <a:lnTo>
                        <a:pt x="2214" y="1034"/>
                      </a:lnTo>
                      <a:lnTo>
                        <a:pt x="2210" y="1046"/>
                      </a:lnTo>
                      <a:lnTo>
                        <a:pt x="2207" y="1056"/>
                      </a:lnTo>
                      <a:lnTo>
                        <a:pt x="2203" y="1065"/>
                      </a:lnTo>
                      <a:lnTo>
                        <a:pt x="2201" y="1078"/>
                      </a:lnTo>
                      <a:lnTo>
                        <a:pt x="2200" y="1096"/>
                      </a:lnTo>
                      <a:lnTo>
                        <a:pt x="2200" y="1114"/>
                      </a:lnTo>
                      <a:lnTo>
                        <a:pt x="2201" y="1127"/>
                      </a:lnTo>
                      <a:lnTo>
                        <a:pt x="2201" y="1132"/>
                      </a:lnTo>
                      <a:lnTo>
                        <a:pt x="2203" y="1135"/>
                      </a:lnTo>
                      <a:lnTo>
                        <a:pt x="2204" y="1140"/>
                      </a:lnTo>
                      <a:lnTo>
                        <a:pt x="2207" y="1144"/>
                      </a:lnTo>
                      <a:lnTo>
                        <a:pt x="2213" y="1152"/>
                      </a:lnTo>
                      <a:lnTo>
                        <a:pt x="2220" y="1160"/>
                      </a:lnTo>
                      <a:lnTo>
                        <a:pt x="2227" y="1171"/>
                      </a:lnTo>
                      <a:lnTo>
                        <a:pt x="2232" y="1183"/>
                      </a:lnTo>
                      <a:lnTo>
                        <a:pt x="2234" y="1194"/>
                      </a:lnTo>
                      <a:lnTo>
                        <a:pt x="2235" y="1203"/>
                      </a:lnTo>
                      <a:lnTo>
                        <a:pt x="2235" y="1213"/>
                      </a:lnTo>
                      <a:lnTo>
                        <a:pt x="2233" y="1222"/>
                      </a:lnTo>
                      <a:lnTo>
                        <a:pt x="2232" y="1233"/>
                      </a:lnTo>
                      <a:lnTo>
                        <a:pt x="2229" y="1244"/>
                      </a:lnTo>
                      <a:lnTo>
                        <a:pt x="2229" y="1248"/>
                      </a:lnTo>
                      <a:lnTo>
                        <a:pt x="2229" y="1253"/>
                      </a:lnTo>
                      <a:lnTo>
                        <a:pt x="2229" y="1258"/>
                      </a:lnTo>
                      <a:lnTo>
                        <a:pt x="2230" y="1263"/>
                      </a:lnTo>
                      <a:lnTo>
                        <a:pt x="2232" y="1266"/>
                      </a:lnTo>
                      <a:lnTo>
                        <a:pt x="2234" y="1270"/>
                      </a:lnTo>
                      <a:lnTo>
                        <a:pt x="2236" y="1272"/>
                      </a:lnTo>
                      <a:lnTo>
                        <a:pt x="2239" y="1274"/>
                      </a:lnTo>
                      <a:lnTo>
                        <a:pt x="2243" y="1278"/>
                      </a:lnTo>
                      <a:lnTo>
                        <a:pt x="2247" y="1284"/>
                      </a:lnTo>
                      <a:lnTo>
                        <a:pt x="2249" y="1290"/>
                      </a:lnTo>
                      <a:lnTo>
                        <a:pt x="2251" y="1298"/>
                      </a:lnTo>
                      <a:lnTo>
                        <a:pt x="2249" y="1302"/>
                      </a:lnTo>
                      <a:lnTo>
                        <a:pt x="2248" y="1305"/>
                      </a:lnTo>
                      <a:lnTo>
                        <a:pt x="2247" y="1308"/>
                      </a:lnTo>
                      <a:lnTo>
                        <a:pt x="2246" y="1309"/>
                      </a:lnTo>
                      <a:lnTo>
                        <a:pt x="2241" y="1311"/>
                      </a:lnTo>
                      <a:lnTo>
                        <a:pt x="2235" y="1314"/>
                      </a:lnTo>
                      <a:lnTo>
                        <a:pt x="2233" y="1315"/>
                      </a:lnTo>
                      <a:lnTo>
                        <a:pt x="2230" y="1316"/>
                      </a:lnTo>
                      <a:lnTo>
                        <a:pt x="2228" y="1318"/>
                      </a:lnTo>
                      <a:lnTo>
                        <a:pt x="2227" y="1322"/>
                      </a:lnTo>
                      <a:lnTo>
                        <a:pt x="2226" y="1328"/>
                      </a:lnTo>
                      <a:lnTo>
                        <a:pt x="2226" y="1336"/>
                      </a:lnTo>
                      <a:lnTo>
                        <a:pt x="2224" y="1347"/>
                      </a:lnTo>
                      <a:lnTo>
                        <a:pt x="2224" y="1359"/>
                      </a:lnTo>
                      <a:lnTo>
                        <a:pt x="2222" y="1371"/>
                      </a:lnTo>
                      <a:lnTo>
                        <a:pt x="2219" y="1380"/>
                      </a:lnTo>
                      <a:lnTo>
                        <a:pt x="2216" y="1383"/>
                      </a:lnTo>
                      <a:lnTo>
                        <a:pt x="2214" y="1385"/>
                      </a:lnTo>
                      <a:lnTo>
                        <a:pt x="2210" y="1386"/>
                      </a:lnTo>
                      <a:lnTo>
                        <a:pt x="2207" y="1386"/>
                      </a:lnTo>
                      <a:lnTo>
                        <a:pt x="2200" y="1386"/>
                      </a:lnTo>
                      <a:lnTo>
                        <a:pt x="2191" y="1384"/>
                      </a:lnTo>
                      <a:lnTo>
                        <a:pt x="2188" y="1383"/>
                      </a:lnTo>
                      <a:lnTo>
                        <a:pt x="2184" y="1383"/>
                      </a:lnTo>
                      <a:lnTo>
                        <a:pt x="2180" y="1384"/>
                      </a:lnTo>
                      <a:lnTo>
                        <a:pt x="2177" y="1385"/>
                      </a:lnTo>
                      <a:lnTo>
                        <a:pt x="2170" y="1389"/>
                      </a:lnTo>
                      <a:lnTo>
                        <a:pt x="2163" y="1395"/>
                      </a:lnTo>
                      <a:lnTo>
                        <a:pt x="2159" y="1398"/>
                      </a:lnTo>
                      <a:lnTo>
                        <a:pt x="2157" y="1400"/>
                      </a:lnTo>
                      <a:lnTo>
                        <a:pt x="2153" y="1402"/>
                      </a:lnTo>
                      <a:lnTo>
                        <a:pt x="2150" y="1402"/>
                      </a:lnTo>
                      <a:lnTo>
                        <a:pt x="2142" y="1403"/>
                      </a:lnTo>
                      <a:lnTo>
                        <a:pt x="2135" y="1403"/>
                      </a:lnTo>
                      <a:lnTo>
                        <a:pt x="2132" y="1404"/>
                      </a:lnTo>
                      <a:lnTo>
                        <a:pt x="2127" y="1406"/>
                      </a:lnTo>
                      <a:lnTo>
                        <a:pt x="2123" y="1410"/>
                      </a:lnTo>
                      <a:lnTo>
                        <a:pt x="2119" y="1414"/>
                      </a:lnTo>
                      <a:lnTo>
                        <a:pt x="2112" y="1423"/>
                      </a:lnTo>
                      <a:lnTo>
                        <a:pt x="2106" y="1429"/>
                      </a:lnTo>
                      <a:lnTo>
                        <a:pt x="2102" y="1431"/>
                      </a:lnTo>
                      <a:lnTo>
                        <a:pt x="2098" y="1431"/>
                      </a:lnTo>
                      <a:lnTo>
                        <a:pt x="2095" y="1433"/>
                      </a:lnTo>
                      <a:lnTo>
                        <a:pt x="2091" y="1431"/>
                      </a:lnTo>
                      <a:lnTo>
                        <a:pt x="2084" y="1429"/>
                      </a:lnTo>
                      <a:lnTo>
                        <a:pt x="2077" y="1423"/>
                      </a:lnTo>
                      <a:lnTo>
                        <a:pt x="2072" y="1417"/>
                      </a:lnTo>
                      <a:lnTo>
                        <a:pt x="2071" y="1412"/>
                      </a:lnTo>
                      <a:lnTo>
                        <a:pt x="2070" y="1406"/>
                      </a:lnTo>
                      <a:lnTo>
                        <a:pt x="2071" y="1402"/>
                      </a:lnTo>
                      <a:lnTo>
                        <a:pt x="2072" y="1396"/>
                      </a:lnTo>
                      <a:lnTo>
                        <a:pt x="2073" y="1389"/>
                      </a:lnTo>
                      <a:lnTo>
                        <a:pt x="2073" y="1380"/>
                      </a:lnTo>
                      <a:lnTo>
                        <a:pt x="2072" y="1374"/>
                      </a:lnTo>
                      <a:lnTo>
                        <a:pt x="2071" y="1371"/>
                      </a:lnTo>
                      <a:lnTo>
                        <a:pt x="2069" y="1368"/>
                      </a:lnTo>
                      <a:lnTo>
                        <a:pt x="2065" y="1367"/>
                      </a:lnTo>
                      <a:lnTo>
                        <a:pt x="2062" y="1367"/>
                      </a:lnTo>
                      <a:lnTo>
                        <a:pt x="2053" y="1367"/>
                      </a:lnTo>
                      <a:lnTo>
                        <a:pt x="2045" y="1368"/>
                      </a:lnTo>
                      <a:lnTo>
                        <a:pt x="2033" y="1374"/>
                      </a:lnTo>
                      <a:lnTo>
                        <a:pt x="2019" y="1381"/>
                      </a:lnTo>
                      <a:lnTo>
                        <a:pt x="2002" y="1391"/>
                      </a:lnTo>
                      <a:lnTo>
                        <a:pt x="1987" y="1399"/>
                      </a:lnTo>
                      <a:lnTo>
                        <a:pt x="1975" y="1405"/>
                      </a:lnTo>
                      <a:lnTo>
                        <a:pt x="1964" y="1410"/>
                      </a:lnTo>
                      <a:lnTo>
                        <a:pt x="1953" y="1412"/>
                      </a:lnTo>
                      <a:lnTo>
                        <a:pt x="1942" y="1414"/>
                      </a:lnTo>
                      <a:lnTo>
                        <a:pt x="1934" y="1416"/>
                      </a:lnTo>
                      <a:lnTo>
                        <a:pt x="1926" y="1419"/>
                      </a:lnTo>
                      <a:lnTo>
                        <a:pt x="1919" y="1425"/>
                      </a:lnTo>
                      <a:lnTo>
                        <a:pt x="1911" y="1431"/>
                      </a:lnTo>
                      <a:lnTo>
                        <a:pt x="1896" y="1446"/>
                      </a:lnTo>
                      <a:lnTo>
                        <a:pt x="1886" y="1458"/>
                      </a:lnTo>
                      <a:lnTo>
                        <a:pt x="1880" y="1466"/>
                      </a:lnTo>
                      <a:lnTo>
                        <a:pt x="1876" y="1472"/>
                      </a:lnTo>
                      <a:lnTo>
                        <a:pt x="1874" y="1473"/>
                      </a:lnTo>
                      <a:lnTo>
                        <a:pt x="1870" y="1475"/>
                      </a:lnTo>
                      <a:lnTo>
                        <a:pt x="1865" y="1475"/>
                      </a:lnTo>
                      <a:lnTo>
                        <a:pt x="1860" y="1475"/>
                      </a:lnTo>
                      <a:lnTo>
                        <a:pt x="1850" y="1474"/>
                      </a:lnTo>
                      <a:lnTo>
                        <a:pt x="1842" y="1472"/>
                      </a:lnTo>
                      <a:lnTo>
                        <a:pt x="1835" y="1468"/>
                      </a:lnTo>
                      <a:lnTo>
                        <a:pt x="1826" y="1463"/>
                      </a:lnTo>
                      <a:lnTo>
                        <a:pt x="1820" y="1460"/>
                      </a:lnTo>
                      <a:lnTo>
                        <a:pt x="1816" y="1458"/>
                      </a:lnTo>
                      <a:lnTo>
                        <a:pt x="1810" y="1458"/>
                      </a:lnTo>
                      <a:lnTo>
                        <a:pt x="1805" y="1458"/>
                      </a:lnTo>
                      <a:lnTo>
                        <a:pt x="1800" y="1459"/>
                      </a:lnTo>
                      <a:lnTo>
                        <a:pt x="1797" y="1461"/>
                      </a:lnTo>
                      <a:lnTo>
                        <a:pt x="1792" y="1465"/>
                      </a:lnTo>
                      <a:lnTo>
                        <a:pt x="1789" y="1469"/>
                      </a:lnTo>
                      <a:lnTo>
                        <a:pt x="1786" y="1473"/>
                      </a:lnTo>
                      <a:lnTo>
                        <a:pt x="1782" y="1477"/>
                      </a:lnTo>
                      <a:lnTo>
                        <a:pt x="1779" y="1479"/>
                      </a:lnTo>
                      <a:lnTo>
                        <a:pt x="1775" y="1480"/>
                      </a:lnTo>
                      <a:lnTo>
                        <a:pt x="1770" y="1480"/>
                      </a:lnTo>
                      <a:lnTo>
                        <a:pt x="1767" y="1479"/>
                      </a:lnTo>
                      <a:lnTo>
                        <a:pt x="1763" y="1477"/>
                      </a:lnTo>
                      <a:lnTo>
                        <a:pt x="1758" y="1473"/>
                      </a:lnTo>
                      <a:lnTo>
                        <a:pt x="1755" y="1468"/>
                      </a:lnTo>
                      <a:lnTo>
                        <a:pt x="1751" y="1461"/>
                      </a:lnTo>
                      <a:lnTo>
                        <a:pt x="1748" y="1452"/>
                      </a:lnTo>
                      <a:lnTo>
                        <a:pt x="1744" y="1443"/>
                      </a:lnTo>
                      <a:lnTo>
                        <a:pt x="1738" y="1424"/>
                      </a:lnTo>
                      <a:lnTo>
                        <a:pt x="1732" y="1411"/>
                      </a:lnTo>
                      <a:lnTo>
                        <a:pt x="1730" y="1408"/>
                      </a:lnTo>
                      <a:lnTo>
                        <a:pt x="1728" y="1404"/>
                      </a:lnTo>
                      <a:lnTo>
                        <a:pt x="1724" y="1403"/>
                      </a:lnTo>
                      <a:lnTo>
                        <a:pt x="1720" y="1402"/>
                      </a:lnTo>
                      <a:lnTo>
                        <a:pt x="1710" y="1402"/>
                      </a:lnTo>
                      <a:lnTo>
                        <a:pt x="1697" y="1404"/>
                      </a:lnTo>
                      <a:lnTo>
                        <a:pt x="1690" y="1404"/>
                      </a:lnTo>
                      <a:lnTo>
                        <a:pt x="1685" y="1404"/>
                      </a:lnTo>
                      <a:lnTo>
                        <a:pt x="1681" y="1403"/>
                      </a:lnTo>
                      <a:lnTo>
                        <a:pt x="1678" y="1400"/>
                      </a:lnTo>
                      <a:lnTo>
                        <a:pt x="1674" y="1392"/>
                      </a:lnTo>
                      <a:lnTo>
                        <a:pt x="1671" y="1383"/>
                      </a:lnTo>
                      <a:lnTo>
                        <a:pt x="1667" y="1372"/>
                      </a:lnTo>
                      <a:lnTo>
                        <a:pt x="1665" y="1362"/>
                      </a:lnTo>
                      <a:lnTo>
                        <a:pt x="1665" y="1359"/>
                      </a:lnTo>
                      <a:lnTo>
                        <a:pt x="1666" y="1356"/>
                      </a:lnTo>
                      <a:lnTo>
                        <a:pt x="1667" y="1354"/>
                      </a:lnTo>
                      <a:lnTo>
                        <a:pt x="1671" y="1353"/>
                      </a:lnTo>
                      <a:lnTo>
                        <a:pt x="1675" y="1353"/>
                      </a:lnTo>
                      <a:lnTo>
                        <a:pt x="1680" y="1355"/>
                      </a:lnTo>
                      <a:lnTo>
                        <a:pt x="1685" y="1358"/>
                      </a:lnTo>
                      <a:lnTo>
                        <a:pt x="1690" y="1361"/>
                      </a:lnTo>
                      <a:lnTo>
                        <a:pt x="1693" y="1362"/>
                      </a:lnTo>
                      <a:lnTo>
                        <a:pt x="1697" y="1364"/>
                      </a:lnTo>
                      <a:lnTo>
                        <a:pt x="1698" y="1362"/>
                      </a:lnTo>
                      <a:lnTo>
                        <a:pt x="1700" y="1361"/>
                      </a:lnTo>
                      <a:lnTo>
                        <a:pt x="1700" y="1359"/>
                      </a:lnTo>
                      <a:lnTo>
                        <a:pt x="1701" y="1355"/>
                      </a:lnTo>
                      <a:lnTo>
                        <a:pt x="1703" y="1348"/>
                      </a:lnTo>
                      <a:lnTo>
                        <a:pt x="1701" y="1342"/>
                      </a:lnTo>
                      <a:lnTo>
                        <a:pt x="1698" y="1336"/>
                      </a:lnTo>
                      <a:lnTo>
                        <a:pt x="1694" y="1332"/>
                      </a:lnTo>
                      <a:lnTo>
                        <a:pt x="1685" y="1321"/>
                      </a:lnTo>
                      <a:lnTo>
                        <a:pt x="1673" y="1310"/>
                      </a:lnTo>
                      <a:lnTo>
                        <a:pt x="1668" y="1303"/>
                      </a:lnTo>
                      <a:lnTo>
                        <a:pt x="1663" y="1295"/>
                      </a:lnTo>
                      <a:lnTo>
                        <a:pt x="1661" y="1291"/>
                      </a:lnTo>
                      <a:lnTo>
                        <a:pt x="1659" y="1288"/>
                      </a:lnTo>
                      <a:lnTo>
                        <a:pt x="1654" y="1284"/>
                      </a:lnTo>
                      <a:lnTo>
                        <a:pt x="1648" y="1282"/>
                      </a:lnTo>
                      <a:lnTo>
                        <a:pt x="1646" y="1282"/>
                      </a:lnTo>
                      <a:lnTo>
                        <a:pt x="1644" y="1279"/>
                      </a:lnTo>
                      <a:lnTo>
                        <a:pt x="1643" y="1278"/>
                      </a:lnTo>
                      <a:lnTo>
                        <a:pt x="1642" y="1276"/>
                      </a:lnTo>
                      <a:lnTo>
                        <a:pt x="1642" y="1269"/>
                      </a:lnTo>
                      <a:lnTo>
                        <a:pt x="1644" y="1261"/>
                      </a:lnTo>
                      <a:lnTo>
                        <a:pt x="1644" y="1260"/>
                      </a:lnTo>
                      <a:lnTo>
                        <a:pt x="1642" y="1259"/>
                      </a:lnTo>
                      <a:lnTo>
                        <a:pt x="1640" y="1258"/>
                      </a:lnTo>
                      <a:lnTo>
                        <a:pt x="1636" y="1257"/>
                      </a:lnTo>
                      <a:lnTo>
                        <a:pt x="1629" y="1257"/>
                      </a:lnTo>
                      <a:lnTo>
                        <a:pt x="1624" y="1255"/>
                      </a:lnTo>
                      <a:lnTo>
                        <a:pt x="1619" y="1254"/>
                      </a:lnTo>
                      <a:lnTo>
                        <a:pt x="1616" y="1252"/>
                      </a:lnTo>
                      <a:lnTo>
                        <a:pt x="1613" y="1250"/>
                      </a:lnTo>
                      <a:lnTo>
                        <a:pt x="1612" y="1247"/>
                      </a:lnTo>
                      <a:lnTo>
                        <a:pt x="1612" y="1244"/>
                      </a:lnTo>
                      <a:lnTo>
                        <a:pt x="1615" y="1240"/>
                      </a:lnTo>
                      <a:lnTo>
                        <a:pt x="1617" y="1236"/>
                      </a:lnTo>
                      <a:lnTo>
                        <a:pt x="1622" y="1232"/>
                      </a:lnTo>
                      <a:lnTo>
                        <a:pt x="1627" y="1227"/>
                      </a:lnTo>
                      <a:lnTo>
                        <a:pt x="1631" y="1222"/>
                      </a:lnTo>
                      <a:lnTo>
                        <a:pt x="1635" y="1216"/>
                      </a:lnTo>
                      <a:lnTo>
                        <a:pt x="1638" y="1210"/>
                      </a:lnTo>
                      <a:lnTo>
                        <a:pt x="1643" y="1198"/>
                      </a:lnTo>
                      <a:lnTo>
                        <a:pt x="1648" y="1185"/>
                      </a:lnTo>
                      <a:lnTo>
                        <a:pt x="1660" y="1170"/>
                      </a:lnTo>
                      <a:lnTo>
                        <a:pt x="1668" y="1163"/>
                      </a:lnTo>
                      <a:lnTo>
                        <a:pt x="1668" y="1159"/>
                      </a:lnTo>
                      <a:lnTo>
                        <a:pt x="1667" y="1157"/>
                      </a:lnTo>
                      <a:lnTo>
                        <a:pt x="1666" y="1154"/>
                      </a:lnTo>
                      <a:lnTo>
                        <a:pt x="1663" y="1152"/>
                      </a:lnTo>
                      <a:lnTo>
                        <a:pt x="1660" y="1150"/>
                      </a:lnTo>
                      <a:lnTo>
                        <a:pt x="1656" y="1148"/>
                      </a:lnTo>
                      <a:lnTo>
                        <a:pt x="1653" y="1147"/>
                      </a:lnTo>
                      <a:lnTo>
                        <a:pt x="1648" y="1147"/>
                      </a:lnTo>
                      <a:lnTo>
                        <a:pt x="1644" y="1148"/>
                      </a:lnTo>
                      <a:lnTo>
                        <a:pt x="1643" y="1151"/>
                      </a:lnTo>
                      <a:lnTo>
                        <a:pt x="1641" y="1154"/>
                      </a:lnTo>
                      <a:lnTo>
                        <a:pt x="1641" y="1158"/>
                      </a:lnTo>
                      <a:lnTo>
                        <a:pt x="1640" y="1163"/>
                      </a:lnTo>
                      <a:lnTo>
                        <a:pt x="1638" y="1166"/>
                      </a:lnTo>
                      <a:lnTo>
                        <a:pt x="1636" y="1169"/>
                      </a:lnTo>
                      <a:lnTo>
                        <a:pt x="1634" y="1171"/>
                      </a:lnTo>
                      <a:lnTo>
                        <a:pt x="1630" y="1172"/>
                      </a:lnTo>
                      <a:lnTo>
                        <a:pt x="1627" y="1173"/>
                      </a:lnTo>
                      <a:lnTo>
                        <a:pt x="1623" y="1173"/>
                      </a:lnTo>
                      <a:lnTo>
                        <a:pt x="1619" y="1172"/>
                      </a:lnTo>
                      <a:lnTo>
                        <a:pt x="1617" y="1170"/>
                      </a:lnTo>
                      <a:lnTo>
                        <a:pt x="1615" y="1167"/>
                      </a:lnTo>
                      <a:lnTo>
                        <a:pt x="1613" y="1165"/>
                      </a:lnTo>
                      <a:lnTo>
                        <a:pt x="1612" y="1160"/>
                      </a:lnTo>
                      <a:lnTo>
                        <a:pt x="1615" y="1150"/>
                      </a:lnTo>
                      <a:lnTo>
                        <a:pt x="1617" y="1139"/>
                      </a:lnTo>
                      <a:lnTo>
                        <a:pt x="1618" y="1133"/>
                      </a:lnTo>
                      <a:lnTo>
                        <a:pt x="1619" y="1127"/>
                      </a:lnTo>
                      <a:lnTo>
                        <a:pt x="1619" y="1122"/>
                      </a:lnTo>
                      <a:lnTo>
                        <a:pt x="1619" y="1116"/>
                      </a:lnTo>
                      <a:lnTo>
                        <a:pt x="1617" y="1113"/>
                      </a:lnTo>
                      <a:lnTo>
                        <a:pt x="1615" y="1108"/>
                      </a:lnTo>
                      <a:lnTo>
                        <a:pt x="1611" y="1106"/>
                      </a:lnTo>
                      <a:lnTo>
                        <a:pt x="1606" y="1103"/>
                      </a:lnTo>
                      <a:lnTo>
                        <a:pt x="1598" y="1100"/>
                      </a:lnTo>
                      <a:lnTo>
                        <a:pt x="1590" y="1099"/>
                      </a:lnTo>
                      <a:lnTo>
                        <a:pt x="1584" y="1097"/>
                      </a:lnTo>
                      <a:lnTo>
                        <a:pt x="1580" y="1095"/>
                      </a:lnTo>
                      <a:lnTo>
                        <a:pt x="1578" y="1093"/>
                      </a:lnTo>
                      <a:lnTo>
                        <a:pt x="1577" y="1089"/>
                      </a:lnTo>
                      <a:lnTo>
                        <a:pt x="1577" y="1085"/>
                      </a:lnTo>
                      <a:lnTo>
                        <a:pt x="1577" y="1082"/>
                      </a:lnTo>
                      <a:lnTo>
                        <a:pt x="1575" y="1074"/>
                      </a:lnTo>
                      <a:lnTo>
                        <a:pt x="1574" y="1069"/>
                      </a:lnTo>
                      <a:lnTo>
                        <a:pt x="1571" y="1065"/>
                      </a:lnTo>
                      <a:lnTo>
                        <a:pt x="1566" y="1061"/>
                      </a:lnTo>
                      <a:lnTo>
                        <a:pt x="1560" y="1056"/>
                      </a:lnTo>
                      <a:lnTo>
                        <a:pt x="1552" y="1051"/>
                      </a:lnTo>
                      <a:lnTo>
                        <a:pt x="1548" y="1047"/>
                      </a:lnTo>
                      <a:lnTo>
                        <a:pt x="1545" y="1044"/>
                      </a:lnTo>
                      <a:lnTo>
                        <a:pt x="1541" y="1039"/>
                      </a:lnTo>
                      <a:lnTo>
                        <a:pt x="1539" y="1033"/>
                      </a:lnTo>
                      <a:lnTo>
                        <a:pt x="1536" y="1027"/>
                      </a:lnTo>
                      <a:lnTo>
                        <a:pt x="1536" y="1021"/>
                      </a:lnTo>
                      <a:lnTo>
                        <a:pt x="1537" y="1015"/>
                      </a:lnTo>
                      <a:lnTo>
                        <a:pt x="1539" y="1011"/>
                      </a:lnTo>
                      <a:lnTo>
                        <a:pt x="1542" y="999"/>
                      </a:lnTo>
                      <a:lnTo>
                        <a:pt x="1547" y="984"/>
                      </a:lnTo>
                      <a:lnTo>
                        <a:pt x="1547" y="977"/>
                      </a:lnTo>
                      <a:lnTo>
                        <a:pt x="1547" y="971"/>
                      </a:lnTo>
                      <a:lnTo>
                        <a:pt x="1545" y="968"/>
                      </a:lnTo>
                      <a:lnTo>
                        <a:pt x="1542" y="964"/>
                      </a:lnTo>
                      <a:lnTo>
                        <a:pt x="1537" y="963"/>
                      </a:lnTo>
                      <a:lnTo>
                        <a:pt x="1533" y="961"/>
                      </a:lnTo>
                      <a:lnTo>
                        <a:pt x="1527" y="961"/>
                      </a:lnTo>
                      <a:lnTo>
                        <a:pt x="1521" y="961"/>
                      </a:lnTo>
                      <a:lnTo>
                        <a:pt x="1515" y="959"/>
                      </a:lnTo>
                      <a:lnTo>
                        <a:pt x="1510" y="959"/>
                      </a:lnTo>
                      <a:lnTo>
                        <a:pt x="1508" y="958"/>
                      </a:lnTo>
                      <a:lnTo>
                        <a:pt x="1505" y="956"/>
                      </a:lnTo>
                      <a:lnTo>
                        <a:pt x="1504" y="950"/>
                      </a:lnTo>
                      <a:lnTo>
                        <a:pt x="1504" y="940"/>
                      </a:lnTo>
                      <a:lnTo>
                        <a:pt x="1505" y="931"/>
                      </a:lnTo>
                      <a:lnTo>
                        <a:pt x="1504" y="921"/>
                      </a:lnTo>
                      <a:lnTo>
                        <a:pt x="1502" y="912"/>
                      </a:lnTo>
                      <a:lnTo>
                        <a:pt x="1498" y="901"/>
                      </a:lnTo>
                      <a:lnTo>
                        <a:pt x="1491" y="889"/>
                      </a:lnTo>
                      <a:lnTo>
                        <a:pt x="1484" y="877"/>
                      </a:lnTo>
                      <a:lnTo>
                        <a:pt x="1480" y="872"/>
                      </a:lnTo>
                      <a:lnTo>
                        <a:pt x="1478" y="866"/>
                      </a:lnTo>
                      <a:lnTo>
                        <a:pt x="1476" y="861"/>
                      </a:lnTo>
                      <a:lnTo>
                        <a:pt x="1476" y="855"/>
                      </a:lnTo>
                      <a:lnTo>
                        <a:pt x="1474" y="850"/>
                      </a:lnTo>
                      <a:lnTo>
                        <a:pt x="1473" y="845"/>
                      </a:lnTo>
                      <a:lnTo>
                        <a:pt x="1471" y="842"/>
                      </a:lnTo>
                      <a:lnTo>
                        <a:pt x="1468" y="839"/>
                      </a:lnTo>
                      <a:lnTo>
                        <a:pt x="1462" y="836"/>
                      </a:lnTo>
                      <a:lnTo>
                        <a:pt x="1457" y="834"/>
                      </a:lnTo>
                      <a:lnTo>
                        <a:pt x="1452" y="831"/>
                      </a:lnTo>
                      <a:lnTo>
                        <a:pt x="1448" y="828"/>
                      </a:lnTo>
                      <a:lnTo>
                        <a:pt x="1447" y="822"/>
                      </a:lnTo>
                      <a:lnTo>
                        <a:pt x="1447" y="813"/>
                      </a:lnTo>
                      <a:lnTo>
                        <a:pt x="1447" y="805"/>
                      </a:lnTo>
                      <a:lnTo>
                        <a:pt x="1447" y="797"/>
                      </a:lnTo>
                      <a:lnTo>
                        <a:pt x="1447" y="786"/>
                      </a:lnTo>
                      <a:lnTo>
                        <a:pt x="1447" y="776"/>
                      </a:lnTo>
                      <a:lnTo>
                        <a:pt x="1447" y="767"/>
                      </a:lnTo>
                      <a:lnTo>
                        <a:pt x="1446" y="759"/>
                      </a:lnTo>
                      <a:lnTo>
                        <a:pt x="1445" y="755"/>
                      </a:lnTo>
                      <a:lnTo>
                        <a:pt x="1442" y="750"/>
                      </a:lnTo>
                      <a:lnTo>
                        <a:pt x="1440" y="747"/>
                      </a:lnTo>
                      <a:lnTo>
                        <a:pt x="1436" y="742"/>
                      </a:lnTo>
                      <a:lnTo>
                        <a:pt x="1424" y="730"/>
                      </a:lnTo>
                      <a:lnTo>
                        <a:pt x="1413" y="717"/>
                      </a:lnTo>
                      <a:lnTo>
                        <a:pt x="1408" y="709"/>
                      </a:lnTo>
                      <a:lnTo>
                        <a:pt x="1404" y="700"/>
                      </a:lnTo>
                      <a:lnTo>
                        <a:pt x="1403" y="692"/>
                      </a:lnTo>
                      <a:lnTo>
                        <a:pt x="1402" y="683"/>
                      </a:lnTo>
                      <a:lnTo>
                        <a:pt x="1398" y="668"/>
                      </a:lnTo>
                      <a:lnTo>
                        <a:pt x="1394" y="654"/>
                      </a:lnTo>
                      <a:lnTo>
                        <a:pt x="1390" y="642"/>
                      </a:lnTo>
                      <a:lnTo>
                        <a:pt x="1385" y="635"/>
                      </a:lnTo>
                      <a:lnTo>
                        <a:pt x="1382" y="633"/>
                      </a:lnTo>
                      <a:lnTo>
                        <a:pt x="1377" y="631"/>
                      </a:lnTo>
                      <a:lnTo>
                        <a:pt x="1372" y="631"/>
                      </a:lnTo>
                      <a:lnTo>
                        <a:pt x="1369" y="633"/>
                      </a:lnTo>
                      <a:lnTo>
                        <a:pt x="1364" y="635"/>
                      </a:lnTo>
                      <a:lnTo>
                        <a:pt x="1359" y="640"/>
                      </a:lnTo>
                      <a:lnTo>
                        <a:pt x="1355" y="645"/>
                      </a:lnTo>
                      <a:lnTo>
                        <a:pt x="1353" y="650"/>
                      </a:lnTo>
                      <a:lnTo>
                        <a:pt x="1351" y="656"/>
                      </a:lnTo>
                      <a:lnTo>
                        <a:pt x="1347" y="661"/>
                      </a:lnTo>
                      <a:lnTo>
                        <a:pt x="1342" y="665"/>
                      </a:lnTo>
                      <a:lnTo>
                        <a:pt x="1339" y="667"/>
                      </a:lnTo>
                      <a:lnTo>
                        <a:pt x="1334" y="668"/>
                      </a:lnTo>
                      <a:lnTo>
                        <a:pt x="1331" y="668"/>
                      </a:lnTo>
                      <a:lnTo>
                        <a:pt x="1326" y="666"/>
                      </a:lnTo>
                      <a:lnTo>
                        <a:pt x="1322" y="664"/>
                      </a:lnTo>
                      <a:lnTo>
                        <a:pt x="1316" y="652"/>
                      </a:lnTo>
                      <a:lnTo>
                        <a:pt x="1312" y="639"/>
                      </a:lnTo>
                      <a:lnTo>
                        <a:pt x="1310" y="637"/>
                      </a:lnTo>
                      <a:lnTo>
                        <a:pt x="1309" y="636"/>
                      </a:lnTo>
                      <a:lnTo>
                        <a:pt x="1308" y="635"/>
                      </a:lnTo>
                      <a:lnTo>
                        <a:pt x="1307" y="636"/>
                      </a:lnTo>
                      <a:lnTo>
                        <a:pt x="1304" y="639"/>
                      </a:lnTo>
                      <a:lnTo>
                        <a:pt x="1302" y="642"/>
                      </a:lnTo>
                      <a:lnTo>
                        <a:pt x="1294" y="654"/>
                      </a:lnTo>
                      <a:lnTo>
                        <a:pt x="1287" y="667"/>
                      </a:lnTo>
                      <a:lnTo>
                        <a:pt x="1283" y="675"/>
                      </a:lnTo>
                      <a:lnTo>
                        <a:pt x="1281" y="685"/>
                      </a:lnTo>
                      <a:lnTo>
                        <a:pt x="1279" y="687"/>
                      </a:lnTo>
                      <a:lnTo>
                        <a:pt x="1278" y="688"/>
                      </a:lnTo>
                      <a:lnTo>
                        <a:pt x="1277" y="688"/>
                      </a:lnTo>
                      <a:lnTo>
                        <a:pt x="1275" y="688"/>
                      </a:lnTo>
                      <a:lnTo>
                        <a:pt x="1269" y="690"/>
                      </a:lnTo>
                      <a:lnTo>
                        <a:pt x="1263" y="692"/>
                      </a:lnTo>
                      <a:lnTo>
                        <a:pt x="1257" y="696"/>
                      </a:lnTo>
                      <a:lnTo>
                        <a:pt x="1250" y="697"/>
                      </a:lnTo>
                      <a:lnTo>
                        <a:pt x="1246" y="698"/>
                      </a:lnTo>
                      <a:lnTo>
                        <a:pt x="1243" y="698"/>
                      </a:lnTo>
                      <a:lnTo>
                        <a:pt x="1240" y="697"/>
                      </a:lnTo>
                      <a:lnTo>
                        <a:pt x="1238" y="696"/>
                      </a:lnTo>
                      <a:lnTo>
                        <a:pt x="1237" y="691"/>
                      </a:lnTo>
                      <a:lnTo>
                        <a:pt x="1235" y="684"/>
                      </a:lnTo>
                      <a:lnTo>
                        <a:pt x="1237" y="672"/>
                      </a:lnTo>
                      <a:lnTo>
                        <a:pt x="1240" y="662"/>
                      </a:lnTo>
                      <a:lnTo>
                        <a:pt x="1241" y="658"/>
                      </a:lnTo>
                      <a:lnTo>
                        <a:pt x="1243" y="654"/>
                      </a:lnTo>
                      <a:lnTo>
                        <a:pt x="1243" y="650"/>
                      </a:lnTo>
                      <a:lnTo>
                        <a:pt x="1243" y="647"/>
                      </a:lnTo>
                      <a:lnTo>
                        <a:pt x="1240" y="643"/>
                      </a:lnTo>
                      <a:lnTo>
                        <a:pt x="1238" y="640"/>
                      </a:lnTo>
                      <a:lnTo>
                        <a:pt x="1233" y="639"/>
                      </a:lnTo>
                      <a:lnTo>
                        <a:pt x="1227" y="636"/>
                      </a:lnTo>
                      <a:lnTo>
                        <a:pt x="1215" y="634"/>
                      </a:lnTo>
                      <a:lnTo>
                        <a:pt x="1202" y="629"/>
                      </a:lnTo>
                      <a:lnTo>
                        <a:pt x="1197" y="626"/>
                      </a:lnTo>
                      <a:lnTo>
                        <a:pt x="1195" y="623"/>
                      </a:lnTo>
                      <a:lnTo>
                        <a:pt x="1194" y="621"/>
                      </a:lnTo>
                      <a:lnTo>
                        <a:pt x="1195" y="617"/>
                      </a:lnTo>
                      <a:lnTo>
                        <a:pt x="1199" y="612"/>
                      </a:lnTo>
                      <a:lnTo>
                        <a:pt x="1206" y="606"/>
                      </a:lnTo>
                      <a:lnTo>
                        <a:pt x="1208" y="603"/>
                      </a:lnTo>
                      <a:lnTo>
                        <a:pt x="1208" y="601"/>
                      </a:lnTo>
                      <a:lnTo>
                        <a:pt x="1208" y="598"/>
                      </a:lnTo>
                      <a:lnTo>
                        <a:pt x="1206" y="596"/>
                      </a:lnTo>
                      <a:lnTo>
                        <a:pt x="1200" y="589"/>
                      </a:lnTo>
                      <a:lnTo>
                        <a:pt x="1193" y="578"/>
                      </a:lnTo>
                      <a:lnTo>
                        <a:pt x="1184" y="564"/>
                      </a:lnTo>
                      <a:lnTo>
                        <a:pt x="1174" y="546"/>
                      </a:lnTo>
                      <a:lnTo>
                        <a:pt x="1164" y="528"/>
                      </a:lnTo>
                      <a:lnTo>
                        <a:pt x="1157" y="514"/>
                      </a:lnTo>
                      <a:lnTo>
                        <a:pt x="1156" y="508"/>
                      </a:lnTo>
                      <a:lnTo>
                        <a:pt x="1155" y="503"/>
                      </a:lnTo>
                      <a:lnTo>
                        <a:pt x="1156" y="500"/>
                      </a:lnTo>
                      <a:lnTo>
                        <a:pt x="1158" y="496"/>
                      </a:lnTo>
                      <a:lnTo>
                        <a:pt x="1162" y="494"/>
                      </a:lnTo>
                      <a:lnTo>
                        <a:pt x="1165" y="491"/>
                      </a:lnTo>
                      <a:lnTo>
                        <a:pt x="1170" y="490"/>
                      </a:lnTo>
                      <a:lnTo>
                        <a:pt x="1175" y="490"/>
                      </a:lnTo>
                      <a:lnTo>
                        <a:pt x="1184" y="490"/>
                      </a:lnTo>
                      <a:lnTo>
                        <a:pt x="1194" y="489"/>
                      </a:lnTo>
                      <a:lnTo>
                        <a:pt x="1199" y="488"/>
                      </a:lnTo>
                      <a:lnTo>
                        <a:pt x="1202" y="486"/>
                      </a:lnTo>
                      <a:lnTo>
                        <a:pt x="1205" y="485"/>
                      </a:lnTo>
                      <a:lnTo>
                        <a:pt x="1207" y="483"/>
                      </a:lnTo>
                      <a:lnTo>
                        <a:pt x="1209" y="477"/>
                      </a:lnTo>
                      <a:lnTo>
                        <a:pt x="1209" y="471"/>
                      </a:lnTo>
                      <a:lnTo>
                        <a:pt x="1208" y="465"/>
                      </a:lnTo>
                      <a:lnTo>
                        <a:pt x="1205" y="459"/>
                      </a:lnTo>
                      <a:lnTo>
                        <a:pt x="1203" y="457"/>
                      </a:lnTo>
                      <a:lnTo>
                        <a:pt x="1202" y="454"/>
                      </a:lnTo>
                      <a:lnTo>
                        <a:pt x="1202" y="452"/>
                      </a:lnTo>
                      <a:lnTo>
                        <a:pt x="1203" y="451"/>
                      </a:lnTo>
                      <a:lnTo>
                        <a:pt x="1207" y="446"/>
                      </a:lnTo>
                      <a:lnTo>
                        <a:pt x="1210" y="439"/>
                      </a:lnTo>
                      <a:lnTo>
                        <a:pt x="1210" y="435"/>
                      </a:lnTo>
                      <a:lnTo>
                        <a:pt x="1209" y="432"/>
                      </a:lnTo>
                      <a:lnTo>
                        <a:pt x="1208" y="429"/>
                      </a:lnTo>
                      <a:lnTo>
                        <a:pt x="1205" y="427"/>
                      </a:lnTo>
                      <a:lnTo>
                        <a:pt x="1196" y="423"/>
                      </a:lnTo>
                      <a:lnTo>
                        <a:pt x="1189" y="420"/>
                      </a:lnTo>
                      <a:lnTo>
                        <a:pt x="1186" y="417"/>
                      </a:lnTo>
                      <a:lnTo>
                        <a:pt x="1183" y="414"/>
                      </a:lnTo>
                      <a:lnTo>
                        <a:pt x="1181" y="412"/>
                      </a:lnTo>
                      <a:lnTo>
                        <a:pt x="1180" y="408"/>
                      </a:lnTo>
                      <a:lnTo>
                        <a:pt x="1178" y="400"/>
                      </a:lnTo>
                      <a:lnTo>
                        <a:pt x="1178" y="391"/>
                      </a:lnTo>
                      <a:lnTo>
                        <a:pt x="1176" y="382"/>
                      </a:lnTo>
                      <a:lnTo>
                        <a:pt x="1172" y="374"/>
                      </a:lnTo>
                      <a:lnTo>
                        <a:pt x="1166" y="364"/>
                      </a:lnTo>
                      <a:lnTo>
                        <a:pt x="1161" y="353"/>
                      </a:lnTo>
                      <a:lnTo>
                        <a:pt x="1155" y="340"/>
                      </a:lnTo>
                      <a:lnTo>
                        <a:pt x="1149" y="325"/>
                      </a:lnTo>
                      <a:lnTo>
                        <a:pt x="1146" y="319"/>
                      </a:lnTo>
                      <a:lnTo>
                        <a:pt x="1144" y="313"/>
                      </a:lnTo>
                      <a:lnTo>
                        <a:pt x="1140" y="308"/>
                      </a:lnTo>
                      <a:lnTo>
                        <a:pt x="1138" y="305"/>
                      </a:lnTo>
                      <a:lnTo>
                        <a:pt x="1120" y="306"/>
                      </a:lnTo>
                      <a:lnTo>
                        <a:pt x="1107" y="307"/>
                      </a:lnTo>
                      <a:lnTo>
                        <a:pt x="1106" y="305"/>
                      </a:lnTo>
                      <a:lnTo>
                        <a:pt x="1108" y="302"/>
                      </a:lnTo>
                      <a:lnTo>
                        <a:pt x="1111" y="300"/>
                      </a:lnTo>
                      <a:lnTo>
                        <a:pt x="1113" y="296"/>
                      </a:lnTo>
                      <a:lnTo>
                        <a:pt x="1117" y="293"/>
                      </a:lnTo>
                      <a:lnTo>
                        <a:pt x="1120" y="287"/>
                      </a:lnTo>
                      <a:lnTo>
                        <a:pt x="1121" y="281"/>
                      </a:lnTo>
                      <a:lnTo>
                        <a:pt x="1121" y="274"/>
                      </a:lnTo>
                      <a:lnTo>
                        <a:pt x="1121" y="270"/>
                      </a:lnTo>
                      <a:lnTo>
                        <a:pt x="1119" y="267"/>
                      </a:lnTo>
                      <a:lnTo>
                        <a:pt x="1118" y="263"/>
                      </a:lnTo>
                      <a:lnTo>
                        <a:pt x="1114" y="261"/>
                      </a:lnTo>
                      <a:lnTo>
                        <a:pt x="1108" y="256"/>
                      </a:lnTo>
                      <a:lnTo>
                        <a:pt x="1101" y="251"/>
                      </a:lnTo>
                      <a:lnTo>
                        <a:pt x="1086" y="245"/>
                      </a:lnTo>
                      <a:lnTo>
                        <a:pt x="1075" y="238"/>
                      </a:lnTo>
                      <a:lnTo>
                        <a:pt x="1071" y="236"/>
                      </a:lnTo>
                      <a:lnTo>
                        <a:pt x="1069" y="232"/>
                      </a:lnTo>
                      <a:lnTo>
                        <a:pt x="1068" y="227"/>
                      </a:lnTo>
                      <a:lnTo>
                        <a:pt x="1068" y="224"/>
                      </a:lnTo>
                      <a:lnTo>
                        <a:pt x="1069" y="215"/>
                      </a:lnTo>
                      <a:lnTo>
                        <a:pt x="1073" y="206"/>
                      </a:lnTo>
                      <a:lnTo>
                        <a:pt x="1075" y="201"/>
                      </a:lnTo>
                      <a:lnTo>
                        <a:pt x="1075" y="196"/>
                      </a:lnTo>
                      <a:lnTo>
                        <a:pt x="1075" y="193"/>
                      </a:lnTo>
                      <a:lnTo>
                        <a:pt x="1074" y="189"/>
                      </a:lnTo>
                      <a:lnTo>
                        <a:pt x="1073" y="187"/>
                      </a:lnTo>
                      <a:lnTo>
                        <a:pt x="1069" y="186"/>
                      </a:lnTo>
                      <a:lnTo>
                        <a:pt x="1065" y="185"/>
                      </a:lnTo>
                      <a:lnTo>
                        <a:pt x="1062" y="186"/>
                      </a:lnTo>
                      <a:lnTo>
                        <a:pt x="1051" y="189"/>
                      </a:lnTo>
                      <a:lnTo>
                        <a:pt x="1042" y="194"/>
                      </a:lnTo>
                      <a:lnTo>
                        <a:pt x="1038" y="198"/>
                      </a:lnTo>
                      <a:lnTo>
                        <a:pt x="1035" y="202"/>
                      </a:lnTo>
                      <a:lnTo>
                        <a:pt x="1032" y="206"/>
                      </a:lnTo>
                      <a:lnTo>
                        <a:pt x="1031" y="211"/>
                      </a:lnTo>
                      <a:lnTo>
                        <a:pt x="1030" y="220"/>
                      </a:lnTo>
                      <a:lnTo>
                        <a:pt x="1027" y="226"/>
                      </a:lnTo>
                      <a:lnTo>
                        <a:pt x="1025" y="229"/>
                      </a:lnTo>
                      <a:lnTo>
                        <a:pt x="1021" y="231"/>
                      </a:lnTo>
                      <a:lnTo>
                        <a:pt x="1018" y="233"/>
                      </a:lnTo>
                      <a:lnTo>
                        <a:pt x="1013" y="233"/>
                      </a:lnTo>
                      <a:lnTo>
                        <a:pt x="1008" y="234"/>
                      </a:lnTo>
                      <a:lnTo>
                        <a:pt x="1005" y="237"/>
                      </a:lnTo>
                      <a:lnTo>
                        <a:pt x="1001" y="239"/>
                      </a:lnTo>
                      <a:lnTo>
                        <a:pt x="999" y="242"/>
                      </a:lnTo>
                      <a:lnTo>
                        <a:pt x="996" y="248"/>
                      </a:lnTo>
                      <a:lnTo>
                        <a:pt x="995" y="256"/>
                      </a:lnTo>
                      <a:lnTo>
                        <a:pt x="995" y="263"/>
                      </a:lnTo>
                      <a:lnTo>
                        <a:pt x="995" y="272"/>
                      </a:lnTo>
                      <a:lnTo>
                        <a:pt x="994" y="277"/>
                      </a:lnTo>
                      <a:lnTo>
                        <a:pt x="993" y="281"/>
                      </a:lnTo>
                      <a:lnTo>
                        <a:pt x="989" y="286"/>
                      </a:lnTo>
                      <a:lnTo>
                        <a:pt x="986" y="290"/>
                      </a:lnTo>
                      <a:lnTo>
                        <a:pt x="981" y="294"/>
                      </a:lnTo>
                      <a:lnTo>
                        <a:pt x="975" y="296"/>
                      </a:lnTo>
                      <a:lnTo>
                        <a:pt x="970" y="299"/>
                      </a:lnTo>
                      <a:lnTo>
                        <a:pt x="966" y="300"/>
                      </a:lnTo>
                      <a:lnTo>
                        <a:pt x="954" y="301"/>
                      </a:lnTo>
                      <a:lnTo>
                        <a:pt x="942" y="301"/>
                      </a:lnTo>
                      <a:lnTo>
                        <a:pt x="936" y="301"/>
                      </a:lnTo>
                      <a:lnTo>
                        <a:pt x="931" y="303"/>
                      </a:lnTo>
                      <a:lnTo>
                        <a:pt x="928" y="306"/>
                      </a:lnTo>
                      <a:lnTo>
                        <a:pt x="924" y="309"/>
                      </a:lnTo>
                      <a:lnTo>
                        <a:pt x="922" y="313"/>
                      </a:lnTo>
                      <a:lnTo>
                        <a:pt x="920" y="318"/>
                      </a:lnTo>
                      <a:lnTo>
                        <a:pt x="920" y="321"/>
                      </a:lnTo>
                      <a:lnTo>
                        <a:pt x="922" y="325"/>
                      </a:lnTo>
                      <a:lnTo>
                        <a:pt x="925" y="333"/>
                      </a:lnTo>
                      <a:lnTo>
                        <a:pt x="929" y="344"/>
                      </a:lnTo>
                      <a:lnTo>
                        <a:pt x="931" y="357"/>
                      </a:lnTo>
                      <a:lnTo>
                        <a:pt x="931" y="372"/>
                      </a:lnTo>
                      <a:lnTo>
                        <a:pt x="931" y="389"/>
                      </a:lnTo>
                      <a:lnTo>
                        <a:pt x="929" y="404"/>
                      </a:lnTo>
                      <a:lnTo>
                        <a:pt x="926" y="410"/>
                      </a:lnTo>
                      <a:lnTo>
                        <a:pt x="924" y="417"/>
                      </a:lnTo>
                      <a:lnTo>
                        <a:pt x="922" y="422"/>
                      </a:lnTo>
                      <a:lnTo>
                        <a:pt x="919" y="426"/>
                      </a:lnTo>
                      <a:lnTo>
                        <a:pt x="917" y="431"/>
                      </a:lnTo>
                      <a:lnTo>
                        <a:pt x="913" y="435"/>
                      </a:lnTo>
                      <a:lnTo>
                        <a:pt x="911" y="441"/>
                      </a:lnTo>
                      <a:lnTo>
                        <a:pt x="910" y="448"/>
                      </a:lnTo>
                      <a:lnTo>
                        <a:pt x="909" y="456"/>
                      </a:lnTo>
                      <a:lnTo>
                        <a:pt x="907" y="460"/>
                      </a:lnTo>
                      <a:lnTo>
                        <a:pt x="906" y="461"/>
                      </a:lnTo>
                      <a:lnTo>
                        <a:pt x="904" y="460"/>
                      </a:lnTo>
                      <a:lnTo>
                        <a:pt x="901" y="459"/>
                      </a:lnTo>
                      <a:lnTo>
                        <a:pt x="898" y="454"/>
                      </a:lnTo>
                      <a:lnTo>
                        <a:pt x="893" y="447"/>
                      </a:lnTo>
                      <a:lnTo>
                        <a:pt x="890" y="439"/>
                      </a:lnTo>
                      <a:lnTo>
                        <a:pt x="886" y="431"/>
                      </a:lnTo>
                      <a:lnTo>
                        <a:pt x="884" y="420"/>
                      </a:lnTo>
                      <a:lnTo>
                        <a:pt x="882" y="415"/>
                      </a:lnTo>
                      <a:lnTo>
                        <a:pt x="880" y="409"/>
                      </a:lnTo>
                      <a:lnTo>
                        <a:pt x="876" y="404"/>
                      </a:lnTo>
                      <a:lnTo>
                        <a:pt x="873" y="400"/>
                      </a:lnTo>
                      <a:lnTo>
                        <a:pt x="866" y="391"/>
                      </a:lnTo>
                      <a:lnTo>
                        <a:pt x="860" y="384"/>
                      </a:lnTo>
                      <a:lnTo>
                        <a:pt x="855" y="377"/>
                      </a:lnTo>
                      <a:lnTo>
                        <a:pt x="851" y="369"/>
                      </a:lnTo>
                      <a:lnTo>
                        <a:pt x="848" y="359"/>
                      </a:lnTo>
                      <a:lnTo>
                        <a:pt x="848" y="350"/>
                      </a:lnTo>
                      <a:lnTo>
                        <a:pt x="849" y="343"/>
                      </a:lnTo>
                      <a:lnTo>
                        <a:pt x="851" y="335"/>
                      </a:lnTo>
                      <a:lnTo>
                        <a:pt x="855" y="330"/>
                      </a:lnTo>
                      <a:lnTo>
                        <a:pt x="857" y="325"/>
                      </a:lnTo>
                      <a:lnTo>
                        <a:pt x="860" y="316"/>
                      </a:lnTo>
                      <a:lnTo>
                        <a:pt x="860" y="307"/>
                      </a:lnTo>
                      <a:lnTo>
                        <a:pt x="860" y="296"/>
                      </a:lnTo>
                      <a:lnTo>
                        <a:pt x="859" y="287"/>
                      </a:lnTo>
                      <a:lnTo>
                        <a:pt x="856" y="276"/>
                      </a:lnTo>
                      <a:lnTo>
                        <a:pt x="854" y="265"/>
                      </a:lnTo>
                      <a:lnTo>
                        <a:pt x="850" y="255"/>
                      </a:lnTo>
                      <a:lnTo>
                        <a:pt x="847" y="244"/>
                      </a:lnTo>
                      <a:lnTo>
                        <a:pt x="844" y="233"/>
                      </a:lnTo>
                      <a:lnTo>
                        <a:pt x="842" y="220"/>
                      </a:lnTo>
                      <a:lnTo>
                        <a:pt x="840" y="206"/>
                      </a:lnTo>
                      <a:lnTo>
                        <a:pt x="840" y="193"/>
                      </a:lnTo>
                      <a:lnTo>
                        <a:pt x="841" y="181"/>
                      </a:lnTo>
                      <a:lnTo>
                        <a:pt x="843" y="169"/>
                      </a:lnTo>
                      <a:lnTo>
                        <a:pt x="846" y="160"/>
                      </a:lnTo>
                      <a:lnTo>
                        <a:pt x="848" y="152"/>
                      </a:lnTo>
                      <a:lnTo>
                        <a:pt x="850" y="137"/>
                      </a:lnTo>
                      <a:lnTo>
                        <a:pt x="850" y="118"/>
                      </a:lnTo>
                      <a:lnTo>
                        <a:pt x="853" y="107"/>
                      </a:lnTo>
                      <a:lnTo>
                        <a:pt x="856" y="95"/>
                      </a:lnTo>
                      <a:lnTo>
                        <a:pt x="860" y="84"/>
                      </a:lnTo>
                      <a:lnTo>
                        <a:pt x="862" y="74"/>
                      </a:lnTo>
                      <a:lnTo>
                        <a:pt x="862" y="63"/>
                      </a:lnTo>
                      <a:lnTo>
                        <a:pt x="862" y="50"/>
                      </a:lnTo>
                      <a:lnTo>
                        <a:pt x="863" y="34"/>
                      </a:lnTo>
                      <a:lnTo>
                        <a:pt x="863" y="13"/>
                      </a:lnTo>
                      <a:lnTo>
                        <a:pt x="863" y="6"/>
                      </a:lnTo>
                      <a:lnTo>
                        <a:pt x="863" y="4"/>
                      </a:lnTo>
                      <a:lnTo>
                        <a:pt x="862" y="3"/>
                      </a:lnTo>
                      <a:lnTo>
                        <a:pt x="856" y="1"/>
                      </a:lnTo>
                      <a:close/>
                    </a:path>
                  </a:pathLst>
                </a:custGeom>
                <a:solidFill>
                  <a:srgbClr val="9BC2E6"/>
                </a:solidFill>
                <a:ln w="9525">
                  <a:solidFill>
                    <a:srgbClr val="AFABAB"/>
                  </a:solidFill>
                  <a:round/>
                  <a:headEnd/>
                  <a:tailEnd/>
                </a:ln>
              </p:spPr>
              <p:txBody>
                <a:bodyPr/>
                <a:lstStyle/>
                <a:p>
                  <a:endParaRPr lang="zh-CN" altLang="en-US"/>
                </a:p>
              </p:txBody>
            </p:sp>
            <p:sp>
              <p:nvSpPr>
                <p:cNvPr id="59" name="青海">
                  <a:extLst>
                    <a:ext uri="{FF2B5EF4-FFF2-40B4-BE49-F238E27FC236}">
                      <a16:creationId xmlns:a16="http://schemas.microsoft.com/office/drawing/2014/main" id="{2B39CB48-0C25-4AE3-88DC-1F6AB3EB29EF}"/>
                    </a:ext>
                  </a:extLst>
                </p:cNvPr>
                <p:cNvSpPr>
                  <a:spLocks/>
                </p:cNvSpPr>
                <p:nvPr/>
              </p:nvSpPr>
              <p:spPr bwMode="auto">
                <a:xfrm>
                  <a:off x="1238265" y="1590758"/>
                  <a:ext cx="1257316" cy="914448"/>
                </a:xfrm>
                <a:custGeom>
                  <a:avLst/>
                  <a:gdLst>
                    <a:gd name="T0" fmla="*/ 2147483646 w 4767"/>
                    <a:gd name="T1" fmla="*/ 2147483646 h 3475"/>
                    <a:gd name="T2" fmla="*/ 2147483646 w 4767"/>
                    <a:gd name="T3" fmla="*/ 2147483646 h 3475"/>
                    <a:gd name="T4" fmla="*/ 2147483646 w 4767"/>
                    <a:gd name="T5" fmla="*/ 2147483646 h 3475"/>
                    <a:gd name="T6" fmla="*/ 2147483646 w 4767"/>
                    <a:gd name="T7" fmla="*/ 2147483646 h 3475"/>
                    <a:gd name="T8" fmla="*/ 2147483646 w 4767"/>
                    <a:gd name="T9" fmla="*/ 2147483646 h 3475"/>
                    <a:gd name="T10" fmla="*/ 2147483646 w 4767"/>
                    <a:gd name="T11" fmla="*/ 2147483646 h 3475"/>
                    <a:gd name="T12" fmla="*/ 2147483646 w 4767"/>
                    <a:gd name="T13" fmla="*/ 2147483646 h 3475"/>
                    <a:gd name="T14" fmla="*/ 2147483646 w 4767"/>
                    <a:gd name="T15" fmla="*/ 2147483646 h 3475"/>
                    <a:gd name="T16" fmla="*/ 2147483646 w 4767"/>
                    <a:gd name="T17" fmla="*/ 2147483646 h 3475"/>
                    <a:gd name="T18" fmla="*/ 2147483646 w 4767"/>
                    <a:gd name="T19" fmla="*/ 2147483646 h 3475"/>
                    <a:gd name="T20" fmla="*/ 2147483646 w 4767"/>
                    <a:gd name="T21" fmla="*/ 2147483646 h 3475"/>
                    <a:gd name="T22" fmla="*/ 2147483646 w 4767"/>
                    <a:gd name="T23" fmla="*/ 2147483646 h 3475"/>
                    <a:gd name="T24" fmla="*/ 2147483646 w 4767"/>
                    <a:gd name="T25" fmla="*/ 2147483646 h 3475"/>
                    <a:gd name="T26" fmla="*/ 2147483646 w 4767"/>
                    <a:gd name="T27" fmla="*/ 2147483646 h 3475"/>
                    <a:gd name="T28" fmla="*/ 2147483646 w 4767"/>
                    <a:gd name="T29" fmla="*/ 2147483646 h 3475"/>
                    <a:gd name="T30" fmla="*/ 2147483646 w 4767"/>
                    <a:gd name="T31" fmla="*/ 2147483646 h 3475"/>
                    <a:gd name="T32" fmla="*/ 2147483646 w 4767"/>
                    <a:gd name="T33" fmla="*/ 2147483646 h 3475"/>
                    <a:gd name="T34" fmla="*/ 2147483646 w 4767"/>
                    <a:gd name="T35" fmla="*/ 2147483646 h 3475"/>
                    <a:gd name="T36" fmla="*/ 2147483646 w 4767"/>
                    <a:gd name="T37" fmla="*/ 2147483646 h 3475"/>
                    <a:gd name="T38" fmla="*/ 2147483646 w 4767"/>
                    <a:gd name="T39" fmla="*/ 2147483646 h 3475"/>
                    <a:gd name="T40" fmla="*/ 2147483646 w 4767"/>
                    <a:gd name="T41" fmla="*/ 2147483646 h 3475"/>
                    <a:gd name="T42" fmla="*/ 2147483646 w 4767"/>
                    <a:gd name="T43" fmla="*/ 2147483646 h 3475"/>
                    <a:gd name="T44" fmla="*/ 2147483646 w 4767"/>
                    <a:gd name="T45" fmla="*/ 2147483646 h 3475"/>
                    <a:gd name="T46" fmla="*/ 2147483646 w 4767"/>
                    <a:gd name="T47" fmla="*/ 2147483646 h 3475"/>
                    <a:gd name="T48" fmla="*/ 2147483646 w 4767"/>
                    <a:gd name="T49" fmla="*/ 2147483646 h 3475"/>
                    <a:gd name="T50" fmla="*/ 2147483646 w 4767"/>
                    <a:gd name="T51" fmla="*/ 2147483646 h 3475"/>
                    <a:gd name="T52" fmla="*/ 2147483646 w 4767"/>
                    <a:gd name="T53" fmla="*/ 2147483646 h 3475"/>
                    <a:gd name="T54" fmla="*/ 2147483646 w 4767"/>
                    <a:gd name="T55" fmla="*/ 2147483646 h 3475"/>
                    <a:gd name="T56" fmla="*/ 2147483646 w 4767"/>
                    <a:gd name="T57" fmla="*/ 2147483646 h 3475"/>
                    <a:gd name="T58" fmla="*/ 2147483646 w 4767"/>
                    <a:gd name="T59" fmla="*/ 2147483646 h 3475"/>
                    <a:gd name="T60" fmla="*/ 2147483646 w 4767"/>
                    <a:gd name="T61" fmla="*/ 2147483646 h 3475"/>
                    <a:gd name="T62" fmla="*/ 2147483646 w 4767"/>
                    <a:gd name="T63" fmla="*/ 2147483646 h 3475"/>
                    <a:gd name="T64" fmla="*/ 2147483646 w 4767"/>
                    <a:gd name="T65" fmla="*/ 2147483646 h 3475"/>
                    <a:gd name="T66" fmla="*/ 2147483646 w 4767"/>
                    <a:gd name="T67" fmla="*/ 2147483646 h 3475"/>
                    <a:gd name="T68" fmla="*/ 2147483646 w 4767"/>
                    <a:gd name="T69" fmla="*/ 2147483646 h 3475"/>
                    <a:gd name="T70" fmla="*/ 2147483646 w 4767"/>
                    <a:gd name="T71" fmla="*/ 2147483646 h 3475"/>
                    <a:gd name="T72" fmla="*/ 2147483646 w 4767"/>
                    <a:gd name="T73" fmla="*/ 2147483646 h 3475"/>
                    <a:gd name="T74" fmla="*/ 2147483646 w 4767"/>
                    <a:gd name="T75" fmla="*/ 2147483646 h 3475"/>
                    <a:gd name="T76" fmla="*/ 2147483646 w 4767"/>
                    <a:gd name="T77" fmla="*/ 2147483646 h 3475"/>
                    <a:gd name="T78" fmla="*/ 2147483646 w 4767"/>
                    <a:gd name="T79" fmla="*/ 2147483646 h 3475"/>
                    <a:gd name="T80" fmla="*/ 2147483646 w 4767"/>
                    <a:gd name="T81" fmla="*/ 2147483646 h 3475"/>
                    <a:gd name="T82" fmla="*/ 2147483646 w 4767"/>
                    <a:gd name="T83" fmla="*/ 2147483646 h 3475"/>
                    <a:gd name="T84" fmla="*/ 2147483646 w 4767"/>
                    <a:gd name="T85" fmla="*/ 2147483646 h 3475"/>
                    <a:gd name="T86" fmla="*/ 2147483646 w 4767"/>
                    <a:gd name="T87" fmla="*/ 2147483646 h 3475"/>
                    <a:gd name="T88" fmla="*/ 2147483646 w 4767"/>
                    <a:gd name="T89" fmla="*/ 2147483646 h 3475"/>
                    <a:gd name="T90" fmla="*/ 2147483646 w 4767"/>
                    <a:gd name="T91" fmla="*/ 2147483646 h 3475"/>
                    <a:gd name="T92" fmla="*/ 2147483646 w 4767"/>
                    <a:gd name="T93" fmla="*/ 2147483646 h 3475"/>
                    <a:gd name="T94" fmla="*/ 2147483646 w 4767"/>
                    <a:gd name="T95" fmla="*/ 2147483646 h 3475"/>
                    <a:gd name="T96" fmla="*/ 2147483646 w 4767"/>
                    <a:gd name="T97" fmla="*/ 2147483646 h 3475"/>
                    <a:gd name="T98" fmla="*/ 2147483646 w 4767"/>
                    <a:gd name="T99" fmla="*/ 2147483646 h 3475"/>
                    <a:gd name="T100" fmla="*/ 2147483646 w 4767"/>
                    <a:gd name="T101" fmla="*/ 2147483646 h 3475"/>
                    <a:gd name="T102" fmla="*/ 2147483646 w 4767"/>
                    <a:gd name="T103" fmla="*/ 2147483646 h 3475"/>
                    <a:gd name="T104" fmla="*/ 2147483646 w 4767"/>
                    <a:gd name="T105" fmla="*/ 2147483646 h 3475"/>
                    <a:gd name="T106" fmla="*/ 2147483646 w 4767"/>
                    <a:gd name="T107" fmla="*/ 2147483646 h 3475"/>
                    <a:gd name="T108" fmla="*/ 2147483646 w 4767"/>
                    <a:gd name="T109" fmla="*/ 2147483646 h 3475"/>
                    <a:gd name="T110" fmla="*/ 2147483646 w 4767"/>
                    <a:gd name="T111" fmla="*/ 2147483646 h 3475"/>
                    <a:gd name="T112" fmla="*/ 2147483646 w 4767"/>
                    <a:gd name="T113" fmla="*/ 2147483646 h 3475"/>
                    <a:gd name="T114" fmla="*/ 2147483646 w 4767"/>
                    <a:gd name="T115" fmla="*/ 2147483646 h 3475"/>
                    <a:gd name="T116" fmla="*/ 2147483646 w 4767"/>
                    <a:gd name="T117" fmla="*/ 2147483646 h 3475"/>
                    <a:gd name="T118" fmla="*/ 2147483646 w 4767"/>
                    <a:gd name="T119" fmla="*/ 2147483646 h 3475"/>
                    <a:gd name="T120" fmla="*/ 2147483646 w 4767"/>
                    <a:gd name="T121" fmla="*/ 2147483646 h 3475"/>
                    <a:gd name="T122" fmla="*/ 2147483646 w 4767"/>
                    <a:gd name="T123" fmla="*/ 2147483646 h 347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767" h="3475">
                      <a:moveTo>
                        <a:pt x="4599" y="1319"/>
                      </a:moveTo>
                      <a:lnTo>
                        <a:pt x="4599" y="1311"/>
                      </a:lnTo>
                      <a:lnTo>
                        <a:pt x="4599" y="1304"/>
                      </a:lnTo>
                      <a:lnTo>
                        <a:pt x="4600" y="1301"/>
                      </a:lnTo>
                      <a:lnTo>
                        <a:pt x="4601" y="1299"/>
                      </a:lnTo>
                      <a:lnTo>
                        <a:pt x="4603" y="1298"/>
                      </a:lnTo>
                      <a:lnTo>
                        <a:pt x="4605" y="1297"/>
                      </a:lnTo>
                      <a:lnTo>
                        <a:pt x="4611" y="1297"/>
                      </a:lnTo>
                      <a:lnTo>
                        <a:pt x="4617" y="1297"/>
                      </a:lnTo>
                      <a:lnTo>
                        <a:pt x="4622" y="1295"/>
                      </a:lnTo>
                      <a:lnTo>
                        <a:pt x="4626" y="1293"/>
                      </a:lnTo>
                      <a:lnTo>
                        <a:pt x="4630" y="1288"/>
                      </a:lnTo>
                      <a:lnTo>
                        <a:pt x="4631" y="1281"/>
                      </a:lnTo>
                      <a:lnTo>
                        <a:pt x="4631" y="1277"/>
                      </a:lnTo>
                      <a:lnTo>
                        <a:pt x="4630" y="1273"/>
                      </a:lnTo>
                      <a:lnTo>
                        <a:pt x="4629" y="1269"/>
                      </a:lnTo>
                      <a:lnTo>
                        <a:pt x="4626" y="1263"/>
                      </a:lnTo>
                      <a:lnTo>
                        <a:pt x="4612" y="1253"/>
                      </a:lnTo>
                      <a:lnTo>
                        <a:pt x="4600" y="1241"/>
                      </a:lnTo>
                      <a:lnTo>
                        <a:pt x="4597" y="1231"/>
                      </a:lnTo>
                      <a:lnTo>
                        <a:pt x="4592" y="1224"/>
                      </a:lnTo>
                      <a:lnTo>
                        <a:pt x="4588" y="1220"/>
                      </a:lnTo>
                      <a:lnTo>
                        <a:pt x="4586" y="1217"/>
                      </a:lnTo>
                      <a:lnTo>
                        <a:pt x="4581" y="1214"/>
                      </a:lnTo>
                      <a:lnTo>
                        <a:pt x="4576" y="1212"/>
                      </a:lnTo>
                      <a:lnTo>
                        <a:pt x="4568" y="1207"/>
                      </a:lnTo>
                      <a:lnTo>
                        <a:pt x="4561" y="1203"/>
                      </a:lnTo>
                      <a:lnTo>
                        <a:pt x="4556" y="1197"/>
                      </a:lnTo>
                      <a:lnTo>
                        <a:pt x="4550" y="1188"/>
                      </a:lnTo>
                      <a:lnTo>
                        <a:pt x="4542" y="1179"/>
                      </a:lnTo>
                      <a:lnTo>
                        <a:pt x="4530" y="1168"/>
                      </a:lnTo>
                      <a:lnTo>
                        <a:pt x="4517" y="1159"/>
                      </a:lnTo>
                      <a:lnTo>
                        <a:pt x="4505" y="1150"/>
                      </a:lnTo>
                      <a:lnTo>
                        <a:pt x="4493" y="1141"/>
                      </a:lnTo>
                      <a:lnTo>
                        <a:pt x="4486" y="1134"/>
                      </a:lnTo>
                      <a:lnTo>
                        <a:pt x="4484" y="1130"/>
                      </a:lnTo>
                      <a:lnTo>
                        <a:pt x="4483" y="1128"/>
                      </a:lnTo>
                      <a:lnTo>
                        <a:pt x="4483" y="1123"/>
                      </a:lnTo>
                      <a:lnTo>
                        <a:pt x="4483" y="1119"/>
                      </a:lnTo>
                      <a:lnTo>
                        <a:pt x="4485" y="1109"/>
                      </a:lnTo>
                      <a:lnTo>
                        <a:pt x="4487" y="1098"/>
                      </a:lnTo>
                      <a:lnTo>
                        <a:pt x="4487" y="1093"/>
                      </a:lnTo>
                      <a:lnTo>
                        <a:pt x="4487" y="1088"/>
                      </a:lnTo>
                      <a:lnTo>
                        <a:pt x="4486" y="1084"/>
                      </a:lnTo>
                      <a:lnTo>
                        <a:pt x="4484" y="1080"/>
                      </a:lnTo>
                      <a:lnTo>
                        <a:pt x="4479" y="1073"/>
                      </a:lnTo>
                      <a:lnTo>
                        <a:pt x="4475" y="1066"/>
                      </a:lnTo>
                      <a:lnTo>
                        <a:pt x="4469" y="1055"/>
                      </a:lnTo>
                      <a:lnTo>
                        <a:pt x="4463" y="1042"/>
                      </a:lnTo>
                      <a:lnTo>
                        <a:pt x="4460" y="1036"/>
                      </a:lnTo>
                      <a:lnTo>
                        <a:pt x="4458" y="1029"/>
                      </a:lnTo>
                      <a:lnTo>
                        <a:pt x="4456" y="1023"/>
                      </a:lnTo>
                      <a:lnTo>
                        <a:pt x="4455" y="1017"/>
                      </a:lnTo>
                      <a:lnTo>
                        <a:pt x="4455" y="1009"/>
                      </a:lnTo>
                      <a:lnTo>
                        <a:pt x="4453" y="1002"/>
                      </a:lnTo>
                      <a:lnTo>
                        <a:pt x="4452" y="998"/>
                      </a:lnTo>
                      <a:lnTo>
                        <a:pt x="4450" y="996"/>
                      </a:lnTo>
                      <a:lnTo>
                        <a:pt x="4448" y="995"/>
                      </a:lnTo>
                      <a:lnTo>
                        <a:pt x="4446" y="995"/>
                      </a:lnTo>
                      <a:lnTo>
                        <a:pt x="4443" y="995"/>
                      </a:lnTo>
                      <a:lnTo>
                        <a:pt x="4441" y="996"/>
                      </a:lnTo>
                      <a:lnTo>
                        <a:pt x="4439" y="997"/>
                      </a:lnTo>
                      <a:lnTo>
                        <a:pt x="4436" y="999"/>
                      </a:lnTo>
                      <a:lnTo>
                        <a:pt x="4430" y="1006"/>
                      </a:lnTo>
                      <a:lnTo>
                        <a:pt x="4421" y="1017"/>
                      </a:lnTo>
                      <a:lnTo>
                        <a:pt x="4406" y="1030"/>
                      </a:lnTo>
                      <a:lnTo>
                        <a:pt x="4396" y="1037"/>
                      </a:lnTo>
                      <a:lnTo>
                        <a:pt x="4391" y="1043"/>
                      </a:lnTo>
                      <a:lnTo>
                        <a:pt x="4389" y="1045"/>
                      </a:lnTo>
                      <a:lnTo>
                        <a:pt x="4385" y="1043"/>
                      </a:lnTo>
                      <a:lnTo>
                        <a:pt x="4380" y="1040"/>
                      </a:lnTo>
                      <a:lnTo>
                        <a:pt x="4371" y="1033"/>
                      </a:lnTo>
                      <a:lnTo>
                        <a:pt x="4357" y="1020"/>
                      </a:lnTo>
                      <a:lnTo>
                        <a:pt x="4349" y="1014"/>
                      </a:lnTo>
                      <a:lnTo>
                        <a:pt x="4346" y="1012"/>
                      </a:lnTo>
                      <a:lnTo>
                        <a:pt x="4343" y="1010"/>
                      </a:lnTo>
                      <a:lnTo>
                        <a:pt x="4336" y="1004"/>
                      </a:lnTo>
                      <a:lnTo>
                        <a:pt x="4337" y="998"/>
                      </a:lnTo>
                      <a:lnTo>
                        <a:pt x="4340" y="987"/>
                      </a:lnTo>
                      <a:lnTo>
                        <a:pt x="4333" y="976"/>
                      </a:lnTo>
                      <a:lnTo>
                        <a:pt x="4323" y="965"/>
                      </a:lnTo>
                      <a:lnTo>
                        <a:pt x="4318" y="959"/>
                      </a:lnTo>
                      <a:lnTo>
                        <a:pt x="4314" y="954"/>
                      </a:lnTo>
                      <a:lnTo>
                        <a:pt x="4307" y="951"/>
                      </a:lnTo>
                      <a:lnTo>
                        <a:pt x="4301" y="946"/>
                      </a:lnTo>
                      <a:lnTo>
                        <a:pt x="4289" y="940"/>
                      </a:lnTo>
                      <a:lnTo>
                        <a:pt x="4282" y="935"/>
                      </a:lnTo>
                      <a:lnTo>
                        <a:pt x="4278" y="935"/>
                      </a:lnTo>
                      <a:lnTo>
                        <a:pt x="4273" y="936"/>
                      </a:lnTo>
                      <a:lnTo>
                        <a:pt x="4267" y="940"/>
                      </a:lnTo>
                      <a:lnTo>
                        <a:pt x="4260" y="943"/>
                      </a:lnTo>
                      <a:lnTo>
                        <a:pt x="4253" y="948"/>
                      </a:lnTo>
                      <a:lnTo>
                        <a:pt x="4247" y="952"/>
                      </a:lnTo>
                      <a:lnTo>
                        <a:pt x="4241" y="953"/>
                      </a:lnTo>
                      <a:lnTo>
                        <a:pt x="4236" y="953"/>
                      </a:lnTo>
                      <a:lnTo>
                        <a:pt x="4222" y="943"/>
                      </a:lnTo>
                      <a:lnTo>
                        <a:pt x="4208" y="936"/>
                      </a:lnTo>
                      <a:lnTo>
                        <a:pt x="4200" y="932"/>
                      </a:lnTo>
                      <a:lnTo>
                        <a:pt x="4194" y="926"/>
                      </a:lnTo>
                      <a:lnTo>
                        <a:pt x="4188" y="919"/>
                      </a:lnTo>
                      <a:lnTo>
                        <a:pt x="4181" y="907"/>
                      </a:lnTo>
                      <a:lnTo>
                        <a:pt x="4172" y="895"/>
                      </a:lnTo>
                      <a:lnTo>
                        <a:pt x="4164" y="886"/>
                      </a:lnTo>
                      <a:lnTo>
                        <a:pt x="4156" y="879"/>
                      </a:lnTo>
                      <a:lnTo>
                        <a:pt x="4144" y="871"/>
                      </a:lnTo>
                      <a:lnTo>
                        <a:pt x="4133" y="864"/>
                      </a:lnTo>
                      <a:lnTo>
                        <a:pt x="4122" y="859"/>
                      </a:lnTo>
                      <a:lnTo>
                        <a:pt x="4114" y="857"/>
                      </a:lnTo>
                      <a:lnTo>
                        <a:pt x="4108" y="856"/>
                      </a:lnTo>
                      <a:lnTo>
                        <a:pt x="4101" y="854"/>
                      </a:lnTo>
                      <a:lnTo>
                        <a:pt x="4093" y="850"/>
                      </a:lnTo>
                      <a:lnTo>
                        <a:pt x="4082" y="844"/>
                      </a:lnTo>
                      <a:lnTo>
                        <a:pt x="4071" y="833"/>
                      </a:lnTo>
                      <a:lnTo>
                        <a:pt x="4065" y="828"/>
                      </a:lnTo>
                      <a:lnTo>
                        <a:pt x="4059" y="823"/>
                      </a:lnTo>
                      <a:lnTo>
                        <a:pt x="4052" y="819"/>
                      </a:lnTo>
                      <a:lnTo>
                        <a:pt x="4046" y="815"/>
                      </a:lnTo>
                      <a:lnTo>
                        <a:pt x="4033" y="809"/>
                      </a:lnTo>
                      <a:lnTo>
                        <a:pt x="4024" y="806"/>
                      </a:lnTo>
                      <a:lnTo>
                        <a:pt x="4020" y="803"/>
                      </a:lnTo>
                      <a:lnTo>
                        <a:pt x="4017" y="800"/>
                      </a:lnTo>
                      <a:lnTo>
                        <a:pt x="4015" y="796"/>
                      </a:lnTo>
                      <a:lnTo>
                        <a:pt x="4014" y="793"/>
                      </a:lnTo>
                      <a:lnTo>
                        <a:pt x="4013" y="784"/>
                      </a:lnTo>
                      <a:lnTo>
                        <a:pt x="4013" y="775"/>
                      </a:lnTo>
                      <a:lnTo>
                        <a:pt x="4013" y="764"/>
                      </a:lnTo>
                      <a:lnTo>
                        <a:pt x="4011" y="753"/>
                      </a:lnTo>
                      <a:lnTo>
                        <a:pt x="4008" y="747"/>
                      </a:lnTo>
                      <a:lnTo>
                        <a:pt x="4006" y="743"/>
                      </a:lnTo>
                      <a:lnTo>
                        <a:pt x="4001" y="737"/>
                      </a:lnTo>
                      <a:lnTo>
                        <a:pt x="3996" y="732"/>
                      </a:lnTo>
                      <a:lnTo>
                        <a:pt x="3989" y="728"/>
                      </a:lnTo>
                      <a:lnTo>
                        <a:pt x="3983" y="726"/>
                      </a:lnTo>
                      <a:lnTo>
                        <a:pt x="3976" y="725"/>
                      </a:lnTo>
                      <a:lnTo>
                        <a:pt x="3970" y="724"/>
                      </a:lnTo>
                      <a:lnTo>
                        <a:pt x="3957" y="724"/>
                      </a:lnTo>
                      <a:lnTo>
                        <a:pt x="3946" y="722"/>
                      </a:lnTo>
                      <a:lnTo>
                        <a:pt x="3942" y="720"/>
                      </a:lnTo>
                      <a:lnTo>
                        <a:pt x="3937" y="716"/>
                      </a:lnTo>
                      <a:lnTo>
                        <a:pt x="3932" y="712"/>
                      </a:lnTo>
                      <a:lnTo>
                        <a:pt x="3927" y="707"/>
                      </a:lnTo>
                      <a:lnTo>
                        <a:pt x="3924" y="702"/>
                      </a:lnTo>
                      <a:lnTo>
                        <a:pt x="3921" y="697"/>
                      </a:lnTo>
                      <a:lnTo>
                        <a:pt x="3919" y="693"/>
                      </a:lnTo>
                      <a:lnTo>
                        <a:pt x="3918" y="688"/>
                      </a:lnTo>
                      <a:lnTo>
                        <a:pt x="3917" y="681"/>
                      </a:lnTo>
                      <a:lnTo>
                        <a:pt x="3914" y="675"/>
                      </a:lnTo>
                      <a:lnTo>
                        <a:pt x="3913" y="674"/>
                      </a:lnTo>
                      <a:lnTo>
                        <a:pt x="3911" y="671"/>
                      </a:lnTo>
                      <a:lnTo>
                        <a:pt x="3908" y="671"/>
                      </a:lnTo>
                      <a:lnTo>
                        <a:pt x="3905" y="671"/>
                      </a:lnTo>
                      <a:lnTo>
                        <a:pt x="3901" y="671"/>
                      </a:lnTo>
                      <a:lnTo>
                        <a:pt x="3898" y="670"/>
                      </a:lnTo>
                      <a:lnTo>
                        <a:pt x="3896" y="669"/>
                      </a:lnTo>
                      <a:lnTo>
                        <a:pt x="3895" y="667"/>
                      </a:lnTo>
                      <a:lnTo>
                        <a:pt x="3894" y="661"/>
                      </a:lnTo>
                      <a:lnTo>
                        <a:pt x="3894" y="651"/>
                      </a:lnTo>
                      <a:lnTo>
                        <a:pt x="3893" y="646"/>
                      </a:lnTo>
                      <a:lnTo>
                        <a:pt x="3892" y="642"/>
                      </a:lnTo>
                      <a:lnTo>
                        <a:pt x="3891" y="637"/>
                      </a:lnTo>
                      <a:lnTo>
                        <a:pt x="3888" y="633"/>
                      </a:lnTo>
                      <a:lnTo>
                        <a:pt x="3882" y="626"/>
                      </a:lnTo>
                      <a:lnTo>
                        <a:pt x="3874" y="619"/>
                      </a:lnTo>
                      <a:lnTo>
                        <a:pt x="3869" y="615"/>
                      </a:lnTo>
                      <a:lnTo>
                        <a:pt x="3863" y="613"/>
                      </a:lnTo>
                      <a:lnTo>
                        <a:pt x="3857" y="609"/>
                      </a:lnTo>
                      <a:lnTo>
                        <a:pt x="3850" y="608"/>
                      </a:lnTo>
                      <a:lnTo>
                        <a:pt x="3844" y="607"/>
                      </a:lnTo>
                      <a:lnTo>
                        <a:pt x="3839" y="608"/>
                      </a:lnTo>
                      <a:lnTo>
                        <a:pt x="3837" y="608"/>
                      </a:lnTo>
                      <a:lnTo>
                        <a:pt x="3835" y="609"/>
                      </a:lnTo>
                      <a:lnTo>
                        <a:pt x="3835" y="612"/>
                      </a:lnTo>
                      <a:lnTo>
                        <a:pt x="3833" y="614"/>
                      </a:lnTo>
                      <a:lnTo>
                        <a:pt x="3833" y="624"/>
                      </a:lnTo>
                      <a:lnTo>
                        <a:pt x="3832" y="633"/>
                      </a:lnTo>
                      <a:lnTo>
                        <a:pt x="3832" y="640"/>
                      </a:lnTo>
                      <a:lnTo>
                        <a:pt x="3837" y="651"/>
                      </a:lnTo>
                      <a:lnTo>
                        <a:pt x="3842" y="662"/>
                      </a:lnTo>
                      <a:lnTo>
                        <a:pt x="3847" y="671"/>
                      </a:lnTo>
                      <a:lnTo>
                        <a:pt x="3855" y="686"/>
                      </a:lnTo>
                      <a:lnTo>
                        <a:pt x="3862" y="701"/>
                      </a:lnTo>
                      <a:lnTo>
                        <a:pt x="3864" y="708"/>
                      </a:lnTo>
                      <a:lnTo>
                        <a:pt x="3866" y="713"/>
                      </a:lnTo>
                      <a:lnTo>
                        <a:pt x="3866" y="718"/>
                      </a:lnTo>
                      <a:lnTo>
                        <a:pt x="3864" y="720"/>
                      </a:lnTo>
                      <a:lnTo>
                        <a:pt x="3863" y="721"/>
                      </a:lnTo>
                      <a:lnTo>
                        <a:pt x="3860" y="721"/>
                      </a:lnTo>
                      <a:lnTo>
                        <a:pt x="3856" y="720"/>
                      </a:lnTo>
                      <a:lnTo>
                        <a:pt x="3850" y="718"/>
                      </a:lnTo>
                      <a:lnTo>
                        <a:pt x="3838" y="711"/>
                      </a:lnTo>
                      <a:lnTo>
                        <a:pt x="3826" y="705"/>
                      </a:lnTo>
                      <a:lnTo>
                        <a:pt x="3814" y="697"/>
                      </a:lnTo>
                      <a:lnTo>
                        <a:pt x="3804" y="690"/>
                      </a:lnTo>
                      <a:lnTo>
                        <a:pt x="3789" y="682"/>
                      </a:lnTo>
                      <a:lnTo>
                        <a:pt x="3773" y="672"/>
                      </a:lnTo>
                      <a:lnTo>
                        <a:pt x="3757" y="663"/>
                      </a:lnTo>
                      <a:lnTo>
                        <a:pt x="3744" y="655"/>
                      </a:lnTo>
                      <a:lnTo>
                        <a:pt x="3731" y="645"/>
                      </a:lnTo>
                      <a:lnTo>
                        <a:pt x="3716" y="633"/>
                      </a:lnTo>
                      <a:lnTo>
                        <a:pt x="3700" y="621"/>
                      </a:lnTo>
                      <a:lnTo>
                        <a:pt x="3690" y="612"/>
                      </a:lnTo>
                      <a:lnTo>
                        <a:pt x="3682" y="602"/>
                      </a:lnTo>
                      <a:lnTo>
                        <a:pt x="3675" y="590"/>
                      </a:lnTo>
                      <a:lnTo>
                        <a:pt x="3669" y="579"/>
                      </a:lnTo>
                      <a:lnTo>
                        <a:pt x="3666" y="569"/>
                      </a:lnTo>
                      <a:lnTo>
                        <a:pt x="3665" y="563"/>
                      </a:lnTo>
                      <a:lnTo>
                        <a:pt x="3663" y="558"/>
                      </a:lnTo>
                      <a:lnTo>
                        <a:pt x="3660" y="554"/>
                      </a:lnTo>
                      <a:lnTo>
                        <a:pt x="3653" y="547"/>
                      </a:lnTo>
                      <a:lnTo>
                        <a:pt x="3644" y="538"/>
                      </a:lnTo>
                      <a:lnTo>
                        <a:pt x="3637" y="529"/>
                      </a:lnTo>
                      <a:lnTo>
                        <a:pt x="3631" y="518"/>
                      </a:lnTo>
                      <a:lnTo>
                        <a:pt x="3624" y="505"/>
                      </a:lnTo>
                      <a:lnTo>
                        <a:pt x="3621" y="499"/>
                      </a:lnTo>
                      <a:lnTo>
                        <a:pt x="3616" y="492"/>
                      </a:lnTo>
                      <a:lnTo>
                        <a:pt x="3610" y="486"/>
                      </a:lnTo>
                      <a:lnTo>
                        <a:pt x="3603" y="479"/>
                      </a:lnTo>
                      <a:lnTo>
                        <a:pt x="3589" y="467"/>
                      </a:lnTo>
                      <a:lnTo>
                        <a:pt x="3575" y="456"/>
                      </a:lnTo>
                      <a:lnTo>
                        <a:pt x="3562" y="445"/>
                      </a:lnTo>
                      <a:lnTo>
                        <a:pt x="3547" y="434"/>
                      </a:lnTo>
                      <a:lnTo>
                        <a:pt x="3534" y="423"/>
                      </a:lnTo>
                      <a:lnTo>
                        <a:pt x="3524" y="415"/>
                      </a:lnTo>
                      <a:lnTo>
                        <a:pt x="3521" y="411"/>
                      </a:lnTo>
                      <a:lnTo>
                        <a:pt x="3520" y="407"/>
                      </a:lnTo>
                      <a:lnTo>
                        <a:pt x="3520" y="405"/>
                      </a:lnTo>
                      <a:lnTo>
                        <a:pt x="3520" y="403"/>
                      </a:lnTo>
                      <a:lnTo>
                        <a:pt x="3521" y="398"/>
                      </a:lnTo>
                      <a:lnTo>
                        <a:pt x="3524" y="392"/>
                      </a:lnTo>
                      <a:lnTo>
                        <a:pt x="3526" y="390"/>
                      </a:lnTo>
                      <a:lnTo>
                        <a:pt x="3524" y="386"/>
                      </a:lnTo>
                      <a:lnTo>
                        <a:pt x="3523" y="384"/>
                      </a:lnTo>
                      <a:lnTo>
                        <a:pt x="3522" y="381"/>
                      </a:lnTo>
                      <a:lnTo>
                        <a:pt x="3516" y="378"/>
                      </a:lnTo>
                      <a:lnTo>
                        <a:pt x="3508" y="375"/>
                      </a:lnTo>
                      <a:lnTo>
                        <a:pt x="3497" y="373"/>
                      </a:lnTo>
                      <a:lnTo>
                        <a:pt x="3486" y="369"/>
                      </a:lnTo>
                      <a:lnTo>
                        <a:pt x="3480" y="366"/>
                      </a:lnTo>
                      <a:lnTo>
                        <a:pt x="3476" y="363"/>
                      </a:lnTo>
                      <a:lnTo>
                        <a:pt x="3470" y="360"/>
                      </a:lnTo>
                      <a:lnTo>
                        <a:pt x="3465" y="355"/>
                      </a:lnTo>
                      <a:lnTo>
                        <a:pt x="3461" y="350"/>
                      </a:lnTo>
                      <a:lnTo>
                        <a:pt x="3459" y="346"/>
                      </a:lnTo>
                      <a:lnTo>
                        <a:pt x="3457" y="341"/>
                      </a:lnTo>
                      <a:lnTo>
                        <a:pt x="3455" y="335"/>
                      </a:lnTo>
                      <a:lnTo>
                        <a:pt x="3452" y="325"/>
                      </a:lnTo>
                      <a:lnTo>
                        <a:pt x="3447" y="316"/>
                      </a:lnTo>
                      <a:lnTo>
                        <a:pt x="3444" y="312"/>
                      </a:lnTo>
                      <a:lnTo>
                        <a:pt x="3440" y="310"/>
                      </a:lnTo>
                      <a:lnTo>
                        <a:pt x="3435" y="309"/>
                      </a:lnTo>
                      <a:lnTo>
                        <a:pt x="3432" y="308"/>
                      </a:lnTo>
                      <a:lnTo>
                        <a:pt x="3427" y="309"/>
                      </a:lnTo>
                      <a:lnTo>
                        <a:pt x="3422" y="311"/>
                      </a:lnTo>
                      <a:lnTo>
                        <a:pt x="3417" y="314"/>
                      </a:lnTo>
                      <a:lnTo>
                        <a:pt x="3413" y="318"/>
                      </a:lnTo>
                      <a:lnTo>
                        <a:pt x="3403" y="330"/>
                      </a:lnTo>
                      <a:lnTo>
                        <a:pt x="3392" y="344"/>
                      </a:lnTo>
                      <a:lnTo>
                        <a:pt x="3382" y="356"/>
                      </a:lnTo>
                      <a:lnTo>
                        <a:pt x="3372" y="366"/>
                      </a:lnTo>
                      <a:lnTo>
                        <a:pt x="3367" y="368"/>
                      </a:lnTo>
                      <a:lnTo>
                        <a:pt x="3363" y="368"/>
                      </a:lnTo>
                      <a:lnTo>
                        <a:pt x="3357" y="368"/>
                      </a:lnTo>
                      <a:lnTo>
                        <a:pt x="3350" y="367"/>
                      </a:lnTo>
                      <a:lnTo>
                        <a:pt x="3338" y="363"/>
                      </a:lnTo>
                      <a:lnTo>
                        <a:pt x="3327" y="359"/>
                      </a:lnTo>
                      <a:lnTo>
                        <a:pt x="3323" y="358"/>
                      </a:lnTo>
                      <a:lnTo>
                        <a:pt x="3321" y="355"/>
                      </a:lnTo>
                      <a:lnTo>
                        <a:pt x="3319" y="352"/>
                      </a:lnTo>
                      <a:lnTo>
                        <a:pt x="3318" y="349"/>
                      </a:lnTo>
                      <a:lnTo>
                        <a:pt x="3316" y="341"/>
                      </a:lnTo>
                      <a:lnTo>
                        <a:pt x="3316" y="330"/>
                      </a:lnTo>
                      <a:lnTo>
                        <a:pt x="3315" y="324"/>
                      </a:lnTo>
                      <a:lnTo>
                        <a:pt x="3312" y="321"/>
                      </a:lnTo>
                      <a:lnTo>
                        <a:pt x="3307" y="317"/>
                      </a:lnTo>
                      <a:lnTo>
                        <a:pt x="3301" y="315"/>
                      </a:lnTo>
                      <a:lnTo>
                        <a:pt x="3294" y="314"/>
                      </a:lnTo>
                      <a:lnTo>
                        <a:pt x="3288" y="314"/>
                      </a:lnTo>
                      <a:lnTo>
                        <a:pt x="3281" y="314"/>
                      </a:lnTo>
                      <a:lnTo>
                        <a:pt x="3276" y="315"/>
                      </a:lnTo>
                      <a:lnTo>
                        <a:pt x="3271" y="317"/>
                      </a:lnTo>
                      <a:lnTo>
                        <a:pt x="3269" y="319"/>
                      </a:lnTo>
                      <a:lnTo>
                        <a:pt x="3266" y="323"/>
                      </a:lnTo>
                      <a:lnTo>
                        <a:pt x="3266" y="327"/>
                      </a:lnTo>
                      <a:lnTo>
                        <a:pt x="3266" y="336"/>
                      </a:lnTo>
                      <a:lnTo>
                        <a:pt x="3266" y="346"/>
                      </a:lnTo>
                      <a:lnTo>
                        <a:pt x="3265" y="350"/>
                      </a:lnTo>
                      <a:lnTo>
                        <a:pt x="3264" y="354"/>
                      </a:lnTo>
                      <a:lnTo>
                        <a:pt x="3260" y="358"/>
                      </a:lnTo>
                      <a:lnTo>
                        <a:pt x="3256" y="362"/>
                      </a:lnTo>
                      <a:lnTo>
                        <a:pt x="3243" y="371"/>
                      </a:lnTo>
                      <a:lnTo>
                        <a:pt x="3227" y="381"/>
                      </a:lnTo>
                      <a:lnTo>
                        <a:pt x="3220" y="386"/>
                      </a:lnTo>
                      <a:lnTo>
                        <a:pt x="3214" y="391"/>
                      </a:lnTo>
                      <a:lnTo>
                        <a:pt x="3211" y="394"/>
                      </a:lnTo>
                      <a:lnTo>
                        <a:pt x="3208" y="398"/>
                      </a:lnTo>
                      <a:lnTo>
                        <a:pt x="3207" y="404"/>
                      </a:lnTo>
                      <a:lnTo>
                        <a:pt x="3205" y="410"/>
                      </a:lnTo>
                      <a:lnTo>
                        <a:pt x="3202" y="413"/>
                      </a:lnTo>
                      <a:lnTo>
                        <a:pt x="3200" y="416"/>
                      </a:lnTo>
                      <a:lnTo>
                        <a:pt x="3197" y="417"/>
                      </a:lnTo>
                      <a:lnTo>
                        <a:pt x="3196" y="417"/>
                      </a:lnTo>
                      <a:lnTo>
                        <a:pt x="3194" y="417"/>
                      </a:lnTo>
                      <a:lnTo>
                        <a:pt x="3192" y="415"/>
                      </a:lnTo>
                      <a:lnTo>
                        <a:pt x="3189" y="412"/>
                      </a:lnTo>
                      <a:lnTo>
                        <a:pt x="3187" y="409"/>
                      </a:lnTo>
                      <a:lnTo>
                        <a:pt x="3183" y="401"/>
                      </a:lnTo>
                      <a:lnTo>
                        <a:pt x="3178" y="393"/>
                      </a:lnTo>
                      <a:lnTo>
                        <a:pt x="3174" y="386"/>
                      </a:lnTo>
                      <a:lnTo>
                        <a:pt x="3165" y="380"/>
                      </a:lnTo>
                      <a:lnTo>
                        <a:pt x="3156" y="374"/>
                      </a:lnTo>
                      <a:lnTo>
                        <a:pt x="3146" y="368"/>
                      </a:lnTo>
                      <a:lnTo>
                        <a:pt x="3137" y="361"/>
                      </a:lnTo>
                      <a:lnTo>
                        <a:pt x="3127" y="354"/>
                      </a:lnTo>
                      <a:lnTo>
                        <a:pt x="3118" y="346"/>
                      </a:lnTo>
                      <a:lnTo>
                        <a:pt x="3107" y="338"/>
                      </a:lnTo>
                      <a:lnTo>
                        <a:pt x="3101" y="336"/>
                      </a:lnTo>
                      <a:lnTo>
                        <a:pt x="3095" y="334"/>
                      </a:lnTo>
                      <a:lnTo>
                        <a:pt x="3090" y="331"/>
                      </a:lnTo>
                      <a:lnTo>
                        <a:pt x="3086" y="331"/>
                      </a:lnTo>
                      <a:lnTo>
                        <a:pt x="3081" y="330"/>
                      </a:lnTo>
                      <a:lnTo>
                        <a:pt x="3079" y="330"/>
                      </a:lnTo>
                      <a:lnTo>
                        <a:pt x="3076" y="329"/>
                      </a:lnTo>
                      <a:lnTo>
                        <a:pt x="3074" y="328"/>
                      </a:lnTo>
                      <a:lnTo>
                        <a:pt x="3073" y="323"/>
                      </a:lnTo>
                      <a:lnTo>
                        <a:pt x="3073" y="316"/>
                      </a:lnTo>
                      <a:lnTo>
                        <a:pt x="3071" y="311"/>
                      </a:lnTo>
                      <a:lnTo>
                        <a:pt x="3069" y="308"/>
                      </a:lnTo>
                      <a:lnTo>
                        <a:pt x="3067" y="304"/>
                      </a:lnTo>
                      <a:lnTo>
                        <a:pt x="3063" y="300"/>
                      </a:lnTo>
                      <a:lnTo>
                        <a:pt x="3054" y="292"/>
                      </a:lnTo>
                      <a:lnTo>
                        <a:pt x="3044" y="284"/>
                      </a:lnTo>
                      <a:lnTo>
                        <a:pt x="3036" y="274"/>
                      </a:lnTo>
                      <a:lnTo>
                        <a:pt x="3025" y="264"/>
                      </a:lnTo>
                      <a:lnTo>
                        <a:pt x="3016" y="254"/>
                      </a:lnTo>
                      <a:lnTo>
                        <a:pt x="3007" y="246"/>
                      </a:lnTo>
                      <a:lnTo>
                        <a:pt x="3001" y="239"/>
                      </a:lnTo>
                      <a:lnTo>
                        <a:pt x="2995" y="232"/>
                      </a:lnTo>
                      <a:lnTo>
                        <a:pt x="2991" y="227"/>
                      </a:lnTo>
                      <a:lnTo>
                        <a:pt x="2985" y="224"/>
                      </a:lnTo>
                      <a:lnTo>
                        <a:pt x="2980" y="224"/>
                      </a:lnTo>
                      <a:lnTo>
                        <a:pt x="2976" y="223"/>
                      </a:lnTo>
                      <a:lnTo>
                        <a:pt x="2972" y="221"/>
                      </a:lnTo>
                      <a:lnTo>
                        <a:pt x="2967" y="214"/>
                      </a:lnTo>
                      <a:lnTo>
                        <a:pt x="2963" y="210"/>
                      </a:lnTo>
                      <a:lnTo>
                        <a:pt x="2957" y="207"/>
                      </a:lnTo>
                      <a:lnTo>
                        <a:pt x="2950" y="203"/>
                      </a:lnTo>
                      <a:lnTo>
                        <a:pt x="2943" y="199"/>
                      </a:lnTo>
                      <a:lnTo>
                        <a:pt x="2926" y="195"/>
                      </a:lnTo>
                      <a:lnTo>
                        <a:pt x="2912" y="189"/>
                      </a:lnTo>
                      <a:lnTo>
                        <a:pt x="2905" y="186"/>
                      </a:lnTo>
                      <a:lnTo>
                        <a:pt x="2898" y="185"/>
                      </a:lnTo>
                      <a:lnTo>
                        <a:pt x="2890" y="185"/>
                      </a:lnTo>
                      <a:lnTo>
                        <a:pt x="2882" y="185"/>
                      </a:lnTo>
                      <a:lnTo>
                        <a:pt x="2874" y="186"/>
                      </a:lnTo>
                      <a:lnTo>
                        <a:pt x="2867" y="189"/>
                      </a:lnTo>
                      <a:lnTo>
                        <a:pt x="2860" y="192"/>
                      </a:lnTo>
                      <a:lnTo>
                        <a:pt x="2854" y="197"/>
                      </a:lnTo>
                      <a:lnTo>
                        <a:pt x="2849" y="203"/>
                      </a:lnTo>
                      <a:lnTo>
                        <a:pt x="2844" y="209"/>
                      </a:lnTo>
                      <a:lnTo>
                        <a:pt x="2841" y="214"/>
                      </a:lnTo>
                      <a:lnTo>
                        <a:pt x="2838" y="220"/>
                      </a:lnTo>
                      <a:lnTo>
                        <a:pt x="2837" y="226"/>
                      </a:lnTo>
                      <a:lnTo>
                        <a:pt x="2837" y="232"/>
                      </a:lnTo>
                      <a:lnTo>
                        <a:pt x="2838" y="236"/>
                      </a:lnTo>
                      <a:lnTo>
                        <a:pt x="2840" y="242"/>
                      </a:lnTo>
                      <a:lnTo>
                        <a:pt x="2842" y="248"/>
                      </a:lnTo>
                      <a:lnTo>
                        <a:pt x="2844" y="255"/>
                      </a:lnTo>
                      <a:lnTo>
                        <a:pt x="2846" y="264"/>
                      </a:lnTo>
                      <a:lnTo>
                        <a:pt x="2846" y="272"/>
                      </a:lnTo>
                      <a:lnTo>
                        <a:pt x="2846" y="280"/>
                      </a:lnTo>
                      <a:lnTo>
                        <a:pt x="2844" y="287"/>
                      </a:lnTo>
                      <a:lnTo>
                        <a:pt x="2843" y="295"/>
                      </a:lnTo>
                      <a:lnTo>
                        <a:pt x="2841" y="302"/>
                      </a:lnTo>
                      <a:lnTo>
                        <a:pt x="2838" y="308"/>
                      </a:lnTo>
                      <a:lnTo>
                        <a:pt x="2836" y="316"/>
                      </a:lnTo>
                      <a:lnTo>
                        <a:pt x="2835" y="324"/>
                      </a:lnTo>
                      <a:lnTo>
                        <a:pt x="2835" y="335"/>
                      </a:lnTo>
                      <a:lnTo>
                        <a:pt x="2835" y="355"/>
                      </a:lnTo>
                      <a:lnTo>
                        <a:pt x="2836" y="375"/>
                      </a:lnTo>
                      <a:lnTo>
                        <a:pt x="2837" y="391"/>
                      </a:lnTo>
                      <a:lnTo>
                        <a:pt x="2840" y="404"/>
                      </a:lnTo>
                      <a:lnTo>
                        <a:pt x="2843" y="415"/>
                      </a:lnTo>
                      <a:lnTo>
                        <a:pt x="2847" y="422"/>
                      </a:lnTo>
                      <a:lnTo>
                        <a:pt x="2848" y="436"/>
                      </a:lnTo>
                      <a:lnTo>
                        <a:pt x="2847" y="449"/>
                      </a:lnTo>
                      <a:lnTo>
                        <a:pt x="2846" y="454"/>
                      </a:lnTo>
                      <a:lnTo>
                        <a:pt x="2843" y="460"/>
                      </a:lnTo>
                      <a:lnTo>
                        <a:pt x="2840" y="464"/>
                      </a:lnTo>
                      <a:lnTo>
                        <a:pt x="2834" y="469"/>
                      </a:lnTo>
                      <a:lnTo>
                        <a:pt x="2827" y="472"/>
                      </a:lnTo>
                      <a:lnTo>
                        <a:pt x="2819" y="472"/>
                      </a:lnTo>
                      <a:lnTo>
                        <a:pt x="2815" y="472"/>
                      </a:lnTo>
                      <a:lnTo>
                        <a:pt x="2810" y="470"/>
                      </a:lnTo>
                      <a:lnTo>
                        <a:pt x="2806" y="468"/>
                      </a:lnTo>
                      <a:lnTo>
                        <a:pt x="2802" y="466"/>
                      </a:lnTo>
                      <a:lnTo>
                        <a:pt x="2787" y="457"/>
                      </a:lnTo>
                      <a:lnTo>
                        <a:pt x="2775" y="453"/>
                      </a:lnTo>
                      <a:lnTo>
                        <a:pt x="2764" y="448"/>
                      </a:lnTo>
                      <a:lnTo>
                        <a:pt x="2753" y="444"/>
                      </a:lnTo>
                      <a:lnTo>
                        <a:pt x="2750" y="444"/>
                      </a:lnTo>
                      <a:lnTo>
                        <a:pt x="2748" y="444"/>
                      </a:lnTo>
                      <a:lnTo>
                        <a:pt x="2747" y="445"/>
                      </a:lnTo>
                      <a:lnTo>
                        <a:pt x="2746" y="448"/>
                      </a:lnTo>
                      <a:lnTo>
                        <a:pt x="2743" y="454"/>
                      </a:lnTo>
                      <a:lnTo>
                        <a:pt x="2741" y="462"/>
                      </a:lnTo>
                      <a:lnTo>
                        <a:pt x="2740" y="469"/>
                      </a:lnTo>
                      <a:lnTo>
                        <a:pt x="2739" y="476"/>
                      </a:lnTo>
                      <a:lnTo>
                        <a:pt x="2737" y="482"/>
                      </a:lnTo>
                      <a:lnTo>
                        <a:pt x="2735" y="486"/>
                      </a:lnTo>
                      <a:lnTo>
                        <a:pt x="2728" y="487"/>
                      </a:lnTo>
                      <a:lnTo>
                        <a:pt x="2720" y="489"/>
                      </a:lnTo>
                      <a:lnTo>
                        <a:pt x="2716" y="491"/>
                      </a:lnTo>
                      <a:lnTo>
                        <a:pt x="2712" y="493"/>
                      </a:lnTo>
                      <a:lnTo>
                        <a:pt x="2710" y="495"/>
                      </a:lnTo>
                      <a:lnTo>
                        <a:pt x="2709" y="499"/>
                      </a:lnTo>
                      <a:lnTo>
                        <a:pt x="2710" y="510"/>
                      </a:lnTo>
                      <a:lnTo>
                        <a:pt x="2712" y="519"/>
                      </a:lnTo>
                      <a:lnTo>
                        <a:pt x="2714" y="524"/>
                      </a:lnTo>
                      <a:lnTo>
                        <a:pt x="2714" y="527"/>
                      </a:lnTo>
                      <a:lnTo>
                        <a:pt x="2712" y="531"/>
                      </a:lnTo>
                      <a:lnTo>
                        <a:pt x="2710" y="533"/>
                      </a:lnTo>
                      <a:lnTo>
                        <a:pt x="2705" y="536"/>
                      </a:lnTo>
                      <a:lnTo>
                        <a:pt x="2703" y="538"/>
                      </a:lnTo>
                      <a:lnTo>
                        <a:pt x="2701" y="543"/>
                      </a:lnTo>
                      <a:lnTo>
                        <a:pt x="2698" y="548"/>
                      </a:lnTo>
                      <a:lnTo>
                        <a:pt x="2696" y="561"/>
                      </a:lnTo>
                      <a:lnTo>
                        <a:pt x="2693" y="574"/>
                      </a:lnTo>
                      <a:lnTo>
                        <a:pt x="2692" y="587"/>
                      </a:lnTo>
                      <a:lnTo>
                        <a:pt x="2690" y="599"/>
                      </a:lnTo>
                      <a:lnTo>
                        <a:pt x="2689" y="604"/>
                      </a:lnTo>
                      <a:lnTo>
                        <a:pt x="2686" y="607"/>
                      </a:lnTo>
                      <a:lnTo>
                        <a:pt x="2685" y="611"/>
                      </a:lnTo>
                      <a:lnTo>
                        <a:pt x="2683" y="612"/>
                      </a:lnTo>
                      <a:lnTo>
                        <a:pt x="2677" y="612"/>
                      </a:lnTo>
                      <a:lnTo>
                        <a:pt x="2672" y="612"/>
                      </a:lnTo>
                      <a:lnTo>
                        <a:pt x="2668" y="609"/>
                      </a:lnTo>
                      <a:lnTo>
                        <a:pt x="2665" y="608"/>
                      </a:lnTo>
                      <a:lnTo>
                        <a:pt x="2658" y="602"/>
                      </a:lnTo>
                      <a:lnTo>
                        <a:pt x="2651" y="596"/>
                      </a:lnTo>
                      <a:lnTo>
                        <a:pt x="2642" y="592"/>
                      </a:lnTo>
                      <a:lnTo>
                        <a:pt x="2633" y="587"/>
                      </a:lnTo>
                      <a:lnTo>
                        <a:pt x="2623" y="582"/>
                      </a:lnTo>
                      <a:lnTo>
                        <a:pt x="2614" y="580"/>
                      </a:lnTo>
                      <a:lnTo>
                        <a:pt x="2609" y="580"/>
                      </a:lnTo>
                      <a:lnTo>
                        <a:pt x="2605" y="581"/>
                      </a:lnTo>
                      <a:lnTo>
                        <a:pt x="2601" y="585"/>
                      </a:lnTo>
                      <a:lnTo>
                        <a:pt x="2597" y="588"/>
                      </a:lnTo>
                      <a:lnTo>
                        <a:pt x="2589" y="598"/>
                      </a:lnTo>
                      <a:lnTo>
                        <a:pt x="2579" y="608"/>
                      </a:lnTo>
                      <a:lnTo>
                        <a:pt x="2572" y="613"/>
                      </a:lnTo>
                      <a:lnTo>
                        <a:pt x="2566" y="615"/>
                      </a:lnTo>
                      <a:lnTo>
                        <a:pt x="2560" y="617"/>
                      </a:lnTo>
                      <a:lnTo>
                        <a:pt x="2556" y="617"/>
                      </a:lnTo>
                      <a:lnTo>
                        <a:pt x="2551" y="617"/>
                      </a:lnTo>
                      <a:lnTo>
                        <a:pt x="2548" y="615"/>
                      </a:lnTo>
                      <a:lnTo>
                        <a:pt x="2546" y="613"/>
                      </a:lnTo>
                      <a:lnTo>
                        <a:pt x="2544" y="611"/>
                      </a:lnTo>
                      <a:lnTo>
                        <a:pt x="2540" y="607"/>
                      </a:lnTo>
                      <a:lnTo>
                        <a:pt x="2535" y="604"/>
                      </a:lnTo>
                      <a:lnTo>
                        <a:pt x="2529" y="601"/>
                      </a:lnTo>
                      <a:lnTo>
                        <a:pt x="2521" y="598"/>
                      </a:lnTo>
                      <a:lnTo>
                        <a:pt x="2506" y="592"/>
                      </a:lnTo>
                      <a:lnTo>
                        <a:pt x="2494" y="586"/>
                      </a:lnTo>
                      <a:lnTo>
                        <a:pt x="2483" y="580"/>
                      </a:lnTo>
                      <a:lnTo>
                        <a:pt x="2474" y="573"/>
                      </a:lnTo>
                      <a:lnTo>
                        <a:pt x="2469" y="569"/>
                      </a:lnTo>
                      <a:lnTo>
                        <a:pt x="2464" y="564"/>
                      </a:lnTo>
                      <a:lnTo>
                        <a:pt x="2460" y="558"/>
                      </a:lnTo>
                      <a:lnTo>
                        <a:pt x="2457" y="551"/>
                      </a:lnTo>
                      <a:lnTo>
                        <a:pt x="2451" y="538"/>
                      </a:lnTo>
                      <a:lnTo>
                        <a:pt x="2445" y="526"/>
                      </a:lnTo>
                      <a:lnTo>
                        <a:pt x="2439" y="517"/>
                      </a:lnTo>
                      <a:lnTo>
                        <a:pt x="2432" y="507"/>
                      </a:lnTo>
                      <a:lnTo>
                        <a:pt x="2422" y="500"/>
                      </a:lnTo>
                      <a:lnTo>
                        <a:pt x="2413" y="494"/>
                      </a:lnTo>
                      <a:lnTo>
                        <a:pt x="2408" y="491"/>
                      </a:lnTo>
                      <a:lnTo>
                        <a:pt x="2403" y="489"/>
                      </a:lnTo>
                      <a:lnTo>
                        <a:pt x="2401" y="488"/>
                      </a:lnTo>
                      <a:lnTo>
                        <a:pt x="2397" y="488"/>
                      </a:lnTo>
                      <a:lnTo>
                        <a:pt x="2390" y="491"/>
                      </a:lnTo>
                      <a:lnTo>
                        <a:pt x="2381" y="495"/>
                      </a:lnTo>
                      <a:lnTo>
                        <a:pt x="2368" y="505"/>
                      </a:lnTo>
                      <a:lnTo>
                        <a:pt x="2351" y="516"/>
                      </a:lnTo>
                      <a:lnTo>
                        <a:pt x="2342" y="520"/>
                      </a:lnTo>
                      <a:lnTo>
                        <a:pt x="2331" y="524"/>
                      </a:lnTo>
                      <a:lnTo>
                        <a:pt x="2326" y="525"/>
                      </a:lnTo>
                      <a:lnTo>
                        <a:pt x="2321" y="525"/>
                      </a:lnTo>
                      <a:lnTo>
                        <a:pt x="2315" y="524"/>
                      </a:lnTo>
                      <a:lnTo>
                        <a:pt x="2311" y="523"/>
                      </a:lnTo>
                      <a:lnTo>
                        <a:pt x="2300" y="518"/>
                      </a:lnTo>
                      <a:lnTo>
                        <a:pt x="2290" y="513"/>
                      </a:lnTo>
                      <a:lnTo>
                        <a:pt x="2282" y="511"/>
                      </a:lnTo>
                      <a:lnTo>
                        <a:pt x="2273" y="508"/>
                      </a:lnTo>
                      <a:lnTo>
                        <a:pt x="2264" y="508"/>
                      </a:lnTo>
                      <a:lnTo>
                        <a:pt x="2258" y="510"/>
                      </a:lnTo>
                      <a:lnTo>
                        <a:pt x="2252" y="512"/>
                      </a:lnTo>
                      <a:lnTo>
                        <a:pt x="2249" y="514"/>
                      </a:lnTo>
                      <a:lnTo>
                        <a:pt x="2246" y="514"/>
                      </a:lnTo>
                      <a:lnTo>
                        <a:pt x="2244" y="513"/>
                      </a:lnTo>
                      <a:lnTo>
                        <a:pt x="2242" y="512"/>
                      </a:lnTo>
                      <a:lnTo>
                        <a:pt x="2241" y="508"/>
                      </a:lnTo>
                      <a:lnTo>
                        <a:pt x="2236" y="501"/>
                      </a:lnTo>
                      <a:lnTo>
                        <a:pt x="2232" y="492"/>
                      </a:lnTo>
                      <a:lnTo>
                        <a:pt x="2229" y="482"/>
                      </a:lnTo>
                      <a:lnTo>
                        <a:pt x="2224" y="473"/>
                      </a:lnTo>
                      <a:lnTo>
                        <a:pt x="2220" y="464"/>
                      </a:lnTo>
                      <a:lnTo>
                        <a:pt x="2214" y="461"/>
                      </a:lnTo>
                      <a:lnTo>
                        <a:pt x="2201" y="455"/>
                      </a:lnTo>
                      <a:lnTo>
                        <a:pt x="2183" y="449"/>
                      </a:lnTo>
                      <a:lnTo>
                        <a:pt x="2167" y="443"/>
                      </a:lnTo>
                      <a:lnTo>
                        <a:pt x="2154" y="437"/>
                      </a:lnTo>
                      <a:lnTo>
                        <a:pt x="2148" y="436"/>
                      </a:lnTo>
                      <a:lnTo>
                        <a:pt x="2143" y="437"/>
                      </a:lnTo>
                      <a:lnTo>
                        <a:pt x="2137" y="438"/>
                      </a:lnTo>
                      <a:lnTo>
                        <a:pt x="2132" y="442"/>
                      </a:lnTo>
                      <a:lnTo>
                        <a:pt x="2126" y="445"/>
                      </a:lnTo>
                      <a:lnTo>
                        <a:pt x="2120" y="448"/>
                      </a:lnTo>
                      <a:lnTo>
                        <a:pt x="2116" y="450"/>
                      </a:lnTo>
                      <a:lnTo>
                        <a:pt x="2110" y="450"/>
                      </a:lnTo>
                      <a:lnTo>
                        <a:pt x="2093" y="449"/>
                      </a:lnTo>
                      <a:lnTo>
                        <a:pt x="2067" y="449"/>
                      </a:lnTo>
                      <a:lnTo>
                        <a:pt x="2053" y="448"/>
                      </a:lnTo>
                      <a:lnTo>
                        <a:pt x="2040" y="448"/>
                      </a:lnTo>
                      <a:lnTo>
                        <a:pt x="2027" y="445"/>
                      </a:lnTo>
                      <a:lnTo>
                        <a:pt x="2016" y="443"/>
                      </a:lnTo>
                      <a:lnTo>
                        <a:pt x="2011" y="441"/>
                      </a:lnTo>
                      <a:lnTo>
                        <a:pt x="2008" y="437"/>
                      </a:lnTo>
                      <a:lnTo>
                        <a:pt x="2005" y="434"/>
                      </a:lnTo>
                      <a:lnTo>
                        <a:pt x="2003" y="429"/>
                      </a:lnTo>
                      <a:lnTo>
                        <a:pt x="1999" y="418"/>
                      </a:lnTo>
                      <a:lnTo>
                        <a:pt x="1997" y="406"/>
                      </a:lnTo>
                      <a:lnTo>
                        <a:pt x="1994" y="380"/>
                      </a:lnTo>
                      <a:lnTo>
                        <a:pt x="1992" y="358"/>
                      </a:lnTo>
                      <a:lnTo>
                        <a:pt x="1989" y="349"/>
                      </a:lnTo>
                      <a:lnTo>
                        <a:pt x="1985" y="340"/>
                      </a:lnTo>
                      <a:lnTo>
                        <a:pt x="1983" y="316"/>
                      </a:lnTo>
                      <a:lnTo>
                        <a:pt x="1981" y="293"/>
                      </a:lnTo>
                      <a:lnTo>
                        <a:pt x="1980" y="283"/>
                      </a:lnTo>
                      <a:lnTo>
                        <a:pt x="1978" y="273"/>
                      </a:lnTo>
                      <a:lnTo>
                        <a:pt x="1977" y="266"/>
                      </a:lnTo>
                      <a:lnTo>
                        <a:pt x="1973" y="261"/>
                      </a:lnTo>
                      <a:lnTo>
                        <a:pt x="1969" y="260"/>
                      </a:lnTo>
                      <a:lnTo>
                        <a:pt x="1965" y="259"/>
                      </a:lnTo>
                      <a:lnTo>
                        <a:pt x="1958" y="258"/>
                      </a:lnTo>
                      <a:lnTo>
                        <a:pt x="1948" y="258"/>
                      </a:lnTo>
                      <a:lnTo>
                        <a:pt x="1928" y="258"/>
                      </a:lnTo>
                      <a:lnTo>
                        <a:pt x="1904" y="259"/>
                      </a:lnTo>
                      <a:lnTo>
                        <a:pt x="1879" y="261"/>
                      </a:lnTo>
                      <a:lnTo>
                        <a:pt x="1855" y="262"/>
                      </a:lnTo>
                      <a:lnTo>
                        <a:pt x="1836" y="262"/>
                      </a:lnTo>
                      <a:lnTo>
                        <a:pt x="1822" y="260"/>
                      </a:lnTo>
                      <a:lnTo>
                        <a:pt x="1813" y="258"/>
                      </a:lnTo>
                      <a:lnTo>
                        <a:pt x="1804" y="254"/>
                      </a:lnTo>
                      <a:lnTo>
                        <a:pt x="1797" y="251"/>
                      </a:lnTo>
                      <a:lnTo>
                        <a:pt x="1790" y="246"/>
                      </a:lnTo>
                      <a:lnTo>
                        <a:pt x="1785" y="240"/>
                      </a:lnTo>
                      <a:lnTo>
                        <a:pt x="1780" y="233"/>
                      </a:lnTo>
                      <a:lnTo>
                        <a:pt x="1777" y="224"/>
                      </a:lnTo>
                      <a:lnTo>
                        <a:pt x="1775" y="215"/>
                      </a:lnTo>
                      <a:lnTo>
                        <a:pt x="1773" y="210"/>
                      </a:lnTo>
                      <a:lnTo>
                        <a:pt x="1773" y="208"/>
                      </a:lnTo>
                      <a:lnTo>
                        <a:pt x="1775" y="205"/>
                      </a:lnTo>
                      <a:lnTo>
                        <a:pt x="1776" y="203"/>
                      </a:lnTo>
                      <a:lnTo>
                        <a:pt x="1779" y="202"/>
                      </a:lnTo>
                      <a:lnTo>
                        <a:pt x="1785" y="202"/>
                      </a:lnTo>
                      <a:lnTo>
                        <a:pt x="1791" y="203"/>
                      </a:lnTo>
                      <a:lnTo>
                        <a:pt x="1798" y="204"/>
                      </a:lnTo>
                      <a:lnTo>
                        <a:pt x="1802" y="204"/>
                      </a:lnTo>
                      <a:lnTo>
                        <a:pt x="1804" y="203"/>
                      </a:lnTo>
                      <a:lnTo>
                        <a:pt x="1808" y="203"/>
                      </a:lnTo>
                      <a:lnTo>
                        <a:pt x="1810" y="201"/>
                      </a:lnTo>
                      <a:lnTo>
                        <a:pt x="1817" y="193"/>
                      </a:lnTo>
                      <a:lnTo>
                        <a:pt x="1820" y="189"/>
                      </a:lnTo>
                      <a:lnTo>
                        <a:pt x="1821" y="185"/>
                      </a:lnTo>
                      <a:lnTo>
                        <a:pt x="1820" y="183"/>
                      </a:lnTo>
                      <a:lnTo>
                        <a:pt x="1820" y="180"/>
                      </a:lnTo>
                      <a:lnTo>
                        <a:pt x="1816" y="176"/>
                      </a:lnTo>
                      <a:lnTo>
                        <a:pt x="1809" y="171"/>
                      </a:lnTo>
                      <a:lnTo>
                        <a:pt x="1794" y="163"/>
                      </a:lnTo>
                      <a:lnTo>
                        <a:pt x="1777" y="153"/>
                      </a:lnTo>
                      <a:lnTo>
                        <a:pt x="1760" y="146"/>
                      </a:lnTo>
                      <a:lnTo>
                        <a:pt x="1752" y="144"/>
                      </a:lnTo>
                      <a:lnTo>
                        <a:pt x="1741" y="142"/>
                      </a:lnTo>
                      <a:lnTo>
                        <a:pt x="1728" y="140"/>
                      </a:lnTo>
                      <a:lnTo>
                        <a:pt x="1714" y="140"/>
                      </a:lnTo>
                      <a:lnTo>
                        <a:pt x="1697" y="139"/>
                      </a:lnTo>
                      <a:lnTo>
                        <a:pt x="1681" y="136"/>
                      </a:lnTo>
                      <a:lnTo>
                        <a:pt x="1664" y="133"/>
                      </a:lnTo>
                      <a:lnTo>
                        <a:pt x="1650" y="129"/>
                      </a:lnTo>
                      <a:lnTo>
                        <a:pt x="1635" y="127"/>
                      </a:lnTo>
                      <a:lnTo>
                        <a:pt x="1624" y="125"/>
                      </a:lnTo>
                      <a:lnTo>
                        <a:pt x="1614" y="125"/>
                      </a:lnTo>
                      <a:lnTo>
                        <a:pt x="1608" y="126"/>
                      </a:lnTo>
                      <a:lnTo>
                        <a:pt x="1606" y="127"/>
                      </a:lnTo>
                      <a:lnTo>
                        <a:pt x="1603" y="125"/>
                      </a:lnTo>
                      <a:lnTo>
                        <a:pt x="1602" y="121"/>
                      </a:lnTo>
                      <a:lnTo>
                        <a:pt x="1602" y="116"/>
                      </a:lnTo>
                      <a:lnTo>
                        <a:pt x="1603" y="102"/>
                      </a:lnTo>
                      <a:lnTo>
                        <a:pt x="1605" y="84"/>
                      </a:lnTo>
                      <a:lnTo>
                        <a:pt x="1607" y="66"/>
                      </a:lnTo>
                      <a:lnTo>
                        <a:pt x="1607" y="48"/>
                      </a:lnTo>
                      <a:lnTo>
                        <a:pt x="1607" y="41"/>
                      </a:lnTo>
                      <a:lnTo>
                        <a:pt x="1607" y="34"/>
                      </a:lnTo>
                      <a:lnTo>
                        <a:pt x="1606" y="29"/>
                      </a:lnTo>
                      <a:lnTo>
                        <a:pt x="1605" y="25"/>
                      </a:lnTo>
                      <a:lnTo>
                        <a:pt x="1600" y="19"/>
                      </a:lnTo>
                      <a:lnTo>
                        <a:pt x="1594" y="15"/>
                      </a:lnTo>
                      <a:lnTo>
                        <a:pt x="1589" y="12"/>
                      </a:lnTo>
                      <a:lnTo>
                        <a:pt x="1583" y="9"/>
                      </a:lnTo>
                      <a:lnTo>
                        <a:pt x="1572" y="8"/>
                      </a:lnTo>
                      <a:lnTo>
                        <a:pt x="1561" y="8"/>
                      </a:lnTo>
                      <a:lnTo>
                        <a:pt x="1556" y="8"/>
                      </a:lnTo>
                      <a:lnTo>
                        <a:pt x="1550" y="7"/>
                      </a:lnTo>
                      <a:lnTo>
                        <a:pt x="1545" y="6"/>
                      </a:lnTo>
                      <a:lnTo>
                        <a:pt x="1540" y="5"/>
                      </a:lnTo>
                      <a:lnTo>
                        <a:pt x="1534" y="2"/>
                      </a:lnTo>
                      <a:lnTo>
                        <a:pt x="1528" y="2"/>
                      </a:lnTo>
                      <a:lnTo>
                        <a:pt x="1521" y="1"/>
                      </a:lnTo>
                      <a:lnTo>
                        <a:pt x="1515" y="2"/>
                      </a:lnTo>
                      <a:lnTo>
                        <a:pt x="1494" y="2"/>
                      </a:lnTo>
                      <a:lnTo>
                        <a:pt x="1469" y="1"/>
                      </a:lnTo>
                      <a:lnTo>
                        <a:pt x="1442" y="1"/>
                      </a:lnTo>
                      <a:lnTo>
                        <a:pt x="1417" y="0"/>
                      </a:lnTo>
                      <a:lnTo>
                        <a:pt x="1406" y="0"/>
                      </a:lnTo>
                      <a:lnTo>
                        <a:pt x="1399" y="2"/>
                      </a:lnTo>
                      <a:lnTo>
                        <a:pt x="1393" y="3"/>
                      </a:lnTo>
                      <a:lnTo>
                        <a:pt x="1389" y="6"/>
                      </a:lnTo>
                      <a:lnTo>
                        <a:pt x="1386" y="9"/>
                      </a:lnTo>
                      <a:lnTo>
                        <a:pt x="1382" y="10"/>
                      </a:lnTo>
                      <a:lnTo>
                        <a:pt x="1379" y="13"/>
                      </a:lnTo>
                      <a:lnTo>
                        <a:pt x="1374" y="13"/>
                      </a:lnTo>
                      <a:lnTo>
                        <a:pt x="1368" y="13"/>
                      </a:lnTo>
                      <a:lnTo>
                        <a:pt x="1363" y="13"/>
                      </a:lnTo>
                      <a:lnTo>
                        <a:pt x="1360" y="15"/>
                      </a:lnTo>
                      <a:lnTo>
                        <a:pt x="1356" y="18"/>
                      </a:lnTo>
                      <a:lnTo>
                        <a:pt x="1350" y="22"/>
                      </a:lnTo>
                      <a:lnTo>
                        <a:pt x="1345" y="28"/>
                      </a:lnTo>
                      <a:lnTo>
                        <a:pt x="1343" y="32"/>
                      </a:lnTo>
                      <a:lnTo>
                        <a:pt x="1341" y="33"/>
                      </a:lnTo>
                      <a:lnTo>
                        <a:pt x="1337" y="34"/>
                      </a:lnTo>
                      <a:lnTo>
                        <a:pt x="1334" y="34"/>
                      </a:lnTo>
                      <a:lnTo>
                        <a:pt x="1325" y="32"/>
                      </a:lnTo>
                      <a:lnTo>
                        <a:pt x="1317" y="29"/>
                      </a:lnTo>
                      <a:lnTo>
                        <a:pt x="1312" y="28"/>
                      </a:lnTo>
                      <a:lnTo>
                        <a:pt x="1307" y="28"/>
                      </a:lnTo>
                      <a:lnTo>
                        <a:pt x="1303" y="28"/>
                      </a:lnTo>
                      <a:lnTo>
                        <a:pt x="1297" y="28"/>
                      </a:lnTo>
                      <a:lnTo>
                        <a:pt x="1285" y="31"/>
                      </a:lnTo>
                      <a:lnTo>
                        <a:pt x="1273" y="35"/>
                      </a:lnTo>
                      <a:lnTo>
                        <a:pt x="1262" y="40"/>
                      </a:lnTo>
                      <a:lnTo>
                        <a:pt x="1254" y="41"/>
                      </a:lnTo>
                      <a:lnTo>
                        <a:pt x="1244" y="43"/>
                      </a:lnTo>
                      <a:lnTo>
                        <a:pt x="1232" y="43"/>
                      </a:lnTo>
                      <a:lnTo>
                        <a:pt x="1219" y="44"/>
                      </a:lnTo>
                      <a:lnTo>
                        <a:pt x="1209" y="45"/>
                      </a:lnTo>
                      <a:lnTo>
                        <a:pt x="1198" y="50"/>
                      </a:lnTo>
                      <a:lnTo>
                        <a:pt x="1187" y="56"/>
                      </a:lnTo>
                      <a:lnTo>
                        <a:pt x="1180" y="59"/>
                      </a:lnTo>
                      <a:lnTo>
                        <a:pt x="1172" y="63"/>
                      </a:lnTo>
                      <a:lnTo>
                        <a:pt x="1164" y="66"/>
                      </a:lnTo>
                      <a:lnTo>
                        <a:pt x="1154" y="68"/>
                      </a:lnTo>
                      <a:lnTo>
                        <a:pt x="1144" y="70"/>
                      </a:lnTo>
                      <a:lnTo>
                        <a:pt x="1135" y="71"/>
                      </a:lnTo>
                      <a:lnTo>
                        <a:pt x="1127" y="71"/>
                      </a:lnTo>
                      <a:lnTo>
                        <a:pt x="1120" y="71"/>
                      </a:lnTo>
                      <a:lnTo>
                        <a:pt x="1103" y="69"/>
                      </a:lnTo>
                      <a:lnTo>
                        <a:pt x="1084" y="65"/>
                      </a:lnTo>
                      <a:lnTo>
                        <a:pt x="1073" y="64"/>
                      </a:lnTo>
                      <a:lnTo>
                        <a:pt x="1062" y="64"/>
                      </a:lnTo>
                      <a:lnTo>
                        <a:pt x="1052" y="64"/>
                      </a:lnTo>
                      <a:lnTo>
                        <a:pt x="1040" y="64"/>
                      </a:lnTo>
                      <a:lnTo>
                        <a:pt x="1029" y="66"/>
                      </a:lnTo>
                      <a:lnTo>
                        <a:pt x="1017" y="69"/>
                      </a:lnTo>
                      <a:lnTo>
                        <a:pt x="1007" y="72"/>
                      </a:lnTo>
                      <a:lnTo>
                        <a:pt x="995" y="77"/>
                      </a:lnTo>
                      <a:lnTo>
                        <a:pt x="976" y="84"/>
                      </a:lnTo>
                      <a:lnTo>
                        <a:pt x="963" y="88"/>
                      </a:lnTo>
                      <a:lnTo>
                        <a:pt x="948" y="90"/>
                      </a:lnTo>
                      <a:lnTo>
                        <a:pt x="927" y="91"/>
                      </a:lnTo>
                      <a:lnTo>
                        <a:pt x="901" y="92"/>
                      </a:lnTo>
                      <a:lnTo>
                        <a:pt x="875" y="94"/>
                      </a:lnTo>
                      <a:lnTo>
                        <a:pt x="851" y="95"/>
                      </a:lnTo>
                      <a:lnTo>
                        <a:pt x="826" y="94"/>
                      </a:lnTo>
                      <a:lnTo>
                        <a:pt x="802" y="92"/>
                      </a:lnTo>
                      <a:lnTo>
                        <a:pt x="782" y="90"/>
                      </a:lnTo>
                      <a:lnTo>
                        <a:pt x="774" y="90"/>
                      </a:lnTo>
                      <a:lnTo>
                        <a:pt x="764" y="91"/>
                      </a:lnTo>
                      <a:lnTo>
                        <a:pt x="755" y="94"/>
                      </a:lnTo>
                      <a:lnTo>
                        <a:pt x="745" y="97"/>
                      </a:lnTo>
                      <a:lnTo>
                        <a:pt x="726" y="107"/>
                      </a:lnTo>
                      <a:lnTo>
                        <a:pt x="705" y="119"/>
                      </a:lnTo>
                      <a:lnTo>
                        <a:pt x="683" y="130"/>
                      </a:lnTo>
                      <a:lnTo>
                        <a:pt x="665" y="138"/>
                      </a:lnTo>
                      <a:lnTo>
                        <a:pt x="649" y="144"/>
                      </a:lnTo>
                      <a:lnTo>
                        <a:pt x="633" y="146"/>
                      </a:lnTo>
                      <a:lnTo>
                        <a:pt x="625" y="147"/>
                      </a:lnTo>
                      <a:lnTo>
                        <a:pt x="618" y="146"/>
                      </a:lnTo>
                      <a:lnTo>
                        <a:pt x="611" y="145"/>
                      </a:lnTo>
                      <a:lnTo>
                        <a:pt x="604" y="142"/>
                      </a:lnTo>
                      <a:lnTo>
                        <a:pt x="598" y="141"/>
                      </a:lnTo>
                      <a:lnTo>
                        <a:pt x="592" y="140"/>
                      </a:lnTo>
                      <a:lnTo>
                        <a:pt x="586" y="140"/>
                      </a:lnTo>
                      <a:lnTo>
                        <a:pt x="580" y="141"/>
                      </a:lnTo>
                      <a:lnTo>
                        <a:pt x="569" y="146"/>
                      </a:lnTo>
                      <a:lnTo>
                        <a:pt x="560" y="151"/>
                      </a:lnTo>
                      <a:lnTo>
                        <a:pt x="554" y="157"/>
                      </a:lnTo>
                      <a:lnTo>
                        <a:pt x="549" y="164"/>
                      </a:lnTo>
                      <a:lnTo>
                        <a:pt x="547" y="170"/>
                      </a:lnTo>
                      <a:lnTo>
                        <a:pt x="545" y="177"/>
                      </a:lnTo>
                      <a:lnTo>
                        <a:pt x="545" y="184"/>
                      </a:lnTo>
                      <a:lnTo>
                        <a:pt x="547" y="191"/>
                      </a:lnTo>
                      <a:lnTo>
                        <a:pt x="549" y="198"/>
                      </a:lnTo>
                      <a:lnTo>
                        <a:pt x="553" y="204"/>
                      </a:lnTo>
                      <a:lnTo>
                        <a:pt x="556" y="210"/>
                      </a:lnTo>
                      <a:lnTo>
                        <a:pt x="560" y="216"/>
                      </a:lnTo>
                      <a:lnTo>
                        <a:pt x="563" y="220"/>
                      </a:lnTo>
                      <a:lnTo>
                        <a:pt x="567" y="223"/>
                      </a:lnTo>
                      <a:lnTo>
                        <a:pt x="569" y="224"/>
                      </a:lnTo>
                      <a:lnTo>
                        <a:pt x="572" y="226"/>
                      </a:lnTo>
                      <a:lnTo>
                        <a:pt x="575" y="226"/>
                      </a:lnTo>
                      <a:lnTo>
                        <a:pt x="579" y="228"/>
                      </a:lnTo>
                      <a:lnTo>
                        <a:pt x="582" y="230"/>
                      </a:lnTo>
                      <a:lnTo>
                        <a:pt x="586" y="235"/>
                      </a:lnTo>
                      <a:lnTo>
                        <a:pt x="592" y="246"/>
                      </a:lnTo>
                      <a:lnTo>
                        <a:pt x="598" y="259"/>
                      </a:lnTo>
                      <a:lnTo>
                        <a:pt x="608" y="284"/>
                      </a:lnTo>
                      <a:lnTo>
                        <a:pt x="616" y="302"/>
                      </a:lnTo>
                      <a:lnTo>
                        <a:pt x="623" y="312"/>
                      </a:lnTo>
                      <a:lnTo>
                        <a:pt x="629" y="328"/>
                      </a:lnTo>
                      <a:lnTo>
                        <a:pt x="635" y="344"/>
                      </a:lnTo>
                      <a:lnTo>
                        <a:pt x="636" y="358"/>
                      </a:lnTo>
                      <a:lnTo>
                        <a:pt x="636" y="362"/>
                      </a:lnTo>
                      <a:lnTo>
                        <a:pt x="633" y="366"/>
                      </a:lnTo>
                      <a:lnTo>
                        <a:pt x="631" y="369"/>
                      </a:lnTo>
                      <a:lnTo>
                        <a:pt x="627" y="371"/>
                      </a:lnTo>
                      <a:lnTo>
                        <a:pt x="618" y="374"/>
                      </a:lnTo>
                      <a:lnTo>
                        <a:pt x="607" y="377"/>
                      </a:lnTo>
                      <a:lnTo>
                        <a:pt x="602" y="379"/>
                      </a:lnTo>
                      <a:lnTo>
                        <a:pt x="599" y="381"/>
                      </a:lnTo>
                      <a:lnTo>
                        <a:pt x="596" y="386"/>
                      </a:lnTo>
                      <a:lnTo>
                        <a:pt x="594" y="392"/>
                      </a:lnTo>
                      <a:lnTo>
                        <a:pt x="593" y="405"/>
                      </a:lnTo>
                      <a:lnTo>
                        <a:pt x="593" y="421"/>
                      </a:lnTo>
                      <a:lnTo>
                        <a:pt x="593" y="428"/>
                      </a:lnTo>
                      <a:lnTo>
                        <a:pt x="595" y="435"/>
                      </a:lnTo>
                      <a:lnTo>
                        <a:pt x="599" y="442"/>
                      </a:lnTo>
                      <a:lnTo>
                        <a:pt x="604" y="448"/>
                      </a:lnTo>
                      <a:lnTo>
                        <a:pt x="608" y="454"/>
                      </a:lnTo>
                      <a:lnTo>
                        <a:pt x="614" y="460"/>
                      </a:lnTo>
                      <a:lnTo>
                        <a:pt x="620" y="464"/>
                      </a:lnTo>
                      <a:lnTo>
                        <a:pt x="627" y="469"/>
                      </a:lnTo>
                      <a:lnTo>
                        <a:pt x="644" y="480"/>
                      </a:lnTo>
                      <a:lnTo>
                        <a:pt x="664" y="493"/>
                      </a:lnTo>
                      <a:lnTo>
                        <a:pt x="687" y="507"/>
                      </a:lnTo>
                      <a:lnTo>
                        <a:pt x="706" y="523"/>
                      </a:lnTo>
                      <a:lnTo>
                        <a:pt x="713" y="531"/>
                      </a:lnTo>
                      <a:lnTo>
                        <a:pt x="718" y="538"/>
                      </a:lnTo>
                      <a:lnTo>
                        <a:pt x="720" y="545"/>
                      </a:lnTo>
                      <a:lnTo>
                        <a:pt x="722" y="552"/>
                      </a:lnTo>
                      <a:lnTo>
                        <a:pt x="725" y="567"/>
                      </a:lnTo>
                      <a:lnTo>
                        <a:pt x="730" y="582"/>
                      </a:lnTo>
                      <a:lnTo>
                        <a:pt x="733" y="589"/>
                      </a:lnTo>
                      <a:lnTo>
                        <a:pt x="737" y="595"/>
                      </a:lnTo>
                      <a:lnTo>
                        <a:pt x="743" y="599"/>
                      </a:lnTo>
                      <a:lnTo>
                        <a:pt x="747" y="602"/>
                      </a:lnTo>
                      <a:lnTo>
                        <a:pt x="759" y="608"/>
                      </a:lnTo>
                      <a:lnTo>
                        <a:pt x="770" y="612"/>
                      </a:lnTo>
                      <a:lnTo>
                        <a:pt x="775" y="614"/>
                      </a:lnTo>
                      <a:lnTo>
                        <a:pt x="778" y="618"/>
                      </a:lnTo>
                      <a:lnTo>
                        <a:pt x="782" y="621"/>
                      </a:lnTo>
                      <a:lnTo>
                        <a:pt x="785" y="626"/>
                      </a:lnTo>
                      <a:lnTo>
                        <a:pt x="790" y="637"/>
                      </a:lnTo>
                      <a:lnTo>
                        <a:pt x="793" y="650"/>
                      </a:lnTo>
                      <a:lnTo>
                        <a:pt x="795" y="665"/>
                      </a:lnTo>
                      <a:lnTo>
                        <a:pt x="797" y="686"/>
                      </a:lnTo>
                      <a:lnTo>
                        <a:pt x="800" y="706"/>
                      </a:lnTo>
                      <a:lnTo>
                        <a:pt x="805" y="721"/>
                      </a:lnTo>
                      <a:lnTo>
                        <a:pt x="809" y="733"/>
                      </a:lnTo>
                      <a:lnTo>
                        <a:pt x="816" y="746"/>
                      </a:lnTo>
                      <a:lnTo>
                        <a:pt x="824" y="758"/>
                      </a:lnTo>
                      <a:lnTo>
                        <a:pt x="828" y="768"/>
                      </a:lnTo>
                      <a:lnTo>
                        <a:pt x="833" y="778"/>
                      </a:lnTo>
                      <a:lnTo>
                        <a:pt x="835" y="794"/>
                      </a:lnTo>
                      <a:lnTo>
                        <a:pt x="837" y="801"/>
                      </a:lnTo>
                      <a:lnTo>
                        <a:pt x="837" y="808"/>
                      </a:lnTo>
                      <a:lnTo>
                        <a:pt x="834" y="814"/>
                      </a:lnTo>
                      <a:lnTo>
                        <a:pt x="832" y="819"/>
                      </a:lnTo>
                      <a:lnTo>
                        <a:pt x="828" y="822"/>
                      </a:lnTo>
                      <a:lnTo>
                        <a:pt x="824" y="823"/>
                      </a:lnTo>
                      <a:lnTo>
                        <a:pt x="819" y="825"/>
                      </a:lnTo>
                      <a:lnTo>
                        <a:pt x="814" y="825"/>
                      </a:lnTo>
                      <a:lnTo>
                        <a:pt x="802" y="822"/>
                      </a:lnTo>
                      <a:lnTo>
                        <a:pt x="788" y="820"/>
                      </a:lnTo>
                      <a:lnTo>
                        <a:pt x="781" y="819"/>
                      </a:lnTo>
                      <a:lnTo>
                        <a:pt x="775" y="820"/>
                      </a:lnTo>
                      <a:lnTo>
                        <a:pt x="770" y="822"/>
                      </a:lnTo>
                      <a:lnTo>
                        <a:pt x="766" y="826"/>
                      </a:lnTo>
                      <a:lnTo>
                        <a:pt x="758" y="834"/>
                      </a:lnTo>
                      <a:lnTo>
                        <a:pt x="747" y="845"/>
                      </a:lnTo>
                      <a:lnTo>
                        <a:pt x="740" y="848"/>
                      </a:lnTo>
                      <a:lnTo>
                        <a:pt x="733" y="851"/>
                      </a:lnTo>
                      <a:lnTo>
                        <a:pt x="724" y="853"/>
                      </a:lnTo>
                      <a:lnTo>
                        <a:pt x="715" y="853"/>
                      </a:lnTo>
                      <a:lnTo>
                        <a:pt x="696" y="853"/>
                      </a:lnTo>
                      <a:lnTo>
                        <a:pt x="681" y="851"/>
                      </a:lnTo>
                      <a:lnTo>
                        <a:pt x="674" y="852"/>
                      </a:lnTo>
                      <a:lnTo>
                        <a:pt x="667" y="853"/>
                      </a:lnTo>
                      <a:lnTo>
                        <a:pt x="658" y="858"/>
                      </a:lnTo>
                      <a:lnTo>
                        <a:pt x="651" y="861"/>
                      </a:lnTo>
                      <a:lnTo>
                        <a:pt x="637" y="872"/>
                      </a:lnTo>
                      <a:lnTo>
                        <a:pt x="625" y="882"/>
                      </a:lnTo>
                      <a:lnTo>
                        <a:pt x="620" y="885"/>
                      </a:lnTo>
                      <a:lnTo>
                        <a:pt x="618" y="889"/>
                      </a:lnTo>
                      <a:lnTo>
                        <a:pt x="616" y="892"/>
                      </a:lnTo>
                      <a:lnTo>
                        <a:pt x="613" y="895"/>
                      </a:lnTo>
                      <a:lnTo>
                        <a:pt x="613" y="898"/>
                      </a:lnTo>
                      <a:lnTo>
                        <a:pt x="613" y="902"/>
                      </a:lnTo>
                      <a:lnTo>
                        <a:pt x="614" y="905"/>
                      </a:lnTo>
                      <a:lnTo>
                        <a:pt x="616" y="908"/>
                      </a:lnTo>
                      <a:lnTo>
                        <a:pt x="617" y="915"/>
                      </a:lnTo>
                      <a:lnTo>
                        <a:pt x="618" y="920"/>
                      </a:lnTo>
                      <a:lnTo>
                        <a:pt x="616" y="924"/>
                      </a:lnTo>
                      <a:lnTo>
                        <a:pt x="612" y="929"/>
                      </a:lnTo>
                      <a:lnTo>
                        <a:pt x="610" y="932"/>
                      </a:lnTo>
                      <a:lnTo>
                        <a:pt x="608" y="936"/>
                      </a:lnTo>
                      <a:lnTo>
                        <a:pt x="607" y="941"/>
                      </a:lnTo>
                      <a:lnTo>
                        <a:pt x="606" y="947"/>
                      </a:lnTo>
                      <a:lnTo>
                        <a:pt x="605" y="961"/>
                      </a:lnTo>
                      <a:lnTo>
                        <a:pt x="607" y="974"/>
                      </a:lnTo>
                      <a:lnTo>
                        <a:pt x="608" y="980"/>
                      </a:lnTo>
                      <a:lnTo>
                        <a:pt x="611" y="984"/>
                      </a:lnTo>
                      <a:lnTo>
                        <a:pt x="613" y="987"/>
                      </a:lnTo>
                      <a:lnTo>
                        <a:pt x="617" y="990"/>
                      </a:lnTo>
                      <a:lnTo>
                        <a:pt x="623" y="992"/>
                      </a:lnTo>
                      <a:lnTo>
                        <a:pt x="630" y="992"/>
                      </a:lnTo>
                      <a:lnTo>
                        <a:pt x="635" y="993"/>
                      </a:lnTo>
                      <a:lnTo>
                        <a:pt x="638" y="995"/>
                      </a:lnTo>
                      <a:lnTo>
                        <a:pt x="639" y="998"/>
                      </a:lnTo>
                      <a:lnTo>
                        <a:pt x="640" y="1004"/>
                      </a:lnTo>
                      <a:lnTo>
                        <a:pt x="642" y="1006"/>
                      </a:lnTo>
                      <a:lnTo>
                        <a:pt x="644" y="1009"/>
                      </a:lnTo>
                      <a:lnTo>
                        <a:pt x="648" y="1010"/>
                      </a:lnTo>
                      <a:lnTo>
                        <a:pt x="652" y="1011"/>
                      </a:lnTo>
                      <a:lnTo>
                        <a:pt x="664" y="1012"/>
                      </a:lnTo>
                      <a:lnTo>
                        <a:pt x="679" y="1015"/>
                      </a:lnTo>
                      <a:lnTo>
                        <a:pt x="686" y="1017"/>
                      </a:lnTo>
                      <a:lnTo>
                        <a:pt x="690" y="1021"/>
                      </a:lnTo>
                      <a:lnTo>
                        <a:pt x="693" y="1026"/>
                      </a:lnTo>
                      <a:lnTo>
                        <a:pt x="694" y="1030"/>
                      </a:lnTo>
                      <a:lnTo>
                        <a:pt x="695" y="1042"/>
                      </a:lnTo>
                      <a:lnTo>
                        <a:pt x="695" y="1054"/>
                      </a:lnTo>
                      <a:lnTo>
                        <a:pt x="694" y="1066"/>
                      </a:lnTo>
                      <a:lnTo>
                        <a:pt x="692" y="1075"/>
                      </a:lnTo>
                      <a:lnTo>
                        <a:pt x="688" y="1087"/>
                      </a:lnTo>
                      <a:lnTo>
                        <a:pt x="684" y="1099"/>
                      </a:lnTo>
                      <a:lnTo>
                        <a:pt x="683" y="1105"/>
                      </a:lnTo>
                      <a:lnTo>
                        <a:pt x="683" y="1110"/>
                      </a:lnTo>
                      <a:lnTo>
                        <a:pt x="684" y="1115"/>
                      </a:lnTo>
                      <a:lnTo>
                        <a:pt x="686" y="1117"/>
                      </a:lnTo>
                      <a:lnTo>
                        <a:pt x="688" y="1119"/>
                      </a:lnTo>
                      <a:lnTo>
                        <a:pt x="690" y="1121"/>
                      </a:lnTo>
                      <a:lnTo>
                        <a:pt x="694" y="1122"/>
                      </a:lnTo>
                      <a:lnTo>
                        <a:pt x="696" y="1123"/>
                      </a:lnTo>
                      <a:lnTo>
                        <a:pt x="700" y="1123"/>
                      </a:lnTo>
                      <a:lnTo>
                        <a:pt x="701" y="1123"/>
                      </a:lnTo>
                      <a:lnTo>
                        <a:pt x="702" y="1124"/>
                      </a:lnTo>
                      <a:lnTo>
                        <a:pt x="702" y="1125"/>
                      </a:lnTo>
                      <a:lnTo>
                        <a:pt x="699" y="1129"/>
                      </a:lnTo>
                      <a:lnTo>
                        <a:pt x="694" y="1132"/>
                      </a:lnTo>
                      <a:lnTo>
                        <a:pt x="692" y="1135"/>
                      </a:lnTo>
                      <a:lnTo>
                        <a:pt x="690" y="1137"/>
                      </a:lnTo>
                      <a:lnTo>
                        <a:pt x="689" y="1140"/>
                      </a:lnTo>
                      <a:lnTo>
                        <a:pt x="689" y="1142"/>
                      </a:lnTo>
                      <a:lnTo>
                        <a:pt x="690" y="1147"/>
                      </a:lnTo>
                      <a:lnTo>
                        <a:pt x="695" y="1153"/>
                      </a:lnTo>
                      <a:lnTo>
                        <a:pt x="696" y="1155"/>
                      </a:lnTo>
                      <a:lnTo>
                        <a:pt x="699" y="1159"/>
                      </a:lnTo>
                      <a:lnTo>
                        <a:pt x="700" y="1163"/>
                      </a:lnTo>
                      <a:lnTo>
                        <a:pt x="701" y="1169"/>
                      </a:lnTo>
                      <a:lnTo>
                        <a:pt x="701" y="1180"/>
                      </a:lnTo>
                      <a:lnTo>
                        <a:pt x="700" y="1192"/>
                      </a:lnTo>
                      <a:lnTo>
                        <a:pt x="699" y="1198"/>
                      </a:lnTo>
                      <a:lnTo>
                        <a:pt x="696" y="1201"/>
                      </a:lnTo>
                      <a:lnTo>
                        <a:pt x="694" y="1205"/>
                      </a:lnTo>
                      <a:lnTo>
                        <a:pt x="690" y="1207"/>
                      </a:lnTo>
                      <a:lnTo>
                        <a:pt x="687" y="1209"/>
                      </a:lnTo>
                      <a:lnTo>
                        <a:pt x="683" y="1210"/>
                      </a:lnTo>
                      <a:lnTo>
                        <a:pt x="679" y="1210"/>
                      </a:lnTo>
                      <a:lnTo>
                        <a:pt x="674" y="1209"/>
                      </a:lnTo>
                      <a:lnTo>
                        <a:pt x="664" y="1207"/>
                      </a:lnTo>
                      <a:lnTo>
                        <a:pt x="656" y="1209"/>
                      </a:lnTo>
                      <a:lnTo>
                        <a:pt x="652" y="1210"/>
                      </a:lnTo>
                      <a:lnTo>
                        <a:pt x="649" y="1212"/>
                      </a:lnTo>
                      <a:lnTo>
                        <a:pt x="646" y="1214"/>
                      </a:lnTo>
                      <a:lnTo>
                        <a:pt x="643" y="1217"/>
                      </a:lnTo>
                      <a:lnTo>
                        <a:pt x="640" y="1220"/>
                      </a:lnTo>
                      <a:lnTo>
                        <a:pt x="637" y="1223"/>
                      </a:lnTo>
                      <a:lnTo>
                        <a:pt x="633" y="1224"/>
                      </a:lnTo>
                      <a:lnTo>
                        <a:pt x="630" y="1226"/>
                      </a:lnTo>
                      <a:lnTo>
                        <a:pt x="620" y="1228"/>
                      </a:lnTo>
                      <a:lnTo>
                        <a:pt x="610" y="1228"/>
                      </a:lnTo>
                      <a:lnTo>
                        <a:pt x="605" y="1226"/>
                      </a:lnTo>
                      <a:lnTo>
                        <a:pt x="600" y="1225"/>
                      </a:lnTo>
                      <a:lnTo>
                        <a:pt x="595" y="1223"/>
                      </a:lnTo>
                      <a:lnTo>
                        <a:pt x="592" y="1219"/>
                      </a:lnTo>
                      <a:lnTo>
                        <a:pt x="583" y="1212"/>
                      </a:lnTo>
                      <a:lnTo>
                        <a:pt x="577" y="1204"/>
                      </a:lnTo>
                      <a:lnTo>
                        <a:pt x="570" y="1194"/>
                      </a:lnTo>
                      <a:lnTo>
                        <a:pt x="563" y="1186"/>
                      </a:lnTo>
                      <a:lnTo>
                        <a:pt x="555" y="1178"/>
                      </a:lnTo>
                      <a:lnTo>
                        <a:pt x="544" y="1171"/>
                      </a:lnTo>
                      <a:lnTo>
                        <a:pt x="533" y="1162"/>
                      </a:lnTo>
                      <a:lnTo>
                        <a:pt x="520" y="1156"/>
                      </a:lnTo>
                      <a:lnTo>
                        <a:pt x="509" y="1151"/>
                      </a:lnTo>
                      <a:lnTo>
                        <a:pt x="499" y="1150"/>
                      </a:lnTo>
                      <a:lnTo>
                        <a:pt x="488" y="1150"/>
                      </a:lnTo>
                      <a:lnTo>
                        <a:pt x="475" y="1150"/>
                      </a:lnTo>
                      <a:lnTo>
                        <a:pt x="468" y="1150"/>
                      </a:lnTo>
                      <a:lnTo>
                        <a:pt x="461" y="1149"/>
                      </a:lnTo>
                      <a:lnTo>
                        <a:pt x="454" y="1147"/>
                      </a:lnTo>
                      <a:lnTo>
                        <a:pt x="447" y="1144"/>
                      </a:lnTo>
                      <a:lnTo>
                        <a:pt x="429" y="1137"/>
                      </a:lnTo>
                      <a:lnTo>
                        <a:pt x="410" y="1130"/>
                      </a:lnTo>
                      <a:lnTo>
                        <a:pt x="400" y="1127"/>
                      </a:lnTo>
                      <a:lnTo>
                        <a:pt x="392" y="1123"/>
                      </a:lnTo>
                      <a:lnTo>
                        <a:pt x="385" y="1118"/>
                      </a:lnTo>
                      <a:lnTo>
                        <a:pt x="381" y="1115"/>
                      </a:lnTo>
                      <a:lnTo>
                        <a:pt x="375" y="1105"/>
                      </a:lnTo>
                      <a:lnTo>
                        <a:pt x="369" y="1094"/>
                      </a:lnTo>
                      <a:lnTo>
                        <a:pt x="362" y="1084"/>
                      </a:lnTo>
                      <a:lnTo>
                        <a:pt x="354" y="1074"/>
                      </a:lnTo>
                      <a:lnTo>
                        <a:pt x="346" y="1067"/>
                      </a:lnTo>
                      <a:lnTo>
                        <a:pt x="339" y="1062"/>
                      </a:lnTo>
                      <a:lnTo>
                        <a:pt x="335" y="1062"/>
                      </a:lnTo>
                      <a:lnTo>
                        <a:pt x="333" y="1062"/>
                      </a:lnTo>
                      <a:lnTo>
                        <a:pt x="330" y="1065"/>
                      </a:lnTo>
                      <a:lnTo>
                        <a:pt x="329" y="1068"/>
                      </a:lnTo>
                      <a:lnTo>
                        <a:pt x="327" y="1081"/>
                      </a:lnTo>
                      <a:lnTo>
                        <a:pt x="322" y="1098"/>
                      </a:lnTo>
                      <a:lnTo>
                        <a:pt x="316" y="1116"/>
                      </a:lnTo>
                      <a:lnTo>
                        <a:pt x="311" y="1129"/>
                      </a:lnTo>
                      <a:lnTo>
                        <a:pt x="308" y="1132"/>
                      </a:lnTo>
                      <a:lnTo>
                        <a:pt x="304" y="1137"/>
                      </a:lnTo>
                      <a:lnTo>
                        <a:pt x="300" y="1140"/>
                      </a:lnTo>
                      <a:lnTo>
                        <a:pt x="297" y="1142"/>
                      </a:lnTo>
                      <a:lnTo>
                        <a:pt x="293" y="1144"/>
                      </a:lnTo>
                      <a:lnTo>
                        <a:pt x="289" y="1144"/>
                      </a:lnTo>
                      <a:lnTo>
                        <a:pt x="285" y="1144"/>
                      </a:lnTo>
                      <a:lnTo>
                        <a:pt x="280" y="1142"/>
                      </a:lnTo>
                      <a:lnTo>
                        <a:pt x="273" y="1138"/>
                      </a:lnTo>
                      <a:lnTo>
                        <a:pt x="266" y="1137"/>
                      </a:lnTo>
                      <a:lnTo>
                        <a:pt x="258" y="1137"/>
                      </a:lnTo>
                      <a:lnTo>
                        <a:pt x="246" y="1136"/>
                      </a:lnTo>
                      <a:lnTo>
                        <a:pt x="236" y="1135"/>
                      </a:lnTo>
                      <a:lnTo>
                        <a:pt x="226" y="1131"/>
                      </a:lnTo>
                      <a:lnTo>
                        <a:pt x="215" y="1128"/>
                      </a:lnTo>
                      <a:lnTo>
                        <a:pt x="202" y="1122"/>
                      </a:lnTo>
                      <a:lnTo>
                        <a:pt x="196" y="1118"/>
                      </a:lnTo>
                      <a:lnTo>
                        <a:pt x="191" y="1117"/>
                      </a:lnTo>
                      <a:lnTo>
                        <a:pt x="186" y="1118"/>
                      </a:lnTo>
                      <a:lnTo>
                        <a:pt x="180" y="1122"/>
                      </a:lnTo>
                      <a:lnTo>
                        <a:pt x="174" y="1125"/>
                      </a:lnTo>
                      <a:lnTo>
                        <a:pt x="167" y="1129"/>
                      </a:lnTo>
                      <a:lnTo>
                        <a:pt x="160" y="1132"/>
                      </a:lnTo>
                      <a:lnTo>
                        <a:pt x="153" y="1134"/>
                      </a:lnTo>
                      <a:lnTo>
                        <a:pt x="142" y="1135"/>
                      </a:lnTo>
                      <a:lnTo>
                        <a:pt x="135" y="1136"/>
                      </a:lnTo>
                      <a:lnTo>
                        <a:pt x="133" y="1136"/>
                      </a:lnTo>
                      <a:lnTo>
                        <a:pt x="130" y="1137"/>
                      </a:lnTo>
                      <a:lnTo>
                        <a:pt x="129" y="1140"/>
                      </a:lnTo>
                      <a:lnTo>
                        <a:pt x="127" y="1142"/>
                      </a:lnTo>
                      <a:lnTo>
                        <a:pt x="125" y="1146"/>
                      </a:lnTo>
                      <a:lnTo>
                        <a:pt x="121" y="1148"/>
                      </a:lnTo>
                      <a:lnTo>
                        <a:pt x="116" y="1150"/>
                      </a:lnTo>
                      <a:lnTo>
                        <a:pt x="110" y="1151"/>
                      </a:lnTo>
                      <a:lnTo>
                        <a:pt x="107" y="1151"/>
                      </a:lnTo>
                      <a:lnTo>
                        <a:pt x="104" y="1153"/>
                      </a:lnTo>
                      <a:lnTo>
                        <a:pt x="103" y="1155"/>
                      </a:lnTo>
                      <a:lnTo>
                        <a:pt x="102" y="1157"/>
                      </a:lnTo>
                      <a:lnTo>
                        <a:pt x="101" y="1163"/>
                      </a:lnTo>
                      <a:lnTo>
                        <a:pt x="101" y="1169"/>
                      </a:lnTo>
                      <a:lnTo>
                        <a:pt x="102" y="1176"/>
                      </a:lnTo>
                      <a:lnTo>
                        <a:pt x="103" y="1182"/>
                      </a:lnTo>
                      <a:lnTo>
                        <a:pt x="108" y="1190"/>
                      </a:lnTo>
                      <a:lnTo>
                        <a:pt x="114" y="1197"/>
                      </a:lnTo>
                      <a:lnTo>
                        <a:pt x="122" y="1205"/>
                      </a:lnTo>
                      <a:lnTo>
                        <a:pt x="129" y="1213"/>
                      </a:lnTo>
                      <a:lnTo>
                        <a:pt x="136" y="1220"/>
                      </a:lnTo>
                      <a:lnTo>
                        <a:pt x="144" y="1225"/>
                      </a:lnTo>
                      <a:lnTo>
                        <a:pt x="151" y="1229"/>
                      </a:lnTo>
                      <a:lnTo>
                        <a:pt x="160" y="1230"/>
                      </a:lnTo>
                      <a:lnTo>
                        <a:pt x="172" y="1231"/>
                      </a:lnTo>
                      <a:lnTo>
                        <a:pt x="186" y="1231"/>
                      </a:lnTo>
                      <a:lnTo>
                        <a:pt x="193" y="1232"/>
                      </a:lnTo>
                      <a:lnTo>
                        <a:pt x="198" y="1234"/>
                      </a:lnTo>
                      <a:lnTo>
                        <a:pt x="203" y="1235"/>
                      </a:lnTo>
                      <a:lnTo>
                        <a:pt x="207" y="1237"/>
                      </a:lnTo>
                      <a:lnTo>
                        <a:pt x="209" y="1239"/>
                      </a:lnTo>
                      <a:lnTo>
                        <a:pt x="210" y="1243"/>
                      </a:lnTo>
                      <a:lnTo>
                        <a:pt x="211" y="1247"/>
                      </a:lnTo>
                      <a:lnTo>
                        <a:pt x="211" y="1250"/>
                      </a:lnTo>
                      <a:lnTo>
                        <a:pt x="210" y="1254"/>
                      </a:lnTo>
                      <a:lnTo>
                        <a:pt x="209" y="1258"/>
                      </a:lnTo>
                      <a:lnTo>
                        <a:pt x="207" y="1263"/>
                      </a:lnTo>
                      <a:lnTo>
                        <a:pt x="204" y="1268"/>
                      </a:lnTo>
                      <a:lnTo>
                        <a:pt x="197" y="1277"/>
                      </a:lnTo>
                      <a:lnTo>
                        <a:pt x="189" y="1286"/>
                      </a:lnTo>
                      <a:lnTo>
                        <a:pt x="185" y="1292"/>
                      </a:lnTo>
                      <a:lnTo>
                        <a:pt x="182" y="1297"/>
                      </a:lnTo>
                      <a:lnTo>
                        <a:pt x="179" y="1304"/>
                      </a:lnTo>
                      <a:lnTo>
                        <a:pt x="177" y="1310"/>
                      </a:lnTo>
                      <a:lnTo>
                        <a:pt x="176" y="1316"/>
                      </a:lnTo>
                      <a:lnTo>
                        <a:pt x="176" y="1321"/>
                      </a:lnTo>
                      <a:lnTo>
                        <a:pt x="176" y="1327"/>
                      </a:lnTo>
                      <a:lnTo>
                        <a:pt x="177" y="1332"/>
                      </a:lnTo>
                      <a:lnTo>
                        <a:pt x="180" y="1339"/>
                      </a:lnTo>
                      <a:lnTo>
                        <a:pt x="183" y="1346"/>
                      </a:lnTo>
                      <a:lnTo>
                        <a:pt x="183" y="1349"/>
                      </a:lnTo>
                      <a:lnTo>
                        <a:pt x="183" y="1351"/>
                      </a:lnTo>
                      <a:lnTo>
                        <a:pt x="180" y="1352"/>
                      </a:lnTo>
                      <a:lnTo>
                        <a:pt x="178" y="1355"/>
                      </a:lnTo>
                      <a:lnTo>
                        <a:pt x="173" y="1357"/>
                      </a:lnTo>
                      <a:lnTo>
                        <a:pt x="170" y="1359"/>
                      </a:lnTo>
                      <a:lnTo>
                        <a:pt x="167" y="1362"/>
                      </a:lnTo>
                      <a:lnTo>
                        <a:pt x="165" y="1364"/>
                      </a:lnTo>
                      <a:lnTo>
                        <a:pt x="164" y="1368"/>
                      </a:lnTo>
                      <a:lnTo>
                        <a:pt x="163" y="1371"/>
                      </a:lnTo>
                      <a:lnTo>
                        <a:pt x="164" y="1375"/>
                      </a:lnTo>
                      <a:lnTo>
                        <a:pt x="165" y="1377"/>
                      </a:lnTo>
                      <a:lnTo>
                        <a:pt x="166" y="1382"/>
                      </a:lnTo>
                      <a:lnTo>
                        <a:pt x="167" y="1388"/>
                      </a:lnTo>
                      <a:lnTo>
                        <a:pt x="166" y="1392"/>
                      </a:lnTo>
                      <a:lnTo>
                        <a:pt x="165" y="1395"/>
                      </a:lnTo>
                      <a:lnTo>
                        <a:pt x="163" y="1399"/>
                      </a:lnTo>
                      <a:lnTo>
                        <a:pt x="160" y="1402"/>
                      </a:lnTo>
                      <a:lnTo>
                        <a:pt x="153" y="1407"/>
                      </a:lnTo>
                      <a:lnTo>
                        <a:pt x="146" y="1411"/>
                      </a:lnTo>
                      <a:lnTo>
                        <a:pt x="136" y="1413"/>
                      </a:lnTo>
                      <a:lnTo>
                        <a:pt x="123" y="1415"/>
                      </a:lnTo>
                      <a:lnTo>
                        <a:pt x="108" y="1417"/>
                      </a:lnTo>
                      <a:lnTo>
                        <a:pt x="94" y="1419"/>
                      </a:lnTo>
                      <a:lnTo>
                        <a:pt x="87" y="1421"/>
                      </a:lnTo>
                      <a:lnTo>
                        <a:pt x="82" y="1425"/>
                      </a:lnTo>
                      <a:lnTo>
                        <a:pt x="77" y="1428"/>
                      </a:lnTo>
                      <a:lnTo>
                        <a:pt x="75" y="1434"/>
                      </a:lnTo>
                      <a:lnTo>
                        <a:pt x="72" y="1445"/>
                      </a:lnTo>
                      <a:lnTo>
                        <a:pt x="72" y="1453"/>
                      </a:lnTo>
                      <a:lnTo>
                        <a:pt x="71" y="1457"/>
                      </a:lnTo>
                      <a:lnTo>
                        <a:pt x="71" y="1459"/>
                      </a:lnTo>
                      <a:lnTo>
                        <a:pt x="70" y="1462"/>
                      </a:lnTo>
                      <a:lnTo>
                        <a:pt x="67" y="1463"/>
                      </a:lnTo>
                      <a:lnTo>
                        <a:pt x="62" y="1466"/>
                      </a:lnTo>
                      <a:lnTo>
                        <a:pt x="54" y="1470"/>
                      </a:lnTo>
                      <a:lnTo>
                        <a:pt x="52" y="1471"/>
                      </a:lnTo>
                      <a:lnTo>
                        <a:pt x="48" y="1475"/>
                      </a:lnTo>
                      <a:lnTo>
                        <a:pt x="46" y="1477"/>
                      </a:lnTo>
                      <a:lnTo>
                        <a:pt x="45" y="1481"/>
                      </a:lnTo>
                      <a:lnTo>
                        <a:pt x="44" y="1489"/>
                      </a:lnTo>
                      <a:lnTo>
                        <a:pt x="46" y="1499"/>
                      </a:lnTo>
                      <a:lnTo>
                        <a:pt x="47" y="1503"/>
                      </a:lnTo>
                      <a:lnTo>
                        <a:pt x="50" y="1509"/>
                      </a:lnTo>
                      <a:lnTo>
                        <a:pt x="52" y="1513"/>
                      </a:lnTo>
                      <a:lnTo>
                        <a:pt x="54" y="1518"/>
                      </a:lnTo>
                      <a:lnTo>
                        <a:pt x="62" y="1525"/>
                      </a:lnTo>
                      <a:lnTo>
                        <a:pt x="69" y="1532"/>
                      </a:lnTo>
                      <a:lnTo>
                        <a:pt x="72" y="1535"/>
                      </a:lnTo>
                      <a:lnTo>
                        <a:pt x="75" y="1539"/>
                      </a:lnTo>
                      <a:lnTo>
                        <a:pt x="77" y="1544"/>
                      </a:lnTo>
                      <a:lnTo>
                        <a:pt x="79" y="1547"/>
                      </a:lnTo>
                      <a:lnTo>
                        <a:pt x="79" y="1552"/>
                      </a:lnTo>
                      <a:lnTo>
                        <a:pt x="79" y="1556"/>
                      </a:lnTo>
                      <a:lnTo>
                        <a:pt x="77" y="1560"/>
                      </a:lnTo>
                      <a:lnTo>
                        <a:pt x="76" y="1564"/>
                      </a:lnTo>
                      <a:lnTo>
                        <a:pt x="70" y="1572"/>
                      </a:lnTo>
                      <a:lnTo>
                        <a:pt x="64" y="1581"/>
                      </a:lnTo>
                      <a:lnTo>
                        <a:pt x="59" y="1590"/>
                      </a:lnTo>
                      <a:lnTo>
                        <a:pt x="53" y="1600"/>
                      </a:lnTo>
                      <a:lnTo>
                        <a:pt x="50" y="1609"/>
                      </a:lnTo>
                      <a:lnTo>
                        <a:pt x="48" y="1617"/>
                      </a:lnTo>
                      <a:lnTo>
                        <a:pt x="48" y="1621"/>
                      </a:lnTo>
                      <a:lnTo>
                        <a:pt x="50" y="1625"/>
                      </a:lnTo>
                      <a:lnTo>
                        <a:pt x="51" y="1628"/>
                      </a:lnTo>
                      <a:lnTo>
                        <a:pt x="53" y="1632"/>
                      </a:lnTo>
                      <a:lnTo>
                        <a:pt x="58" y="1638"/>
                      </a:lnTo>
                      <a:lnTo>
                        <a:pt x="65" y="1641"/>
                      </a:lnTo>
                      <a:lnTo>
                        <a:pt x="73" y="1642"/>
                      </a:lnTo>
                      <a:lnTo>
                        <a:pt x="83" y="1642"/>
                      </a:lnTo>
                      <a:lnTo>
                        <a:pt x="92" y="1640"/>
                      </a:lnTo>
                      <a:lnTo>
                        <a:pt x="101" y="1638"/>
                      </a:lnTo>
                      <a:lnTo>
                        <a:pt x="106" y="1636"/>
                      </a:lnTo>
                      <a:lnTo>
                        <a:pt x="110" y="1636"/>
                      </a:lnTo>
                      <a:lnTo>
                        <a:pt x="116" y="1638"/>
                      </a:lnTo>
                      <a:lnTo>
                        <a:pt x="121" y="1640"/>
                      </a:lnTo>
                      <a:lnTo>
                        <a:pt x="127" y="1642"/>
                      </a:lnTo>
                      <a:lnTo>
                        <a:pt x="132" y="1645"/>
                      </a:lnTo>
                      <a:lnTo>
                        <a:pt x="136" y="1648"/>
                      </a:lnTo>
                      <a:lnTo>
                        <a:pt x="139" y="1652"/>
                      </a:lnTo>
                      <a:lnTo>
                        <a:pt x="142" y="1661"/>
                      </a:lnTo>
                      <a:lnTo>
                        <a:pt x="144" y="1672"/>
                      </a:lnTo>
                      <a:lnTo>
                        <a:pt x="144" y="1683"/>
                      </a:lnTo>
                      <a:lnTo>
                        <a:pt x="142" y="1691"/>
                      </a:lnTo>
                      <a:lnTo>
                        <a:pt x="140" y="1695"/>
                      </a:lnTo>
                      <a:lnTo>
                        <a:pt x="138" y="1698"/>
                      </a:lnTo>
                      <a:lnTo>
                        <a:pt x="133" y="1702"/>
                      </a:lnTo>
                      <a:lnTo>
                        <a:pt x="128" y="1704"/>
                      </a:lnTo>
                      <a:lnTo>
                        <a:pt x="119" y="1708"/>
                      </a:lnTo>
                      <a:lnTo>
                        <a:pt x="110" y="1710"/>
                      </a:lnTo>
                      <a:lnTo>
                        <a:pt x="102" y="1714"/>
                      </a:lnTo>
                      <a:lnTo>
                        <a:pt x="94" y="1717"/>
                      </a:lnTo>
                      <a:lnTo>
                        <a:pt x="90" y="1720"/>
                      </a:lnTo>
                      <a:lnTo>
                        <a:pt x="87" y="1722"/>
                      </a:lnTo>
                      <a:lnTo>
                        <a:pt x="84" y="1724"/>
                      </a:lnTo>
                      <a:lnTo>
                        <a:pt x="83" y="1728"/>
                      </a:lnTo>
                      <a:lnTo>
                        <a:pt x="83" y="1735"/>
                      </a:lnTo>
                      <a:lnTo>
                        <a:pt x="85" y="1741"/>
                      </a:lnTo>
                      <a:lnTo>
                        <a:pt x="89" y="1746"/>
                      </a:lnTo>
                      <a:lnTo>
                        <a:pt x="94" y="1751"/>
                      </a:lnTo>
                      <a:lnTo>
                        <a:pt x="100" y="1754"/>
                      </a:lnTo>
                      <a:lnTo>
                        <a:pt x="103" y="1760"/>
                      </a:lnTo>
                      <a:lnTo>
                        <a:pt x="104" y="1762"/>
                      </a:lnTo>
                      <a:lnTo>
                        <a:pt x="106" y="1766"/>
                      </a:lnTo>
                      <a:lnTo>
                        <a:pt x="106" y="1770"/>
                      </a:lnTo>
                      <a:lnTo>
                        <a:pt x="104" y="1773"/>
                      </a:lnTo>
                      <a:lnTo>
                        <a:pt x="103" y="1778"/>
                      </a:lnTo>
                      <a:lnTo>
                        <a:pt x="102" y="1783"/>
                      </a:lnTo>
                      <a:lnTo>
                        <a:pt x="102" y="1786"/>
                      </a:lnTo>
                      <a:lnTo>
                        <a:pt x="103" y="1792"/>
                      </a:lnTo>
                      <a:lnTo>
                        <a:pt x="104" y="1803"/>
                      </a:lnTo>
                      <a:lnTo>
                        <a:pt x="104" y="1816"/>
                      </a:lnTo>
                      <a:lnTo>
                        <a:pt x="102" y="1830"/>
                      </a:lnTo>
                      <a:lnTo>
                        <a:pt x="100" y="1843"/>
                      </a:lnTo>
                      <a:lnTo>
                        <a:pt x="97" y="1854"/>
                      </a:lnTo>
                      <a:lnTo>
                        <a:pt x="95" y="1861"/>
                      </a:lnTo>
                      <a:lnTo>
                        <a:pt x="95" y="1865"/>
                      </a:lnTo>
                      <a:lnTo>
                        <a:pt x="96" y="1868"/>
                      </a:lnTo>
                      <a:lnTo>
                        <a:pt x="96" y="1872"/>
                      </a:lnTo>
                      <a:lnTo>
                        <a:pt x="98" y="1877"/>
                      </a:lnTo>
                      <a:lnTo>
                        <a:pt x="102" y="1884"/>
                      </a:lnTo>
                      <a:lnTo>
                        <a:pt x="107" y="1888"/>
                      </a:lnTo>
                      <a:lnTo>
                        <a:pt x="108" y="1890"/>
                      </a:lnTo>
                      <a:lnTo>
                        <a:pt x="108" y="1892"/>
                      </a:lnTo>
                      <a:lnTo>
                        <a:pt x="108" y="1894"/>
                      </a:lnTo>
                      <a:lnTo>
                        <a:pt x="107" y="1898"/>
                      </a:lnTo>
                      <a:lnTo>
                        <a:pt x="95" y="1912"/>
                      </a:lnTo>
                      <a:lnTo>
                        <a:pt x="83" y="1926"/>
                      </a:lnTo>
                      <a:lnTo>
                        <a:pt x="79" y="1935"/>
                      </a:lnTo>
                      <a:lnTo>
                        <a:pt x="77" y="1941"/>
                      </a:lnTo>
                      <a:lnTo>
                        <a:pt x="76" y="1948"/>
                      </a:lnTo>
                      <a:lnTo>
                        <a:pt x="75" y="1955"/>
                      </a:lnTo>
                      <a:lnTo>
                        <a:pt x="72" y="1962"/>
                      </a:lnTo>
                      <a:lnTo>
                        <a:pt x="69" y="1967"/>
                      </a:lnTo>
                      <a:lnTo>
                        <a:pt x="66" y="1969"/>
                      </a:lnTo>
                      <a:lnTo>
                        <a:pt x="64" y="1970"/>
                      </a:lnTo>
                      <a:lnTo>
                        <a:pt x="59" y="1972"/>
                      </a:lnTo>
                      <a:lnTo>
                        <a:pt x="56" y="1973"/>
                      </a:lnTo>
                      <a:lnTo>
                        <a:pt x="44" y="1973"/>
                      </a:lnTo>
                      <a:lnTo>
                        <a:pt x="33" y="1974"/>
                      </a:lnTo>
                      <a:lnTo>
                        <a:pt x="22" y="1975"/>
                      </a:lnTo>
                      <a:lnTo>
                        <a:pt x="15" y="1979"/>
                      </a:lnTo>
                      <a:lnTo>
                        <a:pt x="9" y="1985"/>
                      </a:lnTo>
                      <a:lnTo>
                        <a:pt x="3" y="1993"/>
                      </a:lnTo>
                      <a:lnTo>
                        <a:pt x="2" y="1998"/>
                      </a:lnTo>
                      <a:lnTo>
                        <a:pt x="1" y="2003"/>
                      </a:lnTo>
                      <a:lnTo>
                        <a:pt x="0" y="2007"/>
                      </a:lnTo>
                      <a:lnTo>
                        <a:pt x="1" y="2012"/>
                      </a:lnTo>
                      <a:lnTo>
                        <a:pt x="4" y="2022"/>
                      </a:lnTo>
                      <a:lnTo>
                        <a:pt x="9" y="2032"/>
                      </a:lnTo>
                      <a:lnTo>
                        <a:pt x="15" y="2043"/>
                      </a:lnTo>
                      <a:lnTo>
                        <a:pt x="20" y="2051"/>
                      </a:lnTo>
                      <a:lnTo>
                        <a:pt x="25" y="2058"/>
                      </a:lnTo>
                      <a:lnTo>
                        <a:pt x="28" y="2064"/>
                      </a:lnTo>
                      <a:lnTo>
                        <a:pt x="31" y="2071"/>
                      </a:lnTo>
                      <a:lnTo>
                        <a:pt x="33" y="2079"/>
                      </a:lnTo>
                      <a:lnTo>
                        <a:pt x="35" y="2085"/>
                      </a:lnTo>
                      <a:lnTo>
                        <a:pt x="40" y="2088"/>
                      </a:lnTo>
                      <a:lnTo>
                        <a:pt x="44" y="2090"/>
                      </a:lnTo>
                      <a:lnTo>
                        <a:pt x="48" y="2090"/>
                      </a:lnTo>
                      <a:lnTo>
                        <a:pt x="53" y="2092"/>
                      </a:lnTo>
                      <a:lnTo>
                        <a:pt x="58" y="2093"/>
                      </a:lnTo>
                      <a:lnTo>
                        <a:pt x="63" y="2096"/>
                      </a:lnTo>
                      <a:lnTo>
                        <a:pt x="69" y="2102"/>
                      </a:lnTo>
                      <a:lnTo>
                        <a:pt x="72" y="2109"/>
                      </a:lnTo>
                      <a:lnTo>
                        <a:pt x="76" y="2118"/>
                      </a:lnTo>
                      <a:lnTo>
                        <a:pt x="77" y="2121"/>
                      </a:lnTo>
                      <a:lnTo>
                        <a:pt x="78" y="2125"/>
                      </a:lnTo>
                      <a:lnTo>
                        <a:pt x="78" y="2129"/>
                      </a:lnTo>
                      <a:lnTo>
                        <a:pt x="77" y="2131"/>
                      </a:lnTo>
                      <a:lnTo>
                        <a:pt x="73" y="2136"/>
                      </a:lnTo>
                      <a:lnTo>
                        <a:pt x="70" y="2140"/>
                      </a:lnTo>
                      <a:lnTo>
                        <a:pt x="69" y="2142"/>
                      </a:lnTo>
                      <a:lnTo>
                        <a:pt x="69" y="2145"/>
                      </a:lnTo>
                      <a:lnTo>
                        <a:pt x="69" y="2149"/>
                      </a:lnTo>
                      <a:lnTo>
                        <a:pt x="71" y="2153"/>
                      </a:lnTo>
                      <a:lnTo>
                        <a:pt x="78" y="2163"/>
                      </a:lnTo>
                      <a:lnTo>
                        <a:pt x="83" y="2172"/>
                      </a:lnTo>
                      <a:lnTo>
                        <a:pt x="85" y="2177"/>
                      </a:lnTo>
                      <a:lnTo>
                        <a:pt x="87" y="2181"/>
                      </a:lnTo>
                      <a:lnTo>
                        <a:pt x="88" y="2186"/>
                      </a:lnTo>
                      <a:lnTo>
                        <a:pt x="88" y="2192"/>
                      </a:lnTo>
                      <a:lnTo>
                        <a:pt x="87" y="2202"/>
                      </a:lnTo>
                      <a:lnTo>
                        <a:pt x="84" y="2212"/>
                      </a:lnTo>
                      <a:lnTo>
                        <a:pt x="84" y="2215"/>
                      </a:lnTo>
                      <a:lnTo>
                        <a:pt x="85" y="2219"/>
                      </a:lnTo>
                      <a:lnTo>
                        <a:pt x="88" y="2222"/>
                      </a:lnTo>
                      <a:lnTo>
                        <a:pt x="91" y="2226"/>
                      </a:lnTo>
                      <a:lnTo>
                        <a:pt x="104" y="2233"/>
                      </a:lnTo>
                      <a:lnTo>
                        <a:pt x="122" y="2240"/>
                      </a:lnTo>
                      <a:lnTo>
                        <a:pt x="130" y="2245"/>
                      </a:lnTo>
                      <a:lnTo>
                        <a:pt x="139" y="2250"/>
                      </a:lnTo>
                      <a:lnTo>
                        <a:pt x="145" y="2256"/>
                      </a:lnTo>
                      <a:lnTo>
                        <a:pt x="148" y="2262"/>
                      </a:lnTo>
                      <a:lnTo>
                        <a:pt x="151" y="2268"/>
                      </a:lnTo>
                      <a:lnTo>
                        <a:pt x="153" y="2274"/>
                      </a:lnTo>
                      <a:lnTo>
                        <a:pt x="153" y="2278"/>
                      </a:lnTo>
                      <a:lnTo>
                        <a:pt x="154" y="2283"/>
                      </a:lnTo>
                      <a:lnTo>
                        <a:pt x="153" y="2291"/>
                      </a:lnTo>
                      <a:lnTo>
                        <a:pt x="153" y="2302"/>
                      </a:lnTo>
                      <a:lnTo>
                        <a:pt x="153" y="2314"/>
                      </a:lnTo>
                      <a:lnTo>
                        <a:pt x="157" y="2329"/>
                      </a:lnTo>
                      <a:lnTo>
                        <a:pt x="159" y="2337"/>
                      </a:lnTo>
                      <a:lnTo>
                        <a:pt x="161" y="2344"/>
                      </a:lnTo>
                      <a:lnTo>
                        <a:pt x="165" y="2350"/>
                      </a:lnTo>
                      <a:lnTo>
                        <a:pt x="169" y="2354"/>
                      </a:lnTo>
                      <a:lnTo>
                        <a:pt x="176" y="2365"/>
                      </a:lnTo>
                      <a:lnTo>
                        <a:pt x="183" y="2379"/>
                      </a:lnTo>
                      <a:lnTo>
                        <a:pt x="188" y="2385"/>
                      </a:lnTo>
                      <a:lnTo>
                        <a:pt x="191" y="2391"/>
                      </a:lnTo>
                      <a:lnTo>
                        <a:pt x="196" y="2396"/>
                      </a:lnTo>
                      <a:lnTo>
                        <a:pt x="199" y="2400"/>
                      </a:lnTo>
                      <a:lnTo>
                        <a:pt x="204" y="2402"/>
                      </a:lnTo>
                      <a:lnTo>
                        <a:pt x="209" y="2403"/>
                      </a:lnTo>
                      <a:lnTo>
                        <a:pt x="215" y="2404"/>
                      </a:lnTo>
                      <a:lnTo>
                        <a:pt x="221" y="2404"/>
                      </a:lnTo>
                      <a:lnTo>
                        <a:pt x="227" y="2404"/>
                      </a:lnTo>
                      <a:lnTo>
                        <a:pt x="233" y="2405"/>
                      </a:lnTo>
                      <a:lnTo>
                        <a:pt x="237" y="2408"/>
                      </a:lnTo>
                      <a:lnTo>
                        <a:pt x="241" y="2410"/>
                      </a:lnTo>
                      <a:lnTo>
                        <a:pt x="248" y="2416"/>
                      </a:lnTo>
                      <a:lnTo>
                        <a:pt x="255" y="2421"/>
                      </a:lnTo>
                      <a:lnTo>
                        <a:pt x="265" y="2423"/>
                      </a:lnTo>
                      <a:lnTo>
                        <a:pt x="274" y="2424"/>
                      </a:lnTo>
                      <a:lnTo>
                        <a:pt x="279" y="2424"/>
                      </a:lnTo>
                      <a:lnTo>
                        <a:pt x="281" y="2426"/>
                      </a:lnTo>
                      <a:lnTo>
                        <a:pt x="284" y="2427"/>
                      </a:lnTo>
                      <a:lnTo>
                        <a:pt x="284" y="2429"/>
                      </a:lnTo>
                      <a:lnTo>
                        <a:pt x="283" y="2435"/>
                      </a:lnTo>
                      <a:lnTo>
                        <a:pt x="279" y="2441"/>
                      </a:lnTo>
                      <a:lnTo>
                        <a:pt x="278" y="2443"/>
                      </a:lnTo>
                      <a:lnTo>
                        <a:pt x="278" y="2446"/>
                      </a:lnTo>
                      <a:lnTo>
                        <a:pt x="278" y="2448"/>
                      </a:lnTo>
                      <a:lnTo>
                        <a:pt x="280" y="2451"/>
                      </a:lnTo>
                      <a:lnTo>
                        <a:pt x="285" y="2457"/>
                      </a:lnTo>
                      <a:lnTo>
                        <a:pt x="291" y="2463"/>
                      </a:lnTo>
                      <a:lnTo>
                        <a:pt x="300" y="2470"/>
                      </a:lnTo>
                      <a:lnTo>
                        <a:pt x="314" y="2477"/>
                      </a:lnTo>
                      <a:lnTo>
                        <a:pt x="322" y="2479"/>
                      </a:lnTo>
                      <a:lnTo>
                        <a:pt x="329" y="2482"/>
                      </a:lnTo>
                      <a:lnTo>
                        <a:pt x="336" y="2483"/>
                      </a:lnTo>
                      <a:lnTo>
                        <a:pt x="343" y="2483"/>
                      </a:lnTo>
                      <a:lnTo>
                        <a:pt x="349" y="2480"/>
                      </a:lnTo>
                      <a:lnTo>
                        <a:pt x="355" y="2478"/>
                      </a:lnTo>
                      <a:lnTo>
                        <a:pt x="360" y="2476"/>
                      </a:lnTo>
                      <a:lnTo>
                        <a:pt x="363" y="2472"/>
                      </a:lnTo>
                      <a:lnTo>
                        <a:pt x="372" y="2463"/>
                      </a:lnTo>
                      <a:lnTo>
                        <a:pt x="379" y="2454"/>
                      </a:lnTo>
                      <a:lnTo>
                        <a:pt x="383" y="2451"/>
                      </a:lnTo>
                      <a:lnTo>
                        <a:pt x="387" y="2447"/>
                      </a:lnTo>
                      <a:lnTo>
                        <a:pt x="391" y="2445"/>
                      </a:lnTo>
                      <a:lnTo>
                        <a:pt x="396" y="2442"/>
                      </a:lnTo>
                      <a:lnTo>
                        <a:pt x="399" y="2442"/>
                      </a:lnTo>
                      <a:lnTo>
                        <a:pt x="403" y="2442"/>
                      </a:lnTo>
                      <a:lnTo>
                        <a:pt x="406" y="2443"/>
                      </a:lnTo>
                      <a:lnTo>
                        <a:pt x="410" y="2447"/>
                      </a:lnTo>
                      <a:lnTo>
                        <a:pt x="412" y="2451"/>
                      </a:lnTo>
                      <a:lnTo>
                        <a:pt x="416" y="2453"/>
                      </a:lnTo>
                      <a:lnTo>
                        <a:pt x="418" y="2455"/>
                      </a:lnTo>
                      <a:lnTo>
                        <a:pt x="423" y="2458"/>
                      </a:lnTo>
                      <a:lnTo>
                        <a:pt x="432" y="2459"/>
                      </a:lnTo>
                      <a:lnTo>
                        <a:pt x="443" y="2459"/>
                      </a:lnTo>
                      <a:lnTo>
                        <a:pt x="455" y="2459"/>
                      </a:lnTo>
                      <a:lnTo>
                        <a:pt x="465" y="2455"/>
                      </a:lnTo>
                      <a:lnTo>
                        <a:pt x="468" y="2454"/>
                      </a:lnTo>
                      <a:lnTo>
                        <a:pt x="470" y="2451"/>
                      </a:lnTo>
                      <a:lnTo>
                        <a:pt x="473" y="2447"/>
                      </a:lnTo>
                      <a:lnTo>
                        <a:pt x="475" y="2443"/>
                      </a:lnTo>
                      <a:lnTo>
                        <a:pt x="479" y="2436"/>
                      </a:lnTo>
                      <a:lnTo>
                        <a:pt x="484" y="2432"/>
                      </a:lnTo>
                      <a:lnTo>
                        <a:pt x="487" y="2429"/>
                      </a:lnTo>
                      <a:lnTo>
                        <a:pt x="491" y="2429"/>
                      </a:lnTo>
                      <a:lnTo>
                        <a:pt x="494" y="2428"/>
                      </a:lnTo>
                      <a:lnTo>
                        <a:pt x="500" y="2429"/>
                      </a:lnTo>
                      <a:lnTo>
                        <a:pt x="511" y="2430"/>
                      </a:lnTo>
                      <a:lnTo>
                        <a:pt x="522" y="2432"/>
                      </a:lnTo>
                      <a:lnTo>
                        <a:pt x="530" y="2433"/>
                      </a:lnTo>
                      <a:lnTo>
                        <a:pt x="539" y="2434"/>
                      </a:lnTo>
                      <a:lnTo>
                        <a:pt x="543" y="2435"/>
                      </a:lnTo>
                      <a:lnTo>
                        <a:pt x="545" y="2436"/>
                      </a:lnTo>
                      <a:lnTo>
                        <a:pt x="548" y="2438"/>
                      </a:lnTo>
                      <a:lnTo>
                        <a:pt x="549" y="2439"/>
                      </a:lnTo>
                      <a:lnTo>
                        <a:pt x="549" y="2441"/>
                      </a:lnTo>
                      <a:lnTo>
                        <a:pt x="549" y="2442"/>
                      </a:lnTo>
                      <a:lnTo>
                        <a:pt x="547" y="2445"/>
                      </a:lnTo>
                      <a:lnTo>
                        <a:pt x="544" y="2446"/>
                      </a:lnTo>
                      <a:lnTo>
                        <a:pt x="538" y="2451"/>
                      </a:lnTo>
                      <a:lnTo>
                        <a:pt x="535" y="2458"/>
                      </a:lnTo>
                      <a:lnTo>
                        <a:pt x="533" y="2461"/>
                      </a:lnTo>
                      <a:lnTo>
                        <a:pt x="533" y="2466"/>
                      </a:lnTo>
                      <a:lnTo>
                        <a:pt x="535" y="2471"/>
                      </a:lnTo>
                      <a:lnTo>
                        <a:pt x="537" y="2477"/>
                      </a:lnTo>
                      <a:lnTo>
                        <a:pt x="544" y="2487"/>
                      </a:lnTo>
                      <a:lnTo>
                        <a:pt x="553" y="2499"/>
                      </a:lnTo>
                      <a:lnTo>
                        <a:pt x="561" y="2512"/>
                      </a:lnTo>
                      <a:lnTo>
                        <a:pt x="569" y="2528"/>
                      </a:lnTo>
                      <a:lnTo>
                        <a:pt x="575" y="2543"/>
                      </a:lnTo>
                      <a:lnTo>
                        <a:pt x="582" y="2558"/>
                      </a:lnTo>
                      <a:lnTo>
                        <a:pt x="586" y="2565"/>
                      </a:lnTo>
                      <a:lnTo>
                        <a:pt x="589" y="2573"/>
                      </a:lnTo>
                      <a:lnTo>
                        <a:pt x="595" y="2580"/>
                      </a:lnTo>
                      <a:lnTo>
                        <a:pt x="601" y="2587"/>
                      </a:lnTo>
                      <a:lnTo>
                        <a:pt x="608" y="2594"/>
                      </a:lnTo>
                      <a:lnTo>
                        <a:pt x="616" y="2602"/>
                      </a:lnTo>
                      <a:lnTo>
                        <a:pt x="623" y="2606"/>
                      </a:lnTo>
                      <a:lnTo>
                        <a:pt x="629" y="2611"/>
                      </a:lnTo>
                      <a:lnTo>
                        <a:pt x="642" y="2618"/>
                      </a:lnTo>
                      <a:lnTo>
                        <a:pt x="652" y="2622"/>
                      </a:lnTo>
                      <a:lnTo>
                        <a:pt x="663" y="2625"/>
                      </a:lnTo>
                      <a:lnTo>
                        <a:pt x="674" y="2630"/>
                      </a:lnTo>
                      <a:lnTo>
                        <a:pt x="679" y="2634"/>
                      </a:lnTo>
                      <a:lnTo>
                        <a:pt x="682" y="2637"/>
                      </a:lnTo>
                      <a:lnTo>
                        <a:pt x="687" y="2641"/>
                      </a:lnTo>
                      <a:lnTo>
                        <a:pt x="689" y="2646"/>
                      </a:lnTo>
                      <a:lnTo>
                        <a:pt x="696" y="2657"/>
                      </a:lnTo>
                      <a:lnTo>
                        <a:pt x="705" y="2672"/>
                      </a:lnTo>
                      <a:lnTo>
                        <a:pt x="713" y="2685"/>
                      </a:lnTo>
                      <a:lnTo>
                        <a:pt x="720" y="2693"/>
                      </a:lnTo>
                      <a:lnTo>
                        <a:pt x="724" y="2694"/>
                      </a:lnTo>
                      <a:lnTo>
                        <a:pt x="727" y="2694"/>
                      </a:lnTo>
                      <a:lnTo>
                        <a:pt x="732" y="2693"/>
                      </a:lnTo>
                      <a:lnTo>
                        <a:pt x="737" y="2692"/>
                      </a:lnTo>
                      <a:lnTo>
                        <a:pt x="745" y="2686"/>
                      </a:lnTo>
                      <a:lnTo>
                        <a:pt x="753" y="2680"/>
                      </a:lnTo>
                      <a:lnTo>
                        <a:pt x="757" y="2678"/>
                      </a:lnTo>
                      <a:lnTo>
                        <a:pt x="765" y="2678"/>
                      </a:lnTo>
                      <a:lnTo>
                        <a:pt x="774" y="2679"/>
                      </a:lnTo>
                      <a:lnTo>
                        <a:pt x="784" y="2681"/>
                      </a:lnTo>
                      <a:lnTo>
                        <a:pt x="793" y="2685"/>
                      </a:lnTo>
                      <a:lnTo>
                        <a:pt x="800" y="2688"/>
                      </a:lnTo>
                      <a:lnTo>
                        <a:pt x="802" y="2691"/>
                      </a:lnTo>
                      <a:lnTo>
                        <a:pt x="805" y="2693"/>
                      </a:lnTo>
                      <a:lnTo>
                        <a:pt x="805" y="2695"/>
                      </a:lnTo>
                      <a:lnTo>
                        <a:pt x="805" y="2699"/>
                      </a:lnTo>
                      <a:lnTo>
                        <a:pt x="800" y="2709"/>
                      </a:lnTo>
                      <a:lnTo>
                        <a:pt x="796" y="2717"/>
                      </a:lnTo>
                      <a:lnTo>
                        <a:pt x="795" y="2720"/>
                      </a:lnTo>
                      <a:lnTo>
                        <a:pt x="794" y="2725"/>
                      </a:lnTo>
                      <a:lnTo>
                        <a:pt x="794" y="2729"/>
                      </a:lnTo>
                      <a:lnTo>
                        <a:pt x="795" y="2735"/>
                      </a:lnTo>
                      <a:lnTo>
                        <a:pt x="797" y="2739"/>
                      </a:lnTo>
                      <a:lnTo>
                        <a:pt x="801" y="2742"/>
                      </a:lnTo>
                      <a:lnTo>
                        <a:pt x="805" y="2744"/>
                      </a:lnTo>
                      <a:lnTo>
                        <a:pt x="809" y="2745"/>
                      </a:lnTo>
                      <a:lnTo>
                        <a:pt x="818" y="2745"/>
                      </a:lnTo>
                      <a:lnTo>
                        <a:pt x="824" y="2743"/>
                      </a:lnTo>
                      <a:lnTo>
                        <a:pt x="827" y="2742"/>
                      </a:lnTo>
                      <a:lnTo>
                        <a:pt x="831" y="2742"/>
                      </a:lnTo>
                      <a:lnTo>
                        <a:pt x="835" y="2744"/>
                      </a:lnTo>
                      <a:lnTo>
                        <a:pt x="839" y="2748"/>
                      </a:lnTo>
                      <a:lnTo>
                        <a:pt x="850" y="2747"/>
                      </a:lnTo>
                      <a:lnTo>
                        <a:pt x="870" y="2748"/>
                      </a:lnTo>
                      <a:lnTo>
                        <a:pt x="889" y="2761"/>
                      </a:lnTo>
                      <a:lnTo>
                        <a:pt x="903" y="2772"/>
                      </a:lnTo>
                      <a:lnTo>
                        <a:pt x="915" y="2774"/>
                      </a:lnTo>
                      <a:lnTo>
                        <a:pt x="928" y="2775"/>
                      </a:lnTo>
                      <a:lnTo>
                        <a:pt x="942" y="2775"/>
                      </a:lnTo>
                      <a:lnTo>
                        <a:pt x="954" y="2774"/>
                      </a:lnTo>
                      <a:lnTo>
                        <a:pt x="961" y="2772"/>
                      </a:lnTo>
                      <a:lnTo>
                        <a:pt x="967" y="2770"/>
                      </a:lnTo>
                      <a:lnTo>
                        <a:pt x="970" y="2770"/>
                      </a:lnTo>
                      <a:lnTo>
                        <a:pt x="972" y="2772"/>
                      </a:lnTo>
                      <a:lnTo>
                        <a:pt x="976" y="2773"/>
                      </a:lnTo>
                      <a:lnTo>
                        <a:pt x="980" y="2776"/>
                      </a:lnTo>
                      <a:lnTo>
                        <a:pt x="990" y="2785"/>
                      </a:lnTo>
                      <a:lnTo>
                        <a:pt x="1001" y="2793"/>
                      </a:lnTo>
                      <a:lnTo>
                        <a:pt x="1010" y="2799"/>
                      </a:lnTo>
                      <a:lnTo>
                        <a:pt x="1017" y="2802"/>
                      </a:lnTo>
                      <a:lnTo>
                        <a:pt x="1024" y="2805"/>
                      </a:lnTo>
                      <a:lnTo>
                        <a:pt x="1032" y="2804"/>
                      </a:lnTo>
                      <a:lnTo>
                        <a:pt x="1039" y="2801"/>
                      </a:lnTo>
                      <a:lnTo>
                        <a:pt x="1045" y="2799"/>
                      </a:lnTo>
                      <a:lnTo>
                        <a:pt x="1047" y="2798"/>
                      </a:lnTo>
                      <a:lnTo>
                        <a:pt x="1052" y="2797"/>
                      </a:lnTo>
                      <a:lnTo>
                        <a:pt x="1055" y="2797"/>
                      </a:lnTo>
                      <a:lnTo>
                        <a:pt x="1060" y="2797"/>
                      </a:lnTo>
                      <a:lnTo>
                        <a:pt x="1065" y="2798"/>
                      </a:lnTo>
                      <a:lnTo>
                        <a:pt x="1068" y="2800"/>
                      </a:lnTo>
                      <a:lnTo>
                        <a:pt x="1072" y="2802"/>
                      </a:lnTo>
                      <a:lnTo>
                        <a:pt x="1074" y="2805"/>
                      </a:lnTo>
                      <a:lnTo>
                        <a:pt x="1078" y="2819"/>
                      </a:lnTo>
                      <a:lnTo>
                        <a:pt x="1081" y="2835"/>
                      </a:lnTo>
                      <a:lnTo>
                        <a:pt x="1083" y="2837"/>
                      </a:lnTo>
                      <a:lnTo>
                        <a:pt x="1085" y="2839"/>
                      </a:lnTo>
                      <a:lnTo>
                        <a:pt x="1087" y="2840"/>
                      </a:lnTo>
                      <a:lnTo>
                        <a:pt x="1091" y="2842"/>
                      </a:lnTo>
                      <a:lnTo>
                        <a:pt x="1098" y="2842"/>
                      </a:lnTo>
                      <a:lnTo>
                        <a:pt x="1108" y="2840"/>
                      </a:lnTo>
                      <a:lnTo>
                        <a:pt x="1118" y="2838"/>
                      </a:lnTo>
                      <a:lnTo>
                        <a:pt x="1130" y="2837"/>
                      </a:lnTo>
                      <a:lnTo>
                        <a:pt x="1136" y="2837"/>
                      </a:lnTo>
                      <a:lnTo>
                        <a:pt x="1142" y="2838"/>
                      </a:lnTo>
                      <a:lnTo>
                        <a:pt x="1147" y="2840"/>
                      </a:lnTo>
                      <a:lnTo>
                        <a:pt x="1150" y="2844"/>
                      </a:lnTo>
                      <a:lnTo>
                        <a:pt x="1155" y="2852"/>
                      </a:lnTo>
                      <a:lnTo>
                        <a:pt x="1160" y="2862"/>
                      </a:lnTo>
                      <a:lnTo>
                        <a:pt x="1166" y="2870"/>
                      </a:lnTo>
                      <a:lnTo>
                        <a:pt x="1173" y="2881"/>
                      </a:lnTo>
                      <a:lnTo>
                        <a:pt x="1181" y="2889"/>
                      </a:lnTo>
                      <a:lnTo>
                        <a:pt x="1187" y="2895"/>
                      </a:lnTo>
                      <a:lnTo>
                        <a:pt x="1191" y="2898"/>
                      </a:lnTo>
                      <a:lnTo>
                        <a:pt x="1194" y="2899"/>
                      </a:lnTo>
                      <a:lnTo>
                        <a:pt x="1198" y="2900"/>
                      </a:lnTo>
                      <a:lnTo>
                        <a:pt x="1203" y="2899"/>
                      </a:lnTo>
                      <a:lnTo>
                        <a:pt x="1210" y="2899"/>
                      </a:lnTo>
                      <a:lnTo>
                        <a:pt x="1216" y="2899"/>
                      </a:lnTo>
                      <a:lnTo>
                        <a:pt x="1218" y="2900"/>
                      </a:lnTo>
                      <a:lnTo>
                        <a:pt x="1221" y="2902"/>
                      </a:lnTo>
                      <a:lnTo>
                        <a:pt x="1222" y="2905"/>
                      </a:lnTo>
                      <a:lnTo>
                        <a:pt x="1223" y="2907"/>
                      </a:lnTo>
                      <a:lnTo>
                        <a:pt x="1225" y="2915"/>
                      </a:lnTo>
                      <a:lnTo>
                        <a:pt x="1229" y="2922"/>
                      </a:lnTo>
                      <a:lnTo>
                        <a:pt x="1231" y="2925"/>
                      </a:lnTo>
                      <a:lnTo>
                        <a:pt x="1235" y="2928"/>
                      </a:lnTo>
                      <a:lnTo>
                        <a:pt x="1238" y="2930"/>
                      </a:lnTo>
                      <a:lnTo>
                        <a:pt x="1244" y="2931"/>
                      </a:lnTo>
                      <a:lnTo>
                        <a:pt x="1254" y="2930"/>
                      </a:lnTo>
                      <a:lnTo>
                        <a:pt x="1261" y="2927"/>
                      </a:lnTo>
                      <a:lnTo>
                        <a:pt x="1268" y="2924"/>
                      </a:lnTo>
                      <a:lnTo>
                        <a:pt x="1276" y="2917"/>
                      </a:lnTo>
                      <a:lnTo>
                        <a:pt x="1281" y="2913"/>
                      </a:lnTo>
                      <a:lnTo>
                        <a:pt x="1287" y="2911"/>
                      </a:lnTo>
                      <a:lnTo>
                        <a:pt x="1293" y="2908"/>
                      </a:lnTo>
                      <a:lnTo>
                        <a:pt x="1300" y="2907"/>
                      </a:lnTo>
                      <a:lnTo>
                        <a:pt x="1314" y="2907"/>
                      </a:lnTo>
                      <a:lnTo>
                        <a:pt x="1325" y="2907"/>
                      </a:lnTo>
                      <a:lnTo>
                        <a:pt x="1330" y="2908"/>
                      </a:lnTo>
                      <a:lnTo>
                        <a:pt x="1335" y="2911"/>
                      </a:lnTo>
                      <a:lnTo>
                        <a:pt x="1338" y="2912"/>
                      </a:lnTo>
                      <a:lnTo>
                        <a:pt x="1343" y="2915"/>
                      </a:lnTo>
                      <a:lnTo>
                        <a:pt x="1350" y="2922"/>
                      </a:lnTo>
                      <a:lnTo>
                        <a:pt x="1356" y="2932"/>
                      </a:lnTo>
                      <a:lnTo>
                        <a:pt x="1362" y="2943"/>
                      </a:lnTo>
                      <a:lnTo>
                        <a:pt x="1368" y="2952"/>
                      </a:lnTo>
                      <a:lnTo>
                        <a:pt x="1372" y="2956"/>
                      </a:lnTo>
                      <a:lnTo>
                        <a:pt x="1375" y="2958"/>
                      </a:lnTo>
                      <a:lnTo>
                        <a:pt x="1379" y="2959"/>
                      </a:lnTo>
                      <a:lnTo>
                        <a:pt x="1383" y="2959"/>
                      </a:lnTo>
                      <a:lnTo>
                        <a:pt x="1392" y="2958"/>
                      </a:lnTo>
                      <a:lnTo>
                        <a:pt x="1399" y="2958"/>
                      </a:lnTo>
                      <a:lnTo>
                        <a:pt x="1402" y="2959"/>
                      </a:lnTo>
                      <a:lnTo>
                        <a:pt x="1405" y="2961"/>
                      </a:lnTo>
                      <a:lnTo>
                        <a:pt x="1407" y="2962"/>
                      </a:lnTo>
                      <a:lnTo>
                        <a:pt x="1410" y="2964"/>
                      </a:lnTo>
                      <a:lnTo>
                        <a:pt x="1416" y="2970"/>
                      </a:lnTo>
                      <a:lnTo>
                        <a:pt x="1426" y="2975"/>
                      </a:lnTo>
                      <a:lnTo>
                        <a:pt x="1437" y="2978"/>
                      </a:lnTo>
                      <a:lnTo>
                        <a:pt x="1446" y="2981"/>
                      </a:lnTo>
                      <a:lnTo>
                        <a:pt x="1455" y="2980"/>
                      </a:lnTo>
                      <a:lnTo>
                        <a:pt x="1462" y="2977"/>
                      </a:lnTo>
                      <a:lnTo>
                        <a:pt x="1468" y="2972"/>
                      </a:lnTo>
                      <a:lnTo>
                        <a:pt x="1474" y="2966"/>
                      </a:lnTo>
                      <a:lnTo>
                        <a:pt x="1477" y="2963"/>
                      </a:lnTo>
                      <a:lnTo>
                        <a:pt x="1481" y="2961"/>
                      </a:lnTo>
                      <a:lnTo>
                        <a:pt x="1484" y="2959"/>
                      </a:lnTo>
                      <a:lnTo>
                        <a:pt x="1489" y="2959"/>
                      </a:lnTo>
                      <a:lnTo>
                        <a:pt x="1498" y="2959"/>
                      </a:lnTo>
                      <a:lnTo>
                        <a:pt x="1506" y="2961"/>
                      </a:lnTo>
                      <a:lnTo>
                        <a:pt x="1517" y="2962"/>
                      </a:lnTo>
                      <a:lnTo>
                        <a:pt x="1526" y="2962"/>
                      </a:lnTo>
                      <a:lnTo>
                        <a:pt x="1532" y="2962"/>
                      </a:lnTo>
                      <a:lnTo>
                        <a:pt x="1536" y="2959"/>
                      </a:lnTo>
                      <a:lnTo>
                        <a:pt x="1540" y="2957"/>
                      </a:lnTo>
                      <a:lnTo>
                        <a:pt x="1543" y="2953"/>
                      </a:lnTo>
                      <a:lnTo>
                        <a:pt x="1547" y="2947"/>
                      </a:lnTo>
                      <a:lnTo>
                        <a:pt x="1553" y="2944"/>
                      </a:lnTo>
                      <a:lnTo>
                        <a:pt x="1562" y="2942"/>
                      </a:lnTo>
                      <a:lnTo>
                        <a:pt x="1575" y="2940"/>
                      </a:lnTo>
                      <a:lnTo>
                        <a:pt x="1589" y="2940"/>
                      </a:lnTo>
                      <a:lnTo>
                        <a:pt x="1603" y="2938"/>
                      </a:lnTo>
                      <a:lnTo>
                        <a:pt x="1609" y="2937"/>
                      </a:lnTo>
                      <a:lnTo>
                        <a:pt x="1614" y="2936"/>
                      </a:lnTo>
                      <a:lnTo>
                        <a:pt x="1619" y="2933"/>
                      </a:lnTo>
                      <a:lnTo>
                        <a:pt x="1621" y="2930"/>
                      </a:lnTo>
                      <a:lnTo>
                        <a:pt x="1627" y="2924"/>
                      </a:lnTo>
                      <a:lnTo>
                        <a:pt x="1632" y="2919"/>
                      </a:lnTo>
                      <a:lnTo>
                        <a:pt x="1633" y="2918"/>
                      </a:lnTo>
                      <a:lnTo>
                        <a:pt x="1637" y="2918"/>
                      </a:lnTo>
                      <a:lnTo>
                        <a:pt x="1639" y="2919"/>
                      </a:lnTo>
                      <a:lnTo>
                        <a:pt x="1643" y="2922"/>
                      </a:lnTo>
                      <a:lnTo>
                        <a:pt x="1651" y="2932"/>
                      </a:lnTo>
                      <a:lnTo>
                        <a:pt x="1663" y="2942"/>
                      </a:lnTo>
                      <a:lnTo>
                        <a:pt x="1672" y="2951"/>
                      </a:lnTo>
                      <a:lnTo>
                        <a:pt x="1679" y="2958"/>
                      </a:lnTo>
                      <a:lnTo>
                        <a:pt x="1683" y="2964"/>
                      </a:lnTo>
                      <a:lnTo>
                        <a:pt x="1685" y="2970"/>
                      </a:lnTo>
                      <a:lnTo>
                        <a:pt x="1688" y="2977"/>
                      </a:lnTo>
                      <a:lnTo>
                        <a:pt x="1689" y="2985"/>
                      </a:lnTo>
                      <a:lnTo>
                        <a:pt x="1693" y="2995"/>
                      </a:lnTo>
                      <a:lnTo>
                        <a:pt x="1696" y="3002"/>
                      </a:lnTo>
                      <a:lnTo>
                        <a:pt x="1698" y="3006"/>
                      </a:lnTo>
                      <a:lnTo>
                        <a:pt x="1702" y="3008"/>
                      </a:lnTo>
                      <a:lnTo>
                        <a:pt x="1706" y="3009"/>
                      </a:lnTo>
                      <a:lnTo>
                        <a:pt x="1709" y="3010"/>
                      </a:lnTo>
                      <a:lnTo>
                        <a:pt x="1716" y="3012"/>
                      </a:lnTo>
                      <a:lnTo>
                        <a:pt x="1721" y="3014"/>
                      </a:lnTo>
                      <a:lnTo>
                        <a:pt x="1723" y="3016"/>
                      </a:lnTo>
                      <a:lnTo>
                        <a:pt x="1725" y="3019"/>
                      </a:lnTo>
                      <a:lnTo>
                        <a:pt x="1726" y="3021"/>
                      </a:lnTo>
                      <a:lnTo>
                        <a:pt x="1727" y="3025"/>
                      </a:lnTo>
                      <a:lnTo>
                        <a:pt x="1729" y="3035"/>
                      </a:lnTo>
                      <a:lnTo>
                        <a:pt x="1732" y="3047"/>
                      </a:lnTo>
                      <a:lnTo>
                        <a:pt x="1734" y="3053"/>
                      </a:lnTo>
                      <a:lnTo>
                        <a:pt x="1736" y="3060"/>
                      </a:lnTo>
                      <a:lnTo>
                        <a:pt x="1739" y="3066"/>
                      </a:lnTo>
                      <a:lnTo>
                        <a:pt x="1744" y="3072"/>
                      </a:lnTo>
                      <a:lnTo>
                        <a:pt x="1753" y="3085"/>
                      </a:lnTo>
                      <a:lnTo>
                        <a:pt x="1764" y="3100"/>
                      </a:lnTo>
                      <a:lnTo>
                        <a:pt x="1773" y="3111"/>
                      </a:lnTo>
                      <a:lnTo>
                        <a:pt x="1782" y="3121"/>
                      </a:lnTo>
                      <a:lnTo>
                        <a:pt x="1786" y="3125"/>
                      </a:lnTo>
                      <a:lnTo>
                        <a:pt x="1792" y="3126"/>
                      </a:lnTo>
                      <a:lnTo>
                        <a:pt x="1799" y="3128"/>
                      </a:lnTo>
                      <a:lnTo>
                        <a:pt x="1807" y="3129"/>
                      </a:lnTo>
                      <a:lnTo>
                        <a:pt x="1822" y="3130"/>
                      </a:lnTo>
                      <a:lnTo>
                        <a:pt x="1834" y="3132"/>
                      </a:lnTo>
                      <a:lnTo>
                        <a:pt x="1843" y="3133"/>
                      </a:lnTo>
                      <a:lnTo>
                        <a:pt x="1849" y="3135"/>
                      </a:lnTo>
                      <a:lnTo>
                        <a:pt x="1853" y="3136"/>
                      </a:lnTo>
                      <a:lnTo>
                        <a:pt x="1854" y="3139"/>
                      </a:lnTo>
                      <a:lnTo>
                        <a:pt x="1857" y="3142"/>
                      </a:lnTo>
                      <a:lnTo>
                        <a:pt x="1858" y="3146"/>
                      </a:lnTo>
                      <a:lnTo>
                        <a:pt x="1859" y="3153"/>
                      </a:lnTo>
                      <a:lnTo>
                        <a:pt x="1861" y="3159"/>
                      </a:lnTo>
                      <a:lnTo>
                        <a:pt x="1864" y="3161"/>
                      </a:lnTo>
                      <a:lnTo>
                        <a:pt x="1866" y="3163"/>
                      </a:lnTo>
                      <a:lnTo>
                        <a:pt x="1870" y="3164"/>
                      </a:lnTo>
                      <a:lnTo>
                        <a:pt x="1874" y="3165"/>
                      </a:lnTo>
                      <a:lnTo>
                        <a:pt x="1883" y="3167"/>
                      </a:lnTo>
                      <a:lnTo>
                        <a:pt x="1887" y="3171"/>
                      </a:lnTo>
                      <a:lnTo>
                        <a:pt x="1891" y="3176"/>
                      </a:lnTo>
                      <a:lnTo>
                        <a:pt x="1893" y="3183"/>
                      </a:lnTo>
                      <a:lnTo>
                        <a:pt x="1893" y="3191"/>
                      </a:lnTo>
                      <a:lnTo>
                        <a:pt x="1892" y="3199"/>
                      </a:lnTo>
                      <a:lnTo>
                        <a:pt x="1889" y="3208"/>
                      </a:lnTo>
                      <a:lnTo>
                        <a:pt x="1886" y="3215"/>
                      </a:lnTo>
                      <a:lnTo>
                        <a:pt x="1883" y="3220"/>
                      </a:lnTo>
                      <a:lnTo>
                        <a:pt x="1882" y="3223"/>
                      </a:lnTo>
                      <a:lnTo>
                        <a:pt x="1880" y="3227"/>
                      </a:lnTo>
                      <a:lnTo>
                        <a:pt x="1880" y="3230"/>
                      </a:lnTo>
                      <a:lnTo>
                        <a:pt x="1880" y="3235"/>
                      </a:lnTo>
                      <a:lnTo>
                        <a:pt x="1879" y="3240"/>
                      </a:lnTo>
                      <a:lnTo>
                        <a:pt x="1876" y="3245"/>
                      </a:lnTo>
                      <a:lnTo>
                        <a:pt x="1870" y="3247"/>
                      </a:lnTo>
                      <a:lnTo>
                        <a:pt x="1867" y="3248"/>
                      </a:lnTo>
                      <a:lnTo>
                        <a:pt x="1865" y="3249"/>
                      </a:lnTo>
                      <a:lnTo>
                        <a:pt x="1863" y="3252"/>
                      </a:lnTo>
                      <a:lnTo>
                        <a:pt x="1860" y="3254"/>
                      </a:lnTo>
                      <a:lnTo>
                        <a:pt x="1858" y="3258"/>
                      </a:lnTo>
                      <a:lnTo>
                        <a:pt x="1858" y="3262"/>
                      </a:lnTo>
                      <a:lnTo>
                        <a:pt x="1857" y="3267"/>
                      </a:lnTo>
                      <a:lnTo>
                        <a:pt x="1858" y="3273"/>
                      </a:lnTo>
                      <a:lnTo>
                        <a:pt x="1860" y="3287"/>
                      </a:lnTo>
                      <a:lnTo>
                        <a:pt x="1866" y="3304"/>
                      </a:lnTo>
                      <a:lnTo>
                        <a:pt x="1873" y="3322"/>
                      </a:lnTo>
                      <a:lnTo>
                        <a:pt x="1882" y="3338"/>
                      </a:lnTo>
                      <a:lnTo>
                        <a:pt x="1890" y="3352"/>
                      </a:lnTo>
                      <a:lnTo>
                        <a:pt x="1898" y="3362"/>
                      </a:lnTo>
                      <a:lnTo>
                        <a:pt x="1905" y="3368"/>
                      </a:lnTo>
                      <a:lnTo>
                        <a:pt x="1911" y="3372"/>
                      </a:lnTo>
                      <a:lnTo>
                        <a:pt x="1914" y="3372"/>
                      </a:lnTo>
                      <a:lnTo>
                        <a:pt x="1916" y="3372"/>
                      </a:lnTo>
                      <a:lnTo>
                        <a:pt x="1920" y="3371"/>
                      </a:lnTo>
                      <a:lnTo>
                        <a:pt x="1923" y="3369"/>
                      </a:lnTo>
                      <a:lnTo>
                        <a:pt x="1929" y="3366"/>
                      </a:lnTo>
                      <a:lnTo>
                        <a:pt x="1936" y="3362"/>
                      </a:lnTo>
                      <a:lnTo>
                        <a:pt x="1942" y="3359"/>
                      </a:lnTo>
                      <a:lnTo>
                        <a:pt x="1949" y="3359"/>
                      </a:lnTo>
                      <a:lnTo>
                        <a:pt x="1958" y="3360"/>
                      </a:lnTo>
                      <a:lnTo>
                        <a:pt x="1966" y="3362"/>
                      </a:lnTo>
                      <a:lnTo>
                        <a:pt x="1974" y="3366"/>
                      </a:lnTo>
                      <a:lnTo>
                        <a:pt x="1983" y="3371"/>
                      </a:lnTo>
                      <a:lnTo>
                        <a:pt x="1986" y="3373"/>
                      </a:lnTo>
                      <a:lnTo>
                        <a:pt x="1990" y="3377"/>
                      </a:lnTo>
                      <a:lnTo>
                        <a:pt x="1992" y="3380"/>
                      </a:lnTo>
                      <a:lnTo>
                        <a:pt x="1994" y="3385"/>
                      </a:lnTo>
                      <a:lnTo>
                        <a:pt x="1997" y="3390"/>
                      </a:lnTo>
                      <a:lnTo>
                        <a:pt x="1999" y="3393"/>
                      </a:lnTo>
                      <a:lnTo>
                        <a:pt x="2002" y="3396"/>
                      </a:lnTo>
                      <a:lnTo>
                        <a:pt x="2004" y="3397"/>
                      </a:lnTo>
                      <a:lnTo>
                        <a:pt x="2008" y="3398"/>
                      </a:lnTo>
                      <a:lnTo>
                        <a:pt x="2011" y="3398"/>
                      </a:lnTo>
                      <a:lnTo>
                        <a:pt x="2015" y="3398"/>
                      </a:lnTo>
                      <a:lnTo>
                        <a:pt x="2018" y="3396"/>
                      </a:lnTo>
                      <a:lnTo>
                        <a:pt x="2025" y="3392"/>
                      </a:lnTo>
                      <a:lnTo>
                        <a:pt x="2031" y="3391"/>
                      </a:lnTo>
                      <a:lnTo>
                        <a:pt x="2036" y="3392"/>
                      </a:lnTo>
                      <a:lnTo>
                        <a:pt x="2042" y="3396"/>
                      </a:lnTo>
                      <a:lnTo>
                        <a:pt x="2047" y="3399"/>
                      </a:lnTo>
                      <a:lnTo>
                        <a:pt x="2052" y="3400"/>
                      </a:lnTo>
                      <a:lnTo>
                        <a:pt x="2057" y="3403"/>
                      </a:lnTo>
                      <a:lnTo>
                        <a:pt x="2065" y="3404"/>
                      </a:lnTo>
                      <a:lnTo>
                        <a:pt x="2076" y="3405"/>
                      </a:lnTo>
                      <a:lnTo>
                        <a:pt x="2087" y="3405"/>
                      </a:lnTo>
                      <a:lnTo>
                        <a:pt x="2095" y="3407"/>
                      </a:lnTo>
                      <a:lnTo>
                        <a:pt x="2105" y="3410"/>
                      </a:lnTo>
                      <a:lnTo>
                        <a:pt x="2109" y="3412"/>
                      </a:lnTo>
                      <a:lnTo>
                        <a:pt x="2112" y="3415"/>
                      </a:lnTo>
                      <a:lnTo>
                        <a:pt x="2115" y="3418"/>
                      </a:lnTo>
                      <a:lnTo>
                        <a:pt x="2116" y="3422"/>
                      </a:lnTo>
                      <a:lnTo>
                        <a:pt x="2116" y="3438"/>
                      </a:lnTo>
                      <a:lnTo>
                        <a:pt x="2116" y="3455"/>
                      </a:lnTo>
                      <a:lnTo>
                        <a:pt x="2118" y="3459"/>
                      </a:lnTo>
                      <a:lnTo>
                        <a:pt x="2120" y="3463"/>
                      </a:lnTo>
                      <a:lnTo>
                        <a:pt x="2124" y="3467"/>
                      </a:lnTo>
                      <a:lnTo>
                        <a:pt x="2129" y="3470"/>
                      </a:lnTo>
                      <a:lnTo>
                        <a:pt x="2135" y="3473"/>
                      </a:lnTo>
                      <a:lnTo>
                        <a:pt x="2139" y="3475"/>
                      </a:lnTo>
                      <a:lnTo>
                        <a:pt x="2144" y="3474"/>
                      </a:lnTo>
                      <a:lnTo>
                        <a:pt x="2149" y="3473"/>
                      </a:lnTo>
                      <a:lnTo>
                        <a:pt x="2153" y="3470"/>
                      </a:lnTo>
                      <a:lnTo>
                        <a:pt x="2154" y="3467"/>
                      </a:lnTo>
                      <a:lnTo>
                        <a:pt x="2155" y="3464"/>
                      </a:lnTo>
                      <a:lnTo>
                        <a:pt x="2155" y="3463"/>
                      </a:lnTo>
                      <a:lnTo>
                        <a:pt x="2154" y="3461"/>
                      </a:lnTo>
                      <a:lnTo>
                        <a:pt x="2153" y="3460"/>
                      </a:lnTo>
                      <a:lnTo>
                        <a:pt x="2150" y="3460"/>
                      </a:lnTo>
                      <a:lnTo>
                        <a:pt x="2147" y="3460"/>
                      </a:lnTo>
                      <a:lnTo>
                        <a:pt x="2144" y="3460"/>
                      </a:lnTo>
                      <a:lnTo>
                        <a:pt x="2142" y="3460"/>
                      </a:lnTo>
                      <a:lnTo>
                        <a:pt x="2141" y="3457"/>
                      </a:lnTo>
                      <a:lnTo>
                        <a:pt x="2141" y="3455"/>
                      </a:lnTo>
                      <a:lnTo>
                        <a:pt x="2141" y="3453"/>
                      </a:lnTo>
                      <a:lnTo>
                        <a:pt x="2142" y="3449"/>
                      </a:lnTo>
                      <a:lnTo>
                        <a:pt x="2143" y="3445"/>
                      </a:lnTo>
                      <a:lnTo>
                        <a:pt x="2147" y="3442"/>
                      </a:lnTo>
                      <a:lnTo>
                        <a:pt x="2153" y="3435"/>
                      </a:lnTo>
                      <a:lnTo>
                        <a:pt x="2159" y="3426"/>
                      </a:lnTo>
                      <a:lnTo>
                        <a:pt x="2161" y="3422"/>
                      </a:lnTo>
                      <a:lnTo>
                        <a:pt x="2161" y="3417"/>
                      </a:lnTo>
                      <a:lnTo>
                        <a:pt x="2161" y="3412"/>
                      </a:lnTo>
                      <a:lnTo>
                        <a:pt x="2159" y="3406"/>
                      </a:lnTo>
                      <a:lnTo>
                        <a:pt x="2154" y="3399"/>
                      </a:lnTo>
                      <a:lnTo>
                        <a:pt x="2151" y="3393"/>
                      </a:lnTo>
                      <a:lnTo>
                        <a:pt x="2151" y="3386"/>
                      </a:lnTo>
                      <a:lnTo>
                        <a:pt x="2151" y="3378"/>
                      </a:lnTo>
                      <a:lnTo>
                        <a:pt x="2148" y="3366"/>
                      </a:lnTo>
                      <a:lnTo>
                        <a:pt x="2142" y="3355"/>
                      </a:lnTo>
                      <a:lnTo>
                        <a:pt x="2141" y="3352"/>
                      </a:lnTo>
                      <a:lnTo>
                        <a:pt x="2139" y="3348"/>
                      </a:lnTo>
                      <a:lnTo>
                        <a:pt x="2139" y="3346"/>
                      </a:lnTo>
                      <a:lnTo>
                        <a:pt x="2141" y="3344"/>
                      </a:lnTo>
                      <a:lnTo>
                        <a:pt x="2143" y="3344"/>
                      </a:lnTo>
                      <a:lnTo>
                        <a:pt x="2147" y="3344"/>
                      </a:lnTo>
                      <a:lnTo>
                        <a:pt x="2149" y="3343"/>
                      </a:lnTo>
                      <a:lnTo>
                        <a:pt x="2151" y="3343"/>
                      </a:lnTo>
                      <a:lnTo>
                        <a:pt x="2153" y="3342"/>
                      </a:lnTo>
                      <a:lnTo>
                        <a:pt x="2154" y="3337"/>
                      </a:lnTo>
                      <a:lnTo>
                        <a:pt x="2154" y="3330"/>
                      </a:lnTo>
                      <a:lnTo>
                        <a:pt x="2154" y="3325"/>
                      </a:lnTo>
                      <a:lnTo>
                        <a:pt x="2155" y="3322"/>
                      </a:lnTo>
                      <a:lnTo>
                        <a:pt x="2157" y="3319"/>
                      </a:lnTo>
                      <a:lnTo>
                        <a:pt x="2160" y="3317"/>
                      </a:lnTo>
                      <a:lnTo>
                        <a:pt x="2163" y="3316"/>
                      </a:lnTo>
                      <a:lnTo>
                        <a:pt x="2168" y="3314"/>
                      </a:lnTo>
                      <a:lnTo>
                        <a:pt x="2174" y="3314"/>
                      </a:lnTo>
                      <a:lnTo>
                        <a:pt x="2181" y="3312"/>
                      </a:lnTo>
                      <a:lnTo>
                        <a:pt x="2187" y="3314"/>
                      </a:lnTo>
                      <a:lnTo>
                        <a:pt x="2193" y="3314"/>
                      </a:lnTo>
                      <a:lnTo>
                        <a:pt x="2197" y="3316"/>
                      </a:lnTo>
                      <a:lnTo>
                        <a:pt x="2200" y="3317"/>
                      </a:lnTo>
                      <a:lnTo>
                        <a:pt x="2202" y="3321"/>
                      </a:lnTo>
                      <a:lnTo>
                        <a:pt x="2204" y="3323"/>
                      </a:lnTo>
                      <a:lnTo>
                        <a:pt x="2205" y="3327"/>
                      </a:lnTo>
                      <a:lnTo>
                        <a:pt x="2205" y="3331"/>
                      </a:lnTo>
                      <a:lnTo>
                        <a:pt x="2205" y="3340"/>
                      </a:lnTo>
                      <a:lnTo>
                        <a:pt x="2206" y="3346"/>
                      </a:lnTo>
                      <a:lnTo>
                        <a:pt x="2208" y="3349"/>
                      </a:lnTo>
                      <a:lnTo>
                        <a:pt x="2210" y="3353"/>
                      </a:lnTo>
                      <a:lnTo>
                        <a:pt x="2213" y="3355"/>
                      </a:lnTo>
                      <a:lnTo>
                        <a:pt x="2217" y="3359"/>
                      </a:lnTo>
                      <a:lnTo>
                        <a:pt x="2220" y="3361"/>
                      </a:lnTo>
                      <a:lnTo>
                        <a:pt x="2223" y="3365"/>
                      </a:lnTo>
                      <a:lnTo>
                        <a:pt x="2224" y="3368"/>
                      </a:lnTo>
                      <a:lnTo>
                        <a:pt x="2225" y="3372"/>
                      </a:lnTo>
                      <a:lnTo>
                        <a:pt x="2226" y="3379"/>
                      </a:lnTo>
                      <a:lnTo>
                        <a:pt x="2226" y="3386"/>
                      </a:lnTo>
                      <a:lnTo>
                        <a:pt x="2227" y="3390"/>
                      </a:lnTo>
                      <a:lnTo>
                        <a:pt x="2229" y="3394"/>
                      </a:lnTo>
                      <a:lnTo>
                        <a:pt x="2232" y="3397"/>
                      </a:lnTo>
                      <a:lnTo>
                        <a:pt x="2236" y="3400"/>
                      </a:lnTo>
                      <a:lnTo>
                        <a:pt x="2245" y="3405"/>
                      </a:lnTo>
                      <a:lnTo>
                        <a:pt x="2256" y="3410"/>
                      </a:lnTo>
                      <a:lnTo>
                        <a:pt x="2273" y="3415"/>
                      </a:lnTo>
                      <a:lnTo>
                        <a:pt x="2295" y="3423"/>
                      </a:lnTo>
                      <a:lnTo>
                        <a:pt x="2317" y="3431"/>
                      </a:lnTo>
                      <a:lnTo>
                        <a:pt x="2332" y="3438"/>
                      </a:lnTo>
                      <a:lnTo>
                        <a:pt x="2342" y="3444"/>
                      </a:lnTo>
                      <a:lnTo>
                        <a:pt x="2351" y="3449"/>
                      </a:lnTo>
                      <a:lnTo>
                        <a:pt x="2355" y="3450"/>
                      </a:lnTo>
                      <a:lnTo>
                        <a:pt x="2359" y="3451"/>
                      </a:lnTo>
                      <a:lnTo>
                        <a:pt x="2363" y="3450"/>
                      </a:lnTo>
                      <a:lnTo>
                        <a:pt x="2365" y="3450"/>
                      </a:lnTo>
                      <a:lnTo>
                        <a:pt x="2369" y="3448"/>
                      </a:lnTo>
                      <a:lnTo>
                        <a:pt x="2370" y="3443"/>
                      </a:lnTo>
                      <a:lnTo>
                        <a:pt x="2371" y="3440"/>
                      </a:lnTo>
                      <a:lnTo>
                        <a:pt x="2370" y="3434"/>
                      </a:lnTo>
                      <a:lnTo>
                        <a:pt x="2369" y="3428"/>
                      </a:lnTo>
                      <a:lnTo>
                        <a:pt x="2367" y="3422"/>
                      </a:lnTo>
                      <a:lnTo>
                        <a:pt x="2364" y="3416"/>
                      </a:lnTo>
                      <a:lnTo>
                        <a:pt x="2361" y="3411"/>
                      </a:lnTo>
                      <a:lnTo>
                        <a:pt x="2355" y="3401"/>
                      </a:lnTo>
                      <a:lnTo>
                        <a:pt x="2350" y="3392"/>
                      </a:lnTo>
                      <a:lnTo>
                        <a:pt x="2350" y="3387"/>
                      </a:lnTo>
                      <a:lnTo>
                        <a:pt x="2350" y="3382"/>
                      </a:lnTo>
                      <a:lnTo>
                        <a:pt x="2350" y="3377"/>
                      </a:lnTo>
                      <a:lnTo>
                        <a:pt x="2352" y="3371"/>
                      </a:lnTo>
                      <a:lnTo>
                        <a:pt x="2356" y="3360"/>
                      </a:lnTo>
                      <a:lnTo>
                        <a:pt x="2357" y="3350"/>
                      </a:lnTo>
                      <a:lnTo>
                        <a:pt x="2357" y="3346"/>
                      </a:lnTo>
                      <a:lnTo>
                        <a:pt x="2356" y="3341"/>
                      </a:lnTo>
                      <a:lnTo>
                        <a:pt x="2355" y="3336"/>
                      </a:lnTo>
                      <a:lnTo>
                        <a:pt x="2352" y="3330"/>
                      </a:lnTo>
                      <a:lnTo>
                        <a:pt x="2349" y="3319"/>
                      </a:lnTo>
                      <a:lnTo>
                        <a:pt x="2346" y="3310"/>
                      </a:lnTo>
                      <a:lnTo>
                        <a:pt x="2348" y="3306"/>
                      </a:lnTo>
                      <a:lnTo>
                        <a:pt x="2349" y="3304"/>
                      </a:lnTo>
                      <a:lnTo>
                        <a:pt x="2350" y="3302"/>
                      </a:lnTo>
                      <a:lnTo>
                        <a:pt x="2352" y="3302"/>
                      </a:lnTo>
                      <a:lnTo>
                        <a:pt x="2364" y="3305"/>
                      </a:lnTo>
                      <a:lnTo>
                        <a:pt x="2380" y="3314"/>
                      </a:lnTo>
                      <a:lnTo>
                        <a:pt x="2390" y="3317"/>
                      </a:lnTo>
                      <a:lnTo>
                        <a:pt x="2401" y="3321"/>
                      </a:lnTo>
                      <a:lnTo>
                        <a:pt x="2411" y="3323"/>
                      </a:lnTo>
                      <a:lnTo>
                        <a:pt x="2419" y="3323"/>
                      </a:lnTo>
                      <a:lnTo>
                        <a:pt x="2426" y="3323"/>
                      </a:lnTo>
                      <a:lnTo>
                        <a:pt x="2428" y="3321"/>
                      </a:lnTo>
                      <a:lnTo>
                        <a:pt x="2431" y="3316"/>
                      </a:lnTo>
                      <a:lnTo>
                        <a:pt x="2431" y="3310"/>
                      </a:lnTo>
                      <a:lnTo>
                        <a:pt x="2431" y="3306"/>
                      </a:lnTo>
                      <a:lnTo>
                        <a:pt x="2433" y="3304"/>
                      </a:lnTo>
                      <a:lnTo>
                        <a:pt x="2437" y="3303"/>
                      </a:lnTo>
                      <a:lnTo>
                        <a:pt x="2441" y="3302"/>
                      </a:lnTo>
                      <a:lnTo>
                        <a:pt x="2452" y="3300"/>
                      </a:lnTo>
                      <a:lnTo>
                        <a:pt x="2466" y="3302"/>
                      </a:lnTo>
                      <a:lnTo>
                        <a:pt x="2479" y="3304"/>
                      </a:lnTo>
                      <a:lnTo>
                        <a:pt x="2490" y="3308"/>
                      </a:lnTo>
                      <a:lnTo>
                        <a:pt x="2497" y="3311"/>
                      </a:lnTo>
                      <a:lnTo>
                        <a:pt x="2504" y="3314"/>
                      </a:lnTo>
                      <a:lnTo>
                        <a:pt x="2508" y="3315"/>
                      </a:lnTo>
                      <a:lnTo>
                        <a:pt x="2510" y="3315"/>
                      </a:lnTo>
                      <a:lnTo>
                        <a:pt x="2514" y="3315"/>
                      </a:lnTo>
                      <a:lnTo>
                        <a:pt x="2516" y="3314"/>
                      </a:lnTo>
                      <a:lnTo>
                        <a:pt x="2520" y="3309"/>
                      </a:lnTo>
                      <a:lnTo>
                        <a:pt x="2522" y="3304"/>
                      </a:lnTo>
                      <a:lnTo>
                        <a:pt x="2523" y="3296"/>
                      </a:lnTo>
                      <a:lnTo>
                        <a:pt x="2527" y="3289"/>
                      </a:lnTo>
                      <a:lnTo>
                        <a:pt x="2529" y="3286"/>
                      </a:lnTo>
                      <a:lnTo>
                        <a:pt x="2532" y="3285"/>
                      </a:lnTo>
                      <a:lnTo>
                        <a:pt x="2535" y="3285"/>
                      </a:lnTo>
                      <a:lnTo>
                        <a:pt x="2539" y="3286"/>
                      </a:lnTo>
                      <a:lnTo>
                        <a:pt x="2548" y="3291"/>
                      </a:lnTo>
                      <a:lnTo>
                        <a:pt x="2558" y="3292"/>
                      </a:lnTo>
                      <a:lnTo>
                        <a:pt x="2561" y="3292"/>
                      </a:lnTo>
                      <a:lnTo>
                        <a:pt x="2564" y="3291"/>
                      </a:lnTo>
                      <a:lnTo>
                        <a:pt x="2566" y="3289"/>
                      </a:lnTo>
                      <a:lnTo>
                        <a:pt x="2566" y="3285"/>
                      </a:lnTo>
                      <a:lnTo>
                        <a:pt x="2564" y="3276"/>
                      </a:lnTo>
                      <a:lnTo>
                        <a:pt x="2561" y="3264"/>
                      </a:lnTo>
                      <a:lnTo>
                        <a:pt x="2560" y="3256"/>
                      </a:lnTo>
                      <a:lnTo>
                        <a:pt x="2559" y="3249"/>
                      </a:lnTo>
                      <a:lnTo>
                        <a:pt x="2559" y="3241"/>
                      </a:lnTo>
                      <a:lnTo>
                        <a:pt x="2560" y="3232"/>
                      </a:lnTo>
                      <a:lnTo>
                        <a:pt x="2563" y="3223"/>
                      </a:lnTo>
                      <a:lnTo>
                        <a:pt x="2565" y="3217"/>
                      </a:lnTo>
                      <a:lnTo>
                        <a:pt x="2569" y="3213"/>
                      </a:lnTo>
                      <a:lnTo>
                        <a:pt x="2571" y="3210"/>
                      </a:lnTo>
                      <a:lnTo>
                        <a:pt x="2575" y="3209"/>
                      </a:lnTo>
                      <a:lnTo>
                        <a:pt x="2578" y="3209"/>
                      </a:lnTo>
                      <a:lnTo>
                        <a:pt x="2582" y="3210"/>
                      </a:lnTo>
                      <a:lnTo>
                        <a:pt x="2585" y="3211"/>
                      </a:lnTo>
                      <a:lnTo>
                        <a:pt x="2594" y="3215"/>
                      </a:lnTo>
                      <a:lnTo>
                        <a:pt x="2602" y="3216"/>
                      </a:lnTo>
                      <a:lnTo>
                        <a:pt x="2605" y="3216"/>
                      </a:lnTo>
                      <a:lnTo>
                        <a:pt x="2608" y="3215"/>
                      </a:lnTo>
                      <a:lnTo>
                        <a:pt x="2609" y="3213"/>
                      </a:lnTo>
                      <a:lnTo>
                        <a:pt x="2609" y="3209"/>
                      </a:lnTo>
                      <a:lnTo>
                        <a:pt x="2605" y="3199"/>
                      </a:lnTo>
                      <a:lnTo>
                        <a:pt x="2604" y="3192"/>
                      </a:lnTo>
                      <a:lnTo>
                        <a:pt x="2604" y="3189"/>
                      </a:lnTo>
                      <a:lnTo>
                        <a:pt x="2605" y="3185"/>
                      </a:lnTo>
                      <a:lnTo>
                        <a:pt x="2607" y="3183"/>
                      </a:lnTo>
                      <a:lnTo>
                        <a:pt x="2609" y="3180"/>
                      </a:lnTo>
                      <a:lnTo>
                        <a:pt x="2613" y="3179"/>
                      </a:lnTo>
                      <a:lnTo>
                        <a:pt x="2615" y="3176"/>
                      </a:lnTo>
                      <a:lnTo>
                        <a:pt x="2617" y="3173"/>
                      </a:lnTo>
                      <a:lnTo>
                        <a:pt x="2619" y="3170"/>
                      </a:lnTo>
                      <a:lnTo>
                        <a:pt x="2620" y="3167"/>
                      </a:lnTo>
                      <a:lnTo>
                        <a:pt x="2619" y="3164"/>
                      </a:lnTo>
                      <a:lnTo>
                        <a:pt x="2617" y="3161"/>
                      </a:lnTo>
                      <a:lnTo>
                        <a:pt x="2614" y="3160"/>
                      </a:lnTo>
                      <a:lnTo>
                        <a:pt x="2605" y="3155"/>
                      </a:lnTo>
                      <a:lnTo>
                        <a:pt x="2598" y="3152"/>
                      </a:lnTo>
                      <a:lnTo>
                        <a:pt x="2596" y="3148"/>
                      </a:lnTo>
                      <a:lnTo>
                        <a:pt x="2595" y="3146"/>
                      </a:lnTo>
                      <a:lnTo>
                        <a:pt x="2595" y="3142"/>
                      </a:lnTo>
                      <a:lnTo>
                        <a:pt x="2597" y="3138"/>
                      </a:lnTo>
                      <a:lnTo>
                        <a:pt x="2602" y="3129"/>
                      </a:lnTo>
                      <a:lnTo>
                        <a:pt x="2609" y="3121"/>
                      </a:lnTo>
                      <a:lnTo>
                        <a:pt x="2613" y="3117"/>
                      </a:lnTo>
                      <a:lnTo>
                        <a:pt x="2616" y="3115"/>
                      </a:lnTo>
                      <a:lnTo>
                        <a:pt x="2621" y="3113"/>
                      </a:lnTo>
                      <a:lnTo>
                        <a:pt x="2626" y="3113"/>
                      </a:lnTo>
                      <a:lnTo>
                        <a:pt x="2641" y="3119"/>
                      </a:lnTo>
                      <a:lnTo>
                        <a:pt x="2664" y="3128"/>
                      </a:lnTo>
                      <a:lnTo>
                        <a:pt x="2686" y="3138"/>
                      </a:lnTo>
                      <a:lnTo>
                        <a:pt x="2704" y="3144"/>
                      </a:lnTo>
                      <a:lnTo>
                        <a:pt x="2708" y="3144"/>
                      </a:lnTo>
                      <a:lnTo>
                        <a:pt x="2711" y="3144"/>
                      </a:lnTo>
                      <a:lnTo>
                        <a:pt x="2712" y="3144"/>
                      </a:lnTo>
                      <a:lnTo>
                        <a:pt x="2715" y="3142"/>
                      </a:lnTo>
                      <a:lnTo>
                        <a:pt x="2717" y="3138"/>
                      </a:lnTo>
                      <a:lnTo>
                        <a:pt x="2723" y="3132"/>
                      </a:lnTo>
                      <a:lnTo>
                        <a:pt x="2730" y="3126"/>
                      </a:lnTo>
                      <a:lnTo>
                        <a:pt x="2736" y="3123"/>
                      </a:lnTo>
                      <a:lnTo>
                        <a:pt x="2739" y="3121"/>
                      </a:lnTo>
                      <a:lnTo>
                        <a:pt x="2740" y="3120"/>
                      </a:lnTo>
                      <a:lnTo>
                        <a:pt x="2739" y="3119"/>
                      </a:lnTo>
                      <a:lnTo>
                        <a:pt x="2736" y="3116"/>
                      </a:lnTo>
                      <a:lnTo>
                        <a:pt x="2729" y="3108"/>
                      </a:lnTo>
                      <a:lnTo>
                        <a:pt x="2721" y="3100"/>
                      </a:lnTo>
                      <a:lnTo>
                        <a:pt x="2710" y="3087"/>
                      </a:lnTo>
                      <a:lnTo>
                        <a:pt x="2698" y="3075"/>
                      </a:lnTo>
                      <a:lnTo>
                        <a:pt x="2689" y="3063"/>
                      </a:lnTo>
                      <a:lnTo>
                        <a:pt x="2682" y="3053"/>
                      </a:lnTo>
                      <a:lnTo>
                        <a:pt x="2674" y="3046"/>
                      </a:lnTo>
                      <a:lnTo>
                        <a:pt x="2667" y="3041"/>
                      </a:lnTo>
                      <a:lnTo>
                        <a:pt x="2660" y="3037"/>
                      </a:lnTo>
                      <a:lnTo>
                        <a:pt x="2653" y="3034"/>
                      </a:lnTo>
                      <a:lnTo>
                        <a:pt x="2647" y="3029"/>
                      </a:lnTo>
                      <a:lnTo>
                        <a:pt x="2640" y="3024"/>
                      </a:lnTo>
                      <a:lnTo>
                        <a:pt x="2634" y="3016"/>
                      </a:lnTo>
                      <a:lnTo>
                        <a:pt x="2630" y="3008"/>
                      </a:lnTo>
                      <a:lnTo>
                        <a:pt x="2629" y="2999"/>
                      </a:lnTo>
                      <a:lnTo>
                        <a:pt x="2628" y="2987"/>
                      </a:lnTo>
                      <a:lnTo>
                        <a:pt x="2627" y="2974"/>
                      </a:lnTo>
                      <a:lnTo>
                        <a:pt x="2627" y="2963"/>
                      </a:lnTo>
                      <a:lnTo>
                        <a:pt x="2627" y="2958"/>
                      </a:lnTo>
                      <a:lnTo>
                        <a:pt x="2626" y="2956"/>
                      </a:lnTo>
                      <a:lnTo>
                        <a:pt x="2623" y="2952"/>
                      </a:lnTo>
                      <a:lnTo>
                        <a:pt x="2622" y="2950"/>
                      </a:lnTo>
                      <a:lnTo>
                        <a:pt x="2619" y="2946"/>
                      </a:lnTo>
                      <a:lnTo>
                        <a:pt x="2617" y="2943"/>
                      </a:lnTo>
                      <a:lnTo>
                        <a:pt x="2616" y="2940"/>
                      </a:lnTo>
                      <a:lnTo>
                        <a:pt x="2616" y="2938"/>
                      </a:lnTo>
                      <a:lnTo>
                        <a:pt x="2619" y="2934"/>
                      </a:lnTo>
                      <a:lnTo>
                        <a:pt x="2626" y="2927"/>
                      </a:lnTo>
                      <a:lnTo>
                        <a:pt x="2632" y="2924"/>
                      </a:lnTo>
                      <a:lnTo>
                        <a:pt x="2638" y="2921"/>
                      </a:lnTo>
                      <a:lnTo>
                        <a:pt x="2644" y="2919"/>
                      </a:lnTo>
                      <a:lnTo>
                        <a:pt x="2653" y="2919"/>
                      </a:lnTo>
                      <a:lnTo>
                        <a:pt x="2670" y="2919"/>
                      </a:lnTo>
                      <a:lnTo>
                        <a:pt x="2682" y="2918"/>
                      </a:lnTo>
                      <a:lnTo>
                        <a:pt x="2687" y="2915"/>
                      </a:lnTo>
                      <a:lnTo>
                        <a:pt x="2691" y="2913"/>
                      </a:lnTo>
                      <a:lnTo>
                        <a:pt x="2695" y="2909"/>
                      </a:lnTo>
                      <a:lnTo>
                        <a:pt x="2698" y="2903"/>
                      </a:lnTo>
                      <a:lnTo>
                        <a:pt x="2699" y="2898"/>
                      </a:lnTo>
                      <a:lnTo>
                        <a:pt x="2699" y="2890"/>
                      </a:lnTo>
                      <a:lnTo>
                        <a:pt x="2698" y="2884"/>
                      </a:lnTo>
                      <a:lnTo>
                        <a:pt x="2696" y="2877"/>
                      </a:lnTo>
                      <a:lnTo>
                        <a:pt x="2690" y="2867"/>
                      </a:lnTo>
                      <a:lnTo>
                        <a:pt x="2685" y="2857"/>
                      </a:lnTo>
                      <a:lnTo>
                        <a:pt x="2684" y="2854"/>
                      </a:lnTo>
                      <a:lnTo>
                        <a:pt x="2684" y="2851"/>
                      </a:lnTo>
                      <a:lnTo>
                        <a:pt x="2685" y="2848"/>
                      </a:lnTo>
                      <a:lnTo>
                        <a:pt x="2686" y="2844"/>
                      </a:lnTo>
                      <a:lnTo>
                        <a:pt x="2689" y="2840"/>
                      </a:lnTo>
                      <a:lnTo>
                        <a:pt x="2692" y="2837"/>
                      </a:lnTo>
                      <a:lnTo>
                        <a:pt x="2697" y="2833"/>
                      </a:lnTo>
                      <a:lnTo>
                        <a:pt x="2702" y="2831"/>
                      </a:lnTo>
                      <a:lnTo>
                        <a:pt x="2714" y="2824"/>
                      </a:lnTo>
                      <a:lnTo>
                        <a:pt x="2723" y="2816"/>
                      </a:lnTo>
                      <a:lnTo>
                        <a:pt x="2727" y="2811"/>
                      </a:lnTo>
                      <a:lnTo>
                        <a:pt x="2729" y="2806"/>
                      </a:lnTo>
                      <a:lnTo>
                        <a:pt x="2731" y="2800"/>
                      </a:lnTo>
                      <a:lnTo>
                        <a:pt x="2733" y="2794"/>
                      </a:lnTo>
                      <a:lnTo>
                        <a:pt x="2734" y="2787"/>
                      </a:lnTo>
                      <a:lnTo>
                        <a:pt x="2735" y="2781"/>
                      </a:lnTo>
                      <a:lnTo>
                        <a:pt x="2737" y="2775"/>
                      </a:lnTo>
                      <a:lnTo>
                        <a:pt x="2740" y="2769"/>
                      </a:lnTo>
                      <a:lnTo>
                        <a:pt x="2743" y="2766"/>
                      </a:lnTo>
                      <a:lnTo>
                        <a:pt x="2748" y="2762"/>
                      </a:lnTo>
                      <a:lnTo>
                        <a:pt x="2753" y="2760"/>
                      </a:lnTo>
                      <a:lnTo>
                        <a:pt x="2758" y="2758"/>
                      </a:lnTo>
                      <a:lnTo>
                        <a:pt x="2768" y="2757"/>
                      </a:lnTo>
                      <a:lnTo>
                        <a:pt x="2780" y="2755"/>
                      </a:lnTo>
                      <a:lnTo>
                        <a:pt x="2790" y="2753"/>
                      </a:lnTo>
                      <a:lnTo>
                        <a:pt x="2797" y="2750"/>
                      </a:lnTo>
                      <a:lnTo>
                        <a:pt x="2799" y="2749"/>
                      </a:lnTo>
                      <a:lnTo>
                        <a:pt x="2800" y="2747"/>
                      </a:lnTo>
                      <a:lnTo>
                        <a:pt x="2799" y="2744"/>
                      </a:lnTo>
                      <a:lnTo>
                        <a:pt x="2796" y="2742"/>
                      </a:lnTo>
                      <a:lnTo>
                        <a:pt x="2792" y="2738"/>
                      </a:lnTo>
                      <a:lnTo>
                        <a:pt x="2787" y="2736"/>
                      </a:lnTo>
                      <a:lnTo>
                        <a:pt x="2781" y="2734"/>
                      </a:lnTo>
                      <a:lnTo>
                        <a:pt x="2774" y="2731"/>
                      </a:lnTo>
                      <a:lnTo>
                        <a:pt x="2767" y="2729"/>
                      </a:lnTo>
                      <a:lnTo>
                        <a:pt x="2760" y="2726"/>
                      </a:lnTo>
                      <a:lnTo>
                        <a:pt x="2754" y="2723"/>
                      </a:lnTo>
                      <a:lnTo>
                        <a:pt x="2748" y="2719"/>
                      </a:lnTo>
                      <a:lnTo>
                        <a:pt x="2736" y="2712"/>
                      </a:lnTo>
                      <a:lnTo>
                        <a:pt x="2727" y="2706"/>
                      </a:lnTo>
                      <a:lnTo>
                        <a:pt x="2722" y="2703"/>
                      </a:lnTo>
                      <a:lnTo>
                        <a:pt x="2720" y="2699"/>
                      </a:lnTo>
                      <a:lnTo>
                        <a:pt x="2717" y="2695"/>
                      </a:lnTo>
                      <a:lnTo>
                        <a:pt x="2715" y="2692"/>
                      </a:lnTo>
                      <a:lnTo>
                        <a:pt x="2715" y="2687"/>
                      </a:lnTo>
                      <a:lnTo>
                        <a:pt x="2715" y="2684"/>
                      </a:lnTo>
                      <a:lnTo>
                        <a:pt x="2716" y="2680"/>
                      </a:lnTo>
                      <a:lnTo>
                        <a:pt x="2717" y="2676"/>
                      </a:lnTo>
                      <a:lnTo>
                        <a:pt x="2718" y="2673"/>
                      </a:lnTo>
                      <a:lnTo>
                        <a:pt x="2718" y="2671"/>
                      </a:lnTo>
                      <a:lnTo>
                        <a:pt x="2718" y="2669"/>
                      </a:lnTo>
                      <a:lnTo>
                        <a:pt x="2717" y="2668"/>
                      </a:lnTo>
                      <a:lnTo>
                        <a:pt x="2712" y="2666"/>
                      </a:lnTo>
                      <a:lnTo>
                        <a:pt x="2705" y="2666"/>
                      </a:lnTo>
                      <a:lnTo>
                        <a:pt x="2701" y="2665"/>
                      </a:lnTo>
                      <a:lnTo>
                        <a:pt x="2697" y="2662"/>
                      </a:lnTo>
                      <a:lnTo>
                        <a:pt x="2692" y="2661"/>
                      </a:lnTo>
                      <a:lnTo>
                        <a:pt x="2690" y="2657"/>
                      </a:lnTo>
                      <a:lnTo>
                        <a:pt x="2686" y="2654"/>
                      </a:lnTo>
                      <a:lnTo>
                        <a:pt x="2685" y="2650"/>
                      </a:lnTo>
                      <a:lnTo>
                        <a:pt x="2685" y="2646"/>
                      </a:lnTo>
                      <a:lnTo>
                        <a:pt x="2685" y="2641"/>
                      </a:lnTo>
                      <a:lnTo>
                        <a:pt x="2690" y="2631"/>
                      </a:lnTo>
                      <a:lnTo>
                        <a:pt x="2693" y="2622"/>
                      </a:lnTo>
                      <a:lnTo>
                        <a:pt x="2695" y="2616"/>
                      </a:lnTo>
                      <a:lnTo>
                        <a:pt x="2695" y="2610"/>
                      </a:lnTo>
                      <a:lnTo>
                        <a:pt x="2695" y="2603"/>
                      </a:lnTo>
                      <a:lnTo>
                        <a:pt x="2693" y="2594"/>
                      </a:lnTo>
                      <a:lnTo>
                        <a:pt x="2690" y="2580"/>
                      </a:lnTo>
                      <a:lnTo>
                        <a:pt x="2685" y="2571"/>
                      </a:lnTo>
                      <a:lnTo>
                        <a:pt x="2682" y="2564"/>
                      </a:lnTo>
                      <a:lnTo>
                        <a:pt x="2678" y="2555"/>
                      </a:lnTo>
                      <a:lnTo>
                        <a:pt x="2677" y="2550"/>
                      </a:lnTo>
                      <a:lnTo>
                        <a:pt x="2678" y="2547"/>
                      </a:lnTo>
                      <a:lnTo>
                        <a:pt x="2679" y="2543"/>
                      </a:lnTo>
                      <a:lnTo>
                        <a:pt x="2682" y="2539"/>
                      </a:lnTo>
                      <a:lnTo>
                        <a:pt x="2684" y="2536"/>
                      </a:lnTo>
                      <a:lnTo>
                        <a:pt x="2689" y="2533"/>
                      </a:lnTo>
                      <a:lnTo>
                        <a:pt x="2693" y="2530"/>
                      </a:lnTo>
                      <a:lnTo>
                        <a:pt x="2698" y="2529"/>
                      </a:lnTo>
                      <a:lnTo>
                        <a:pt x="2709" y="2527"/>
                      </a:lnTo>
                      <a:lnTo>
                        <a:pt x="2720" y="2526"/>
                      </a:lnTo>
                      <a:lnTo>
                        <a:pt x="2733" y="2524"/>
                      </a:lnTo>
                      <a:lnTo>
                        <a:pt x="2746" y="2521"/>
                      </a:lnTo>
                      <a:lnTo>
                        <a:pt x="2760" y="2517"/>
                      </a:lnTo>
                      <a:lnTo>
                        <a:pt x="2770" y="2515"/>
                      </a:lnTo>
                      <a:lnTo>
                        <a:pt x="2774" y="2514"/>
                      </a:lnTo>
                      <a:lnTo>
                        <a:pt x="2778" y="2510"/>
                      </a:lnTo>
                      <a:lnTo>
                        <a:pt x="2781" y="2506"/>
                      </a:lnTo>
                      <a:lnTo>
                        <a:pt x="2784" y="2501"/>
                      </a:lnTo>
                      <a:lnTo>
                        <a:pt x="2786" y="2495"/>
                      </a:lnTo>
                      <a:lnTo>
                        <a:pt x="2790" y="2490"/>
                      </a:lnTo>
                      <a:lnTo>
                        <a:pt x="2792" y="2486"/>
                      </a:lnTo>
                      <a:lnTo>
                        <a:pt x="2796" y="2484"/>
                      </a:lnTo>
                      <a:lnTo>
                        <a:pt x="2799" y="2482"/>
                      </a:lnTo>
                      <a:lnTo>
                        <a:pt x="2803" y="2482"/>
                      </a:lnTo>
                      <a:lnTo>
                        <a:pt x="2806" y="2482"/>
                      </a:lnTo>
                      <a:lnTo>
                        <a:pt x="2810" y="2483"/>
                      </a:lnTo>
                      <a:lnTo>
                        <a:pt x="2815" y="2484"/>
                      </a:lnTo>
                      <a:lnTo>
                        <a:pt x="2818" y="2487"/>
                      </a:lnTo>
                      <a:lnTo>
                        <a:pt x="2823" y="2490"/>
                      </a:lnTo>
                      <a:lnTo>
                        <a:pt x="2827" y="2495"/>
                      </a:lnTo>
                      <a:lnTo>
                        <a:pt x="2830" y="2499"/>
                      </a:lnTo>
                      <a:lnTo>
                        <a:pt x="2833" y="2505"/>
                      </a:lnTo>
                      <a:lnTo>
                        <a:pt x="2833" y="2512"/>
                      </a:lnTo>
                      <a:lnTo>
                        <a:pt x="2833" y="2521"/>
                      </a:lnTo>
                      <a:lnTo>
                        <a:pt x="2830" y="2535"/>
                      </a:lnTo>
                      <a:lnTo>
                        <a:pt x="2830" y="2545"/>
                      </a:lnTo>
                      <a:lnTo>
                        <a:pt x="2831" y="2547"/>
                      </a:lnTo>
                      <a:lnTo>
                        <a:pt x="2834" y="2549"/>
                      </a:lnTo>
                      <a:lnTo>
                        <a:pt x="2837" y="2552"/>
                      </a:lnTo>
                      <a:lnTo>
                        <a:pt x="2842" y="2552"/>
                      </a:lnTo>
                      <a:lnTo>
                        <a:pt x="2847" y="2553"/>
                      </a:lnTo>
                      <a:lnTo>
                        <a:pt x="2852" y="2552"/>
                      </a:lnTo>
                      <a:lnTo>
                        <a:pt x="2856" y="2552"/>
                      </a:lnTo>
                      <a:lnTo>
                        <a:pt x="2861" y="2549"/>
                      </a:lnTo>
                      <a:lnTo>
                        <a:pt x="2871" y="2545"/>
                      </a:lnTo>
                      <a:lnTo>
                        <a:pt x="2881" y="2536"/>
                      </a:lnTo>
                      <a:lnTo>
                        <a:pt x="2888" y="2528"/>
                      </a:lnTo>
                      <a:lnTo>
                        <a:pt x="2896" y="2522"/>
                      </a:lnTo>
                      <a:lnTo>
                        <a:pt x="2899" y="2520"/>
                      </a:lnTo>
                      <a:lnTo>
                        <a:pt x="2905" y="2518"/>
                      </a:lnTo>
                      <a:lnTo>
                        <a:pt x="2911" y="2517"/>
                      </a:lnTo>
                      <a:lnTo>
                        <a:pt x="2920" y="2517"/>
                      </a:lnTo>
                      <a:lnTo>
                        <a:pt x="2940" y="2521"/>
                      </a:lnTo>
                      <a:lnTo>
                        <a:pt x="2957" y="2524"/>
                      </a:lnTo>
                      <a:lnTo>
                        <a:pt x="2974" y="2530"/>
                      </a:lnTo>
                      <a:lnTo>
                        <a:pt x="2986" y="2534"/>
                      </a:lnTo>
                      <a:lnTo>
                        <a:pt x="2993" y="2539"/>
                      </a:lnTo>
                      <a:lnTo>
                        <a:pt x="2998" y="2543"/>
                      </a:lnTo>
                      <a:lnTo>
                        <a:pt x="3000" y="2549"/>
                      </a:lnTo>
                      <a:lnTo>
                        <a:pt x="3001" y="2556"/>
                      </a:lnTo>
                      <a:lnTo>
                        <a:pt x="2999" y="2568"/>
                      </a:lnTo>
                      <a:lnTo>
                        <a:pt x="2998" y="2583"/>
                      </a:lnTo>
                      <a:lnTo>
                        <a:pt x="2998" y="2585"/>
                      </a:lnTo>
                      <a:lnTo>
                        <a:pt x="2998" y="2587"/>
                      </a:lnTo>
                      <a:lnTo>
                        <a:pt x="2999" y="2588"/>
                      </a:lnTo>
                      <a:lnTo>
                        <a:pt x="3000" y="2590"/>
                      </a:lnTo>
                      <a:lnTo>
                        <a:pt x="3005" y="2587"/>
                      </a:lnTo>
                      <a:lnTo>
                        <a:pt x="3013" y="2579"/>
                      </a:lnTo>
                      <a:lnTo>
                        <a:pt x="3018" y="2574"/>
                      </a:lnTo>
                      <a:lnTo>
                        <a:pt x="3024" y="2572"/>
                      </a:lnTo>
                      <a:lnTo>
                        <a:pt x="3029" y="2569"/>
                      </a:lnTo>
                      <a:lnTo>
                        <a:pt x="3033" y="2568"/>
                      </a:lnTo>
                      <a:lnTo>
                        <a:pt x="3038" y="2568"/>
                      </a:lnTo>
                      <a:lnTo>
                        <a:pt x="3043" y="2568"/>
                      </a:lnTo>
                      <a:lnTo>
                        <a:pt x="3048" y="2569"/>
                      </a:lnTo>
                      <a:lnTo>
                        <a:pt x="3052" y="2572"/>
                      </a:lnTo>
                      <a:lnTo>
                        <a:pt x="3061" y="2577"/>
                      </a:lnTo>
                      <a:lnTo>
                        <a:pt x="3068" y="2583"/>
                      </a:lnTo>
                      <a:lnTo>
                        <a:pt x="3075" y="2588"/>
                      </a:lnTo>
                      <a:lnTo>
                        <a:pt x="3080" y="2593"/>
                      </a:lnTo>
                      <a:lnTo>
                        <a:pt x="3086" y="2600"/>
                      </a:lnTo>
                      <a:lnTo>
                        <a:pt x="3089" y="2605"/>
                      </a:lnTo>
                      <a:lnTo>
                        <a:pt x="3090" y="2611"/>
                      </a:lnTo>
                      <a:lnTo>
                        <a:pt x="3094" y="2618"/>
                      </a:lnTo>
                      <a:lnTo>
                        <a:pt x="3102" y="2630"/>
                      </a:lnTo>
                      <a:lnTo>
                        <a:pt x="3117" y="2646"/>
                      </a:lnTo>
                      <a:lnTo>
                        <a:pt x="3124" y="2654"/>
                      </a:lnTo>
                      <a:lnTo>
                        <a:pt x="3130" y="2661"/>
                      </a:lnTo>
                      <a:lnTo>
                        <a:pt x="3134" y="2668"/>
                      </a:lnTo>
                      <a:lnTo>
                        <a:pt x="3137" y="2674"/>
                      </a:lnTo>
                      <a:lnTo>
                        <a:pt x="3136" y="2678"/>
                      </a:lnTo>
                      <a:lnTo>
                        <a:pt x="3133" y="2681"/>
                      </a:lnTo>
                      <a:lnTo>
                        <a:pt x="3131" y="2685"/>
                      </a:lnTo>
                      <a:lnTo>
                        <a:pt x="3127" y="2688"/>
                      </a:lnTo>
                      <a:lnTo>
                        <a:pt x="3124" y="2692"/>
                      </a:lnTo>
                      <a:lnTo>
                        <a:pt x="3121" y="2697"/>
                      </a:lnTo>
                      <a:lnTo>
                        <a:pt x="3119" y="2701"/>
                      </a:lnTo>
                      <a:lnTo>
                        <a:pt x="3120" y="2709"/>
                      </a:lnTo>
                      <a:lnTo>
                        <a:pt x="3123" y="2716"/>
                      </a:lnTo>
                      <a:lnTo>
                        <a:pt x="3125" y="2723"/>
                      </a:lnTo>
                      <a:lnTo>
                        <a:pt x="3129" y="2730"/>
                      </a:lnTo>
                      <a:lnTo>
                        <a:pt x="3133" y="2736"/>
                      </a:lnTo>
                      <a:lnTo>
                        <a:pt x="3140" y="2748"/>
                      </a:lnTo>
                      <a:lnTo>
                        <a:pt x="3146" y="2756"/>
                      </a:lnTo>
                      <a:lnTo>
                        <a:pt x="3149" y="2763"/>
                      </a:lnTo>
                      <a:lnTo>
                        <a:pt x="3151" y="2773"/>
                      </a:lnTo>
                      <a:lnTo>
                        <a:pt x="3150" y="2783"/>
                      </a:lnTo>
                      <a:lnTo>
                        <a:pt x="3149" y="2798"/>
                      </a:lnTo>
                      <a:lnTo>
                        <a:pt x="3148" y="2805"/>
                      </a:lnTo>
                      <a:lnTo>
                        <a:pt x="3149" y="2811"/>
                      </a:lnTo>
                      <a:lnTo>
                        <a:pt x="3151" y="2816"/>
                      </a:lnTo>
                      <a:lnTo>
                        <a:pt x="3155" y="2820"/>
                      </a:lnTo>
                      <a:lnTo>
                        <a:pt x="3158" y="2825"/>
                      </a:lnTo>
                      <a:lnTo>
                        <a:pt x="3161" y="2830"/>
                      </a:lnTo>
                      <a:lnTo>
                        <a:pt x="3163" y="2836"/>
                      </a:lnTo>
                      <a:lnTo>
                        <a:pt x="3163" y="2843"/>
                      </a:lnTo>
                      <a:lnTo>
                        <a:pt x="3163" y="2858"/>
                      </a:lnTo>
                      <a:lnTo>
                        <a:pt x="3162" y="2874"/>
                      </a:lnTo>
                      <a:lnTo>
                        <a:pt x="3163" y="2881"/>
                      </a:lnTo>
                      <a:lnTo>
                        <a:pt x="3163" y="2887"/>
                      </a:lnTo>
                      <a:lnTo>
                        <a:pt x="3165" y="2893"/>
                      </a:lnTo>
                      <a:lnTo>
                        <a:pt x="3168" y="2899"/>
                      </a:lnTo>
                      <a:lnTo>
                        <a:pt x="3171" y="2902"/>
                      </a:lnTo>
                      <a:lnTo>
                        <a:pt x="3177" y="2906"/>
                      </a:lnTo>
                      <a:lnTo>
                        <a:pt x="3184" y="2909"/>
                      </a:lnTo>
                      <a:lnTo>
                        <a:pt x="3192" y="2913"/>
                      </a:lnTo>
                      <a:lnTo>
                        <a:pt x="3199" y="2917"/>
                      </a:lnTo>
                      <a:lnTo>
                        <a:pt x="3205" y="2920"/>
                      </a:lnTo>
                      <a:lnTo>
                        <a:pt x="3209" y="2925"/>
                      </a:lnTo>
                      <a:lnTo>
                        <a:pt x="3212" y="2928"/>
                      </a:lnTo>
                      <a:lnTo>
                        <a:pt x="3215" y="2937"/>
                      </a:lnTo>
                      <a:lnTo>
                        <a:pt x="3220" y="2943"/>
                      </a:lnTo>
                      <a:lnTo>
                        <a:pt x="3222" y="2944"/>
                      </a:lnTo>
                      <a:lnTo>
                        <a:pt x="3226" y="2946"/>
                      </a:lnTo>
                      <a:lnTo>
                        <a:pt x="3230" y="2946"/>
                      </a:lnTo>
                      <a:lnTo>
                        <a:pt x="3233" y="2947"/>
                      </a:lnTo>
                      <a:lnTo>
                        <a:pt x="3243" y="2947"/>
                      </a:lnTo>
                      <a:lnTo>
                        <a:pt x="3256" y="2949"/>
                      </a:lnTo>
                      <a:lnTo>
                        <a:pt x="3263" y="2951"/>
                      </a:lnTo>
                      <a:lnTo>
                        <a:pt x="3270" y="2955"/>
                      </a:lnTo>
                      <a:lnTo>
                        <a:pt x="3276" y="2959"/>
                      </a:lnTo>
                      <a:lnTo>
                        <a:pt x="3283" y="2965"/>
                      </a:lnTo>
                      <a:lnTo>
                        <a:pt x="3288" y="2972"/>
                      </a:lnTo>
                      <a:lnTo>
                        <a:pt x="3293" y="2980"/>
                      </a:lnTo>
                      <a:lnTo>
                        <a:pt x="3296" y="2985"/>
                      </a:lnTo>
                      <a:lnTo>
                        <a:pt x="3299" y="2993"/>
                      </a:lnTo>
                      <a:lnTo>
                        <a:pt x="3303" y="3006"/>
                      </a:lnTo>
                      <a:lnTo>
                        <a:pt x="3307" y="3018"/>
                      </a:lnTo>
                      <a:lnTo>
                        <a:pt x="3308" y="3021"/>
                      </a:lnTo>
                      <a:lnTo>
                        <a:pt x="3310" y="3025"/>
                      </a:lnTo>
                      <a:lnTo>
                        <a:pt x="3313" y="3028"/>
                      </a:lnTo>
                      <a:lnTo>
                        <a:pt x="3316" y="3031"/>
                      </a:lnTo>
                      <a:lnTo>
                        <a:pt x="3322" y="3033"/>
                      </a:lnTo>
                      <a:lnTo>
                        <a:pt x="3329" y="3035"/>
                      </a:lnTo>
                      <a:lnTo>
                        <a:pt x="3337" y="3038"/>
                      </a:lnTo>
                      <a:lnTo>
                        <a:pt x="3345" y="3039"/>
                      </a:lnTo>
                      <a:lnTo>
                        <a:pt x="3353" y="3043"/>
                      </a:lnTo>
                      <a:lnTo>
                        <a:pt x="3362" y="3048"/>
                      </a:lnTo>
                      <a:lnTo>
                        <a:pt x="3369" y="3052"/>
                      </a:lnTo>
                      <a:lnTo>
                        <a:pt x="3375" y="3054"/>
                      </a:lnTo>
                      <a:lnTo>
                        <a:pt x="3382" y="3056"/>
                      </a:lnTo>
                      <a:lnTo>
                        <a:pt x="3390" y="3058"/>
                      </a:lnTo>
                      <a:lnTo>
                        <a:pt x="3395" y="3060"/>
                      </a:lnTo>
                      <a:lnTo>
                        <a:pt x="3400" y="3064"/>
                      </a:lnTo>
                      <a:lnTo>
                        <a:pt x="3404" y="3069"/>
                      </a:lnTo>
                      <a:lnTo>
                        <a:pt x="3409" y="3073"/>
                      </a:lnTo>
                      <a:lnTo>
                        <a:pt x="3417" y="3084"/>
                      </a:lnTo>
                      <a:lnTo>
                        <a:pt x="3426" y="3094"/>
                      </a:lnTo>
                      <a:lnTo>
                        <a:pt x="3432" y="3100"/>
                      </a:lnTo>
                      <a:lnTo>
                        <a:pt x="3441" y="3106"/>
                      </a:lnTo>
                      <a:lnTo>
                        <a:pt x="3451" y="3111"/>
                      </a:lnTo>
                      <a:lnTo>
                        <a:pt x="3463" y="3116"/>
                      </a:lnTo>
                      <a:lnTo>
                        <a:pt x="3467" y="3119"/>
                      </a:lnTo>
                      <a:lnTo>
                        <a:pt x="3473" y="3120"/>
                      </a:lnTo>
                      <a:lnTo>
                        <a:pt x="3478" y="3120"/>
                      </a:lnTo>
                      <a:lnTo>
                        <a:pt x="3482" y="3119"/>
                      </a:lnTo>
                      <a:lnTo>
                        <a:pt x="3485" y="3116"/>
                      </a:lnTo>
                      <a:lnTo>
                        <a:pt x="3489" y="3114"/>
                      </a:lnTo>
                      <a:lnTo>
                        <a:pt x="3490" y="3109"/>
                      </a:lnTo>
                      <a:lnTo>
                        <a:pt x="3491" y="3103"/>
                      </a:lnTo>
                      <a:lnTo>
                        <a:pt x="3492" y="3085"/>
                      </a:lnTo>
                      <a:lnTo>
                        <a:pt x="3493" y="3067"/>
                      </a:lnTo>
                      <a:lnTo>
                        <a:pt x="3493" y="3051"/>
                      </a:lnTo>
                      <a:lnTo>
                        <a:pt x="3493" y="3039"/>
                      </a:lnTo>
                      <a:lnTo>
                        <a:pt x="3493" y="3034"/>
                      </a:lnTo>
                      <a:lnTo>
                        <a:pt x="3495" y="3031"/>
                      </a:lnTo>
                      <a:lnTo>
                        <a:pt x="3497" y="3028"/>
                      </a:lnTo>
                      <a:lnTo>
                        <a:pt x="3501" y="3026"/>
                      </a:lnTo>
                      <a:lnTo>
                        <a:pt x="3508" y="3021"/>
                      </a:lnTo>
                      <a:lnTo>
                        <a:pt x="3518" y="3018"/>
                      </a:lnTo>
                      <a:lnTo>
                        <a:pt x="3524" y="3014"/>
                      </a:lnTo>
                      <a:lnTo>
                        <a:pt x="3528" y="3009"/>
                      </a:lnTo>
                      <a:lnTo>
                        <a:pt x="3530" y="3003"/>
                      </a:lnTo>
                      <a:lnTo>
                        <a:pt x="3533" y="2997"/>
                      </a:lnTo>
                      <a:lnTo>
                        <a:pt x="3534" y="2990"/>
                      </a:lnTo>
                      <a:lnTo>
                        <a:pt x="3536" y="2984"/>
                      </a:lnTo>
                      <a:lnTo>
                        <a:pt x="3540" y="2980"/>
                      </a:lnTo>
                      <a:lnTo>
                        <a:pt x="3546" y="2976"/>
                      </a:lnTo>
                      <a:lnTo>
                        <a:pt x="3547" y="2975"/>
                      </a:lnTo>
                      <a:lnTo>
                        <a:pt x="3549" y="2975"/>
                      </a:lnTo>
                      <a:lnTo>
                        <a:pt x="3552" y="2976"/>
                      </a:lnTo>
                      <a:lnTo>
                        <a:pt x="3553" y="2977"/>
                      </a:lnTo>
                      <a:lnTo>
                        <a:pt x="3555" y="2982"/>
                      </a:lnTo>
                      <a:lnTo>
                        <a:pt x="3556" y="2989"/>
                      </a:lnTo>
                      <a:lnTo>
                        <a:pt x="3558" y="2997"/>
                      </a:lnTo>
                      <a:lnTo>
                        <a:pt x="3560" y="3003"/>
                      </a:lnTo>
                      <a:lnTo>
                        <a:pt x="3562" y="3006"/>
                      </a:lnTo>
                      <a:lnTo>
                        <a:pt x="3565" y="3009"/>
                      </a:lnTo>
                      <a:lnTo>
                        <a:pt x="3570" y="3012"/>
                      </a:lnTo>
                      <a:lnTo>
                        <a:pt x="3575" y="3014"/>
                      </a:lnTo>
                      <a:lnTo>
                        <a:pt x="3580" y="3016"/>
                      </a:lnTo>
                      <a:lnTo>
                        <a:pt x="3585" y="3019"/>
                      </a:lnTo>
                      <a:lnTo>
                        <a:pt x="3590" y="3022"/>
                      </a:lnTo>
                      <a:lnTo>
                        <a:pt x="3593" y="3027"/>
                      </a:lnTo>
                      <a:lnTo>
                        <a:pt x="3597" y="3032"/>
                      </a:lnTo>
                      <a:lnTo>
                        <a:pt x="3599" y="3038"/>
                      </a:lnTo>
                      <a:lnTo>
                        <a:pt x="3603" y="3045"/>
                      </a:lnTo>
                      <a:lnTo>
                        <a:pt x="3606" y="3053"/>
                      </a:lnTo>
                      <a:lnTo>
                        <a:pt x="3609" y="3064"/>
                      </a:lnTo>
                      <a:lnTo>
                        <a:pt x="3609" y="3076"/>
                      </a:lnTo>
                      <a:lnTo>
                        <a:pt x="3610" y="3088"/>
                      </a:lnTo>
                      <a:lnTo>
                        <a:pt x="3611" y="3101"/>
                      </a:lnTo>
                      <a:lnTo>
                        <a:pt x="3612" y="3114"/>
                      </a:lnTo>
                      <a:lnTo>
                        <a:pt x="3610" y="3125"/>
                      </a:lnTo>
                      <a:lnTo>
                        <a:pt x="3608" y="3134"/>
                      </a:lnTo>
                      <a:lnTo>
                        <a:pt x="3604" y="3141"/>
                      </a:lnTo>
                      <a:lnTo>
                        <a:pt x="3599" y="3148"/>
                      </a:lnTo>
                      <a:lnTo>
                        <a:pt x="3596" y="3158"/>
                      </a:lnTo>
                      <a:lnTo>
                        <a:pt x="3595" y="3163"/>
                      </a:lnTo>
                      <a:lnTo>
                        <a:pt x="3595" y="3167"/>
                      </a:lnTo>
                      <a:lnTo>
                        <a:pt x="3596" y="3172"/>
                      </a:lnTo>
                      <a:lnTo>
                        <a:pt x="3598" y="3177"/>
                      </a:lnTo>
                      <a:lnTo>
                        <a:pt x="3602" y="3180"/>
                      </a:lnTo>
                      <a:lnTo>
                        <a:pt x="3606" y="3184"/>
                      </a:lnTo>
                      <a:lnTo>
                        <a:pt x="3611" y="3186"/>
                      </a:lnTo>
                      <a:lnTo>
                        <a:pt x="3617" y="3189"/>
                      </a:lnTo>
                      <a:lnTo>
                        <a:pt x="3623" y="3189"/>
                      </a:lnTo>
                      <a:lnTo>
                        <a:pt x="3629" y="3189"/>
                      </a:lnTo>
                      <a:lnTo>
                        <a:pt x="3634" y="3188"/>
                      </a:lnTo>
                      <a:lnTo>
                        <a:pt x="3638" y="3186"/>
                      </a:lnTo>
                      <a:lnTo>
                        <a:pt x="3642" y="3183"/>
                      </a:lnTo>
                      <a:lnTo>
                        <a:pt x="3644" y="3179"/>
                      </a:lnTo>
                      <a:lnTo>
                        <a:pt x="3647" y="3176"/>
                      </a:lnTo>
                      <a:lnTo>
                        <a:pt x="3647" y="3171"/>
                      </a:lnTo>
                      <a:lnTo>
                        <a:pt x="3648" y="3161"/>
                      </a:lnTo>
                      <a:lnTo>
                        <a:pt x="3648" y="3151"/>
                      </a:lnTo>
                      <a:lnTo>
                        <a:pt x="3649" y="3146"/>
                      </a:lnTo>
                      <a:lnTo>
                        <a:pt x="3649" y="3144"/>
                      </a:lnTo>
                      <a:lnTo>
                        <a:pt x="3650" y="3140"/>
                      </a:lnTo>
                      <a:lnTo>
                        <a:pt x="3653" y="3139"/>
                      </a:lnTo>
                      <a:lnTo>
                        <a:pt x="3654" y="3139"/>
                      </a:lnTo>
                      <a:lnTo>
                        <a:pt x="3656" y="3139"/>
                      </a:lnTo>
                      <a:lnTo>
                        <a:pt x="3660" y="3140"/>
                      </a:lnTo>
                      <a:lnTo>
                        <a:pt x="3663" y="3141"/>
                      </a:lnTo>
                      <a:lnTo>
                        <a:pt x="3669" y="3145"/>
                      </a:lnTo>
                      <a:lnTo>
                        <a:pt x="3675" y="3146"/>
                      </a:lnTo>
                      <a:lnTo>
                        <a:pt x="3684" y="3146"/>
                      </a:lnTo>
                      <a:lnTo>
                        <a:pt x="3692" y="3144"/>
                      </a:lnTo>
                      <a:lnTo>
                        <a:pt x="3698" y="3141"/>
                      </a:lnTo>
                      <a:lnTo>
                        <a:pt x="3703" y="3139"/>
                      </a:lnTo>
                      <a:lnTo>
                        <a:pt x="3706" y="3139"/>
                      </a:lnTo>
                      <a:lnTo>
                        <a:pt x="3710" y="3141"/>
                      </a:lnTo>
                      <a:lnTo>
                        <a:pt x="3716" y="3145"/>
                      </a:lnTo>
                      <a:lnTo>
                        <a:pt x="3722" y="3151"/>
                      </a:lnTo>
                      <a:lnTo>
                        <a:pt x="3728" y="3157"/>
                      </a:lnTo>
                      <a:lnTo>
                        <a:pt x="3731" y="3163"/>
                      </a:lnTo>
                      <a:lnTo>
                        <a:pt x="3737" y="3179"/>
                      </a:lnTo>
                      <a:lnTo>
                        <a:pt x="3744" y="3192"/>
                      </a:lnTo>
                      <a:lnTo>
                        <a:pt x="3753" y="3205"/>
                      </a:lnTo>
                      <a:lnTo>
                        <a:pt x="3757" y="3215"/>
                      </a:lnTo>
                      <a:lnTo>
                        <a:pt x="3757" y="3217"/>
                      </a:lnTo>
                      <a:lnTo>
                        <a:pt x="3757" y="3220"/>
                      </a:lnTo>
                      <a:lnTo>
                        <a:pt x="3755" y="3221"/>
                      </a:lnTo>
                      <a:lnTo>
                        <a:pt x="3751" y="3223"/>
                      </a:lnTo>
                      <a:lnTo>
                        <a:pt x="3737" y="3234"/>
                      </a:lnTo>
                      <a:lnTo>
                        <a:pt x="3725" y="3242"/>
                      </a:lnTo>
                      <a:lnTo>
                        <a:pt x="3719" y="3247"/>
                      </a:lnTo>
                      <a:lnTo>
                        <a:pt x="3716" y="3254"/>
                      </a:lnTo>
                      <a:lnTo>
                        <a:pt x="3715" y="3258"/>
                      </a:lnTo>
                      <a:lnTo>
                        <a:pt x="3713" y="3261"/>
                      </a:lnTo>
                      <a:lnTo>
                        <a:pt x="3713" y="3266"/>
                      </a:lnTo>
                      <a:lnTo>
                        <a:pt x="3715" y="3271"/>
                      </a:lnTo>
                      <a:lnTo>
                        <a:pt x="3716" y="3276"/>
                      </a:lnTo>
                      <a:lnTo>
                        <a:pt x="3719" y="3279"/>
                      </a:lnTo>
                      <a:lnTo>
                        <a:pt x="3723" y="3283"/>
                      </a:lnTo>
                      <a:lnTo>
                        <a:pt x="3728" y="3285"/>
                      </a:lnTo>
                      <a:lnTo>
                        <a:pt x="3732" y="3287"/>
                      </a:lnTo>
                      <a:lnTo>
                        <a:pt x="3737" y="3289"/>
                      </a:lnTo>
                      <a:lnTo>
                        <a:pt x="3743" y="3289"/>
                      </a:lnTo>
                      <a:lnTo>
                        <a:pt x="3748" y="3286"/>
                      </a:lnTo>
                      <a:lnTo>
                        <a:pt x="3754" y="3284"/>
                      </a:lnTo>
                      <a:lnTo>
                        <a:pt x="3759" y="3280"/>
                      </a:lnTo>
                      <a:lnTo>
                        <a:pt x="3763" y="3276"/>
                      </a:lnTo>
                      <a:lnTo>
                        <a:pt x="3769" y="3270"/>
                      </a:lnTo>
                      <a:lnTo>
                        <a:pt x="3778" y="3258"/>
                      </a:lnTo>
                      <a:lnTo>
                        <a:pt x="3786" y="3245"/>
                      </a:lnTo>
                      <a:lnTo>
                        <a:pt x="3791" y="3233"/>
                      </a:lnTo>
                      <a:lnTo>
                        <a:pt x="3793" y="3222"/>
                      </a:lnTo>
                      <a:lnTo>
                        <a:pt x="3794" y="3217"/>
                      </a:lnTo>
                      <a:lnTo>
                        <a:pt x="3795" y="3214"/>
                      </a:lnTo>
                      <a:lnTo>
                        <a:pt x="3797" y="3210"/>
                      </a:lnTo>
                      <a:lnTo>
                        <a:pt x="3800" y="3208"/>
                      </a:lnTo>
                      <a:lnTo>
                        <a:pt x="3803" y="3207"/>
                      </a:lnTo>
                      <a:lnTo>
                        <a:pt x="3805" y="3204"/>
                      </a:lnTo>
                      <a:lnTo>
                        <a:pt x="3806" y="3202"/>
                      </a:lnTo>
                      <a:lnTo>
                        <a:pt x="3807" y="3199"/>
                      </a:lnTo>
                      <a:lnTo>
                        <a:pt x="3807" y="3197"/>
                      </a:lnTo>
                      <a:lnTo>
                        <a:pt x="3807" y="3193"/>
                      </a:lnTo>
                      <a:lnTo>
                        <a:pt x="3806" y="3190"/>
                      </a:lnTo>
                      <a:lnTo>
                        <a:pt x="3804" y="3186"/>
                      </a:lnTo>
                      <a:lnTo>
                        <a:pt x="3803" y="3182"/>
                      </a:lnTo>
                      <a:lnTo>
                        <a:pt x="3801" y="3179"/>
                      </a:lnTo>
                      <a:lnTo>
                        <a:pt x="3801" y="3177"/>
                      </a:lnTo>
                      <a:lnTo>
                        <a:pt x="3801" y="3174"/>
                      </a:lnTo>
                      <a:lnTo>
                        <a:pt x="3804" y="3174"/>
                      </a:lnTo>
                      <a:lnTo>
                        <a:pt x="3806" y="3174"/>
                      </a:lnTo>
                      <a:lnTo>
                        <a:pt x="3811" y="3176"/>
                      </a:lnTo>
                      <a:lnTo>
                        <a:pt x="3816" y="3177"/>
                      </a:lnTo>
                      <a:lnTo>
                        <a:pt x="3826" y="3182"/>
                      </a:lnTo>
                      <a:lnTo>
                        <a:pt x="3836" y="3188"/>
                      </a:lnTo>
                      <a:lnTo>
                        <a:pt x="3844" y="3192"/>
                      </a:lnTo>
                      <a:lnTo>
                        <a:pt x="3851" y="3195"/>
                      </a:lnTo>
                      <a:lnTo>
                        <a:pt x="3858" y="3195"/>
                      </a:lnTo>
                      <a:lnTo>
                        <a:pt x="3867" y="3197"/>
                      </a:lnTo>
                      <a:lnTo>
                        <a:pt x="3874" y="3201"/>
                      </a:lnTo>
                      <a:lnTo>
                        <a:pt x="3880" y="3205"/>
                      </a:lnTo>
                      <a:lnTo>
                        <a:pt x="3885" y="3210"/>
                      </a:lnTo>
                      <a:lnTo>
                        <a:pt x="3889" y="3213"/>
                      </a:lnTo>
                      <a:lnTo>
                        <a:pt x="3895" y="3211"/>
                      </a:lnTo>
                      <a:lnTo>
                        <a:pt x="3902" y="3209"/>
                      </a:lnTo>
                      <a:lnTo>
                        <a:pt x="3912" y="3204"/>
                      </a:lnTo>
                      <a:lnTo>
                        <a:pt x="3918" y="3201"/>
                      </a:lnTo>
                      <a:lnTo>
                        <a:pt x="3930" y="3196"/>
                      </a:lnTo>
                      <a:lnTo>
                        <a:pt x="3942" y="3193"/>
                      </a:lnTo>
                      <a:lnTo>
                        <a:pt x="3948" y="3192"/>
                      </a:lnTo>
                      <a:lnTo>
                        <a:pt x="3952" y="3192"/>
                      </a:lnTo>
                      <a:lnTo>
                        <a:pt x="3956" y="3192"/>
                      </a:lnTo>
                      <a:lnTo>
                        <a:pt x="3959" y="3193"/>
                      </a:lnTo>
                      <a:lnTo>
                        <a:pt x="3964" y="3196"/>
                      </a:lnTo>
                      <a:lnTo>
                        <a:pt x="3967" y="3198"/>
                      </a:lnTo>
                      <a:lnTo>
                        <a:pt x="3969" y="3198"/>
                      </a:lnTo>
                      <a:lnTo>
                        <a:pt x="3971" y="3197"/>
                      </a:lnTo>
                      <a:lnTo>
                        <a:pt x="3976" y="3193"/>
                      </a:lnTo>
                      <a:lnTo>
                        <a:pt x="3983" y="3185"/>
                      </a:lnTo>
                      <a:lnTo>
                        <a:pt x="3992" y="3176"/>
                      </a:lnTo>
                      <a:lnTo>
                        <a:pt x="4000" y="3166"/>
                      </a:lnTo>
                      <a:lnTo>
                        <a:pt x="4002" y="3161"/>
                      </a:lnTo>
                      <a:lnTo>
                        <a:pt x="4005" y="3155"/>
                      </a:lnTo>
                      <a:lnTo>
                        <a:pt x="4007" y="3150"/>
                      </a:lnTo>
                      <a:lnTo>
                        <a:pt x="4008" y="3144"/>
                      </a:lnTo>
                      <a:lnTo>
                        <a:pt x="4008" y="3136"/>
                      </a:lnTo>
                      <a:lnTo>
                        <a:pt x="4008" y="3130"/>
                      </a:lnTo>
                      <a:lnTo>
                        <a:pt x="4007" y="3125"/>
                      </a:lnTo>
                      <a:lnTo>
                        <a:pt x="4003" y="3120"/>
                      </a:lnTo>
                      <a:lnTo>
                        <a:pt x="3995" y="3111"/>
                      </a:lnTo>
                      <a:lnTo>
                        <a:pt x="3986" y="3102"/>
                      </a:lnTo>
                      <a:lnTo>
                        <a:pt x="3981" y="3096"/>
                      </a:lnTo>
                      <a:lnTo>
                        <a:pt x="3976" y="3091"/>
                      </a:lnTo>
                      <a:lnTo>
                        <a:pt x="3974" y="3085"/>
                      </a:lnTo>
                      <a:lnTo>
                        <a:pt x="3971" y="3079"/>
                      </a:lnTo>
                      <a:lnTo>
                        <a:pt x="3970" y="3071"/>
                      </a:lnTo>
                      <a:lnTo>
                        <a:pt x="3970" y="3063"/>
                      </a:lnTo>
                      <a:lnTo>
                        <a:pt x="3971" y="3053"/>
                      </a:lnTo>
                      <a:lnTo>
                        <a:pt x="3974" y="3043"/>
                      </a:lnTo>
                      <a:lnTo>
                        <a:pt x="3978" y="3021"/>
                      </a:lnTo>
                      <a:lnTo>
                        <a:pt x="3984" y="3003"/>
                      </a:lnTo>
                      <a:lnTo>
                        <a:pt x="3987" y="2996"/>
                      </a:lnTo>
                      <a:lnTo>
                        <a:pt x="3989" y="2991"/>
                      </a:lnTo>
                      <a:lnTo>
                        <a:pt x="3993" y="2987"/>
                      </a:lnTo>
                      <a:lnTo>
                        <a:pt x="3996" y="2983"/>
                      </a:lnTo>
                      <a:lnTo>
                        <a:pt x="4001" y="2980"/>
                      </a:lnTo>
                      <a:lnTo>
                        <a:pt x="4006" y="2977"/>
                      </a:lnTo>
                      <a:lnTo>
                        <a:pt x="4012" y="2976"/>
                      </a:lnTo>
                      <a:lnTo>
                        <a:pt x="4020" y="2974"/>
                      </a:lnTo>
                      <a:lnTo>
                        <a:pt x="4037" y="2971"/>
                      </a:lnTo>
                      <a:lnTo>
                        <a:pt x="4050" y="2971"/>
                      </a:lnTo>
                      <a:lnTo>
                        <a:pt x="4055" y="2971"/>
                      </a:lnTo>
                      <a:lnTo>
                        <a:pt x="4059" y="2972"/>
                      </a:lnTo>
                      <a:lnTo>
                        <a:pt x="4063" y="2975"/>
                      </a:lnTo>
                      <a:lnTo>
                        <a:pt x="4065" y="2978"/>
                      </a:lnTo>
                      <a:lnTo>
                        <a:pt x="4070" y="2984"/>
                      </a:lnTo>
                      <a:lnTo>
                        <a:pt x="4074" y="2988"/>
                      </a:lnTo>
                      <a:lnTo>
                        <a:pt x="4076" y="2988"/>
                      </a:lnTo>
                      <a:lnTo>
                        <a:pt x="4077" y="2987"/>
                      </a:lnTo>
                      <a:lnTo>
                        <a:pt x="4078" y="2985"/>
                      </a:lnTo>
                      <a:lnTo>
                        <a:pt x="4078" y="2982"/>
                      </a:lnTo>
                      <a:lnTo>
                        <a:pt x="4081" y="2974"/>
                      </a:lnTo>
                      <a:lnTo>
                        <a:pt x="4083" y="2966"/>
                      </a:lnTo>
                      <a:lnTo>
                        <a:pt x="4085" y="2964"/>
                      </a:lnTo>
                      <a:lnTo>
                        <a:pt x="4089" y="2962"/>
                      </a:lnTo>
                      <a:lnTo>
                        <a:pt x="4093" y="2961"/>
                      </a:lnTo>
                      <a:lnTo>
                        <a:pt x="4096" y="2961"/>
                      </a:lnTo>
                      <a:lnTo>
                        <a:pt x="4101" y="2962"/>
                      </a:lnTo>
                      <a:lnTo>
                        <a:pt x="4106" y="2963"/>
                      </a:lnTo>
                      <a:lnTo>
                        <a:pt x="4110" y="2964"/>
                      </a:lnTo>
                      <a:lnTo>
                        <a:pt x="4115" y="2968"/>
                      </a:lnTo>
                      <a:lnTo>
                        <a:pt x="4125" y="2975"/>
                      </a:lnTo>
                      <a:lnTo>
                        <a:pt x="4133" y="2985"/>
                      </a:lnTo>
                      <a:lnTo>
                        <a:pt x="4141" y="2996"/>
                      </a:lnTo>
                      <a:lnTo>
                        <a:pt x="4150" y="3005"/>
                      </a:lnTo>
                      <a:lnTo>
                        <a:pt x="4153" y="3008"/>
                      </a:lnTo>
                      <a:lnTo>
                        <a:pt x="4157" y="3012"/>
                      </a:lnTo>
                      <a:lnTo>
                        <a:pt x="4160" y="3013"/>
                      </a:lnTo>
                      <a:lnTo>
                        <a:pt x="4163" y="3014"/>
                      </a:lnTo>
                      <a:lnTo>
                        <a:pt x="4165" y="3013"/>
                      </a:lnTo>
                      <a:lnTo>
                        <a:pt x="4169" y="3012"/>
                      </a:lnTo>
                      <a:lnTo>
                        <a:pt x="4171" y="3008"/>
                      </a:lnTo>
                      <a:lnTo>
                        <a:pt x="4173" y="3005"/>
                      </a:lnTo>
                      <a:lnTo>
                        <a:pt x="4179" y="2995"/>
                      </a:lnTo>
                      <a:lnTo>
                        <a:pt x="4187" y="2987"/>
                      </a:lnTo>
                      <a:lnTo>
                        <a:pt x="4190" y="2982"/>
                      </a:lnTo>
                      <a:lnTo>
                        <a:pt x="4192" y="2976"/>
                      </a:lnTo>
                      <a:lnTo>
                        <a:pt x="4194" y="2970"/>
                      </a:lnTo>
                      <a:lnTo>
                        <a:pt x="4195" y="2964"/>
                      </a:lnTo>
                      <a:lnTo>
                        <a:pt x="4195" y="2958"/>
                      </a:lnTo>
                      <a:lnTo>
                        <a:pt x="4194" y="2953"/>
                      </a:lnTo>
                      <a:lnTo>
                        <a:pt x="4191" y="2949"/>
                      </a:lnTo>
                      <a:lnTo>
                        <a:pt x="4188" y="2946"/>
                      </a:lnTo>
                      <a:lnTo>
                        <a:pt x="4181" y="2942"/>
                      </a:lnTo>
                      <a:lnTo>
                        <a:pt x="4173" y="2937"/>
                      </a:lnTo>
                      <a:lnTo>
                        <a:pt x="4171" y="2934"/>
                      </a:lnTo>
                      <a:lnTo>
                        <a:pt x="4171" y="2930"/>
                      </a:lnTo>
                      <a:lnTo>
                        <a:pt x="4171" y="2925"/>
                      </a:lnTo>
                      <a:lnTo>
                        <a:pt x="4172" y="2920"/>
                      </a:lnTo>
                      <a:lnTo>
                        <a:pt x="4176" y="2914"/>
                      </a:lnTo>
                      <a:lnTo>
                        <a:pt x="4179" y="2908"/>
                      </a:lnTo>
                      <a:lnTo>
                        <a:pt x="4184" y="2903"/>
                      </a:lnTo>
                      <a:lnTo>
                        <a:pt x="4189" y="2899"/>
                      </a:lnTo>
                      <a:lnTo>
                        <a:pt x="4194" y="2895"/>
                      </a:lnTo>
                      <a:lnTo>
                        <a:pt x="4200" y="2893"/>
                      </a:lnTo>
                      <a:lnTo>
                        <a:pt x="4206" y="2890"/>
                      </a:lnTo>
                      <a:lnTo>
                        <a:pt x="4211" y="2888"/>
                      </a:lnTo>
                      <a:lnTo>
                        <a:pt x="4216" y="2887"/>
                      </a:lnTo>
                      <a:lnTo>
                        <a:pt x="4221" y="2884"/>
                      </a:lnTo>
                      <a:lnTo>
                        <a:pt x="4226" y="2881"/>
                      </a:lnTo>
                      <a:lnTo>
                        <a:pt x="4228" y="2877"/>
                      </a:lnTo>
                      <a:lnTo>
                        <a:pt x="4230" y="2873"/>
                      </a:lnTo>
                      <a:lnTo>
                        <a:pt x="4233" y="2868"/>
                      </a:lnTo>
                      <a:lnTo>
                        <a:pt x="4234" y="2864"/>
                      </a:lnTo>
                      <a:lnTo>
                        <a:pt x="4234" y="2859"/>
                      </a:lnTo>
                      <a:lnTo>
                        <a:pt x="4234" y="2848"/>
                      </a:lnTo>
                      <a:lnTo>
                        <a:pt x="4234" y="2838"/>
                      </a:lnTo>
                      <a:lnTo>
                        <a:pt x="4233" y="2835"/>
                      </a:lnTo>
                      <a:lnTo>
                        <a:pt x="4232" y="2835"/>
                      </a:lnTo>
                      <a:lnTo>
                        <a:pt x="4228" y="2837"/>
                      </a:lnTo>
                      <a:lnTo>
                        <a:pt x="4226" y="2842"/>
                      </a:lnTo>
                      <a:lnTo>
                        <a:pt x="4221" y="2848"/>
                      </a:lnTo>
                      <a:lnTo>
                        <a:pt x="4215" y="2852"/>
                      </a:lnTo>
                      <a:lnTo>
                        <a:pt x="4207" y="2855"/>
                      </a:lnTo>
                      <a:lnTo>
                        <a:pt x="4200" y="2857"/>
                      </a:lnTo>
                      <a:lnTo>
                        <a:pt x="4191" y="2858"/>
                      </a:lnTo>
                      <a:lnTo>
                        <a:pt x="4184" y="2857"/>
                      </a:lnTo>
                      <a:lnTo>
                        <a:pt x="4178" y="2857"/>
                      </a:lnTo>
                      <a:lnTo>
                        <a:pt x="4173" y="2855"/>
                      </a:lnTo>
                      <a:lnTo>
                        <a:pt x="4171" y="2852"/>
                      </a:lnTo>
                      <a:lnTo>
                        <a:pt x="4170" y="2849"/>
                      </a:lnTo>
                      <a:lnTo>
                        <a:pt x="4169" y="2844"/>
                      </a:lnTo>
                      <a:lnTo>
                        <a:pt x="4167" y="2839"/>
                      </a:lnTo>
                      <a:lnTo>
                        <a:pt x="4169" y="2830"/>
                      </a:lnTo>
                      <a:lnTo>
                        <a:pt x="4172" y="2820"/>
                      </a:lnTo>
                      <a:lnTo>
                        <a:pt x="4173" y="2813"/>
                      </a:lnTo>
                      <a:lnTo>
                        <a:pt x="4173" y="2806"/>
                      </a:lnTo>
                      <a:lnTo>
                        <a:pt x="4171" y="2799"/>
                      </a:lnTo>
                      <a:lnTo>
                        <a:pt x="4167" y="2791"/>
                      </a:lnTo>
                      <a:lnTo>
                        <a:pt x="4164" y="2783"/>
                      </a:lnTo>
                      <a:lnTo>
                        <a:pt x="4164" y="2775"/>
                      </a:lnTo>
                      <a:lnTo>
                        <a:pt x="4164" y="2769"/>
                      </a:lnTo>
                      <a:lnTo>
                        <a:pt x="4164" y="2766"/>
                      </a:lnTo>
                      <a:lnTo>
                        <a:pt x="4163" y="2764"/>
                      </a:lnTo>
                      <a:lnTo>
                        <a:pt x="4156" y="2762"/>
                      </a:lnTo>
                      <a:lnTo>
                        <a:pt x="4150" y="2761"/>
                      </a:lnTo>
                      <a:lnTo>
                        <a:pt x="4141" y="2760"/>
                      </a:lnTo>
                      <a:lnTo>
                        <a:pt x="4129" y="2761"/>
                      </a:lnTo>
                      <a:lnTo>
                        <a:pt x="4115" y="2761"/>
                      </a:lnTo>
                      <a:lnTo>
                        <a:pt x="4107" y="2761"/>
                      </a:lnTo>
                      <a:lnTo>
                        <a:pt x="4103" y="2762"/>
                      </a:lnTo>
                      <a:lnTo>
                        <a:pt x="4101" y="2763"/>
                      </a:lnTo>
                      <a:lnTo>
                        <a:pt x="4096" y="2769"/>
                      </a:lnTo>
                      <a:lnTo>
                        <a:pt x="4093" y="2773"/>
                      </a:lnTo>
                      <a:lnTo>
                        <a:pt x="4088" y="2775"/>
                      </a:lnTo>
                      <a:lnTo>
                        <a:pt x="4080" y="2776"/>
                      </a:lnTo>
                      <a:lnTo>
                        <a:pt x="4071" y="2776"/>
                      </a:lnTo>
                      <a:lnTo>
                        <a:pt x="4064" y="2775"/>
                      </a:lnTo>
                      <a:lnTo>
                        <a:pt x="4057" y="2773"/>
                      </a:lnTo>
                      <a:lnTo>
                        <a:pt x="4051" y="2770"/>
                      </a:lnTo>
                      <a:lnTo>
                        <a:pt x="4045" y="2769"/>
                      </a:lnTo>
                      <a:lnTo>
                        <a:pt x="4038" y="2768"/>
                      </a:lnTo>
                      <a:lnTo>
                        <a:pt x="4028" y="2769"/>
                      </a:lnTo>
                      <a:lnTo>
                        <a:pt x="4024" y="2769"/>
                      </a:lnTo>
                      <a:lnTo>
                        <a:pt x="4020" y="2768"/>
                      </a:lnTo>
                      <a:lnTo>
                        <a:pt x="4018" y="2767"/>
                      </a:lnTo>
                      <a:lnTo>
                        <a:pt x="4017" y="2764"/>
                      </a:lnTo>
                      <a:lnTo>
                        <a:pt x="4017" y="2758"/>
                      </a:lnTo>
                      <a:lnTo>
                        <a:pt x="4019" y="2750"/>
                      </a:lnTo>
                      <a:lnTo>
                        <a:pt x="4025" y="2737"/>
                      </a:lnTo>
                      <a:lnTo>
                        <a:pt x="4034" y="2723"/>
                      </a:lnTo>
                      <a:lnTo>
                        <a:pt x="4037" y="2718"/>
                      </a:lnTo>
                      <a:lnTo>
                        <a:pt x="4038" y="2713"/>
                      </a:lnTo>
                      <a:lnTo>
                        <a:pt x="4036" y="2709"/>
                      </a:lnTo>
                      <a:lnTo>
                        <a:pt x="4033" y="2704"/>
                      </a:lnTo>
                      <a:lnTo>
                        <a:pt x="4021" y="2690"/>
                      </a:lnTo>
                      <a:lnTo>
                        <a:pt x="4006" y="2675"/>
                      </a:lnTo>
                      <a:lnTo>
                        <a:pt x="4000" y="2669"/>
                      </a:lnTo>
                      <a:lnTo>
                        <a:pt x="3993" y="2665"/>
                      </a:lnTo>
                      <a:lnTo>
                        <a:pt x="3989" y="2662"/>
                      </a:lnTo>
                      <a:lnTo>
                        <a:pt x="3986" y="2661"/>
                      </a:lnTo>
                      <a:lnTo>
                        <a:pt x="3982" y="2660"/>
                      </a:lnTo>
                      <a:lnTo>
                        <a:pt x="3978" y="2660"/>
                      </a:lnTo>
                      <a:lnTo>
                        <a:pt x="3975" y="2661"/>
                      </a:lnTo>
                      <a:lnTo>
                        <a:pt x="3973" y="2660"/>
                      </a:lnTo>
                      <a:lnTo>
                        <a:pt x="3970" y="2660"/>
                      </a:lnTo>
                      <a:lnTo>
                        <a:pt x="3969" y="2659"/>
                      </a:lnTo>
                      <a:lnTo>
                        <a:pt x="3967" y="2654"/>
                      </a:lnTo>
                      <a:lnTo>
                        <a:pt x="3964" y="2649"/>
                      </a:lnTo>
                      <a:lnTo>
                        <a:pt x="3954" y="2631"/>
                      </a:lnTo>
                      <a:lnTo>
                        <a:pt x="3944" y="2613"/>
                      </a:lnTo>
                      <a:lnTo>
                        <a:pt x="3939" y="2602"/>
                      </a:lnTo>
                      <a:lnTo>
                        <a:pt x="3937" y="2587"/>
                      </a:lnTo>
                      <a:lnTo>
                        <a:pt x="3933" y="2575"/>
                      </a:lnTo>
                      <a:lnTo>
                        <a:pt x="3931" y="2566"/>
                      </a:lnTo>
                      <a:lnTo>
                        <a:pt x="3925" y="2559"/>
                      </a:lnTo>
                      <a:lnTo>
                        <a:pt x="3917" y="2548"/>
                      </a:lnTo>
                      <a:lnTo>
                        <a:pt x="3908" y="2539"/>
                      </a:lnTo>
                      <a:lnTo>
                        <a:pt x="3901" y="2528"/>
                      </a:lnTo>
                      <a:lnTo>
                        <a:pt x="3900" y="2523"/>
                      </a:lnTo>
                      <a:lnTo>
                        <a:pt x="3899" y="2520"/>
                      </a:lnTo>
                      <a:lnTo>
                        <a:pt x="3899" y="2516"/>
                      </a:lnTo>
                      <a:lnTo>
                        <a:pt x="3900" y="2512"/>
                      </a:lnTo>
                      <a:lnTo>
                        <a:pt x="3902" y="2508"/>
                      </a:lnTo>
                      <a:lnTo>
                        <a:pt x="3907" y="2504"/>
                      </a:lnTo>
                      <a:lnTo>
                        <a:pt x="3910" y="2502"/>
                      </a:lnTo>
                      <a:lnTo>
                        <a:pt x="3912" y="2497"/>
                      </a:lnTo>
                      <a:lnTo>
                        <a:pt x="3913" y="2491"/>
                      </a:lnTo>
                      <a:lnTo>
                        <a:pt x="3912" y="2485"/>
                      </a:lnTo>
                      <a:lnTo>
                        <a:pt x="3913" y="2478"/>
                      </a:lnTo>
                      <a:lnTo>
                        <a:pt x="3917" y="2470"/>
                      </a:lnTo>
                      <a:lnTo>
                        <a:pt x="3919" y="2466"/>
                      </a:lnTo>
                      <a:lnTo>
                        <a:pt x="3921" y="2464"/>
                      </a:lnTo>
                      <a:lnTo>
                        <a:pt x="3925" y="2461"/>
                      </a:lnTo>
                      <a:lnTo>
                        <a:pt x="3929" y="2459"/>
                      </a:lnTo>
                      <a:lnTo>
                        <a:pt x="3936" y="2457"/>
                      </a:lnTo>
                      <a:lnTo>
                        <a:pt x="3942" y="2454"/>
                      </a:lnTo>
                      <a:lnTo>
                        <a:pt x="3948" y="2451"/>
                      </a:lnTo>
                      <a:lnTo>
                        <a:pt x="3954" y="2447"/>
                      </a:lnTo>
                      <a:lnTo>
                        <a:pt x="3956" y="2445"/>
                      </a:lnTo>
                      <a:lnTo>
                        <a:pt x="3959" y="2443"/>
                      </a:lnTo>
                      <a:lnTo>
                        <a:pt x="3964" y="2442"/>
                      </a:lnTo>
                      <a:lnTo>
                        <a:pt x="3968" y="2443"/>
                      </a:lnTo>
                      <a:lnTo>
                        <a:pt x="3973" y="2443"/>
                      </a:lnTo>
                      <a:lnTo>
                        <a:pt x="3977" y="2446"/>
                      </a:lnTo>
                      <a:lnTo>
                        <a:pt x="3981" y="2448"/>
                      </a:lnTo>
                      <a:lnTo>
                        <a:pt x="3986" y="2451"/>
                      </a:lnTo>
                      <a:lnTo>
                        <a:pt x="3996" y="2463"/>
                      </a:lnTo>
                      <a:lnTo>
                        <a:pt x="4006" y="2476"/>
                      </a:lnTo>
                      <a:lnTo>
                        <a:pt x="4012" y="2482"/>
                      </a:lnTo>
                      <a:lnTo>
                        <a:pt x="4018" y="2486"/>
                      </a:lnTo>
                      <a:lnTo>
                        <a:pt x="4021" y="2487"/>
                      </a:lnTo>
                      <a:lnTo>
                        <a:pt x="4025" y="2487"/>
                      </a:lnTo>
                      <a:lnTo>
                        <a:pt x="4028" y="2487"/>
                      </a:lnTo>
                      <a:lnTo>
                        <a:pt x="4032" y="2486"/>
                      </a:lnTo>
                      <a:lnTo>
                        <a:pt x="4040" y="2483"/>
                      </a:lnTo>
                      <a:lnTo>
                        <a:pt x="4047" y="2482"/>
                      </a:lnTo>
                      <a:lnTo>
                        <a:pt x="4053" y="2480"/>
                      </a:lnTo>
                      <a:lnTo>
                        <a:pt x="4059" y="2480"/>
                      </a:lnTo>
                      <a:lnTo>
                        <a:pt x="4064" y="2482"/>
                      </a:lnTo>
                      <a:lnTo>
                        <a:pt x="4069" y="2484"/>
                      </a:lnTo>
                      <a:lnTo>
                        <a:pt x="4074" y="2490"/>
                      </a:lnTo>
                      <a:lnTo>
                        <a:pt x="4080" y="2496"/>
                      </a:lnTo>
                      <a:lnTo>
                        <a:pt x="4084" y="2502"/>
                      </a:lnTo>
                      <a:lnTo>
                        <a:pt x="4089" y="2506"/>
                      </a:lnTo>
                      <a:lnTo>
                        <a:pt x="4094" y="2509"/>
                      </a:lnTo>
                      <a:lnTo>
                        <a:pt x="4099" y="2511"/>
                      </a:lnTo>
                      <a:lnTo>
                        <a:pt x="4107" y="2514"/>
                      </a:lnTo>
                      <a:lnTo>
                        <a:pt x="4115" y="2515"/>
                      </a:lnTo>
                      <a:lnTo>
                        <a:pt x="4122" y="2516"/>
                      </a:lnTo>
                      <a:lnTo>
                        <a:pt x="4129" y="2518"/>
                      </a:lnTo>
                      <a:lnTo>
                        <a:pt x="4137" y="2522"/>
                      </a:lnTo>
                      <a:lnTo>
                        <a:pt x="4144" y="2527"/>
                      </a:lnTo>
                      <a:lnTo>
                        <a:pt x="4151" y="2531"/>
                      </a:lnTo>
                      <a:lnTo>
                        <a:pt x="4157" y="2535"/>
                      </a:lnTo>
                      <a:lnTo>
                        <a:pt x="4164" y="2536"/>
                      </a:lnTo>
                      <a:lnTo>
                        <a:pt x="4172" y="2537"/>
                      </a:lnTo>
                      <a:lnTo>
                        <a:pt x="4177" y="2537"/>
                      </a:lnTo>
                      <a:lnTo>
                        <a:pt x="4181" y="2540"/>
                      </a:lnTo>
                      <a:lnTo>
                        <a:pt x="4185" y="2542"/>
                      </a:lnTo>
                      <a:lnTo>
                        <a:pt x="4190" y="2546"/>
                      </a:lnTo>
                      <a:lnTo>
                        <a:pt x="4194" y="2550"/>
                      </a:lnTo>
                      <a:lnTo>
                        <a:pt x="4196" y="2555"/>
                      </a:lnTo>
                      <a:lnTo>
                        <a:pt x="4198" y="2560"/>
                      </a:lnTo>
                      <a:lnTo>
                        <a:pt x="4201" y="2565"/>
                      </a:lnTo>
                      <a:lnTo>
                        <a:pt x="4202" y="2569"/>
                      </a:lnTo>
                      <a:lnTo>
                        <a:pt x="4204" y="2573"/>
                      </a:lnTo>
                      <a:lnTo>
                        <a:pt x="4208" y="2578"/>
                      </a:lnTo>
                      <a:lnTo>
                        <a:pt x="4211" y="2581"/>
                      </a:lnTo>
                      <a:lnTo>
                        <a:pt x="4220" y="2587"/>
                      </a:lnTo>
                      <a:lnTo>
                        <a:pt x="4228" y="2592"/>
                      </a:lnTo>
                      <a:lnTo>
                        <a:pt x="4235" y="2597"/>
                      </a:lnTo>
                      <a:lnTo>
                        <a:pt x="4242" y="2603"/>
                      </a:lnTo>
                      <a:lnTo>
                        <a:pt x="4247" y="2605"/>
                      </a:lnTo>
                      <a:lnTo>
                        <a:pt x="4250" y="2606"/>
                      </a:lnTo>
                      <a:lnTo>
                        <a:pt x="4252" y="2608"/>
                      </a:lnTo>
                      <a:lnTo>
                        <a:pt x="4254" y="2606"/>
                      </a:lnTo>
                      <a:lnTo>
                        <a:pt x="4258" y="2604"/>
                      </a:lnTo>
                      <a:lnTo>
                        <a:pt x="4261" y="2598"/>
                      </a:lnTo>
                      <a:lnTo>
                        <a:pt x="4270" y="2590"/>
                      </a:lnTo>
                      <a:lnTo>
                        <a:pt x="4276" y="2581"/>
                      </a:lnTo>
                      <a:lnTo>
                        <a:pt x="4282" y="2577"/>
                      </a:lnTo>
                      <a:lnTo>
                        <a:pt x="4286" y="2575"/>
                      </a:lnTo>
                      <a:lnTo>
                        <a:pt x="4291" y="2575"/>
                      </a:lnTo>
                      <a:lnTo>
                        <a:pt x="4297" y="2579"/>
                      </a:lnTo>
                      <a:lnTo>
                        <a:pt x="4304" y="2583"/>
                      </a:lnTo>
                      <a:lnTo>
                        <a:pt x="4310" y="2584"/>
                      </a:lnTo>
                      <a:lnTo>
                        <a:pt x="4315" y="2584"/>
                      </a:lnTo>
                      <a:lnTo>
                        <a:pt x="4318" y="2583"/>
                      </a:lnTo>
                      <a:lnTo>
                        <a:pt x="4322" y="2580"/>
                      </a:lnTo>
                      <a:lnTo>
                        <a:pt x="4327" y="2577"/>
                      </a:lnTo>
                      <a:lnTo>
                        <a:pt x="4334" y="2568"/>
                      </a:lnTo>
                      <a:lnTo>
                        <a:pt x="4342" y="2559"/>
                      </a:lnTo>
                      <a:lnTo>
                        <a:pt x="4348" y="2549"/>
                      </a:lnTo>
                      <a:lnTo>
                        <a:pt x="4351" y="2539"/>
                      </a:lnTo>
                      <a:lnTo>
                        <a:pt x="4353" y="2534"/>
                      </a:lnTo>
                      <a:lnTo>
                        <a:pt x="4354" y="2529"/>
                      </a:lnTo>
                      <a:lnTo>
                        <a:pt x="4357" y="2526"/>
                      </a:lnTo>
                      <a:lnTo>
                        <a:pt x="4360" y="2523"/>
                      </a:lnTo>
                      <a:lnTo>
                        <a:pt x="4364" y="2522"/>
                      </a:lnTo>
                      <a:lnTo>
                        <a:pt x="4367" y="2521"/>
                      </a:lnTo>
                      <a:lnTo>
                        <a:pt x="4372" y="2520"/>
                      </a:lnTo>
                      <a:lnTo>
                        <a:pt x="4377" y="2521"/>
                      </a:lnTo>
                      <a:lnTo>
                        <a:pt x="4381" y="2521"/>
                      </a:lnTo>
                      <a:lnTo>
                        <a:pt x="4385" y="2521"/>
                      </a:lnTo>
                      <a:lnTo>
                        <a:pt x="4389" y="2520"/>
                      </a:lnTo>
                      <a:lnTo>
                        <a:pt x="4391" y="2518"/>
                      </a:lnTo>
                      <a:lnTo>
                        <a:pt x="4393" y="2516"/>
                      </a:lnTo>
                      <a:lnTo>
                        <a:pt x="4395" y="2514"/>
                      </a:lnTo>
                      <a:lnTo>
                        <a:pt x="4395" y="2510"/>
                      </a:lnTo>
                      <a:lnTo>
                        <a:pt x="4396" y="2506"/>
                      </a:lnTo>
                      <a:lnTo>
                        <a:pt x="4396" y="2499"/>
                      </a:lnTo>
                      <a:lnTo>
                        <a:pt x="4399" y="2495"/>
                      </a:lnTo>
                      <a:lnTo>
                        <a:pt x="4400" y="2493"/>
                      </a:lnTo>
                      <a:lnTo>
                        <a:pt x="4403" y="2492"/>
                      </a:lnTo>
                      <a:lnTo>
                        <a:pt x="4405" y="2492"/>
                      </a:lnTo>
                      <a:lnTo>
                        <a:pt x="4409" y="2492"/>
                      </a:lnTo>
                      <a:lnTo>
                        <a:pt x="4415" y="2496"/>
                      </a:lnTo>
                      <a:lnTo>
                        <a:pt x="4420" y="2499"/>
                      </a:lnTo>
                      <a:lnTo>
                        <a:pt x="4422" y="2501"/>
                      </a:lnTo>
                      <a:lnTo>
                        <a:pt x="4424" y="2502"/>
                      </a:lnTo>
                      <a:lnTo>
                        <a:pt x="4425" y="2502"/>
                      </a:lnTo>
                      <a:lnTo>
                        <a:pt x="4428" y="2501"/>
                      </a:lnTo>
                      <a:lnTo>
                        <a:pt x="4429" y="2499"/>
                      </a:lnTo>
                      <a:lnTo>
                        <a:pt x="4430" y="2498"/>
                      </a:lnTo>
                      <a:lnTo>
                        <a:pt x="4430" y="2496"/>
                      </a:lnTo>
                      <a:lnTo>
                        <a:pt x="4430" y="2492"/>
                      </a:lnTo>
                      <a:lnTo>
                        <a:pt x="4428" y="2484"/>
                      </a:lnTo>
                      <a:lnTo>
                        <a:pt x="4424" y="2470"/>
                      </a:lnTo>
                      <a:lnTo>
                        <a:pt x="4421" y="2463"/>
                      </a:lnTo>
                      <a:lnTo>
                        <a:pt x="4418" y="2455"/>
                      </a:lnTo>
                      <a:lnTo>
                        <a:pt x="4414" y="2449"/>
                      </a:lnTo>
                      <a:lnTo>
                        <a:pt x="4409" y="2443"/>
                      </a:lnTo>
                      <a:lnTo>
                        <a:pt x="4404" y="2439"/>
                      </a:lnTo>
                      <a:lnTo>
                        <a:pt x="4398" y="2434"/>
                      </a:lnTo>
                      <a:lnTo>
                        <a:pt x="4392" y="2429"/>
                      </a:lnTo>
                      <a:lnTo>
                        <a:pt x="4386" y="2426"/>
                      </a:lnTo>
                      <a:lnTo>
                        <a:pt x="4370" y="2420"/>
                      </a:lnTo>
                      <a:lnTo>
                        <a:pt x="4353" y="2415"/>
                      </a:lnTo>
                      <a:lnTo>
                        <a:pt x="4346" y="2413"/>
                      </a:lnTo>
                      <a:lnTo>
                        <a:pt x="4340" y="2409"/>
                      </a:lnTo>
                      <a:lnTo>
                        <a:pt x="4337" y="2408"/>
                      </a:lnTo>
                      <a:lnTo>
                        <a:pt x="4336" y="2405"/>
                      </a:lnTo>
                      <a:lnTo>
                        <a:pt x="4336" y="2403"/>
                      </a:lnTo>
                      <a:lnTo>
                        <a:pt x="4337" y="2401"/>
                      </a:lnTo>
                      <a:lnTo>
                        <a:pt x="4339" y="2394"/>
                      </a:lnTo>
                      <a:lnTo>
                        <a:pt x="4340" y="2386"/>
                      </a:lnTo>
                      <a:lnTo>
                        <a:pt x="4339" y="2377"/>
                      </a:lnTo>
                      <a:lnTo>
                        <a:pt x="4337" y="2367"/>
                      </a:lnTo>
                      <a:lnTo>
                        <a:pt x="4333" y="2346"/>
                      </a:lnTo>
                      <a:lnTo>
                        <a:pt x="4327" y="2325"/>
                      </a:lnTo>
                      <a:lnTo>
                        <a:pt x="4326" y="2314"/>
                      </a:lnTo>
                      <a:lnTo>
                        <a:pt x="4323" y="2303"/>
                      </a:lnTo>
                      <a:lnTo>
                        <a:pt x="4323" y="2293"/>
                      </a:lnTo>
                      <a:lnTo>
                        <a:pt x="4323" y="2283"/>
                      </a:lnTo>
                      <a:lnTo>
                        <a:pt x="4324" y="2275"/>
                      </a:lnTo>
                      <a:lnTo>
                        <a:pt x="4328" y="2266"/>
                      </a:lnTo>
                      <a:lnTo>
                        <a:pt x="4333" y="2259"/>
                      </a:lnTo>
                      <a:lnTo>
                        <a:pt x="4340" y="2255"/>
                      </a:lnTo>
                      <a:lnTo>
                        <a:pt x="4345" y="2249"/>
                      </a:lnTo>
                      <a:lnTo>
                        <a:pt x="4348" y="2241"/>
                      </a:lnTo>
                      <a:lnTo>
                        <a:pt x="4351" y="2237"/>
                      </a:lnTo>
                      <a:lnTo>
                        <a:pt x="4354" y="2232"/>
                      </a:lnTo>
                      <a:lnTo>
                        <a:pt x="4359" y="2227"/>
                      </a:lnTo>
                      <a:lnTo>
                        <a:pt x="4365" y="2222"/>
                      </a:lnTo>
                      <a:lnTo>
                        <a:pt x="4384" y="2212"/>
                      </a:lnTo>
                      <a:lnTo>
                        <a:pt x="4409" y="2200"/>
                      </a:lnTo>
                      <a:lnTo>
                        <a:pt x="4433" y="2190"/>
                      </a:lnTo>
                      <a:lnTo>
                        <a:pt x="4452" y="2181"/>
                      </a:lnTo>
                      <a:lnTo>
                        <a:pt x="4460" y="2175"/>
                      </a:lnTo>
                      <a:lnTo>
                        <a:pt x="4467" y="2169"/>
                      </a:lnTo>
                      <a:lnTo>
                        <a:pt x="4475" y="2162"/>
                      </a:lnTo>
                      <a:lnTo>
                        <a:pt x="4481" y="2153"/>
                      </a:lnTo>
                      <a:lnTo>
                        <a:pt x="4488" y="2146"/>
                      </a:lnTo>
                      <a:lnTo>
                        <a:pt x="4493" y="2138"/>
                      </a:lnTo>
                      <a:lnTo>
                        <a:pt x="4497" y="2132"/>
                      </a:lnTo>
                      <a:lnTo>
                        <a:pt x="4499" y="2126"/>
                      </a:lnTo>
                      <a:lnTo>
                        <a:pt x="4502" y="2114"/>
                      </a:lnTo>
                      <a:lnTo>
                        <a:pt x="4503" y="2104"/>
                      </a:lnTo>
                      <a:lnTo>
                        <a:pt x="4502" y="2098"/>
                      </a:lnTo>
                      <a:lnTo>
                        <a:pt x="4500" y="2093"/>
                      </a:lnTo>
                      <a:lnTo>
                        <a:pt x="4498" y="2089"/>
                      </a:lnTo>
                      <a:lnTo>
                        <a:pt x="4494" y="2087"/>
                      </a:lnTo>
                      <a:lnTo>
                        <a:pt x="4491" y="2083"/>
                      </a:lnTo>
                      <a:lnTo>
                        <a:pt x="4488" y="2081"/>
                      </a:lnTo>
                      <a:lnTo>
                        <a:pt x="4488" y="2079"/>
                      </a:lnTo>
                      <a:lnTo>
                        <a:pt x="4488" y="2075"/>
                      </a:lnTo>
                      <a:lnTo>
                        <a:pt x="4490" y="2068"/>
                      </a:lnTo>
                      <a:lnTo>
                        <a:pt x="4490" y="2055"/>
                      </a:lnTo>
                      <a:lnTo>
                        <a:pt x="4490" y="2049"/>
                      </a:lnTo>
                      <a:lnTo>
                        <a:pt x="4490" y="2044"/>
                      </a:lnTo>
                      <a:lnTo>
                        <a:pt x="4491" y="2041"/>
                      </a:lnTo>
                      <a:lnTo>
                        <a:pt x="4493" y="2037"/>
                      </a:lnTo>
                      <a:lnTo>
                        <a:pt x="4496" y="2036"/>
                      </a:lnTo>
                      <a:lnTo>
                        <a:pt x="4498" y="2035"/>
                      </a:lnTo>
                      <a:lnTo>
                        <a:pt x="4502" y="2033"/>
                      </a:lnTo>
                      <a:lnTo>
                        <a:pt x="4505" y="2033"/>
                      </a:lnTo>
                      <a:lnTo>
                        <a:pt x="4512" y="2033"/>
                      </a:lnTo>
                      <a:lnTo>
                        <a:pt x="4518" y="2032"/>
                      </a:lnTo>
                      <a:lnTo>
                        <a:pt x="4525" y="2030"/>
                      </a:lnTo>
                      <a:lnTo>
                        <a:pt x="4534" y="2025"/>
                      </a:lnTo>
                      <a:lnTo>
                        <a:pt x="4538" y="2022"/>
                      </a:lnTo>
                      <a:lnTo>
                        <a:pt x="4542" y="2017"/>
                      </a:lnTo>
                      <a:lnTo>
                        <a:pt x="4544" y="2012"/>
                      </a:lnTo>
                      <a:lnTo>
                        <a:pt x="4546" y="2005"/>
                      </a:lnTo>
                      <a:lnTo>
                        <a:pt x="4549" y="1992"/>
                      </a:lnTo>
                      <a:lnTo>
                        <a:pt x="4553" y="1980"/>
                      </a:lnTo>
                      <a:lnTo>
                        <a:pt x="4555" y="1975"/>
                      </a:lnTo>
                      <a:lnTo>
                        <a:pt x="4559" y="1973"/>
                      </a:lnTo>
                      <a:lnTo>
                        <a:pt x="4563" y="1972"/>
                      </a:lnTo>
                      <a:lnTo>
                        <a:pt x="4568" y="1970"/>
                      </a:lnTo>
                      <a:lnTo>
                        <a:pt x="4573" y="1972"/>
                      </a:lnTo>
                      <a:lnTo>
                        <a:pt x="4578" y="1973"/>
                      </a:lnTo>
                      <a:lnTo>
                        <a:pt x="4582" y="1975"/>
                      </a:lnTo>
                      <a:lnTo>
                        <a:pt x="4587" y="1978"/>
                      </a:lnTo>
                      <a:lnTo>
                        <a:pt x="4595" y="1982"/>
                      </a:lnTo>
                      <a:lnTo>
                        <a:pt x="4603" y="1987"/>
                      </a:lnTo>
                      <a:lnTo>
                        <a:pt x="4606" y="1988"/>
                      </a:lnTo>
                      <a:lnTo>
                        <a:pt x="4610" y="1989"/>
                      </a:lnTo>
                      <a:lnTo>
                        <a:pt x="4614" y="1989"/>
                      </a:lnTo>
                      <a:lnTo>
                        <a:pt x="4618" y="1988"/>
                      </a:lnTo>
                      <a:lnTo>
                        <a:pt x="4622" y="1986"/>
                      </a:lnTo>
                      <a:lnTo>
                        <a:pt x="4625" y="1982"/>
                      </a:lnTo>
                      <a:lnTo>
                        <a:pt x="4629" y="1978"/>
                      </a:lnTo>
                      <a:lnTo>
                        <a:pt x="4632" y="1973"/>
                      </a:lnTo>
                      <a:lnTo>
                        <a:pt x="4636" y="1967"/>
                      </a:lnTo>
                      <a:lnTo>
                        <a:pt x="4638" y="1961"/>
                      </a:lnTo>
                      <a:lnTo>
                        <a:pt x="4641" y="1955"/>
                      </a:lnTo>
                      <a:lnTo>
                        <a:pt x="4642" y="1950"/>
                      </a:lnTo>
                      <a:lnTo>
                        <a:pt x="4642" y="1944"/>
                      </a:lnTo>
                      <a:lnTo>
                        <a:pt x="4641" y="1940"/>
                      </a:lnTo>
                      <a:lnTo>
                        <a:pt x="4638" y="1934"/>
                      </a:lnTo>
                      <a:lnTo>
                        <a:pt x="4636" y="1929"/>
                      </a:lnTo>
                      <a:lnTo>
                        <a:pt x="4631" y="1917"/>
                      </a:lnTo>
                      <a:lnTo>
                        <a:pt x="4626" y="1903"/>
                      </a:lnTo>
                      <a:lnTo>
                        <a:pt x="4625" y="1892"/>
                      </a:lnTo>
                      <a:lnTo>
                        <a:pt x="4625" y="1882"/>
                      </a:lnTo>
                      <a:lnTo>
                        <a:pt x="4625" y="1873"/>
                      </a:lnTo>
                      <a:lnTo>
                        <a:pt x="4626" y="1866"/>
                      </a:lnTo>
                      <a:lnTo>
                        <a:pt x="4626" y="1860"/>
                      </a:lnTo>
                      <a:lnTo>
                        <a:pt x="4629" y="1858"/>
                      </a:lnTo>
                      <a:lnTo>
                        <a:pt x="4631" y="1856"/>
                      </a:lnTo>
                      <a:lnTo>
                        <a:pt x="4636" y="1856"/>
                      </a:lnTo>
                      <a:lnTo>
                        <a:pt x="4642" y="1856"/>
                      </a:lnTo>
                      <a:lnTo>
                        <a:pt x="4647" y="1855"/>
                      </a:lnTo>
                      <a:lnTo>
                        <a:pt x="4654" y="1853"/>
                      </a:lnTo>
                      <a:lnTo>
                        <a:pt x="4661" y="1849"/>
                      </a:lnTo>
                      <a:lnTo>
                        <a:pt x="4668" y="1846"/>
                      </a:lnTo>
                      <a:lnTo>
                        <a:pt x="4673" y="1843"/>
                      </a:lnTo>
                      <a:lnTo>
                        <a:pt x="4677" y="1842"/>
                      </a:lnTo>
                      <a:lnTo>
                        <a:pt x="4683" y="1841"/>
                      </a:lnTo>
                      <a:lnTo>
                        <a:pt x="4688" y="1842"/>
                      </a:lnTo>
                      <a:lnTo>
                        <a:pt x="4692" y="1844"/>
                      </a:lnTo>
                      <a:lnTo>
                        <a:pt x="4695" y="1846"/>
                      </a:lnTo>
                      <a:lnTo>
                        <a:pt x="4698" y="1848"/>
                      </a:lnTo>
                      <a:lnTo>
                        <a:pt x="4702" y="1850"/>
                      </a:lnTo>
                      <a:lnTo>
                        <a:pt x="4706" y="1852"/>
                      </a:lnTo>
                      <a:lnTo>
                        <a:pt x="4710" y="1849"/>
                      </a:lnTo>
                      <a:lnTo>
                        <a:pt x="4712" y="1847"/>
                      </a:lnTo>
                      <a:lnTo>
                        <a:pt x="4716" y="1838"/>
                      </a:lnTo>
                      <a:lnTo>
                        <a:pt x="4718" y="1830"/>
                      </a:lnTo>
                      <a:lnTo>
                        <a:pt x="4720" y="1821"/>
                      </a:lnTo>
                      <a:lnTo>
                        <a:pt x="4723" y="1811"/>
                      </a:lnTo>
                      <a:lnTo>
                        <a:pt x="4723" y="1803"/>
                      </a:lnTo>
                      <a:lnTo>
                        <a:pt x="4723" y="1796"/>
                      </a:lnTo>
                      <a:lnTo>
                        <a:pt x="4723" y="1790"/>
                      </a:lnTo>
                      <a:lnTo>
                        <a:pt x="4720" y="1784"/>
                      </a:lnTo>
                      <a:lnTo>
                        <a:pt x="4718" y="1778"/>
                      </a:lnTo>
                      <a:lnTo>
                        <a:pt x="4716" y="1772"/>
                      </a:lnTo>
                      <a:lnTo>
                        <a:pt x="4710" y="1762"/>
                      </a:lnTo>
                      <a:lnTo>
                        <a:pt x="4706" y="1754"/>
                      </a:lnTo>
                      <a:lnTo>
                        <a:pt x="4705" y="1751"/>
                      </a:lnTo>
                      <a:lnTo>
                        <a:pt x="4706" y="1746"/>
                      </a:lnTo>
                      <a:lnTo>
                        <a:pt x="4708" y="1742"/>
                      </a:lnTo>
                      <a:lnTo>
                        <a:pt x="4711" y="1739"/>
                      </a:lnTo>
                      <a:lnTo>
                        <a:pt x="4719" y="1729"/>
                      </a:lnTo>
                      <a:lnTo>
                        <a:pt x="4727" y="1721"/>
                      </a:lnTo>
                      <a:lnTo>
                        <a:pt x="4735" y="1715"/>
                      </a:lnTo>
                      <a:lnTo>
                        <a:pt x="4742" y="1709"/>
                      </a:lnTo>
                      <a:lnTo>
                        <a:pt x="4751" y="1703"/>
                      </a:lnTo>
                      <a:lnTo>
                        <a:pt x="4759" y="1698"/>
                      </a:lnTo>
                      <a:lnTo>
                        <a:pt x="4764" y="1695"/>
                      </a:lnTo>
                      <a:lnTo>
                        <a:pt x="4767" y="1692"/>
                      </a:lnTo>
                      <a:lnTo>
                        <a:pt x="4765" y="1690"/>
                      </a:lnTo>
                      <a:lnTo>
                        <a:pt x="4759" y="1688"/>
                      </a:lnTo>
                      <a:lnTo>
                        <a:pt x="4754" y="1685"/>
                      </a:lnTo>
                      <a:lnTo>
                        <a:pt x="4746" y="1683"/>
                      </a:lnTo>
                      <a:lnTo>
                        <a:pt x="4740" y="1678"/>
                      </a:lnTo>
                      <a:lnTo>
                        <a:pt x="4736" y="1674"/>
                      </a:lnTo>
                      <a:lnTo>
                        <a:pt x="4727" y="1664"/>
                      </a:lnTo>
                      <a:lnTo>
                        <a:pt x="4723" y="1655"/>
                      </a:lnTo>
                      <a:lnTo>
                        <a:pt x="4717" y="1648"/>
                      </a:lnTo>
                      <a:lnTo>
                        <a:pt x="4710" y="1642"/>
                      </a:lnTo>
                      <a:lnTo>
                        <a:pt x="4704" y="1638"/>
                      </a:lnTo>
                      <a:lnTo>
                        <a:pt x="4696" y="1629"/>
                      </a:lnTo>
                      <a:lnTo>
                        <a:pt x="4692" y="1622"/>
                      </a:lnTo>
                      <a:lnTo>
                        <a:pt x="4688" y="1616"/>
                      </a:lnTo>
                      <a:lnTo>
                        <a:pt x="4686" y="1608"/>
                      </a:lnTo>
                      <a:lnTo>
                        <a:pt x="4685" y="1592"/>
                      </a:lnTo>
                      <a:lnTo>
                        <a:pt x="4683" y="1579"/>
                      </a:lnTo>
                      <a:lnTo>
                        <a:pt x="4681" y="1565"/>
                      </a:lnTo>
                      <a:lnTo>
                        <a:pt x="4677" y="1551"/>
                      </a:lnTo>
                      <a:lnTo>
                        <a:pt x="4673" y="1538"/>
                      </a:lnTo>
                      <a:lnTo>
                        <a:pt x="4668" y="1529"/>
                      </a:lnTo>
                      <a:lnTo>
                        <a:pt x="4663" y="1524"/>
                      </a:lnTo>
                      <a:lnTo>
                        <a:pt x="4658" y="1518"/>
                      </a:lnTo>
                      <a:lnTo>
                        <a:pt x="4652" y="1513"/>
                      </a:lnTo>
                      <a:lnTo>
                        <a:pt x="4642" y="1506"/>
                      </a:lnTo>
                      <a:lnTo>
                        <a:pt x="4632" y="1499"/>
                      </a:lnTo>
                      <a:lnTo>
                        <a:pt x="4628" y="1494"/>
                      </a:lnTo>
                      <a:lnTo>
                        <a:pt x="4625" y="1489"/>
                      </a:lnTo>
                      <a:lnTo>
                        <a:pt x="4623" y="1483"/>
                      </a:lnTo>
                      <a:lnTo>
                        <a:pt x="4622" y="1478"/>
                      </a:lnTo>
                      <a:lnTo>
                        <a:pt x="4622" y="1472"/>
                      </a:lnTo>
                      <a:lnTo>
                        <a:pt x="4623" y="1468"/>
                      </a:lnTo>
                      <a:lnTo>
                        <a:pt x="4626" y="1463"/>
                      </a:lnTo>
                      <a:lnTo>
                        <a:pt x="4630" y="1459"/>
                      </a:lnTo>
                      <a:lnTo>
                        <a:pt x="4643" y="1453"/>
                      </a:lnTo>
                      <a:lnTo>
                        <a:pt x="4657" y="1449"/>
                      </a:lnTo>
                      <a:lnTo>
                        <a:pt x="4663" y="1447"/>
                      </a:lnTo>
                      <a:lnTo>
                        <a:pt x="4667" y="1445"/>
                      </a:lnTo>
                      <a:lnTo>
                        <a:pt x="4668" y="1444"/>
                      </a:lnTo>
                      <a:lnTo>
                        <a:pt x="4669" y="1443"/>
                      </a:lnTo>
                      <a:lnTo>
                        <a:pt x="4669" y="1440"/>
                      </a:lnTo>
                      <a:lnTo>
                        <a:pt x="4669" y="1439"/>
                      </a:lnTo>
                      <a:lnTo>
                        <a:pt x="4663" y="1425"/>
                      </a:lnTo>
                      <a:lnTo>
                        <a:pt x="4658" y="1411"/>
                      </a:lnTo>
                      <a:lnTo>
                        <a:pt x="4655" y="1405"/>
                      </a:lnTo>
                      <a:lnTo>
                        <a:pt x="4649" y="1396"/>
                      </a:lnTo>
                      <a:lnTo>
                        <a:pt x="4643" y="1389"/>
                      </a:lnTo>
                      <a:lnTo>
                        <a:pt x="4637" y="1383"/>
                      </a:lnTo>
                      <a:lnTo>
                        <a:pt x="4624" y="1371"/>
                      </a:lnTo>
                      <a:lnTo>
                        <a:pt x="4607" y="1356"/>
                      </a:lnTo>
                      <a:lnTo>
                        <a:pt x="4604" y="1351"/>
                      </a:lnTo>
                      <a:lnTo>
                        <a:pt x="4601" y="1348"/>
                      </a:lnTo>
                      <a:lnTo>
                        <a:pt x="4599" y="1343"/>
                      </a:lnTo>
                      <a:lnTo>
                        <a:pt x="4599" y="1339"/>
                      </a:lnTo>
                      <a:lnTo>
                        <a:pt x="4599" y="1331"/>
                      </a:lnTo>
                      <a:lnTo>
                        <a:pt x="4599" y="13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西藏">
                  <a:extLst>
                    <a:ext uri="{FF2B5EF4-FFF2-40B4-BE49-F238E27FC236}">
                      <a16:creationId xmlns:a16="http://schemas.microsoft.com/office/drawing/2014/main" id="{069F57EF-C539-461E-BBBB-91637A852872}"/>
                    </a:ext>
                  </a:extLst>
                </p:cNvPr>
                <p:cNvSpPr>
                  <a:spLocks/>
                </p:cNvSpPr>
                <p:nvPr/>
              </p:nvSpPr>
              <p:spPr bwMode="auto">
                <a:xfrm>
                  <a:off x="161927" y="1752692"/>
                  <a:ext cx="1895498" cy="1247841"/>
                </a:xfrm>
                <a:custGeom>
                  <a:avLst/>
                  <a:gdLst>
                    <a:gd name="T0" fmla="*/ 2147483646 w 7150"/>
                    <a:gd name="T1" fmla="*/ 2147483646 h 4733"/>
                    <a:gd name="T2" fmla="*/ 2147483646 w 7150"/>
                    <a:gd name="T3" fmla="*/ 2147483646 h 4733"/>
                    <a:gd name="T4" fmla="*/ 2147483646 w 7150"/>
                    <a:gd name="T5" fmla="*/ 2147483646 h 4733"/>
                    <a:gd name="T6" fmla="*/ 2147483646 w 7150"/>
                    <a:gd name="T7" fmla="*/ 2147483646 h 4733"/>
                    <a:gd name="T8" fmla="*/ 2147483646 w 7150"/>
                    <a:gd name="T9" fmla="*/ 2147483646 h 4733"/>
                    <a:gd name="T10" fmla="*/ 2147483646 w 7150"/>
                    <a:gd name="T11" fmla="*/ 2147483646 h 4733"/>
                    <a:gd name="T12" fmla="*/ 2147483646 w 7150"/>
                    <a:gd name="T13" fmla="*/ 2147483646 h 4733"/>
                    <a:gd name="T14" fmla="*/ 2147483646 w 7150"/>
                    <a:gd name="T15" fmla="*/ 2147483646 h 4733"/>
                    <a:gd name="T16" fmla="*/ 2147483646 w 7150"/>
                    <a:gd name="T17" fmla="*/ 2147483646 h 4733"/>
                    <a:gd name="T18" fmla="*/ 2147483646 w 7150"/>
                    <a:gd name="T19" fmla="*/ 2147483646 h 4733"/>
                    <a:gd name="T20" fmla="*/ 2147483646 w 7150"/>
                    <a:gd name="T21" fmla="*/ 2147483646 h 4733"/>
                    <a:gd name="T22" fmla="*/ 2147483646 w 7150"/>
                    <a:gd name="T23" fmla="*/ 2147483646 h 4733"/>
                    <a:gd name="T24" fmla="*/ 2147483646 w 7150"/>
                    <a:gd name="T25" fmla="*/ 2147483646 h 4733"/>
                    <a:gd name="T26" fmla="*/ 2147483646 w 7150"/>
                    <a:gd name="T27" fmla="*/ 2147483646 h 4733"/>
                    <a:gd name="T28" fmla="*/ 2147483646 w 7150"/>
                    <a:gd name="T29" fmla="*/ 2147483646 h 4733"/>
                    <a:gd name="T30" fmla="*/ 2147483646 w 7150"/>
                    <a:gd name="T31" fmla="*/ 2147483646 h 4733"/>
                    <a:gd name="T32" fmla="*/ 2147483646 w 7150"/>
                    <a:gd name="T33" fmla="*/ 2147483646 h 4733"/>
                    <a:gd name="T34" fmla="*/ 2147483646 w 7150"/>
                    <a:gd name="T35" fmla="*/ 2147483646 h 4733"/>
                    <a:gd name="T36" fmla="*/ 2147483646 w 7150"/>
                    <a:gd name="T37" fmla="*/ 2147483646 h 4733"/>
                    <a:gd name="T38" fmla="*/ 2147483646 w 7150"/>
                    <a:gd name="T39" fmla="*/ 2147483646 h 4733"/>
                    <a:gd name="T40" fmla="*/ 2147483646 w 7150"/>
                    <a:gd name="T41" fmla="*/ 2147483646 h 4733"/>
                    <a:gd name="T42" fmla="*/ 2147483646 w 7150"/>
                    <a:gd name="T43" fmla="*/ 2147483646 h 4733"/>
                    <a:gd name="T44" fmla="*/ 2147483646 w 7150"/>
                    <a:gd name="T45" fmla="*/ 2147483646 h 4733"/>
                    <a:gd name="T46" fmla="*/ 2147483646 w 7150"/>
                    <a:gd name="T47" fmla="*/ 2147483646 h 4733"/>
                    <a:gd name="T48" fmla="*/ 2147483646 w 7150"/>
                    <a:gd name="T49" fmla="*/ 2147483646 h 4733"/>
                    <a:gd name="T50" fmla="*/ 2147483646 w 7150"/>
                    <a:gd name="T51" fmla="*/ 2147483646 h 4733"/>
                    <a:gd name="T52" fmla="*/ 2147483646 w 7150"/>
                    <a:gd name="T53" fmla="*/ 2147483646 h 4733"/>
                    <a:gd name="T54" fmla="*/ 2147483646 w 7150"/>
                    <a:gd name="T55" fmla="*/ 2147483646 h 4733"/>
                    <a:gd name="T56" fmla="*/ 2147483646 w 7150"/>
                    <a:gd name="T57" fmla="*/ 2147483646 h 4733"/>
                    <a:gd name="T58" fmla="*/ 2147483646 w 7150"/>
                    <a:gd name="T59" fmla="*/ 2147483646 h 4733"/>
                    <a:gd name="T60" fmla="*/ 2147483646 w 7150"/>
                    <a:gd name="T61" fmla="*/ 2147483646 h 4733"/>
                    <a:gd name="T62" fmla="*/ 2147483646 w 7150"/>
                    <a:gd name="T63" fmla="*/ 2147483646 h 4733"/>
                    <a:gd name="T64" fmla="*/ 2147483646 w 7150"/>
                    <a:gd name="T65" fmla="*/ 2147483646 h 4733"/>
                    <a:gd name="T66" fmla="*/ 2147483646 w 7150"/>
                    <a:gd name="T67" fmla="*/ 2147483646 h 4733"/>
                    <a:gd name="T68" fmla="*/ 2147483646 w 7150"/>
                    <a:gd name="T69" fmla="*/ 2147483646 h 4733"/>
                    <a:gd name="T70" fmla="*/ 2147483646 w 7150"/>
                    <a:gd name="T71" fmla="*/ 2147483646 h 4733"/>
                    <a:gd name="T72" fmla="*/ 2147483646 w 7150"/>
                    <a:gd name="T73" fmla="*/ 2147483646 h 4733"/>
                    <a:gd name="T74" fmla="*/ 2147483646 w 7150"/>
                    <a:gd name="T75" fmla="*/ 2147483646 h 4733"/>
                    <a:gd name="T76" fmla="*/ 2147483646 w 7150"/>
                    <a:gd name="T77" fmla="*/ 2147483646 h 4733"/>
                    <a:gd name="T78" fmla="*/ 2147483646 w 7150"/>
                    <a:gd name="T79" fmla="*/ 2147483646 h 4733"/>
                    <a:gd name="T80" fmla="*/ 2147483646 w 7150"/>
                    <a:gd name="T81" fmla="*/ 2147483646 h 4733"/>
                    <a:gd name="T82" fmla="*/ 2147483646 w 7150"/>
                    <a:gd name="T83" fmla="*/ 2147483646 h 4733"/>
                    <a:gd name="T84" fmla="*/ 2147483646 w 7150"/>
                    <a:gd name="T85" fmla="*/ 2147483646 h 4733"/>
                    <a:gd name="T86" fmla="*/ 2147483646 w 7150"/>
                    <a:gd name="T87" fmla="*/ 2147483646 h 4733"/>
                    <a:gd name="T88" fmla="*/ 2147483646 w 7150"/>
                    <a:gd name="T89" fmla="*/ 2147483646 h 4733"/>
                    <a:gd name="T90" fmla="*/ 2147483646 w 7150"/>
                    <a:gd name="T91" fmla="*/ 2147483646 h 4733"/>
                    <a:gd name="T92" fmla="*/ 2147483646 w 7150"/>
                    <a:gd name="T93" fmla="*/ 2147483646 h 4733"/>
                    <a:gd name="T94" fmla="*/ 2147483646 w 7150"/>
                    <a:gd name="T95" fmla="*/ 2147483646 h 4733"/>
                    <a:gd name="T96" fmla="*/ 2147483646 w 7150"/>
                    <a:gd name="T97" fmla="*/ 2147483646 h 4733"/>
                    <a:gd name="T98" fmla="*/ 2147483646 w 7150"/>
                    <a:gd name="T99" fmla="*/ 2147483646 h 4733"/>
                    <a:gd name="T100" fmla="*/ 2147483646 w 7150"/>
                    <a:gd name="T101" fmla="*/ 2147483646 h 4733"/>
                    <a:gd name="T102" fmla="*/ 2147483646 w 7150"/>
                    <a:gd name="T103" fmla="*/ 2147483646 h 4733"/>
                    <a:gd name="T104" fmla="*/ 2147483646 w 7150"/>
                    <a:gd name="T105" fmla="*/ 2147483646 h 4733"/>
                    <a:gd name="T106" fmla="*/ 2147483646 w 7150"/>
                    <a:gd name="T107" fmla="*/ 2147483646 h 4733"/>
                    <a:gd name="T108" fmla="*/ 2147483646 w 7150"/>
                    <a:gd name="T109" fmla="*/ 2147483646 h 4733"/>
                    <a:gd name="T110" fmla="*/ 2147483646 w 7150"/>
                    <a:gd name="T111" fmla="*/ 2147483646 h 4733"/>
                    <a:gd name="T112" fmla="*/ 2147483646 w 7150"/>
                    <a:gd name="T113" fmla="*/ 2147483646 h 4733"/>
                    <a:gd name="T114" fmla="*/ 2147483646 w 7150"/>
                    <a:gd name="T115" fmla="*/ 2147483646 h 4733"/>
                    <a:gd name="T116" fmla="*/ 2147483646 w 7150"/>
                    <a:gd name="T117" fmla="*/ 2147483646 h 4733"/>
                    <a:gd name="T118" fmla="*/ 2147483646 w 7150"/>
                    <a:gd name="T119" fmla="*/ 2147483646 h 4733"/>
                    <a:gd name="T120" fmla="*/ 2147483646 w 7150"/>
                    <a:gd name="T121" fmla="*/ 2147483646 h 4733"/>
                    <a:gd name="T122" fmla="*/ 2147483646 w 7150"/>
                    <a:gd name="T123" fmla="*/ 2147483646 h 4733"/>
                    <a:gd name="T124" fmla="*/ 2147483646 w 7150"/>
                    <a:gd name="T125" fmla="*/ 2147483646 h 473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7150" h="4733">
                      <a:moveTo>
                        <a:pt x="6802" y="2524"/>
                      </a:moveTo>
                      <a:lnTo>
                        <a:pt x="6813" y="2533"/>
                      </a:lnTo>
                      <a:lnTo>
                        <a:pt x="6822" y="2540"/>
                      </a:lnTo>
                      <a:lnTo>
                        <a:pt x="6833" y="2547"/>
                      </a:lnTo>
                      <a:lnTo>
                        <a:pt x="6848" y="2555"/>
                      </a:lnTo>
                      <a:lnTo>
                        <a:pt x="6861" y="2564"/>
                      </a:lnTo>
                      <a:lnTo>
                        <a:pt x="6871" y="2568"/>
                      </a:lnTo>
                      <a:lnTo>
                        <a:pt x="6881" y="2572"/>
                      </a:lnTo>
                      <a:lnTo>
                        <a:pt x="6894" y="2577"/>
                      </a:lnTo>
                      <a:lnTo>
                        <a:pt x="6906" y="2581"/>
                      </a:lnTo>
                      <a:lnTo>
                        <a:pt x="6915" y="2586"/>
                      </a:lnTo>
                      <a:lnTo>
                        <a:pt x="6923" y="2593"/>
                      </a:lnTo>
                      <a:lnTo>
                        <a:pt x="6931" y="2602"/>
                      </a:lnTo>
                      <a:lnTo>
                        <a:pt x="6938" y="2610"/>
                      </a:lnTo>
                      <a:lnTo>
                        <a:pt x="6942" y="2618"/>
                      </a:lnTo>
                      <a:lnTo>
                        <a:pt x="6945" y="2625"/>
                      </a:lnTo>
                      <a:lnTo>
                        <a:pt x="6946" y="2634"/>
                      </a:lnTo>
                      <a:lnTo>
                        <a:pt x="6949" y="2642"/>
                      </a:lnTo>
                      <a:lnTo>
                        <a:pt x="6949" y="2651"/>
                      </a:lnTo>
                      <a:lnTo>
                        <a:pt x="6949" y="2662"/>
                      </a:lnTo>
                      <a:lnTo>
                        <a:pt x="6950" y="2671"/>
                      </a:lnTo>
                      <a:lnTo>
                        <a:pt x="6952" y="2679"/>
                      </a:lnTo>
                      <a:lnTo>
                        <a:pt x="6955" y="2685"/>
                      </a:lnTo>
                      <a:lnTo>
                        <a:pt x="6962" y="2697"/>
                      </a:lnTo>
                      <a:lnTo>
                        <a:pt x="6968" y="2709"/>
                      </a:lnTo>
                      <a:lnTo>
                        <a:pt x="6971" y="2718"/>
                      </a:lnTo>
                      <a:lnTo>
                        <a:pt x="6978" y="2728"/>
                      </a:lnTo>
                      <a:lnTo>
                        <a:pt x="6986" y="2738"/>
                      </a:lnTo>
                      <a:lnTo>
                        <a:pt x="6992" y="2747"/>
                      </a:lnTo>
                      <a:lnTo>
                        <a:pt x="6996" y="2754"/>
                      </a:lnTo>
                      <a:lnTo>
                        <a:pt x="7001" y="2761"/>
                      </a:lnTo>
                      <a:lnTo>
                        <a:pt x="7005" y="2769"/>
                      </a:lnTo>
                      <a:lnTo>
                        <a:pt x="7007" y="2779"/>
                      </a:lnTo>
                      <a:lnTo>
                        <a:pt x="7007" y="2789"/>
                      </a:lnTo>
                      <a:lnTo>
                        <a:pt x="7006" y="2798"/>
                      </a:lnTo>
                      <a:lnTo>
                        <a:pt x="7005" y="2806"/>
                      </a:lnTo>
                      <a:lnTo>
                        <a:pt x="7002" y="2812"/>
                      </a:lnTo>
                      <a:lnTo>
                        <a:pt x="6996" y="2819"/>
                      </a:lnTo>
                      <a:lnTo>
                        <a:pt x="6993" y="2826"/>
                      </a:lnTo>
                      <a:lnTo>
                        <a:pt x="6993" y="2830"/>
                      </a:lnTo>
                      <a:lnTo>
                        <a:pt x="6994" y="2833"/>
                      </a:lnTo>
                      <a:lnTo>
                        <a:pt x="6997" y="2838"/>
                      </a:lnTo>
                      <a:lnTo>
                        <a:pt x="7001" y="2840"/>
                      </a:lnTo>
                      <a:lnTo>
                        <a:pt x="7003" y="2844"/>
                      </a:lnTo>
                      <a:lnTo>
                        <a:pt x="7006" y="2848"/>
                      </a:lnTo>
                      <a:lnTo>
                        <a:pt x="7008" y="2852"/>
                      </a:lnTo>
                      <a:lnTo>
                        <a:pt x="7009" y="2858"/>
                      </a:lnTo>
                      <a:lnTo>
                        <a:pt x="7011" y="2867"/>
                      </a:lnTo>
                      <a:lnTo>
                        <a:pt x="7014" y="2875"/>
                      </a:lnTo>
                      <a:lnTo>
                        <a:pt x="7020" y="2883"/>
                      </a:lnTo>
                      <a:lnTo>
                        <a:pt x="7025" y="2890"/>
                      </a:lnTo>
                      <a:lnTo>
                        <a:pt x="7031" y="2898"/>
                      </a:lnTo>
                      <a:lnTo>
                        <a:pt x="7037" y="2905"/>
                      </a:lnTo>
                      <a:lnTo>
                        <a:pt x="7041" y="2911"/>
                      </a:lnTo>
                      <a:lnTo>
                        <a:pt x="7044" y="2918"/>
                      </a:lnTo>
                      <a:lnTo>
                        <a:pt x="7045" y="2927"/>
                      </a:lnTo>
                      <a:lnTo>
                        <a:pt x="7049" y="2937"/>
                      </a:lnTo>
                      <a:lnTo>
                        <a:pt x="7052" y="2946"/>
                      </a:lnTo>
                      <a:lnTo>
                        <a:pt x="7058" y="2955"/>
                      </a:lnTo>
                      <a:lnTo>
                        <a:pt x="7065" y="2964"/>
                      </a:lnTo>
                      <a:lnTo>
                        <a:pt x="7077" y="2976"/>
                      </a:lnTo>
                      <a:lnTo>
                        <a:pt x="7089" y="2989"/>
                      </a:lnTo>
                      <a:lnTo>
                        <a:pt x="7098" y="3000"/>
                      </a:lnTo>
                      <a:lnTo>
                        <a:pt x="7108" y="3010"/>
                      </a:lnTo>
                      <a:lnTo>
                        <a:pt x="7120" y="3026"/>
                      </a:lnTo>
                      <a:lnTo>
                        <a:pt x="7132" y="3039"/>
                      </a:lnTo>
                      <a:lnTo>
                        <a:pt x="7139" y="3048"/>
                      </a:lnTo>
                      <a:lnTo>
                        <a:pt x="7144" y="3054"/>
                      </a:lnTo>
                      <a:lnTo>
                        <a:pt x="7147" y="3063"/>
                      </a:lnTo>
                      <a:lnTo>
                        <a:pt x="7148" y="3066"/>
                      </a:lnTo>
                      <a:lnTo>
                        <a:pt x="7148" y="3070"/>
                      </a:lnTo>
                      <a:lnTo>
                        <a:pt x="7148" y="3073"/>
                      </a:lnTo>
                      <a:lnTo>
                        <a:pt x="7147" y="3077"/>
                      </a:lnTo>
                      <a:lnTo>
                        <a:pt x="7141" y="3083"/>
                      </a:lnTo>
                      <a:lnTo>
                        <a:pt x="7131" y="3091"/>
                      </a:lnTo>
                      <a:lnTo>
                        <a:pt x="7120" y="3098"/>
                      </a:lnTo>
                      <a:lnTo>
                        <a:pt x="7113" y="3104"/>
                      </a:lnTo>
                      <a:lnTo>
                        <a:pt x="7109" y="3106"/>
                      </a:lnTo>
                      <a:lnTo>
                        <a:pt x="7106" y="3107"/>
                      </a:lnTo>
                      <a:lnTo>
                        <a:pt x="7103" y="3107"/>
                      </a:lnTo>
                      <a:lnTo>
                        <a:pt x="7100" y="3106"/>
                      </a:lnTo>
                      <a:lnTo>
                        <a:pt x="7094" y="3102"/>
                      </a:lnTo>
                      <a:lnTo>
                        <a:pt x="7089" y="3097"/>
                      </a:lnTo>
                      <a:lnTo>
                        <a:pt x="7084" y="3090"/>
                      </a:lnTo>
                      <a:lnTo>
                        <a:pt x="7079" y="3084"/>
                      </a:lnTo>
                      <a:lnTo>
                        <a:pt x="7076" y="3079"/>
                      </a:lnTo>
                      <a:lnTo>
                        <a:pt x="7071" y="3077"/>
                      </a:lnTo>
                      <a:lnTo>
                        <a:pt x="7065" y="3078"/>
                      </a:lnTo>
                      <a:lnTo>
                        <a:pt x="7059" y="3081"/>
                      </a:lnTo>
                      <a:lnTo>
                        <a:pt x="7057" y="3083"/>
                      </a:lnTo>
                      <a:lnTo>
                        <a:pt x="7055" y="3087"/>
                      </a:lnTo>
                      <a:lnTo>
                        <a:pt x="7052" y="3090"/>
                      </a:lnTo>
                      <a:lnTo>
                        <a:pt x="7050" y="3094"/>
                      </a:lnTo>
                      <a:lnTo>
                        <a:pt x="7049" y="3106"/>
                      </a:lnTo>
                      <a:lnTo>
                        <a:pt x="7049" y="3121"/>
                      </a:lnTo>
                      <a:lnTo>
                        <a:pt x="7050" y="3128"/>
                      </a:lnTo>
                      <a:lnTo>
                        <a:pt x="7051" y="3135"/>
                      </a:lnTo>
                      <a:lnTo>
                        <a:pt x="7052" y="3142"/>
                      </a:lnTo>
                      <a:lnTo>
                        <a:pt x="7056" y="3147"/>
                      </a:lnTo>
                      <a:lnTo>
                        <a:pt x="7068" y="3161"/>
                      </a:lnTo>
                      <a:lnTo>
                        <a:pt x="7078" y="3174"/>
                      </a:lnTo>
                      <a:lnTo>
                        <a:pt x="7082" y="3179"/>
                      </a:lnTo>
                      <a:lnTo>
                        <a:pt x="7083" y="3184"/>
                      </a:lnTo>
                      <a:lnTo>
                        <a:pt x="7084" y="3189"/>
                      </a:lnTo>
                      <a:lnTo>
                        <a:pt x="7084" y="3196"/>
                      </a:lnTo>
                      <a:lnTo>
                        <a:pt x="7085" y="3203"/>
                      </a:lnTo>
                      <a:lnTo>
                        <a:pt x="7087" y="3209"/>
                      </a:lnTo>
                      <a:lnTo>
                        <a:pt x="7089" y="3215"/>
                      </a:lnTo>
                      <a:lnTo>
                        <a:pt x="7094" y="3220"/>
                      </a:lnTo>
                      <a:lnTo>
                        <a:pt x="7098" y="3224"/>
                      </a:lnTo>
                      <a:lnTo>
                        <a:pt x="7102" y="3229"/>
                      </a:lnTo>
                      <a:lnTo>
                        <a:pt x="7104" y="3235"/>
                      </a:lnTo>
                      <a:lnTo>
                        <a:pt x="7106" y="3242"/>
                      </a:lnTo>
                      <a:lnTo>
                        <a:pt x="7104" y="3253"/>
                      </a:lnTo>
                      <a:lnTo>
                        <a:pt x="7103" y="3265"/>
                      </a:lnTo>
                      <a:lnTo>
                        <a:pt x="7103" y="3271"/>
                      </a:lnTo>
                      <a:lnTo>
                        <a:pt x="7103" y="3277"/>
                      </a:lnTo>
                      <a:lnTo>
                        <a:pt x="7104" y="3281"/>
                      </a:lnTo>
                      <a:lnTo>
                        <a:pt x="7107" y="3285"/>
                      </a:lnTo>
                      <a:lnTo>
                        <a:pt x="7120" y="3300"/>
                      </a:lnTo>
                      <a:lnTo>
                        <a:pt x="7138" y="3318"/>
                      </a:lnTo>
                      <a:lnTo>
                        <a:pt x="7144" y="3328"/>
                      </a:lnTo>
                      <a:lnTo>
                        <a:pt x="7147" y="3335"/>
                      </a:lnTo>
                      <a:lnTo>
                        <a:pt x="7148" y="3341"/>
                      </a:lnTo>
                      <a:lnTo>
                        <a:pt x="7148" y="3347"/>
                      </a:lnTo>
                      <a:lnTo>
                        <a:pt x="7148" y="3353"/>
                      </a:lnTo>
                      <a:lnTo>
                        <a:pt x="7146" y="3359"/>
                      </a:lnTo>
                      <a:lnTo>
                        <a:pt x="7141" y="3363"/>
                      </a:lnTo>
                      <a:lnTo>
                        <a:pt x="7138" y="3368"/>
                      </a:lnTo>
                      <a:lnTo>
                        <a:pt x="7135" y="3372"/>
                      </a:lnTo>
                      <a:lnTo>
                        <a:pt x="7135" y="3374"/>
                      </a:lnTo>
                      <a:lnTo>
                        <a:pt x="7135" y="3378"/>
                      </a:lnTo>
                      <a:lnTo>
                        <a:pt x="7137" y="3381"/>
                      </a:lnTo>
                      <a:lnTo>
                        <a:pt x="7140" y="3390"/>
                      </a:lnTo>
                      <a:lnTo>
                        <a:pt x="7142" y="3397"/>
                      </a:lnTo>
                      <a:lnTo>
                        <a:pt x="7144" y="3400"/>
                      </a:lnTo>
                      <a:lnTo>
                        <a:pt x="7142" y="3405"/>
                      </a:lnTo>
                      <a:lnTo>
                        <a:pt x="7141" y="3409"/>
                      </a:lnTo>
                      <a:lnTo>
                        <a:pt x="7140" y="3412"/>
                      </a:lnTo>
                      <a:lnTo>
                        <a:pt x="7138" y="3417"/>
                      </a:lnTo>
                      <a:lnTo>
                        <a:pt x="7137" y="3423"/>
                      </a:lnTo>
                      <a:lnTo>
                        <a:pt x="7135" y="3429"/>
                      </a:lnTo>
                      <a:lnTo>
                        <a:pt x="7135" y="3435"/>
                      </a:lnTo>
                      <a:lnTo>
                        <a:pt x="7137" y="3450"/>
                      </a:lnTo>
                      <a:lnTo>
                        <a:pt x="7138" y="3464"/>
                      </a:lnTo>
                      <a:lnTo>
                        <a:pt x="7139" y="3478"/>
                      </a:lnTo>
                      <a:lnTo>
                        <a:pt x="7140" y="3488"/>
                      </a:lnTo>
                      <a:lnTo>
                        <a:pt x="7139" y="3499"/>
                      </a:lnTo>
                      <a:lnTo>
                        <a:pt x="7138" y="3508"/>
                      </a:lnTo>
                      <a:lnTo>
                        <a:pt x="7138" y="3519"/>
                      </a:lnTo>
                      <a:lnTo>
                        <a:pt x="7137" y="3529"/>
                      </a:lnTo>
                      <a:lnTo>
                        <a:pt x="7135" y="3541"/>
                      </a:lnTo>
                      <a:lnTo>
                        <a:pt x="7134" y="3556"/>
                      </a:lnTo>
                      <a:lnTo>
                        <a:pt x="7133" y="3571"/>
                      </a:lnTo>
                      <a:lnTo>
                        <a:pt x="7132" y="3583"/>
                      </a:lnTo>
                      <a:lnTo>
                        <a:pt x="7132" y="3593"/>
                      </a:lnTo>
                      <a:lnTo>
                        <a:pt x="7133" y="3604"/>
                      </a:lnTo>
                      <a:lnTo>
                        <a:pt x="7134" y="3614"/>
                      </a:lnTo>
                      <a:lnTo>
                        <a:pt x="7137" y="3621"/>
                      </a:lnTo>
                      <a:lnTo>
                        <a:pt x="7139" y="3629"/>
                      </a:lnTo>
                      <a:lnTo>
                        <a:pt x="7141" y="3638"/>
                      </a:lnTo>
                      <a:lnTo>
                        <a:pt x="7144" y="3650"/>
                      </a:lnTo>
                      <a:lnTo>
                        <a:pt x="7146" y="3662"/>
                      </a:lnTo>
                      <a:lnTo>
                        <a:pt x="7148" y="3674"/>
                      </a:lnTo>
                      <a:lnTo>
                        <a:pt x="7150" y="3686"/>
                      </a:lnTo>
                      <a:lnTo>
                        <a:pt x="7150" y="3699"/>
                      </a:lnTo>
                      <a:lnTo>
                        <a:pt x="7150" y="3713"/>
                      </a:lnTo>
                      <a:lnTo>
                        <a:pt x="7147" y="3727"/>
                      </a:lnTo>
                      <a:lnTo>
                        <a:pt x="7145" y="3738"/>
                      </a:lnTo>
                      <a:lnTo>
                        <a:pt x="7141" y="3747"/>
                      </a:lnTo>
                      <a:lnTo>
                        <a:pt x="7137" y="3756"/>
                      </a:lnTo>
                      <a:lnTo>
                        <a:pt x="7131" y="3763"/>
                      </a:lnTo>
                      <a:lnTo>
                        <a:pt x="7127" y="3770"/>
                      </a:lnTo>
                      <a:lnTo>
                        <a:pt x="7122" y="3777"/>
                      </a:lnTo>
                      <a:lnTo>
                        <a:pt x="7120" y="3785"/>
                      </a:lnTo>
                      <a:lnTo>
                        <a:pt x="7116" y="3796"/>
                      </a:lnTo>
                      <a:lnTo>
                        <a:pt x="7114" y="3808"/>
                      </a:lnTo>
                      <a:lnTo>
                        <a:pt x="7112" y="3821"/>
                      </a:lnTo>
                      <a:lnTo>
                        <a:pt x="7113" y="3834"/>
                      </a:lnTo>
                      <a:lnTo>
                        <a:pt x="7115" y="3847"/>
                      </a:lnTo>
                      <a:lnTo>
                        <a:pt x="7120" y="3860"/>
                      </a:lnTo>
                      <a:lnTo>
                        <a:pt x="7123" y="3872"/>
                      </a:lnTo>
                      <a:lnTo>
                        <a:pt x="7125" y="3880"/>
                      </a:lnTo>
                      <a:lnTo>
                        <a:pt x="7126" y="3891"/>
                      </a:lnTo>
                      <a:lnTo>
                        <a:pt x="7125" y="3903"/>
                      </a:lnTo>
                      <a:lnTo>
                        <a:pt x="7123" y="3917"/>
                      </a:lnTo>
                      <a:lnTo>
                        <a:pt x="7122" y="3929"/>
                      </a:lnTo>
                      <a:lnTo>
                        <a:pt x="7122" y="3942"/>
                      </a:lnTo>
                      <a:lnTo>
                        <a:pt x="7122" y="3959"/>
                      </a:lnTo>
                      <a:lnTo>
                        <a:pt x="7123" y="3977"/>
                      </a:lnTo>
                      <a:lnTo>
                        <a:pt x="7126" y="3989"/>
                      </a:lnTo>
                      <a:lnTo>
                        <a:pt x="7129" y="3997"/>
                      </a:lnTo>
                      <a:lnTo>
                        <a:pt x="7132" y="4005"/>
                      </a:lnTo>
                      <a:lnTo>
                        <a:pt x="7134" y="4014"/>
                      </a:lnTo>
                      <a:lnTo>
                        <a:pt x="7135" y="4018"/>
                      </a:lnTo>
                      <a:lnTo>
                        <a:pt x="7135" y="4023"/>
                      </a:lnTo>
                      <a:lnTo>
                        <a:pt x="7134" y="4024"/>
                      </a:lnTo>
                      <a:lnTo>
                        <a:pt x="7127" y="4025"/>
                      </a:lnTo>
                      <a:lnTo>
                        <a:pt x="7116" y="4025"/>
                      </a:lnTo>
                      <a:lnTo>
                        <a:pt x="7100" y="4024"/>
                      </a:lnTo>
                      <a:lnTo>
                        <a:pt x="7087" y="4024"/>
                      </a:lnTo>
                      <a:lnTo>
                        <a:pt x="7082" y="4027"/>
                      </a:lnTo>
                      <a:lnTo>
                        <a:pt x="7079" y="4030"/>
                      </a:lnTo>
                      <a:lnTo>
                        <a:pt x="7078" y="4035"/>
                      </a:lnTo>
                      <a:lnTo>
                        <a:pt x="7077" y="4041"/>
                      </a:lnTo>
                      <a:lnTo>
                        <a:pt x="7078" y="4047"/>
                      </a:lnTo>
                      <a:lnTo>
                        <a:pt x="7079" y="4053"/>
                      </a:lnTo>
                      <a:lnTo>
                        <a:pt x="7083" y="4058"/>
                      </a:lnTo>
                      <a:lnTo>
                        <a:pt x="7085" y="4062"/>
                      </a:lnTo>
                      <a:lnTo>
                        <a:pt x="7089" y="4066"/>
                      </a:lnTo>
                      <a:lnTo>
                        <a:pt x="7091" y="4071"/>
                      </a:lnTo>
                      <a:lnTo>
                        <a:pt x="7093" y="4074"/>
                      </a:lnTo>
                      <a:lnTo>
                        <a:pt x="7093" y="4078"/>
                      </a:lnTo>
                      <a:lnTo>
                        <a:pt x="7093" y="4083"/>
                      </a:lnTo>
                      <a:lnTo>
                        <a:pt x="7091" y="4086"/>
                      </a:lnTo>
                      <a:lnTo>
                        <a:pt x="7089" y="4090"/>
                      </a:lnTo>
                      <a:lnTo>
                        <a:pt x="7085" y="4093"/>
                      </a:lnTo>
                      <a:lnTo>
                        <a:pt x="7076" y="4100"/>
                      </a:lnTo>
                      <a:lnTo>
                        <a:pt x="7066" y="4110"/>
                      </a:lnTo>
                      <a:lnTo>
                        <a:pt x="7063" y="4115"/>
                      </a:lnTo>
                      <a:lnTo>
                        <a:pt x="7058" y="4119"/>
                      </a:lnTo>
                      <a:lnTo>
                        <a:pt x="7055" y="4125"/>
                      </a:lnTo>
                      <a:lnTo>
                        <a:pt x="7052" y="4132"/>
                      </a:lnTo>
                      <a:lnTo>
                        <a:pt x="7051" y="4138"/>
                      </a:lnTo>
                      <a:lnTo>
                        <a:pt x="7050" y="4143"/>
                      </a:lnTo>
                      <a:lnTo>
                        <a:pt x="7051" y="4149"/>
                      </a:lnTo>
                      <a:lnTo>
                        <a:pt x="7052" y="4153"/>
                      </a:lnTo>
                      <a:lnTo>
                        <a:pt x="7056" y="4161"/>
                      </a:lnTo>
                      <a:lnTo>
                        <a:pt x="7059" y="4168"/>
                      </a:lnTo>
                      <a:lnTo>
                        <a:pt x="7060" y="4171"/>
                      </a:lnTo>
                      <a:lnTo>
                        <a:pt x="7060" y="4174"/>
                      </a:lnTo>
                      <a:lnTo>
                        <a:pt x="7060" y="4176"/>
                      </a:lnTo>
                      <a:lnTo>
                        <a:pt x="7058" y="4179"/>
                      </a:lnTo>
                      <a:lnTo>
                        <a:pt x="7053" y="4182"/>
                      </a:lnTo>
                      <a:lnTo>
                        <a:pt x="7044" y="4188"/>
                      </a:lnTo>
                      <a:lnTo>
                        <a:pt x="7039" y="4191"/>
                      </a:lnTo>
                      <a:lnTo>
                        <a:pt x="7034" y="4193"/>
                      </a:lnTo>
                      <a:lnTo>
                        <a:pt x="7030" y="4194"/>
                      </a:lnTo>
                      <a:lnTo>
                        <a:pt x="7026" y="4193"/>
                      </a:lnTo>
                      <a:lnTo>
                        <a:pt x="7022" y="4193"/>
                      </a:lnTo>
                      <a:lnTo>
                        <a:pt x="7020" y="4191"/>
                      </a:lnTo>
                      <a:lnTo>
                        <a:pt x="7018" y="4188"/>
                      </a:lnTo>
                      <a:lnTo>
                        <a:pt x="7015" y="4184"/>
                      </a:lnTo>
                      <a:lnTo>
                        <a:pt x="7014" y="4172"/>
                      </a:lnTo>
                      <a:lnTo>
                        <a:pt x="7013" y="4154"/>
                      </a:lnTo>
                      <a:lnTo>
                        <a:pt x="7012" y="4136"/>
                      </a:lnTo>
                      <a:lnTo>
                        <a:pt x="7012" y="4121"/>
                      </a:lnTo>
                      <a:lnTo>
                        <a:pt x="7011" y="4115"/>
                      </a:lnTo>
                      <a:lnTo>
                        <a:pt x="7009" y="4111"/>
                      </a:lnTo>
                      <a:lnTo>
                        <a:pt x="7007" y="4108"/>
                      </a:lnTo>
                      <a:lnTo>
                        <a:pt x="7005" y="4105"/>
                      </a:lnTo>
                      <a:lnTo>
                        <a:pt x="7001" y="4104"/>
                      </a:lnTo>
                      <a:lnTo>
                        <a:pt x="6997" y="4104"/>
                      </a:lnTo>
                      <a:lnTo>
                        <a:pt x="6993" y="4104"/>
                      </a:lnTo>
                      <a:lnTo>
                        <a:pt x="6988" y="4105"/>
                      </a:lnTo>
                      <a:lnTo>
                        <a:pt x="6975" y="4108"/>
                      </a:lnTo>
                      <a:lnTo>
                        <a:pt x="6962" y="4110"/>
                      </a:lnTo>
                      <a:lnTo>
                        <a:pt x="6956" y="4111"/>
                      </a:lnTo>
                      <a:lnTo>
                        <a:pt x="6952" y="4113"/>
                      </a:lnTo>
                      <a:lnTo>
                        <a:pt x="6950" y="4115"/>
                      </a:lnTo>
                      <a:lnTo>
                        <a:pt x="6949" y="4117"/>
                      </a:lnTo>
                      <a:lnTo>
                        <a:pt x="6950" y="4124"/>
                      </a:lnTo>
                      <a:lnTo>
                        <a:pt x="6952" y="4135"/>
                      </a:lnTo>
                      <a:lnTo>
                        <a:pt x="6953" y="4147"/>
                      </a:lnTo>
                      <a:lnTo>
                        <a:pt x="6953" y="4163"/>
                      </a:lnTo>
                      <a:lnTo>
                        <a:pt x="6952" y="4182"/>
                      </a:lnTo>
                      <a:lnTo>
                        <a:pt x="6950" y="4199"/>
                      </a:lnTo>
                      <a:lnTo>
                        <a:pt x="6951" y="4219"/>
                      </a:lnTo>
                      <a:lnTo>
                        <a:pt x="6950" y="4226"/>
                      </a:lnTo>
                      <a:lnTo>
                        <a:pt x="6940" y="4229"/>
                      </a:lnTo>
                      <a:lnTo>
                        <a:pt x="6930" y="4233"/>
                      </a:lnTo>
                      <a:lnTo>
                        <a:pt x="6927" y="4236"/>
                      </a:lnTo>
                      <a:lnTo>
                        <a:pt x="6925" y="4239"/>
                      </a:lnTo>
                      <a:lnTo>
                        <a:pt x="6923" y="4244"/>
                      </a:lnTo>
                      <a:lnTo>
                        <a:pt x="6921" y="4251"/>
                      </a:lnTo>
                      <a:lnTo>
                        <a:pt x="6920" y="4267"/>
                      </a:lnTo>
                      <a:lnTo>
                        <a:pt x="6920" y="4286"/>
                      </a:lnTo>
                      <a:lnTo>
                        <a:pt x="6920" y="4296"/>
                      </a:lnTo>
                      <a:lnTo>
                        <a:pt x="6923" y="4307"/>
                      </a:lnTo>
                      <a:lnTo>
                        <a:pt x="6925" y="4317"/>
                      </a:lnTo>
                      <a:lnTo>
                        <a:pt x="6927" y="4325"/>
                      </a:lnTo>
                      <a:lnTo>
                        <a:pt x="6936" y="4339"/>
                      </a:lnTo>
                      <a:lnTo>
                        <a:pt x="6943" y="4350"/>
                      </a:lnTo>
                      <a:lnTo>
                        <a:pt x="6946" y="4355"/>
                      </a:lnTo>
                      <a:lnTo>
                        <a:pt x="6949" y="4361"/>
                      </a:lnTo>
                      <a:lnTo>
                        <a:pt x="6951" y="4368"/>
                      </a:lnTo>
                      <a:lnTo>
                        <a:pt x="6953" y="4374"/>
                      </a:lnTo>
                      <a:lnTo>
                        <a:pt x="6953" y="4381"/>
                      </a:lnTo>
                      <a:lnTo>
                        <a:pt x="6953" y="4387"/>
                      </a:lnTo>
                      <a:lnTo>
                        <a:pt x="6951" y="4392"/>
                      </a:lnTo>
                      <a:lnTo>
                        <a:pt x="6948" y="4396"/>
                      </a:lnTo>
                      <a:lnTo>
                        <a:pt x="6945" y="4400"/>
                      </a:lnTo>
                      <a:lnTo>
                        <a:pt x="6943" y="4405"/>
                      </a:lnTo>
                      <a:lnTo>
                        <a:pt x="6942" y="4408"/>
                      </a:lnTo>
                      <a:lnTo>
                        <a:pt x="6940" y="4414"/>
                      </a:lnTo>
                      <a:lnTo>
                        <a:pt x="6939" y="4419"/>
                      </a:lnTo>
                      <a:lnTo>
                        <a:pt x="6938" y="4425"/>
                      </a:lnTo>
                      <a:lnTo>
                        <a:pt x="6937" y="4431"/>
                      </a:lnTo>
                      <a:lnTo>
                        <a:pt x="6933" y="4437"/>
                      </a:lnTo>
                      <a:lnTo>
                        <a:pt x="6930" y="4443"/>
                      </a:lnTo>
                      <a:lnTo>
                        <a:pt x="6924" y="4447"/>
                      </a:lnTo>
                      <a:lnTo>
                        <a:pt x="6919" y="4451"/>
                      </a:lnTo>
                      <a:lnTo>
                        <a:pt x="6913" y="4453"/>
                      </a:lnTo>
                      <a:lnTo>
                        <a:pt x="6907" y="4453"/>
                      </a:lnTo>
                      <a:lnTo>
                        <a:pt x="6901" y="4453"/>
                      </a:lnTo>
                      <a:lnTo>
                        <a:pt x="6896" y="4452"/>
                      </a:lnTo>
                      <a:lnTo>
                        <a:pt x="6892" y="4450"/>
                      </a:lnTo>
                      <a:lnTo>
                        <a:pt x="6888" y="4447"/>
                      </a:lnTo>
                      <a:lnTo>
                        <a:pt x="6883" y="4447"/>
                      </a:lnTo>
                      <a:lnTo>
                        <a:pt x="6879" y="4447"/>
                      </a:lnTo>
                      <a:lnTo>
                        <a:pt x="6874" y="4450"/>
                      </a:lnTo>
                      <a:lnTo>
                        <a:pt x="6864" y="4456"/>
                      </a:lnTo>
                      <a:lnTo>
                        <a:pt x="6856" y="4463"/>
                      </a:lnTo>
                      <a:lnTo>
                        <a:pt x="6852" y="4466"/>
                      </a:lnTo>
                      <a:lnTo>
                        <a:pt x="6848" y="4469"/>
                      </a:lnTo>
                      <a:lnTo>
                        <a:pt x="6843" y="4471"/>
                      </a:lnTo>
                      <a:lnTo>
                        <a:pt x="6839" y="4472"/>
                      </a:lnTo>
                      <a:lnTo>
                        <a:pt x="6835" y="4474"/>
                      </a:lnTo>
                      <a:lnTo>
                        <a:pt x="6830" y="4472"/>
                      </a:lnTo>
                      <a:lnTo>
                        <a:pt x="6826" y="4471"/>
                      </a:lnTo>
                      <a:lnTo>
                        <a:pt x="6824" y="4470"/>
                      </a:lnTo>
                      <a:lnTo>
                        <a:pt x="6819" y="4463"/>
                      </a:lnTo>
                      <a:lnTo>
                        <a:pt x="6817" y="4455"/>
                      </a:lnTo>
                      <a:lnTo>
                        <a:pt x="6816" y="4445"/>
                      </a:lnTo>
                      <a:lnTo>
                        <a:pt x="6814" y="4433"/>
                      </a:lnTo>
                      <a:lnTo>
                        <a:pt x="6816" y="4421"/>
                      </a:lnTo>
                      <a:lnTo>
                        <a:pt x="6816" y="4413"/>
                      </a:lnTo>
                      <a:lnTo>
                        <a:pt x="6814" y="4405"/>
                      </a:lnTo>
                      <a:lnTo>
                        <a:pt x="6812" y="4398"/>
                      </a:lnTo>
                      <a:lnTo>
                        <a:pt x="6804" y="4381"/>
                      </a:lnTo>
                      <a:lnTo>
                        <a:pt x="6797" y="4362"/>
                      </a:lnTo>
                      <a:lnTo>
                        <a:pt x="6795" y="4356"/>
                      </a:lnTo>
                      <a:lnTo>
                        <a:pt x="6793" y="4352"/>
                      </a:lnTo>
                      <a:lnTo>
                        <a:pt x="6789" y="4349"/>
                      </a:lnTo>
                      <a:lnTo>
                        <a:pt x="6787" y="4346"/>
                      </a:lnTo>
                      <a:lnTo>
                        <a:pt x="6783" y="4345"/>
                      </a:lnTo>
                      <a:lnTo>
                        <a:pt x="6780" y="4346"/>
                      </a:lnTo>
                      <a:lnTo>
                        <a:pt x="6776" y="4348"/>
                      </a:lnTo>
                      <a:lnTo>
                        <a:pt x="6772" y="4351"/>
                      </a:lnTo>
                      <a:lnTo>
                        <a:pt x="6768" y="4356"/>
                      </a:lnTo>
                      <a:lnTo>
                        <a:pt x="6766" y="4362"/>
                      </a:lnTo>
                      <a:lnTo>
                        <a:pt x="6764" y="4368"/>
                      </a:lnTo>
                      <a:lnTo>
                        <a:pt x="6764" y="4375"/>
                      </a:lnTo>
                      <a:lnTo>
                        <a:pt x="6767" y="4389"/>
                      </a:lnTo>
                      <a:lnTo>
                        <a:pt x="6770" y="4402"/>
                      </a:lnTo>
                      <a:lnTo>
                        <a:pt x="6773" y="4407"/>
                      </a:lnTo>
                      <a:lnTo>
                        <a:pt x="6772" y="4412"/>
                      </a:lnTo>
                      <a:lnTo>
                        <a:pt x="6769" y="4415"/>
                      </a:lnTo>
                      <a:lnTo>
                        <a:pt x="6767" y="4418"/>
                      </a:lnTo>
                      <a:lnTo>
                        <a:pt x="6757" y="4422"/>
                      </a:lnTo>
                      <a:lnTo>
                        <a:pt x="6747" y="4426"/>
                      </a:lnTo>
                      <a:lnTo>
                        <a:pt x="6732" y="4431"/>
                      </a:lnTo>
                      <a:lnTo>
                        <a:pt x="6723" y="4436"/>
                      </a:lnTo>
                      <a:lnTo>
                        <a:pt x="6718" y="4437"/>
                      </a:lnTo>
                      <a:lnTo>
                        <a:pt x="6712" y="4439"/>
                      </a:lnTo>
                      <a:lnTo>
                        <a:pt x="6705" y="4440"/>
                      </a:lnTo>
                      <a:lnTo>
                        <a:pt x="6696" y="4440"/>
                      </a:lnTo>
                      <a:lnTo>
                        <a:pt x="6688" y="4439"/>
                      </a:lnTo>
                      <a:lnTo>
                        <a:pt x="6682" y="4438"/>
                      </a:lnTo>
                      <a:lnTo>
                        <a:pt x="6676" y="4434"/>
                      </a:lnTo>
                      <a:lnTo>
                        <a:pt x="6673" y="4431"/>
                      </a:lnTo>
                      <a:lnTo>
                        <a:pt x="6666" y="4420"/>
                      </a:lnTo>
                      <a:lnTo>
                        <a:pt x="6660" y="4405"/>
                      </a:lnTo>
                      <a:lnTo>
                        <a:pt x="6653" y="4387"/>
                      </a:lnTo>
                      <a:lnTo>
                        <a:pt x="6647" y="4369"/>
                      </a:lnTo>
                      <a:lnTo>
                        <a:pt x="6643" y="4361"/>
                      </a:lnTo>
                      <a:lnTo>
                        <a:pt x="6640" y="4354"/>
                      </a:lnTo>
                      <a:lnTo>
                        <a:pt x="6636" y="4349"/>
                      </a:lnTo>
                      <a:lnTo>
                        <a:pt x="6633" y="4345"/>
                      </a:lnTo>
                      <a:lnTo>
                        <a:pt x="6629" y="4344"/>
                      </a:lnTo>
                      <a:lnTo>
                        <a:pt x="6627" y="4344"/>
                      </a:lnTo>
                      <a:lnTo>
                        <a:pt x="6623" y="4345"/>
                      </a:lnTo>
                      <a:lnTo>
                        <a:pt x="6621" y="4348"/>
                      </a:lnTo>
                      <a:lnTo>
                        <a:pt x="6615" y="4354"/>
                      </a:lnTo>
                      <a:lnTo>
                        <a:pt x="6609" y="4358"/>
                      </a:lnTo>
                      <a:lnTo>
                        <a:pt x="6605" y="4359"/>
                      </a:lnTo>
                      <a:lnTo>
                        <a:pt x="6600" y="4358"/>
                      </a:lnTo>
                      <a:lnTo>
                        <a:pt x="6596" y="4357"/>
                      </a:lnTo>
                      <a:lnTo>
                        <a:pt x="6592" y="4354"/>
                      </a:lnTo>
                      <a:lnTo>
                        <a:pt x="6587" y="4349"/>
                      </a:lnTo>
                      <a:lnTo>
                        <a:pt x="6584" y="4342"/>
                      </a:lnTo>
                      <a:lnTo>
                        <a:pt x="6580" y="4335"/>
                      </a:lnTo>
                      <a:lnTo>
                        <a:pt x="6578" y="4326"/>
                      </a:lnTo>
                      <a:lnTo>
                        <a:pt x="6577" y="4317"/>
                      </a:lnTo>
                      <a:lnTo>
                        <a:pt x="6574" y="4307"/>
                      </a:lnTo>
                      <a:lnTo>
                        <a:pt x="6572" y="4299"/>
                      </a:lnTo>
                      <a:lnTo>
                        <a:pt x="6568" y="4292"/>
                      </a:lnTo>
                      <a:lnTo>
                        <a:pt x="6564" y="4285"/>
                      </a:lnTo>
                      <a:lnTo>
                        <a:pt x="6559" y="4279"/>
                      </a:lnTo>
                      <a:lnTo>
                        <a:pt x="6553" y="4275"/>
                      </a:lnTo>
                      <a:lnTo>
                        <a:pt x="6546" y="4273"/>
                      </a:lnTo>
                      <a:lnTo>
                        <a:pt x="6537" y="4273"/>
                      </a:lnTo>
                      <a:lnTo>
                        <a:pt x="6529" y="4272"/>
                      </a:lnTo>
                      <a:lnTo>
                        <a:pt x="6521" y="4272"/>
                      </a:lnTo>
                      <a:lnTo>
                        <a:pt x="6514" y="4274"/>
                      </a:lnTo>
                      <a:lnTo>
                        <a:pt x="6510" y="4275"/>
                      </a:lnTo>
                      <a:lnTo>
                        <a:pt x="6507" y="4276"/>
                      </a:lnTo>
                      <a:lnTo>
                        <a:pt x="6503" y="4280"/>
                      </a:lnTo>
                      <a:lnTo>
                        <a:pt x="6499" y="4282"/>
                      </a:lnTo>
                      <a:lnTo>
                        <a:pt x="6497" y="4287"/>
                      </a:lnTo>
                      <a:lnTo>
                        <a:pt x="6495" y="4292"/>
                      </a:lnTo>
                      <a:lnTo>
                        <a:pt x="6492" y="4296"/>
                      </a:lnTo>
                      <a:lnTo>
                        <a:pt x="6490" y="4304"/>
                      </a:lnTo>
                      <a:lnTo>
                        <a:pt x="6487" y="4324"/>
                      </a:lnTo>
                      <a:lnTo>
                        <a:pt x="6486" y="4338"/>
                      </a:lnTo>
                      <a:lnTo>
                        <a:pt x="6485" y="4344"/>
                      </a:lnTo>
                      <a:lnTo>
                        <a:pt x="6483" y="4348"/>
                      </a:lnTo>
                      <a:lnTo>
                        <a:pt x="6478" y="4351"/>
                      </a:lnTo>
                      <a:lnTo>
                        <a:pt x="6472" y="4354"/>
                      </a:lnTo>
                      <a:lnTo>
                        <a:pt x="6464" y="4355"/>
                      </a:lnTo>
                      <a:lnTo>
                        <a:pt x="6455" y="4356"/>
                      </a:lnTo>
                      <a:lnTo>
                        <a:pt x="6451" y="4357"/>
                      </a:lnTo>
                      <a:lnTo>
                        <a:pt x="6447" y="4358"/>
                      </a:lnTo>
                      <a:lnTo>
                        <a:pt x="6445" y="4361"/>
                      </a:lnTo>
                      <a:lnTo>
                        <a:pt x="6441" y="4363"/>
                      </a:lnTo>
                      <a:lnTo>
                        <a:pt x="6435" y="4373"/>
                      </a:lnTo>
                      <a:lnTo>
                        <a:pt x="6430" y="4380"/>
                      </a:lnTo>
                      <a:lnTo>
                        <a:pt x="6427" y="4387"/>
                      </a:lnTo>
                      <a:lnTo>
                        <a:pt x="6426" y="4393"/>
                      </a:lnTo>
                      <a:lnTo>
                        <a:pt x="6424" y="4398"/>
                      </a:lnTo>
                      <a:lnTo>
                        <a:pt x="6423" y="4401"/>
                      </a:lnTo>
                      <a:lnTo>
                        <a:pt x="6422" y="4405"/>
                      </a:lnTo>
                      <a:lnTo>
                        <a:pt x="6420" y="4407"/>
                      </a:lnTo>
                      <a:lnTo>
                        <a:pt x="6414" y="4413"/>
                      </a:lnTo>
                      <a:lnTo>
                        <a:pt x="6408" y="4419"/>
                      </a:lnTo>
                      <a:lnTo>
                        <a:pt x="6407" y="4420"/>
                      </a:lnTo>
                      <a:lnTo>
                        <a:pt x="6405" y="4422"/>
                      </a:lnTo>
                      <a:lnTo>
                        <a:pt x="6405" y="4425"/>
                      </a:lnTo>
                      <a:lnTo>
                        <a:pt x="6407" y="4427"/>
                      </a:lnTo>
                      <a:lnTo>
                        <a:pt x="6409" y="4433"/>
                      </a:lnTo>
                      <a:lnTo>
                        <a:pt x="6413" y="4440"/>
                      </a:lnTo>
                      <a:lnTo>
                        <a:pt x="6417" y="4447"/>
                      </a:lnTo>
                      <a:lnTo>
                        <a:pt x="6421" y="4455"/>
                      </a:lnTo>
                      <a:lnTo>
                        <a:pt x="6423" y="4462"/>
                      </a:lnTo>
                      <a:lnTo>
                        <a:pt x="6423" y="4470"/>
                      </a:lnTo>
                      <a:lnTo>
                        <a:pt x="6422" y="4485"/>
                      </a:lnTo>
                      <a:lnTo>
                        <a:pt x="6423" y="4502"/>
                      </a:lnTo>
                      <a:lnTo>
                        <a:pt x="6423" y="4509"/>
                      </a:lnTo>
                      <a:lnTo>
                        <a:pt x="6422" y="4516"/>
                      </a:lnTo>
                      <a:lnTo>
                        <a:pt x="6421" y="4522"/>
                      </a:lnTo>
                      <a:lnTo>
                        <a:pt x="6419" y="4527"/>
                      </a:lnTo>
                      <a:lnTo>
                        <a:pt x="6417" y="4529"/>
                      </a:lnTo>
                      <a:lnTo>
                        <a:pt x="6415" y="4531"/>
                      </a:lnTo>
                      <a:lnTo>
                        <a:pt x="6413" y="4531"/>
                      </a:lnTo>
                      <a:lnTo>
                        <a:pt x="6410" y="4531"/>
                      </a:lnTo>
                      <a:lnTo>
                        <a:pt x="6404" y="4529"/>
                      </a:lnTo>
                      <a:lnTo>
                        <a:pt x="6398" y="4527"/>
                      </a:lnTo>
                      <a:lnTo>
                        <a:pt x="6394" y="4524"/>
                      </a:lnTo>
                      <a:lnTo>
                        <a:pt x="6388" y="4521"/>
                      </a:lnTo>
                      <a:lnTo>
                        <a:pt x="6385" y="4520"/>
                      </a:lnTo>
                      <a:lnTo>
                        <a:pt x="6382" y="4521"/>
                      </a:lnTo>
                      <a:lnTo>
                        <a:pt x="6378" y="4522"/>
                      </a:lnTo>
                      <a:lnTo>
                        <a:pt x="6375" y="4525"/>
                      </a:lnTo>
                      <a:lnTo>
                        <a:pt x="6356" y="4538"/>
                      </a:lnTo>
                      <a:lnTo>
                        <a:pt x="6332" y="4552"/>
                      </a:lnTo>
                      <a:lnTo>
                        <a:pt x="6309" y="4566"/>
                      </a:lnTo>
                      <a:lnTo>
                        <a:pt x="6294" y="4576"/>
                      </a:lnTo>
                      <a:lnTo>
                        <a:pt x="6290" y="4578"/>
                      </a:lnTo>
                      <a:lnTo>
                        <a:pt x="6288" y="4579"/>
                      </a:lnTo>
                      <a:lnTo>
                        <a:pt x="6285" y="4579"/>
                      </a:lnTo>
                      <a:lnTo>
                        <a:pt x="6284" y="4577"/>
                      </a:lnTo>
                      <a:lnTo>
                        <a:pt x="6284" y="4571"/>
                      </a:lnTo>
                      <a:lnTo>
                        <a:pt x="6285" y="4558"/>
                      </a:lnTo>
                      <a:lnTo>
                        <a:pt x="6287" y="4547"/>
                      </a:lnTo>
                      <a:lnTo>
                        <a:pt x="6288" y="4538"/>
                      </a:lnTo>
                      <a:lnTo>
                        <a:pt x="6288" y="4533"/>
                      </a:lnTo>
                      <a:lnTo>
                        <a:pt x="6287" y="4529"/>
                      </a:lnTo>
                      <a:lnTo>
                        <a:pt x="6285" y="4528"/>
                      </a:lnTo>
                      <a:lnTo>
                        <a:pt x="6281" y="4526"/>
                      </a:lnTo>
                      <a:lnTo>
                        <a:pt x="6274" y="4522"/>
                      </a:lnTo>
                      <a:lnTo>
                        <a:pt x="6265" y="4519"/>
                      </a:lnTo>
                      <a:lnTo>
                        <a:pt x="6258" y="4515"/>
                      </a:lnTo>
                      <a:lnTo>
                        <a:pt x="6254" y="4512"/>
                      </a:lnTo>
                      <a:lnTo>
                        <a:pt x="6250" y="4508"/>
                      </a:lnTo>
                      <a:lnTo>
                        <a:pt x="6246" y="4503"/>
                      </a:lnTo>
                      <a:lnTo>
                        <a:pt x="6243" y="4497"/>
                      </a:lnTo>
                      <a:lnTo>
                        <a:pt x="6240" y="4493"/>
                      </a:lnTo>
                      <a:lnTo>
                        <a:pt x="6235" y="4494"/>
                      </a:lnTo>
                      <a:lnTo>
                        <a:pt x="6231" y="4496"/>
                      </a:lnTo>
                      <a:lnTo>
                        <a:pt x="6225" y="4496"/>
                      </a:lnTo>
                      <a:lnTo>
                        <a:pt x="6218" y="4496"/>
                      </a:lnTo>
                      <a:lnTo>
                        <a:pt x="6214" y="4495"/>
                      </a:lnTo>
                      <a:lnTo>
                        <a:pt x="6209" y="4494"/>
                      </a:lnTo>
                      <a:lnTo>
                        <a:pt x="6206" y="4491"/>
                      </a:lnTo>
                      <a:lnTo>
                        <a:pt x="6202" y="4488"/>
                      </a:lnTo>
                      <a:lnTo>
                        <a:pt x="6189" y="4472"/>
                      </a:lnTo>
                      <a:lnTo>
                        <a:pt x="6177" y="4459"/>
                      </a:lnTo>
                      <a:lnTo>
                        <a:pt x="6162" y="4451"/>
                      </a:lnTo>
                      <a:lnTo>
                        <a:pt x="6146" y="4444"/>
                      </a:lnTo>
                      <a:lnTo>
                        <a:pt x="6133" y="4432"/>
                      </a:lnTo>
                      <a:lnTo>
                        <a:pt x="6117" y="4415"/>
                      </a:lnTo>
                      <a:lnTo>
                        <a:pt x="6096" y="4398"/>
                      </a:lnTo>
                      <a:lnTo>
                        <a:pt x="6082" y="4384"/>
                      </a:lnTo>
                      <a:lnTo>
                        <a:pt x="6075" y="4374"/>
                      </a:lnTo>
                      <a:lnTo>
                        <a:pt x="6068" y="4365"/>
                      </a:lnTo>
                      <a:lnTo>
                        <a:pt x="6062" y="4368"/>
                      </a:lnTo>
                      <a:lnTo>
                        <a:pt x="6054" y="4373"/>
                      </a:lnTo>
                      <a:lnTo>
                        <a:pt x="6046" y="4375"/>
                      </a:lnTo>
                      <a:lnTo>
                        <a:pt x="6038" y="4374"/>
                      </a:lnTo>
                      <a:lnTo>
                        <a:pt x="6030" y="4373"/>
                      </a:lnTo>
                      <a:lnTo>
                        <a:pt x="6024" y="4369"/>
                      </a:lnTo>
                      <a:lnTo>
                        <a:pt x="6018" y="4365"/>
                      </a:lnTo>
                      <a:lnTo>
                        <a:pt x="6013" y="4359"/>
                      </a:lnTo>
                      <a:lnTo>
                        <a:pt x="6010" y="4354"/>
                      </a:lnTo>
                      <a:lnTo>
                        <a:pt x="6008" y="4346"/>
                      </a:lnTo>
                      <a:lnTo>
                        <a:pt x="6007" y="4339"/>
                      </a:lnTo>
                      <a:lnTo>
                        <a:pt x="6007" y="4332"/>
                      </a:lnTo>
                      <a:lnTo>
                        <a:pt x="6007" y="4330"/>
                      </a:lnTo>
                      <a:lnTo>
                        <a:pt x="6006" y="4327"/>
                      </a:lnTo>
                      <a:lnTo>
                        <a:pt x="6004" y="4326"/>
                      </a:lnTo>
                      <a:lnTo>
                        <a:pt x="6001" y="4324"/>
                      </a:lnTo>
                      <a:lnTo>
                        <a:pt x="5993" y="4323"/>
                      </a:lnTo>
                      <a:lnTo>
                        <a:pt x="5983" y="4323"/>
                      </a:lnTo>
                      <a:lnTo>
                        <a:pt x="5963" y="4325"/>
                      </a:lnTo>
                      <a:lnTo>
                        <a:pt x="5943" y="4327"/>
                      </a:lnTo>
                      <a:lnTo>
                        <a:pt x="5930" y="4329"/>
                      </a:lnTo>
                      <a:lnTo>
                        <a:pt x="5918" y="4331"/>
                      </a:lnTo>
                      <a:lnTo>
                        <a:pt x="5912" y="4329"/>
                      </a:lnTo>
                      <a:lnTo>
                        <a:pt x="5904" y="4324"/>
                      </a:lnTo>
                      <a:lnTo>
                        <a:pt x="5894" y="4318"/>
                      </a:lnTo>
                      <a:lnTo>
                        <a:pt x="5886" y="4310"/>
                      </a:lnTo>
                      <a:lnTo>
                        <a:pt x="5873" y="4296"/>
                      </a:lnTo>
                      <a:lnTo>
                        <a:pt x="5861" y="4285"/>
                      </a:lnTo>
                      <a:lnTo>
                        <a:pt x="5854" y="4280"/>
                      </a:lnTo>
                      <a:lnTo>
                        <a:pt x="5846" y="4277"/>
                      </a:lnTo>
                      <a:lnTo>
                        <a:pt x="5836" y="4275"/>
                      </a:lnTo>
                      <a:lnTo>
                        <a:pt x="5824" y="4276"/>
                      </a:lnTo>
                      <a:lnTo>
                        <a:pt x="5799" y="4281"/>
                      </a:lnTo>
                      <a:lnTo>
                        <a:pt x="5774" y="4288"/>
                      </a:lnTo>
                      <a:lnTo>
                        <a:pt x="5749" y="4295"/>
                      </a:lnTo>
                      <a:lnTo>
                        <a:pt x="5722" y="4302"/>
                      </a:lnTo>
                      <a:lnTo>
                        <a:pt x="5708" y="4305"/>
                      </a:lnTo>
                      <a:lnTo>
                        <a:pt x="5696" y="4310"/>
                      </a:lnTo>
                      <a:lnTo>
                        <a:pt x="5686" y="4314"/>
                      </a:lnTo>
                      <a:lnTo>
                        <a:pt x="5678" y="4319"/>
                      </a:lnTo>
                      <a:lnTo>
                        <a:pt x="5666" y="4331"/>
                      </a:lnTo>
                      <a:lnTo>
                        <a:pt x="5655" y="4344"/>
                      </a:lnTo>
                      <a:lnTo>
                        <a:pt x="5647" y="4357"/>
                      </a:lnTo>
                      <a:lnTo>
                        <a:pt x="5641" y="4371"/>
                      </a:lnTo>
                      <a:lnTo>
                        <a:pt x="5638" y="4379"/>
                      </a:lnTo>
                      <a:lnTo>
                        <a:pt x="5634" y="4386"/>
                      </a:lnTo>
                      <a:lnTo>
                        <a:pt x="5629" y="4392"/>
                      </a:lnTo>
                      <a:lnTo>
                        <a:pt x="5623" y="4396"/>
                      </a:lnTo>
                      <a:lnTo>
                        <a:pt x="5616" y="4400"/>
                      </a:lnTo>
                      <a:lnTo>
                        <a:pt x="5607" y="4403"/>
                      </a:lnTo>
                      <a:lnTo>
                        <a:pt x="5596" y="4407"/>
                      </a:lnTo>
                      <a:lnTo>
                        <a:pt x="5585" y="4411"/>
                      </a:lnTo>
                      <a:lnTo>
                        <a:pt x="5560" y="4418"/>
                      </a:lnTo>
                      <a:lnTo>
                        <a:pt x="5538" y="4425"/>
                      </a:lnTo>
                      <a:lnTo>
                        <a:pt x="5514" y="4434"/>
                      </a:lnTo>
                      <a:lnTo>
                        <a:pt x="5487" y="4444"/>
                      </a:lnTo>
                      <a:lnTo>
                        <a:pt x="5456" y="4455"/>
                      </a:lnTo>
                      <a:lnTo>
                        <a:pt x="5425" y="4466"/>
                      </a:lnTo>
                      <a:lnTo>
                        <a:pt x="5393" y="4478"/>
                      </a:lnTo>
                      <a:lnTo>
                        <a:pt x="5361" y="4488"/>
                      </a:lnTo>
                      <a:lnTo>
                        <a:pt x="5345" y="4491"/>
                      </a:lnTo>
                      <a:lnTo>
                        <a:pt x="5331" y="4495"/>
                      </a:lnTo>
                      <a:lnTo>
                        <a:pt x="5318" y="4497"/>
                      </a:lnTo>
                      <a:lnTo>
                        <a:pt x="5305" y="4499"/>
                      </a:lnTo>
                      <a:lnTo>
                        <a:pt x="5283" y="4499"/>
                      </a:lnTo>
                      <a:lnTo>
                        <a:pt x="5267" y="4497"/>
                      </a:lnTo>
                      <a:lnTo>
                        <a:pt x="5250" y="4495"/>
                      </a:lnTo>
                      <a:lnTo>
                        <a:pt x="5231" y="4496"/>
                      </a:lnTo>
                      <a:lnTo>
                        <a:pt x="5219" y="4499"/>
                      </a:lnTo>
                      <a:lnTo>
                        <a:pt x="5210" y="4503"/>
                      </a:lnTo>
                      <a:lnTo>
                        <a:pt x="5201" y="4508"/>
                      </a:lnTo>
                      <a:lnTo>
                        <a:pt x="5193" y="4515"/>
                      </a:lnTo>
                      <a:lnTo>
                        <a:pt x="5177" y="4529"/>
                      </a:lnTo>
                      <a:lnTo>
                        <a:pt x="5166" y="4543"/>
                      </a:lnTo>
                      <a:lnTo>
                        <a:pt x="5148" y="4558"/>
                      </a:lnTo>
                      <a:lnTo>
                        <a:pt x="5123" y="4578"/>
                      </a:lnTo>
                      <a:lnTo>
                        <a:pt x="5095" y="4600"/>
                      </a:lnTo>
                      <a:lnTo>
                        <a:pt x="5073" y="4617"/>
                      </a:lnTo>
                      <a:lnTo>
                        <a:pt x="5063" y="4626"/>
                      </a:lnTo>
                      <a:lnTo>
                        <a:pt x="5055" y="4635"/>
                      </a:lnTo>
                      <a:lnTo>
                        <a:pt x="5048" y="4646"/>
                      </a:lnTo>
                      <a:lnTo>
                        <a:pt x="5042" y="4657"/>
                      </a:lnTo>
                      <a:lnTo>
                        <a:pt x="5036" y="4669"/>
                      </a:lnTo>
                      <a:lnTo>
                        <a:pt x="5032" y="4679"/>
                      </a:lnTo>
                      <a:lnTo>
                        <a:pt x="5029" y="4690"/>
                      </a:lnTo>
                      <a:lnTo>
                        <a:pt x="5027" y="4701"/>
                      </a:lnTo>
                      <a:lnTo>
                        <a:pt x="5025" y="4705"/>
                      </a:lnTo>
                      <a:lnTo>
                        <a:pt x="5023" y="4708"/>
                      </a:lnTo>
                      <a:lnTo>
                        <a:pt x="5021" y="4710"/>
                      </a:lnTo>
                      <a:lnTo>
                        <a:pt x="5018" y="4711"/>
                      </a:lnTo>
                      <a:lnTo>
                        <a:pt x="5011" y="4712"/>
                      </a:lnTo>
                      <a:lnTo>
                        <a:pt x="5003" y="4711"/>
                      </a:lnTo>
                      <a:lnTo>
                        <a:pt x="4993" y="4709"/>
                      </a:lnTo>
                      <a:lnTo>
                        <a:pt x="4983" y="4707"/>
                      </a:lnTo>
                      <a:lnTo>
                        <a:pt x="4972" y="4705"/>
                      </a:lnTo>
                      <a:lnTo>
                        <a:pt x="4961" y="4708"/>
                      </a:lnTo>
                      <a:lnTo>
                        <a:pt x="4958" y="4709"/>
                      </a:lnTo>
                      <a:lnTo>
                        <a:pt x="4954" y="4711"/>
                      </a:lnTo>
                      <a:lnTo>
                        <a:pt x="4950" y="4715"/>
                      </a:lnTo>
                      <a:lnTo>
                        <a:pt x="4947" y="4718"/>
                      </a:lnTo>
                      <a:lnTo>
                        <a:pt x="4943" y="4722"/>
                      </a:lnTo>
                      <a:lnTo>
                        <a:pt x="4940" y="4726"/>
                      </a:lnTo>
                      <a:lnTo>
                        <a:pt x="4934" y="4728"/>
                      </a:lnTo>
                      <a:lnTo>
                        <a:pt x="4928" y="4730"/>
                      </a:lnTo>
                      <a:lnTo>
                        <a:pt x="4916" y="4732"/>
                      </a:lnTo>
                      <a:lnTo>
                        <a:pt x="4902" y="4733"/>
                      </a:lnTo>
                      <a:lnTo>
                        <a:pt x="4886" y="4733"/>
                      </a:lnTo>
                      <a:lnTo>
                        <a:pt x="4871" y="4732"/>
                      </a:lnTo>
                      <a:lnTo>
                        <a:pt x="4839" y="4730"/>
                      </a:lnTo>
                      <a:lnTo>
                        <a:pt x="4811" y="4729"/>
                      </a:lnTo>
                      <a:lnTo>
                        <a:pt x="4791" y="4729"/>
                      </a:lnTo>
                      <a:lnTo>
                        <a:pt x="4774" y="4728"/>
                      </a:lnTo>
                      <a:lnTo>
                        <a:pt x="4759" y="4728"/>
                      </a:lnTo>
                      <a:lnTo>
                        <a:pt x="4745" y="4727"/>
                      </a:lnTo>
                      <a:lnTo>
                        <a:pt x="4740" y="4726"/>
                      </a:lnTo>
                      <a:lnTo>
                        <a:pt x="4734" y="4723"/>
                      </a:lnTo>
                      <a:lnTo>
                        <a:pt x="4729" y="4721"/>
                      </a:lnTo>
                      <a:lnTo>
                        <a:pt x="4725" y="4718"/>
                      </a:lnTo>
                      <a:lnTo>
                        <a:pt x="4716" y="4712"/>
                      </a:lnTo>
                      <a:lnTo>
                        <a:pt x="4707" y="4707"/>
                      </a:lnTo>
                      <a:lnTo>
                        <a:pt x="4694" y="4703"/>
                      </a:lnTo>
                      <a:lnTo>
                        <a:pt x="4676" y="4702"/>
                      </a:lnTo>
                      <a:lnTo>
                        <a:pt x="4656" y="4701"/>
                      </a:lnTo>
                      <a:lnTo>
                        <a:pt x="4638" y="4698"/>
                      </a:lnTo>
                      <a:lnTo>
                        <a:pt x="4620" y="4691"/>
                      </a:lnTo>
                      <a:lnTo>
                        <a:pt x="4606" y="4684"/>
                      </a:lnTo>
                      <a:lnTo>
                        <a:pt x="4595" y="4677"/>
                      </a:lnTo>
                      <a:lnTo>
                        <a:pt x="4587" y="4671"/>
                      </a:lnTo>
                      <a:lnTo>
                        <a:pt x="4581" y="4667"/>
                      </a:lnTo>
                      <a:lnTo>
                        <a:pt x="4574" y="4664"/>
                      </a:lnTo>
                      <a:lnTo>
                        <a:pt x="4568" y="4663"/>
                      </a:lnTo>
                      <a:lnTo>
                        <a:pt x="4559" y="4660"/>
                      </a:lnTo>
                      <a:lnTo>
                        <a:pt x="4550" y="4660"/>
                      </a:lnTo>
                      <a:lnTo>
                        <a:pt x="4538" y="4660"/>
                      </a:lnTo>
                      <a:lnTo>
                        <a:pt x="4524" y="4663"/>
                      </a:lnTo>
                      <a:lnTo>
                        <a:pt x="4506" y="4664"/>
                      </a:lnTo>
                      <a:lnTo>
                        <a:pt x="4490" y="4666"/>
                      </a:lnTo>
                      <a:lnTo>
                        <a:pt x="4477" y="4669"/>
                      </a:lnTo>
                      <a:lnTo>
                        <a:pt x="4464" y="4670"/>
                      </a:lnTo>
                      <a:lnTo>
                        <a:pt x="4452" y="4670"/>
                      </a:lnTo>
                      <a:lnTo>
                        <a:pt x="4435" y="4670"/>
                      </a:lnTo>
                      <a:lnTo>
                        <a:pt x="4418" y="4669"/>
                      </a:lnTo>
                      <a:lnTo>
                        <a:pt x="4404" y="4666"/>
                      </a:lnTo>
                      <a:lnTo>
                        <a:pt x="4391" y="4665"/>
                      </a:lnTo>
                      <a:lnTo>
                        <a:pt x="4370" y="4664"/>
                      </a:lnTo>
                      <a:lnTo>
                        <a:pt x="4356" y="4663"/>
                      </a:lnTo>
                      <a:lnTo>
                        <a:pt x="4354" y="4660"/>
                      </a:lnTo>
                      <a:lnTo>
                        <a:pt x="4352" y="4657"/>
                      </a:lnTo>
                      <a:lnTo>
                        <a:pt x="4352" y="4654"/>
                      </a:lnTo>
                      <a:lnTo>
                        <a:pt x="4352" y="4651"/>
                      </a:lnTo>
                      <a:lnTo>
                        <a:pt x="4355" y="4641"/>
                      </a:lnTo>
                      <a:lnTo>
                        <a:pt x="4358" y="4632"/>
                      </a:lnTo>
                      <a:lnTo>
                        <a:pt x="4360" y="4622"/>
                      </a:lnTo>
                      <a:lnTo>
                        <a:pt x="4360" y="4614"/>
                      </a:lnTo>
                      <a:lnTo>
                        <a:pt x="4360" y="4606"/>
                      </a:lnTo>
                      <a:lnTo>
                        <a:pt x="4357" y="4600"/>
                      </a:lnTo>
                      <a:lnTo>
                        <a:pt x="4351" y="4587"/>
                      </a:lnTo>
                      <a:lnTo>
                        <a:pt x="4344" y="4572"/>
                      </a:lnTo>
                      <a:lnTo>
                        <a:pt x="4342" y="4564"/>
                      </a:lnTo>
                      <a:lnTo>
                        <a:pt x="4342" y="4556"/>
                      </a:lnTo>
                      <a:lnTo>
                        <a:pt x="4342" y="4546"/>
                      </a:lnTo>
                      <a:lnTo>
                        <a:pt x="4345" y="4537"/>
                      </a:lnTo>
                      <a:lnTo>
                        <a:pt x="4349" y="4527"/>
                      </a:lnTo>
                      <a:lnTo>
                        <a:pt x="4354" y="4518"/>
                      </a:lnTo>
                      <a:lnTo>
                        <a:pt x="4360" y="4509"/>
                      </a:lnTo>
                      <a:lnTo>
                        <a:pt x="4367" y="4501"/>
                      </a:lnTo>
                      <a:lnTo>
                        <a:pt x="4379" y="4489"/>
                      </a:lnTo>
                      <a:lnTo>
                        <a:pt x="4388" y="4480"/>
                      </a:lnTo>
                      <a:lnTo>
                        <a:pt x="4391" y="4475"/>
                      </a:lnTo>
                      <a:lnTo>
                        <a:pt x="4391" y="4470"/>
                      </a:lnTo>
                      <a:lnTo>
                        <a:pt x="4389" y="4465"/>
                      </a:lnTo>
                      <a:lnTo>
                        <a:pt x="4386" y="4458"/>
                      </a:lnTo>
                      <a:lnTo>
                        <a:pt x="4377" y="4439"/>
                      </a:lnTo>
                      <a:lnTo>
                        <a:pt x="4372" y="4420"/>
                      </a:lnTo>
                      <a:lnTo>
                        <a:pt x="4368" y="4411"/>
                      </a:lnTo>
                      <a:lnTo>
                        <a:pt x="4363" y="4402"/>
                      </a:lnTo>
                      <a:lnTo>
                        <a:pt x="4361" y="4399"/>
                      </a:lnTo>
                      <a:lnTo>
                        <a:pt x="4356" y="4396"/>
                      </a:lnTo>
                      <a:lnTo>
                        <a:pt x="4352" y="4394"/>
                      </a:lnTo>
                      <a:lnTo>
                        <a:pt x="4348" y="4393"/>
                      </a:lnTo>
                      <a:lnTo>
                        <a:pt x="4323" y="4387"/>
                      </a:lnTo>
                      <a:lnTo>
                        <a:pt x="4293" y="4380"/>
                      </a:lnTo>
                      <a:lnTo>
                        <a:pt x="4266" y="4371"/>
                      </a:lnTo>
                      <a:lnTo>
                        <a:pt x="4243" y="4364"/>
                      </a:lnTo>
                      <a:lnTo>
                        <a:pt x="4240" y="4362"/>
                      </a:lnTo>
                      <a:lnTo>
                        <a:pt x="4237" y="4359"/>
                      </a:lnTo>
                      <a:lnTo>
                        <a:pt x="4234" y="4357"/>
                      </a:lnTo>
                      <a:lnTo>
                        <a:pt x="4231" y="4354"/>
                      </a:lnTo>
                      <a:lnTo>
                        <a:pt x="4229" y="4346"/>
                      </a:lnTo>
                      <a:lnTo>
                        <a:pt x="4226" y="4337"/>
                      </a:lnTo>
                      <a:lnTo>
                        <a:pt x="4226" y="4327"/>
                      </a:lnTo>
                      <a:lnTo>
                        <a:pt x="4228" y="4317"/>
                      </a:lnTo>
                      <a:lnTo>
                        <a:pt x="4230" y="4304"/>
                      </a:lnTo>
                      <a:lnTo>
                        <a:pt x="4234" y="4289"/>
                      </a:lnTo>
                      <a:lnTo>
                        <a:pt x="4237" y="4276"/>
                      </a:lnTo>
                      <a:lnTo>
                        <a:pt x="4242" y="4262"/>
                      </a:lnTo>
                      <a:lnTo>
                        <a:pt x="4244" y="4255"/>
                      </a:lnTo>
                      <a:lnTo>
                        <a:pt x="4245" y="4248"/>
                      </a:lnTo>
                      <a:lnTo>
                        <a:pt x="4245" y="4242"/>
                      </a:lnTo>
                      <a:lnTo>
                        <a:pt x="4244" y="4235"/>
                      </a:lnTo>
                      <a:lnTo>
                        <a:pt x="4234" y="4225"/>
                      </a:lnTo>
                      <a:lnTo>
                        <a:pt x="4225" y="4216"/>
                      </a:lnTo>
                      <a:lnTo>
                        <a:pt x="4226" y="4212"/>
                      </a:lnTo>
                      <a:lnTo>
                        <a:pt x="4229" y="4210"/>
                      </a:lnTo>
                      <a:lnTo>
                        <a:pt x="4232" y="4209"/>
                      </a:lnTo>
                      <a:lnTo>
                        <a:pt x="4237" y="4206"/>
                      </a:lnTo>
                      <a:lnTo>
                        <a:pt x="4241" y="4204"/>
                      </a:lnTo>
                      <a:lnTo>
                        <a:pt x="4244" y="4201"/>
                      </a:lnTo>
                      <a:lnTo>
                        <a:pt x="4245" y="4199"/>
                      </a:lnTo>
                      <a:lnTo>
                        <a:pt x="4244" y="4194"/>
                      </a:lnTo>
                      <a:lnTo>
                        <a:pt x="4242" y="4190"/>
                      </a:lnTo>
                      <a:lnTo>
                        <a:pt x="4238" y="4186"/>
                      </a:lnTo>
                      <a:lnTo>
                        <a:pt x="4234" y="4184"/>
                      </a:lnTo>
                      <a:lnTo>
                        <a:pt x="4229" y="4180"/>
                      </a:lnTo>
                      <a:lnTo>
                        <a:pt x="4219" y="4175"/>
                      </a:lnTo>
                      <a:lnTo>
                        <a:pt x="4211" y="4171"/>
                      </a:lnTo>
                      <a:lnTo>
                        <a:pt x="4202" y="4160"/>
                      </a:lnTo>
                      <a:lnTo>
                        <a:pt x="4194" y="4151"/>
                      </a:lnTo>
                      <a:lnTo>
                        <a:pt x="4188" y="4143"/>
                      </a:lnTo>
                      <a:lnTo>
                        <a:pt x="4185" y="4136"/>
                      </a:lnTo>
                      <a:lnTo>
                        <a:pt x="4179" y="4124"/>
                      </a:lnTo>
                      <a:lnTo>
                        <a:pt x="4172" y="4115"/>
                      </a:lnTo>
                      <a:lnTo>
                        <a:pt x="4167" y="4111"/>
                      </a:lnTo>
                      <a:lnTo>
                        <a:pt x="4163" y="4109"/>
                      </a:lnTo>
                      <a:lnTo>
                        <a:pt x="4159" y="4106"/>
                      </a:lnTo>
                      <a:lnTo>
                        <a:pt x="4155" y="4106"/>
                      </a:lnTo>
                      <a:lnTo>
                        <a:pt x="4152" y="4106"/>
                      </a:lnTo>
                      <a:lnTo>
                        <a:pt x="4147" y="4109"/>
                      </a:lnTo>
                      <a:lnTo>
                        <a:pt x="4143" y="4112"/>
                      </a:lnTo>
                      <a:lnTo>
                        <a:pt x="4139" y="4116"/>
                      </a:lnTo>
                      <a:lnTo>
                        <a:pt x="4135" y="4119"/>
                      </a:lnTo>
                      <a:lnTo>
                        <a:pt x="4130" y="4123"/>
                      </a:lnTo>
                      <a:lnTo>
                        <a:pt x="4127" y="4124"/>
                      </a:lnTo>
                      <a:lnTo>
                        <a:pt x="4121" y="4125"/>
                      </a:lnTo>
                      <a:lnTo>
                        <a:pt x="4116" y="4127"/>
                      </a:lnTo>
                      <a:lnTo>
                        <a:pt x="4110" y="4127"/>
                      </a:lnTo>
                      <a:lnTo>
                        <a:pt x="4104" y="4125"/>
                      </a:lnTo>
                      <a:lnTo>
                        <a:pt x="4098" y="4124"/>
                      </a:lnTo>
                      <a:lnTo>
                        <a:pt x="4091" y="4122"/>
                      </a:lnTo>
                      <a:lnTo>
                        <a:pt x="4087" y="4121"/>
                      </a:lnTo>
                      <a:lnTo>
                        <a:pt x="4086" y="4122"/>
                      </a:lnTo>
                      <a:lnTo>
                        <a:pt x="4085" y="4128"/>
                      </a:lnTo>
                      <a:lnTo>
                        <a:pt x="4083" y="4135"/>
                      </a:lnTo>
                      <a:lnTo>
                        <a:pt x="4079" y="4141"/>
                      </a:lnTo>
                      <a:lnTo>
                        <a:pt x="4077" y="4143"/>
                      </a:lnTo>
                      <a:lnTo>
                        <a:pt x="4073" y="4148"/>
                      </a:lnTo>
                      <a:lnTo>
                        <a:pt x="4071" y="4149"/>
                      </a:lnTo>
                      <a:lnTo>
                        <a:pt x="4068" y="4149"/>
                      </a:lnTo>
                      <a:lnTo>
                        <a:pt x="4066" y="4149"/>
                      </a:lnTo>
                      <a:lnTo>
                        <a:pt x="4062" y="4148"/>
                      </a:lnTo>
                      <a:lnTo>
                        <a:pt x="4055" y="4143"/>
                      </a:lnTo>
                      <a:lnTo>
                        <a:pt x="4047" y="4137"/>
                      </a:lnTo>
                      <a:lnTo>
                        <a:pt x="4037" y="4131"/>
                      </a:lnTo>
                      <a:lnTo>
                        <a:pt x="4027" y="4127"/>
                      </a:lnTo>
                      <a:lnTo>
                        <a:pt x="4010" y="4117"/>
                      </a:lnTo>
                      <a:lnTo>
                        <a:pt x="3992" y="4106"/>
                      </a:lnTo>
                      <a:lnTo>
                        <a:pt x="3984" y="4100"/>
                      </a:lnTo>
                      <a:lnTo>
                        <a:pt x="3976" y="4093"/>
                      </a:lnTo>
                      <a:lnTo>
                        <a:pt x="3969" y="4087"/>
                      </a:lnTo>
                      <a:lnTo>
                        <a:pt x="3963" y="4079"/>
                      </a:lnTo>
                      <a:lnTo>
                        <a:pt x="3952" y="4065"/>
                      </a:lnTo>
                      <a:lnTo>
                        <a:pt x="3941" y="4052"/>
                      </a:lnTo>
                      <a:lnTo>
                        <a:pt x="3936" y="4048"/>
                      </a:lnTo>
                      <a:lnTo>
                        <a:pt x="3929" y="4045"/>
                      </a:lnTo>
                      <a:lnTo>
                        <a:pt x="3923" y="4042"/>
                      </a:lnTo>
                      <a:lnTo>
                        <a:pt x="3915" y="4041"/>
                      </a:lnTo>
                      <a:lnTo>
                        <a:pt x="3900" y="4042"/>
                      </a:lnTo>
                      <a:lnTo>
                        <a:pt x="3886" y="4041"/>
                      </a:lnTo>
                      <a:lnTo>
                        <a:pt x="3879" y="4040"/>
                      </a:lnTo>
                      <a:lnTo>
                        <a:pt x="3871" y="4036"/>
                      </a:lnTo>
                      <a:lnTo>
                        <a:pt x="3862" y="4033"/>
                      </a:lnTo>
                      <a:lnTo>
                        <a:pt x="3851" y="4027"/>
                      </a:lnTo>
                      <a:lnTo>
                        <a:pt x="3829" y="4014"/>
                      </a:lnTo>
                      <a:lnTo>
                        <a:pt x="3813" y="4003"/>
                      </a:lnTo>
                      <a:lnTo>
                        <a:pt x="3797" y="3991"/>
                      </a:lnTo>
                      <a:lnTo>
                        <a:pt x="3782" y="3978"/>
                      </a:lnTo>
                      <a:lnTo>
                        <a:pt x="3778" y="3976"/>
                      </a:lnTo>
                      <a:lnTo>
                        <a:pt x="3774" y="3973"/>
                      </a:lnTo>
                      <a:lnTo>
                        <a:pt x="3770" y="3972"/>
                      </a:lnTo>
                      <a:lnTo>
                        <a:pt x="3765" y="3971"/>
                      </a:lnTo>
                      <a:lnTo>
                        <a:pt x="3757" y="3970"/>
                      </a:lnTo>
                      <a:lnTo>
                        <a:pt x="3751" y="3967"/>
                      </a:lnTo>
                      <a:lnTo>
                        <a:pt x="3744" y="3960"/>
                      </a:lnTo>
                      <a:lnTo>
                        <a:pt x="3739" y="3953"/>
                      </a:lnTo>
                      <a:lnTo>
                        <a:pt x="3734" y="3951"/>
                      </a:lnTo>
                      <a:lnTo>
                        <a:pt x="3730" y="3949"/>
                      </a:lnTo>
                      <a:lnTo>
                        <a:pt x="3727" y="3949"/>
                      </a:lnTo>
                      <a:lnTo>
                        <a:pt x="3725" y="3951"/>
                      </a:lnTo>
                      <a:lnTo>
                        <a:pt x="3724" y="3953"/>
                      </a:lnTo>
                      <a:lnTo>
                        <a:pt x="3722" y="3957"/>
                      </a:lnTo>
                      <a:lnTo>
                        <a:pt x="3721" y="3960"/>
                      </a:lnTo>
                      <a:lnTo>
                        <a:pt x="3719" y="3962"/>
                      </a:lnTo>
                      <a:lnTo>
                        <a:pt x="3717" y="3964"/>
                      </a:lnTo>
                      <a:lnTo>
                        <a:pt x="3713" y="3964"/>
                      </a:lnTo>
                      <a:lnTo>
                        <a:pt x="3705" y="3961"/>
                      </a:lnTo>
                      <a:lnTo>
                        <a:pt x="3694" y="3959"/>
                      </a:lnTo>
                      <a:lnTo>
                        <a:pt x="3688" y="3957"/>
                      </a:lnTo>
                      <a:lnTo>
                        <a:pt x="3682" y="3952"/>
                      </a:lnTo>
                      <a:lnTo>
                        <a:pt x="3676" y="3947"/>
                      </a:lnTo>
                      <a:lnTo>
                        <a:pt x="3670" y="3942"/>
                      </a:lnTo>
                      <a:lnTo>
                        <a:pt x="3659" y="3932"/>
                      </a:lnTo>
                      <a:lnTo>
                        <a:pt x="3650" y="3926"/>
                      </a:lnTo>
                      <a:lnTo>
                        <a:pt x="3643" y="3924"/>
                      </a:lnTo>
                      <a:lnTo>
                        <a:pt x="3637" y="3922"/>
                      </a:lnTo>
                      <a:lnTo>
                        <a:pt x="3634" y="3921"/>
                      </a:lnTo>
                      <a:lnTo>
                        <a:pt x="3632" y="3919"/>
                      </a:lnTo>
                      <a:lnTo>
                        <a:pt x="3631" y="3915"/>
                      </a:lnTo>
                      <a:lnTo>
                        <a:pt x="3629" y="3910"/>
                      </a:lnTo>
                      <a:lnTo>
                        <a:pt x="3626" y="3905"/>
                      </a:lnTo>
                      <a:lnTo>
                        <a:pt x="3623" y="3902"/>
                      </a:lnTo>
                      <a:lnTo>
                        <a:pt x="3618" y="3900"/>
                      </a:lnTo>
                      <a:lnTo>
                        <a:pt x="3612" y="3900"/>
                      </a:lnTo>
                      <a:lnTo>
                        <a:pt x="3606" y="3900"/>
                      </a:lnTo>
                      <a:lnTo>
                        <a:pt x="3601" y="3901"/>
                      </a:lnTo>
                      <a:lnTo>
                        <a:pt x="3595" y="3904"/>
                      </a:lnTo>
                      <a:lnTo>
                        <a:pt x="3592" y="3908"/>
                      </a:lnTo>
                      <a:lnTo>
                        <a:pt x="3587" y="3915"/>
                      </a:lnTo>
                      <a:lnTo>
                        <a:pt x="3582" y="3919"/>
                      </a:lnTo>
                      <a:lnTo>
                        <a:pt x="3576" y="3920"/>
                      </a:lnTo>
                      <a:lnTo>
                        <a:pt x="3564" y="3919"/>
                      </a:lnTo>
                      <a:lnTo>
                        <a:pt x="3551" y="3917"/>
                      </a:lnTo>
                      <a:lnTo>
                        <a:pt x="3538" y="3916"/>
                      </a:lnTo>
                      <a:lnTo>
                        <a:pt x="3527" y="3919"/>
                      </a:lnTo>
                      <a:lnTo>
                        <a:pt x="3517" y="3923"/>
                      </a:lnTo>
                      <a:lnTo>
                        <a:pt x="3507" y="3928"/>
                      </a:lnTo>
                      <a:lnTo>
                        <a:pt x="3498" y="3934"/>
                      </a:lnTo>
                      <a:lnTo>
                        <a:pt x="3484" y="3946"/>
                      </a:lnTo>
                      <a:lnTo>
                        <a:pt x="3468" y="3960"/>
                      </a:lnTo>
                      <a:lnTo>
                        <a:pt x="3455" y="3973"/>
                      </a:lnTo>
                      <a:lnTo>
                        <a:pt x="3444" y="3985"/>
                      </a:lnTo>
                      <a:lnTo>
                        <a:pt x="3434" y="3995"/>
                      </a:lnTo>
                      <a:lnTo>
                        <a:pt x="3417" y="4008"/>
                      </a:lnTo>
                      <a:lnTo>
                        <a:pt x="3398" y="4021"/>
                      </a:lnTo>
                      <a:lnTo>
                        <a:pt x="3379" y="4034"/>
                      </a:lnTo>
                      <a:lnTo>
                        <a:pt x="3365" y="4045"/>
                      </a:lnTo>
                      <a:lnTo>
                        <a:pt x="3350" y="4056"/>
                      </a:lnTo>
                      <a:lnTo>
                        <a:pt x="3334" y="4075"/>
                      </a:lnTo>
                      <a:lnTo>
                        <a:pt x="3323" y="4090"/>
                      </a:lnTo>
                      <a:lnTo>
                        <a:pt x="3317" y="4096"/>
                      </a:lnTo>
                      <a:lnTo>
                        <a:pt x="3315" y="4102"/>
                      </a:lnTo>
                      <a:lnTo>
                        <a:pt x="3315" y="4108"/>
                      </a:lnTo>
                      <a:lnTo>
                        <a:pt x="3316" y="4113"/>
                      </a:lnTo>
                      <a:lnTo>
                        <a:pt x="3316" y="4119"/>
                      </a:lnTo>
                      <a:lnTo>
                        <a:pt x="3315" y="4125"/>
                      </a:lnTo>
                      <a:lnTo>
                        <a:pt x="3311" y="4132"/>
                      </a:lnTo>
                      <a:lnTo>
                        <a:pt x="3302" y="4140"/>
                      </a:lnTo>
                      <a:lnTo>
                        <a:pt x="3297" y="4143"/>
                      </a:lnTo>
                      <a:lnTo>
                        <a:pt x="3292" y="4148"/>
                      </a:lnTo>
                      <a:lnTo>
                        <a:pt x="3290" y="4153"/>
                      </a:lnTo>
                      <a:lnTo>
                        <a:pt x="3287" y="4157"/>
                      </a:lnTo>
                      <a:lnTo>
                        <a:pt x="3286" y="4162"/>
                      </a:lnTo>
                      <a:lnTo>
                        <a:pt x="3285" y="4168"/>
                      </a:lnTo>
                      <a:lnTo>
                        <a:pt x="3286" y="4175"/>
                      </a:lnTo>
                      <a:lnTo>
                        <a:pt x="3287" y="4182"/>
                      </a:lnTo>
                      <a:lnTo>
                        <a:pt x="3292" y="4197"/>
                      </a:lnTo>
                      <a:lnTo>
                        <a:pt x="3296" y="4210"/>
                      </a:lnTo>
                      <a:lnTo>
                        <a:pt x="3296" y="4214"/>
                      </a:lnTo>
                      <a:lnTo>
                        <a:pt x="3296" y="4219"/>
                      </a:lnTo>
                      <a:lnTo>
                        <a:pt x="3294" y="4224"/>
                      </a:lnTo>
                      <a:lnTo>
                        <a:pt x="3292" y="4228"/>
                      </a:lnTo>
                      <a:lnTo>
                        <a:pt x="3289" y="4231"/>
                      </a:lnTo>
                      <a:lnTo>
                        <a:pt x="3285" y="4233"/>
                      </a:lnTo>
                      <a:lnTo>
                        <a:pt x="3279" y="4236"/>
                      </a:lnTo>
                      <a:lnTo>
                        <a:pt x="3274" y="4238"/>
                      </a:lnTo>
                      <a:lnTo>
                        <a:pt x="3261" y="4244"/>
                      </a:lnTo>
                      <a:lnTo>
                        <a:pt x="3248" y="4251"/>
                      </a:lnTo>
                      <a:lnTo>
                        <a:pt x="3241" y="4254"/>
                      </a:lnTo>
                      <a:lnTo>
                        <a:pt x="3234" y="4255"/>
                      </a:lnTo>
                      <a:lnTo>
                        <a:pt x="3227" y="4254"/>
                      </a:lnTo>
                      <a:lnTo>
                        <a:pt x="3221" y="4251"/>
                      </a:lnTo>
                      <a:lnTo>
                        <a:pt x="3214" y="4249"/>
                      </a:lnTo>
                      <a:lnTo>
                        <a:pt x="3209" y="4244"/>
                      </a:lnTo>
                      <a:lnTo>
                        <a:pt x="3204" y="4238"/>
                      </a:lnTo>
                      <a:lnTo>
                        <a:pt x="3201" y="4233"/>
                      </a:lnTo>
                      <a:lnTo>
                        <a:pt x="3195" y="4218"/>
                      </a:lnTo>
                      <a:lnTo>
                        <a:pt x="3185" y="4199"/>
                      </a:lnTo>
                      <a:lnTo>
                        <a:pt x="3177" y="4180"/>
                      </a:lnTo>
                      <a:lnTo>
                        <a:pt x="3170" y="4163"/>
                      </a:lnTo>
                      <a:lnTo>
                        <a:pt x="3166" y="4157"/>
                      </a:lnTo>
                      <a:lnTo>
                        <a:pt x="3164" y="4149"/>
                      </a:lnTo>
                      <a:lnTo>
                        <a:pt x="3163" y="4140"/>
                      </a:lnTo>
                      <a:lnTo>
                        <a:pt x="3161" y="4130"/>
                      </a:lnTo>
                      <a:lnTo>
                        <a:pt x="3163" y="4121"/>
                      </a:lnTo>
                      <a:lnTo>
                        <a:pt x="3166" y="4110"/>
                      </a:lnTo>
                      <a:lnTo>
                        <a:pt x="3168" y="4105"/>
                      </a:lnTo>
                      <a:lnTo>
                        <a:pt x="3172" y="4099"/>
                      </a:lnTo>
                      <a:lnTo>
                        <a:pt x="3176" y="4094"/>
                      </a:lnTo>
                      <a:lnTo>
                        <a:pt x="3180" y="4088"/>
                      </a:lnTo>
                      <a:lnTo>
                        <a:pt x="3190" y="4078"/>
                      </a:lnTo>
                      <a:lnTo>
                        <a:pt x="3198" y="4067"/>
                      </a:lnTo>
                      <a:lnTo>
                        <a:pt x="3207" y="4055"/>
                      </a:lnTo>
                      <a:lnTo>
                        <a:pt x="3212" y="4043"/>
                      </a:lnTo>
                      <a:lnTo>
                        <a:pt x="3217" y="4033"/>
                      </a:lnTo>
                      <a:lnTo>
                        <a:pt x="3222" y="4022"/>
                      </a:lnTo>
                      <a:lnTo>
                        <a:pt x="3224" y="4011"/>
                      </a:lnTo>
                      <a:lnTo>
                        <a:pt x="3227" y="4002"/>
                      </a:lnTo>
                      <a:lnTo>
                        <a:pt x="3228" y="3992"/>
                      </a:lnTo>
                      <a:lnTo>
                        <a:pt x="3228" y="3983"/>
                      </a:lnTo>
                      <a:lnTo>
                        <a:pt x="3227" y="3973"/>
                      </a:lnTo>
                      <a:lnTo>
                        <a:pt x="3226" y="3962"/>
                      </a:lnTo>
                      <a:lnTo>
                        <a:pt x="3223" y="3942"/>
                      </a:lnTo>
                      <a:lnTo>
                        <a:pt x="3220" y="3921"/>
                      </a:lnTo>
                      <a:lnTo>
                        <a:pt x="3222" y="3913"/>
                      </a:lnTo>
                      <a:lnTo>
                        <a:pt x="3221" y="3905"/>
                      </a:lnTo>
                      <a:lnTo>
                        <a:pt x="3207" y="3894"/>
                      </a:lnTo>
                      <a:lnTo>
                        <a:pt x="3195" y="3884"/>
                      </a:lnTo>
                      <a:lnTo>
                        <a:pt x="3185" y="3878"/>
                      </a:lnTo>
                      <a:lnTo>
                        <a:pt x="3177" y="3873"/>
                      </a:lnTo>
                      <a:lnTo>
                        <a:pt x="3172" y="3869"/>
                      </a:lnTo>
                      <a:lnTo>
                        <a:pt x="3167" y="3864"/>
                      </a:lnTo>
                      <a:lnTo>
                        <a:pt x="3159" y="3863"/>
                      </a:lnTo>
                      <a:lnTo>
                        <a:pt x="3152" y="3864"/>
                      </a:lnTo>
                      <a:lnTo>
                        <a:pt x="3145" y="3867"/>
                      </a:lnTo>
                      <a:lnTo>
                        <a:pt x="3140" y="3872"/>
                      </a:lnTo>
                      <a:lnTo>
                        <a:pt x="3134" y="3879"/>
                      </a:lnTo>
                      <a:lnTo>
                        <a:pt x="3130" y="3883"/>
                      </a:lnTo>
                      <a:lnTo>
                        <a:pt x="3126" y="3885"/>
                      </a:lnTo>
                      <a:lnTo>
                        <a:pt x="3116" y="3886"/>
                      </a:lnTo>
                      <a:lnTo>
                        <a:pt x="3109" y="3885"/>
                      </a:lnTo>
                      <a:lnTo>
                        <a:pt x="3103" y="3885"/>
                      </a:lnTo>
                      <a:lnTo>
                        <a:pt x="3085" y="3891"/>
                      </a:lnTo>
                      <a:lnTo>
                        <a:pt x="3071" y="3898"/>
                      </a:lnTo>
                      <a:lnTo>
                        <a:pt x="3065" y="3900"/>
                      </a:lnTo>
                      <a:lnTo>
                        <a:pt x="3057" y="3902"/>
                      </a:lnTo>
                      <a:lnTo>
                        <a:pt x="3047" y="3905"/>
                      </a:lnTo>
                      <a:lnTo>
                        <a:pt x="3035" y="3911"/>
                      </a:lnTo>
                      <a:lnTo>
                        <a:pt x="3029" y="3915"/>
                      </a:lnTo>
                      <a:lnTo>
                        <a:pt x="3022" y="3917"/>
                      </a:lnTo>
                      <a:lnTo>
                        <a:pt x="3015" y="3917"/>
                      </a:lnTo>
                      <a:lnTo>
                        <a:pt x="3008" y="3917"/>
                      </a:lnTo>
                      <a:lnTo>
                        <a:pt x="2995" y="3915"/>
                      </a:lnTo>
                      <a:lnTo>
                        <a:pt x="2984" y="3911"/>
                      </a:lnTo>
                      <a:lnTo>
                        <a:pt x="2981" y="3910"/>
                      </a:lnTo>
                      <a:lnTo>
                        <a:pt x="2977" y="3910"/>
                      </a:lnTo>
                      <a:lnTo>
                        <a:pt x="2975" y="3910"/>
                      </a:lnTo>
                      <a:lnTo>
                        <a:pt x="2972" y="3911"/>
                      </a:lnTo>
                      <a:lnTo>
                        <a:pt x="2968" y="3915"/>
                      </a:lnTo>
                      <a:lnTo>
                        <a:pt x="2963" y="3919"/>
                      </a:lnTo>
                      <a:lnTo>
                        <a:pt x="2960" y="3920"/>
                      </a:lnTo>
                      <a:lnTo>
                        <a:pt x="2957" y="3920"/>
                      </a:lnTo>
                      <a:lnTo>
                        <a:pt x="2955" y="3920"/>
                      </a:lnTo>
                      <a:lnTo>
                        <a:pt x="2951" y="3919"/>
                      </a:lnTo>
                      <a:lnTo>
                        <a:pt x="2944" y="3915"/>
                      </a:lnTo>
                      <a:lnTo>
                        <a:pt x="2938" y="3913"/>
                      </a:lnTo>
                      <a:lnTo>
                        <a:pt x="2922" y="3909"/>
                      </a:lnTo>
                      <a:lnTo>
                        <a:pt x="2907" y="3907"/>
                      </a:lnTo>
                      <a:lnTo>
                        <a:pt x="2897" y="3903"/>
                      </a:lnTo>
                      <a:lnTo>
                        <a:pt x="2884" y="3898"/>
                      </a:lnTo>
                      <a:lnTo>
                        <a:pt x="2877" y="3895"/>
                      </a:lnTo>
                      <a:lnTo>
                        <a:pt x="2872" y="3891"/>
                      </a:lnTo>
                      <a:lnTo>
                        <a:pt x="2868" y="3886"/>
                      </a:lnTo>
                      <a:lnTo>
                        <a:pt x="2867" y="3880"/>
                      </a:lnTo>
                      <a:lnTo>
                        <a:pt x="2864" y="3876"/>
                      </a:lnTo>
                      <a:lnTo>
                        <a:pt x="2862" y="3873"/>
                      </a:lnTo>
                      <a:lnTo>
                        <a:pt x="2858" y="3873"/>
                      </a:lnTo>
                      <a:lnTo>
                        <a:pt x="2855" y="3875"/>
                      </a:lnTo>
                      <a:lnTo>
                        <a:pt x="2845" y="3880"/>
                      </a:lnTo>
                      <a:lnTo>
                        <a:pt x="2838" y="3888"/>
                      </a:lnTo>
                      <a:lnTo>
                        <a:pt x="2823" y="3903"/>
                      </a:lnTo>
                      <a:lnTo>
                        <a:pt x="2808" y="3917"/>
                      </a:lnTo>
                      <a:lnTo>
                        <a:pt x="2806" y="3920"/>
                      </a:lnTo>
                      <a:lnTo>
                        <a:pt x="2802" y="3921"/>
                      </a:lnTo>
                      <a:lnTo>
                        <a:pt x="2799" y="3921"/>
                      </a:lnTo>
                      <a:lnTo>
                        <a:pt x="2794" y="3921"/>
                      </a:lnTo>
                      <a:lnTo>
                        <a:pt x="2786" y="3916"/>
                      </a:lnTo>
                      <a:lnTo>
                        <a:pt x="2776" y="3909"/>
                      </a:lnTo>
                      <a:lnTo>
                        <a:pt x="2758" y="3895"/>
                      </a:lnTo>
                      <a:lnTo>
                        <a:pt x="2742" y="3885"/>
                      </a:lnTo>
                      <a:lnTo>
                        <a:pt x="2738" y="3884"/>
                      </a:lnTo>
                      <a:lnTo>
                        <a:pt x="2735" y="3884"/>
                      </a:lnTo>
                      <a:lnTo>
                        <a:pt x="2732" y="3884"/>
                      </a:lnTo>
                      <a:lnTo>
                        <a:pt x="2729" y="3885"/>
                      </a:lnTo>
                      <a:lnTo>
                        <a:pt x="2722" y="3889"/>
                      </a:lnTo>
                      <a:lnTo>
                        <a:pt x="2714" y="3895"/>
                      </a:lnTo>
                      <a:lnTo>
                        <a:pt x="2711" y="3897"/>
                      </a:lnTo>
                      <a:lnTo>
                        <a:pt x="2707" y="3898"/>
                      </a:lnTo>
                      <a:lnTo>
                        <a:pt x="2704" y="3900"/>
                      </a:lnTo>
                      <a:lnTo>
                        <a:pt x="2700" y="3898"/>
                      </a:lnTo>
                      <a:lnTo>
                        <a:pt x="2694" y="3896"/>
                      </a:lnTo>
                      <a:lnTo>
                        <a:pt x="2692" y="3892"/>
                      </a:lnTo>
                      <a:lnTo>
                        <a:pt x="2692" y="3889"/>
                      </a:lnTo>
                      <a:lnTo>
                        <a:pt x="2689" y="3885"/>
                      </a:lnTo>
                      <a:lnTo>
                        <a:pt x="2687" y="3883"/>
                      </a:lnTo>
                      <a:lnTo>
                        <a:pt x="2683" y="3882"/>
                      </a:lnTo>
                      <a:lnTo>
                        <a:pt x="2676" y="3879"/>
                      </a:lnTo>
                      <a:lnTo>
                        <a:pt x="2668" y="3878"/>
                      </a:lnTo>
                      <a:lnTo>
                        <a:pt x="2649" y="3875"/>
                      </a:lnTo>
                      <a:lnTo>
                        <a:pt x="2636" y="3872"/>
                      </a:lnTo>
                      <a:lnTo>
                        <a:pt x="2623" y="3870"/>
                      </a:lnTo>
                      <a:lnTo>
                        <a:pt x="2611" y="3869"/>
                      </a:lnTo>
                      <a:lnTo>
                        <a:pt x="2605" y="3869"/>
                      </a:lnTo>
                      <a:lnTo>
                        <a:pt x="2600" y="3866"/>
                      </a:lnTo>
                      <a:lnTo>
                        <a:pt x="2594" y="3863"/>
                      </a:lnTo>
                      <a:lnTo>
                        <a:pt x="2591" y="3858"/>
                      </a:lnTo>
                      <a:lnTo>
                        <a:pt x="2582" y="3846"/>
                      </a:lnTo>
                      <a:lnTo>
                        <a:pt x="2574" y="3828"/>
                      </a:lnTo>
                      <a:lnTo>
                        <a:pt x="2569" y="3819"/>
                      </a:lnTo>
                      <a:lnTo>
                        <a:pt x="2563" y="3812"/>
                      </a:lnTo>
                      <a:lnTo>
                        <a:pt x="2557" y="3807"/>
                      </a:lnTo>
                      <a:lnTo>
                        <a:pt x="2552" y="3802"/>
                      </a:lnTo>
                      <a:lnTo>
                        <a:pt x="2540" y="3797"/>
                      </a:lnTo>
                      <a:lnTo>
                        <a:pt x="2529" y="3794"/>
                      </a:lnTo>
                      <a:lnTo>
                        <a:pt x="2524" y="3791"/>
                      </a:lnTo>
                      <a:lnTo>
                        <a:pt x="2522" y="3790"/>
                      </a:lnTo>
                      <a:lnTo>
                        <a:pt x="2521" y="3788"/>
                      </a:lnTo>
                      <a:lnTo>
                        <a:pt x="2519" y="3784"/>
                      </a:lnTo>
                      <a:lnTo>
                        <a:pt x="2519" y="3777"/>
                      </a:lnTo>
                      <a:lnTo>
                        <a:pt x="2516" y="3769"/>
                      </a:lnTo>
                      <a:lnTo>
                        <a:pt x="2512" y="3764"/>
                      </a:lnTo>
                      <a:lnTo>
                        <a:pt x="2509" y="3760"/>
                      </a:lnTo>
                      <a:lnTo>
                        <a:pt x="2505" y="3758"/>
                      </a:lnTo>
                      <a:lnTo>
                        <a:pt x="2500" y="3756"/>
                      </a:lnTo>
                      <a:lnTo>
                        <a:pt x="2491" y="3751"/>
                      </a:lnTo>
                      <a:lnTo>
                        <a:pt x="2484" y="3747"/>
                      </a:lnTo>
                      <a:lnTo>
                        <a:pt x="2480" y="3746"/>
                      </a:lnTo>
                      <a:lnTo>
                        <a:pt x="2478" y="3743"/>
                      </a:lnTo>
                      <a:lnTo>
                        <a:pt x="2475" y="3739"/>
                      </a:lnTo>
                      <a:lnTo>
                        <a:pt x="2473" y="3735"/>
                      </a:lnTo>
                      <a:lnTo>
                        <a:pt x="2470" y="3727"/>
                      </a:lnTo>
                      <a:lnTo>
                        <a:pt x="2467" y="3720"/>
                      </a:lnTo>
                      <a:lnTo>
                        <a:pt x="2465" y="3716"/>
                      </a:lnTo>
                      <a:lnTo>
                        <a:pt x="2462" y="3714"/>
                      </a:lnTo>
                      <a:lnTo>
                        <a:pt x="2460" y="3713"/>
                      </a:lnTo>
                      <a:lnTo>
                        <a:pt x="2456" y="3712"/>
                      </a:lnTo>
                      <a:lnTo>
                        <a:pt x="2449" y="3712"/>
                      </a:lnTo>
                      <a:lnTo>
                        <a:pt x="2441" y="3712"/>
                      </a:lnTo>
                      <a:lnTo>
                        <a:pt x="2431" y="3712"/>
                      </a:lnTo>
                      <a:lnTo>
                        <a:pt x="2424" y="3711"/>
                      </a:lnTo>
                      <a:lnTo>
                        <a:pt x="2418" y="3706"/>
                      </a:lnTo>
                      <a:lnTo>
                        <a:pt x="2414" y="3700"/>
                      </a:lnTo>
                      <a:lnTo>
                        <a:pt x="2411" y="3697"/>
                      </a:lnTo>
                      <a:lnTo>
                        <a:pt x="2409" y="3695"/>
                      </a:lnTo>
                      <a:lnTo>
                        <a:pt x="2407" y="3693"/>
                      </a:lnTo>
                      <a:lnTo>
                        <a:pt x="2404" y="3693"/>
                      </a:lnTo>
                      <a:lnTo>
                        <a:pt x="2402" y="3693"/>
                      </a:lnTo>
                      <a:lnTo>
                        <a:pt x="2401" y="3694"/>
                      </a:lnTo>
                      <a:lnTo>
                        <a:pt x="2398" y="3696"/>
                      </a:lnTo>
                      <a:lnTo>
                        <a:pt x="2397" y="3700"/>
                      </a:lnTo>
                      <a:lnTo>
                        <a:pt x="2392" y="3709"/>
                      </a:lnTo>
                      <a:lnTo>
                        <a:pt x="2385" y="3722"/>
                      </a:lnTo>
                      <a:lnTo>
                        <a:pt x="2378" y="3734"/>
                      </a:lnTo>
                      <a:lnTo>
                        <a:pt x="2372" y="3745"/>
                      </a:lnTo>
                      <a:lnTo>
                        <a:pt x="2365" y="3752"/>
                      </a:lnTo>
                      <a:lnTo>
                        <a:pt x="2358" y="3758"/>
                      </a:lnTo>
                      <a:lnTo>
                        <a:pt x="2351" y="3763"/>
                      </a:lnTo>
                      <a:lnTo>
                        <a:pt x="2345" y="3765"/>
                      </a:lnTo>
                      <a:lnTo>
                        <a:pt x="2341" y="3765"/>
                      </a:lnTo>
                      <a:lnTo>
                        <a:pt x="2338" y="3763"/>
                      </a:lnTo>
                      <a:lnTo>
                        <a:pt x="2333" y="3760"/>
                      </a:lnTo>
                      <a:lnTo>
                        <a:pt x="2327" y="3757"/>
                      </a:lnTo>
                      <a:lnTo>
                        <a:pt x="2316" y="3749"/>
                      </a:lnTo>
                      <a:lnTo>
                        <a:pt x="2304" y="3740"/>
                      </a:lnTo>
                      <a:lnTo>
                        <a:pt x="2294" y="3733"/>
                      </a:lnTo>
                      <a:lnTo>
                        <a:pt x="2282" y="3725"/>
                      </a:lnTo>
                      <a:lnTo>
                        <a:pt x="2271" y="3715"/>
                      </a:lnTo>
                      <a:lnTo>
                        <a:pt x="2264" y="3709"/>
                      </a:lnTo>
                      <a:lnTo>
                        <a:pt x="2261" y="3706"/>
                      </a:lnTo>
                      <a:lnTo>
                        <a:pt x="2261" y="3701"/>
                      </a:lnTo>
                      <a:lnTo>
                        <a:pt x="2260" y="3695"/>
                      </a:lnTo>
                      <a:lnTo>
                        <a:pt x="2261" y="3689"/>
                      </a:lnTo>
                      <a:lnTo>
                        <a:pt x="2263" y="3682"/>
                      </a:lnTo>
                      <a:lnTo>
                        <a:pt x="2265" y="3676"/>
                      </a:lnTo>
                      <a:lnTo>
                        <a:pt x="2269" y="3670"/>
                      </a:lnTo>
                      <a:lnTo>
                        <a:pt x="2271" y="3665"/>
                      </a:lnTo>
                      <a:lnTo>
                        <a:pt x="2277" y="3655"/>
                      </a:lnTo>
                      <a:lnTo>
                        <a:pt x="2280" y="3645"/>
                      </a:lnTo>
                      <a:lnTo>
                        <a:pt x="2282" y="3640"/>
                      </a:lnTo>
                      <a:lnTo>
                        <a:pt x="2282" y="3637"/>
                      </a:lnTo>
                      <a:lnTo>
                        <a:pt x="2280" y="3634"/>
                      </a:lnTo>
                      <a:lnTo>
                        <a:pt x="2278" y="3632"/>
                      </a:lnTo>
                      <a:lnTo>
                        <a:pt x="2272" y="3632"/>
                      </a:lnTo>
                      <a:lnTo>
                        <a:pt x="2265" y="3633"/>
                      </a:lnTo>
                      <a:lnTo>
                        <a:pt x="2257" y="3634"/>
                      </a:lnTo>
                      <a:lnTo>
                        <a:pt x="2250" y="3638"/>
                      </a:lnTo>
                      <a:lnTo>
                        <a:pt x="2241" y="3644"/>
                      </a:lnTo>
                      <a:lnTo>
                        <a:pt x="2232" y="3653"/>
                      </a:lnTo>
                      <a:lnTo>
                        <a:pt x="2228" y="3659"/>
                      </a:lnTo>
                      <a:lnTo>
                        <a:pt x="2225" y="3664"/>
                      </a:lnTo>
                      <a:lnTo>
                        <a:pt x="2222" y="3670"/>
                      </a:lnTo>
                      <a:lnTo>
                        <a:pt x="2221" y="3676"/>
                      </a:lnTo>
                      <a:lnTo>
                        <a:pt x="2220" y="3689"/>
                      </a:lnTo>
                      <a:lnTo>
                        <a:pt x="2217" y="3703"/>
                      </a:lnTo>
                      <a:lnTo>
                        <a:pt x="2216" y="3711"/>
                      </a:lnTo>
                      <a:lnTo>
                        <a:pt x="2214" y="3716"/>
                      </a:lnTo>
                      <a:lnTo>
                        <a:pt x="2212" y="3722"/>
                      </a:lnTo>
                      <a:lnTo>
                        <a:pt x="2209" y="3726"/>
                      </a:lnTo>
                      <a:lnTo>
                        <a:pt x="2206" y="3728"/>
                      </a:lnTo>
                      <a:lnTo>
                        <a:pt x="2200" y="3728"/>
                      </a:lnTo>
                      <a:lnTo>
                        <a:pt x="2194" y="3727"/>
                      </a:lnTo>
                      <a:lnTo>
                        <a:pt x="2185" y="3725"/>
                      </a:lnTo>
                      <a:lnTo>
                        <a:pt x="2178" y="3721"/>
                      </a:lnTo>
                      <a:lnTo>
                        <a:pt x="2171" y="3718"/>
                      </a:lnTo>
                      <a:lnTo>
                        <a:pt x="2166" y="3713"/>
                      </a:lnTo>
                      <a:lnTo>
                        <a:pt x="2162" y="3708"/>
                      </a:lnTo>
                      <a:lnTo>
                        <a:pt x="2160" y="3701"/>
                      </a:lnTo>
                      <a:lnTo>
                        <a:pt x="2160" y="3694"/>
                      </a:lnTo>
                      <a:lnTo>
                        <a:pt x="2160" y="3684"/>
                      </a:lnTo>
                      <a:lnTo>
                        <a:pt x="2160" y="3674"/>
                      </a:lnTo>
                      <a:lnTo>
                        <a:pt x="2158" y="3657"/>
                      </a:lnTo>
                      <a:lnTo>
                        <a:pt x="2153" y="3642"/>
                      </a:lnTo>
                      <a:lnTo>
                        <a:pt x="2150" y="3626"/>
                      </a:lnTo>
                      <a:lnTo>
                        <a:pt x="2145" y="3613"/>
                      </a:lnTo>
                      <a:lnTo>
                        <a:pt x="2139" y="3601"/>
                      </a:lnTo>
                      <a:lnTo>
                        <a:pt x="2132" y="3592"/>
                      </a:lnTo>
                      <a:lnTo>
                        <a:pt x="2128" y="3587"/>
                      </a:lnTo>
                      <a:lnTo>
                        <a:pt x="2125" y="3582"/>
                      </a:lnTo>
                      <a:lnTo>
                        <a:pt x="2121" y="3576"/>
                      </a:lnTo>
                      <a:lnTo>
                        <a:pt x="2119" y="3570"/>
                      </a:lnTo>
                      <a:lnTo>
                        <a:pt x="2118" y="3563"/>
                      </a:lnTo>
                      <a:lnTo>
                        <a:pt x="2115" y="3557"/>
                      </a:lnTo>
                      <a:lnTo>
                        <a:pt x="2115" y="3550"/>
                      </a:lnTo>
                      <a:lnTo>
                        <a:pt x="2115" y="3543"/>
                      </a:lnTo>
                      <a:lnTo>
                        <a:pt x="2116" y="3530"/>
                      </a:lnTo>
                      <a:lnTo>
                        <a:pt x="2118" y="3519"/>
                      </a:lnTo>
                      <a:lnTo>
                        <a:pt x="2118" y="3513"/>
                      </a:lnTo>
                      <a:lnTo>
                        <a:pt x="2118" y="3510"/>
                      </a:lnTo>
                      <a:lnTo>
                        <a:pt x="2116" y="3506"/>
                      </a:lnTo>
                      <a:lnTo>
                        <a:pt x="2114" y="3503"/>
                      </a:lnTo>
                      <a:lnTo>
                        <a:pt x="2112" y="3501"/>
                      </a:lnTo>
                      <a:lnTo>
                        <a:pt x="2108" y="3500"/>
                      </a:lnTo>
                      <a:lnTo>
                        <a:pt x="2106" y="3499"/>
                      </a:lnTo>
                      <a:lnTo>
                        <a:pt x="2103" y="3500"/>
                      </a:lnTo>
                      <a:lnTo>
                        <a:pt x="2100" y="3501"/>
                      </a:lnTo>
                      <a:lnTo>
                        <a:pt x="2096" y="3505"/>
                      </a:lnTo>
                      <a:lnTo>
                        <a:pt x="2094" y="3508"/>
                      </a:lnTo>
                      <a:lnTo>
                        <a:pt x="2090" y="3512"/>
                      </a:lnTo>
                      <a:lnTo>
                        <a:pt x="2086" y="3523"/>
                      </a:lnTo>
                      <a:lnTo>
                        <a:pt x="2081" y="3532"/>
                      </a:lnTo>
                      <a:lnTo>
                        <a:pt x="2078" y="3536"/>
                      </a:lnTo>
                      <a:lnTo>
                        <a:pt x="2076" y="3539"/>
                      </a:lnTo>
                      <a:lnTo>
                        <a:pt x="2074" y="3542"/>
                      </a:lnTo>
                      <a:lnTo>
                        <a:pt x="2071" y="3543"/>
                      </a:lnTo>
                      <a:lnTo>
                        <a:pt x="2069" y="3543"/>
                      </a:lnTo>
                      <a:lnTo>
                        <a:pt x="2067" y="3541"/>
                      </a:lnTo>
                      <a:lnTo>
                        <a:pt x="2064" y="3538"/>
                      </a:lnTo>
                      <a:lnTo>
                        <a:pt x="2062" y="3533"/>
                      </a:lnTo>
                      <a:lnTo>
                        <a:pt x="2058" y="3524"/>
                      </a:lnTo>
                      <a:lnTo>
                        <a:pt x="2053" y="3514"/>
                      </a:lnTo>
                      <a:lnTo>
                        <a:pt x="2046" y="3506"/>
                      </a:lnTo>
                      <a:lnTo>
                        <a:pt x="2038" y="3498"/>
                      </a:lnTo>
                      <a:lnTo>
                        <a:pt x="2033" y="3495"/>
                      </a:lnTo>
                      <a:lnTo>
                        <a:pt x="2027" y="3493"/>
                      </a:lnTo>
                      <a:lnTo>
                        <a:pt x="2020" y="3493"/>
                      </a:lnTo>
                      <a:lnTo>
                        <a:pt x="2012" y="3493"/>
                      </a:lnTo>
                      <a:lnTo>
                        <a:pt x="1995" y="3497"/>
                      </a:lnTo>
                      <a:lnTo>
                        <a:pt x="1983" y="3499"/>
                      </a:lnTo>
                      <a:lnTo>
                        <a:pt x="1979" y="3500"/>
                      </a:lnTo>
                      <a:lnTo>
                        <a:pt x="1974" y="3500"/>
                      </a:lnTo>
                      <a:lnTo>
                        <a:pt x="1969" y="3499"/>
                      </a:lnTo>
                      <a:lnTo>
                        <a:pt x="1964" y="3498"/>
                      </a:lnTo>
                      <a:lnTo>
                        <a:pt x="1958" y="3494"/>
                      </a:lnTo>
                      <a:lnTo>
                        <a:pt x="1954" y="3489"/>
                      </a:lnTo>
                      <a:lnTo>
                        <a:pt x="1948" y="3485"/>
                      </a:lnTo>
                      <a:lnTo>
                        <a:pt x="1943" y="3479"/>
                      </a:lnTo>
                      <a:lnTo>
                        <a:pt x="1937" y="3474"/>
                      </a:lnTo>
                      <a:lnTo>
                        <a:pt x="1932" y="3469"/>
                      </a:lnTo>
                      <a:lnTo>
                        <a:pt x="1926" y="3466"/>
                      </a:lnTo>
                      <a:lnTo>
                        <a:pt x="1921" y="3464"/>
                      </a:lnTo>
                      <a:lnTo>
                        <a:pt x="1916" y="3463"/>
                      </a:lnTo>
                      <a:lnTo>
                        <a:pt x="1911" y="3462"/>
                      </a:lnTo>
                      <a:lnTo>
                        <a:pt x="1906" y="3461"/>
                      </a:lnTo>
                      <a:lnTo>
                        <a:pt x="1902" y="3459"/>
                      </a:lnTo>
                      <a:lnTo>
                        <a:pt x="1899" y="3455"/>
                      </a:lnTo>
                      <a:lnTo>
                        <a:pt x="1897" y="3451"/>
                      </a:lnTo>
                      <a:lnTo>
                        <a:pt x="1895" y="3447"/>
                      </a:lnTo>
                      <a:lnTo>
                        <a:pt x="1895" y="3441"/>
                      </a:lnTo>
                      <a:lnTo>
                        <a:pt x="1895" y="3434"/>
                      </a:lnTo>
                      <a:lnTo>
                        <a:pt x="1897" y="3426"/>
                      </a:lnTo>
                      <a:lnTo>
                        <a:pt x="1899" y="3419"/>
                      </a:lnTo>
                      <a:lnTo>
                        <a:pt x="1902" y="3411"/>
                      </a:lnTo>
                      <a:lnTo>
                        <a:pt x="1906" y="3404"/>
                      </a:lnTo>
                      <a:lnTo>
                        <a:pt x="1911" y="3397"/>
                      </a:lnTo>
                      <a:lnTo>
                        <a:pt x="1916" y="3390"/>
                      </a:lnTo>
                      <a:lnTo>
                        <a:pt x="1921" y="3384"/>
                      </a:lnTo>
                      <a:lnTo>
                        <a:pt x="1931" y="3374"/>
                      </a:lnTo>
                      <a:lnTo>
                        <a:pt x="1937" y="3366"/>
                      </a:lnTo>
                      <a:lnTo>
                        <a:pt x="1942" y="3358"/>
                      </a:lnTo>
                      <a:lnTo>
                        <a:pt x="1945" y="3348"/>
                      </a:lnTo>
                      <a:lnTo>
                        <a:pt x="1945" y="3342"/>
                      </a:lnTo>
                      <a:lnTo>
                        <a:pt x="1944" y="3335"/>
                      </a:lnTo>
                      <a:lnTo>
                        <a:pt x="1941" y="3328"/>
                      </a:lnTo>
                      <a:lnTo>
                        <a:pt x="1936" y="3322"/>
                      </a:lnTo>
                      <a:lnTo>
                        <a:pt x="1930" y="3316"/>
                      </a:lnTo>
                      <a:lnTo>
                        <a:pt x="1924" y="3312"/>
                      </a:lnTo>
                      <a:lnTo>
                        <a:pt x="1920" y="3310"/>
                      </a:lnTo>
                      <a:lnTo>
                        <a:pt x="1917" y="3310"/>
                      </a:lnTo>
                      <a:lnTo>
                        <a:pt x="1914" y="3309"/>
                      </a:lnTo>
                      <a:lnTo>
                        <a:pt x="1911" y="3310"/>
                      </a:lnTo>
                      <a:lnTo>
                        <a:pt x="1900" y="3315"/>
                      </a:lnTo>
                      <a:lnTo>
                        <a:pt x="1888" y="3322"/>
                      </a:lnTo>
                      <a:lnTo>
                        <a:pt x="1882" y="3324"/>
                      </a:lnTo>
                      <a:lnTo>
                        <a:pt x="1876" y="3328"/>
                      </a:lnTo>
                      <a:lnTo>
                        <a:pt x="1870" y="3329"/>
                      </a:lnTo>
                      <a:lnTo>
                        <a:pt x="1863" y="3330"/>
                      </a:lnTo>
                      <a:lnTo>
                        <a:pt x="1850" y="3329"/>
                      </a:lnTo>
                      <a:lnTo>
                        <a:pt x="1836" y="3327"/>
                      </a:lnTo>
                      <a:lnTo>
                        <a:pt x="1822" y="3322"/>
                      </a:lnTo>
                      <a:lnTo>
                        <a:pt x="1807" y="3315"/>
                      </a:lnTo>
                      <a:lnTo>
                        <a:pt x="1794" y="3306"/>
                      </a:lnTo>
                      <a:lnTo>
                        <a:pt x="1785" y="3298"/>
                      </a:lnTo>
                      <a:lnTo>
                        <a:pt x="1780" y="3293"/>
                      </a:lnTo>
                      <a:lnTo>
                        <a:pt x="1778" y="3289"/>
                      </a:lnTo>
                      <a:lnTo>
                        <a:pt x="1776" y="3284"/>
                      </a:lnTo>
                      <a:lnTo>
                        <a:pt x="1775" y="3279"/>
                      </a:lnTo>
                      <a:lnTo>
                        <a:pt x="1775" y="3273"/>
                      </a:lnTo>
                      <a:lnTo>
                        <a:pt x="1774" y="3268"/>
                      </a:lnTo>
                      <a:lnTo>
                        <a:pt x="1772" y="3264"/>
                      </a:lnTo>
                      <a:lnTo>
                        <a:pt x="1769" y="3260"/>
                      </a:lnTo>
                      <a:lnTo>
                        <a:pt x="1762" y="3253"/>
                      </a:lnTo>
                      <a:lnTo>
                        <a:pt x="1755" y="3248"/>
                      </a:lnTo>
                      <a:lnTo>
                        <a:pt x="1746" y="3242"/>
                      </a:lnTo>
                      <a:lnTo>
                        <a:pt x="1732" y="3234"/>
                      </a:lnTo>
                      <a:lnTo>
                        <a:pt x="1721" y="3227"/>
                      </a:lnTo>
                      <a:lnTo>
                        <a:pt x="1710" y="3221"/>
                      </a:lnTo>
                      <a:lnTo>
                        <a:pt x="1706" y="3218"/>
                      </a:lnTo>
                      <a:lnTo>
                        <a:pt x="1703" y="3216"/>
                      </a:lnTo>
                      <a:lnTo>
                        <a:pt x="1700" y="3211"/>
                      </a:lnTo>
                      <a:lnTo>
                        <a:pt x="1697" y="3208"/>
                      </a:lnTo>
                      <a:lnTo>
                        <a:pt x="1694" y="3198"/>
                      </a:lnTo>
                      <a:lnTo>
                        <a:pt x="1693" y="3189"/>
                      </a:lnTo>
                      <a:lnTo>
                        <a:pt x="1692" y="3179"/>
                      </a:lnTo>
                      <a:lnTo>
                        <a:pt x="1690" y="3172"/>
                      </a:lnTo>
                      <a:lnTo>
                        <a:pt x="1687" y="3169"/>
                      </a:lnTo>
                      <a:lnTo>
                        <a:pt x="1684" y="3166"/>
                      </a:lnTo>
                      <a:lnTo>
                        <a:pt x="1680" y="3164"/>
                      </a:lnTo>
                      <a:lnTo>
                        <a:pt x="1675" y="3163"/>
                      </a:lnTo>
                      <a:lnTo>
                        <a:pt x="1669" y="3161"/>
                      </a:lnTo>
                      <a:lnTo>
                        <a:pt x="1662" y="3158"/>
                      </a:lnTo>
                      <a:lnTo>
                        <a:pt x="1655" y="3154"/>
                      </a:lnTo>
                      <a:lnTo>
                        <a:pt x="1649" y="3150"/>
                      </a:lnTo>
                      <a:lnTo>
                        <a:pt x="1643" y="3145"/>
                      </a:lnTo>
                      <a:lnTo>
                        <a:pt x="1639" y="3140"/>
                      </a:lnTo>
                      <a:lnTo>
                        <a:pt x="1636" y="3134"/>
                      </a:lnTo>
                      <a:lnTo>
                        <a:pt x="1635" y="3128"/>
                      </a:lnTo>
                      <a:lnTo>
                        <a:pt x="1636" y="3122"/>
                      </a:lnTo>
                      <a:lnTo>
                        <a:pt x="1639" y="3116"/>
                      </a:lnTo>
                      <a:lnTo>
                        <a:pt x="1641" y="3110"/>
                      </a:lnTo>
                      <a:lnTo>
                        <a:pt x="1643" y="3104"/>
                      </a:lnTo>
                      <a:lnTo>
                        <a:pt x="1649" y="3094"/>
                      </a:lnTo>
                      <a:lnTo>
                        <a:pt x="1652" y="3084"/>
                      </a:lnTo>
                      <a:lnTo>
                        <a:pt x="1648" y="3075"/>
                      </a:lnTo>
                      <a:lnTo>
                        <a:pt x="1645" y="3063"/>
                      </a:lnTo>
                      <a:lnTo>
                        <a:pt x="1642" y="3056"/>
                      </a:lnTo>
                      <a:lnTo>
                        <a:pt x="1640" y="3047"/>
                      </a:lnTo>
                      <a:lnTo>
                        <a:pt x="1640" y="3038"/>
                      </a:lnTo>
                      <a:lnTo>
                        <a:pt x="1641" y="3027"/>
                      </a:lnTo>
                      <a:lnTo>
                        <a:pt x="1645" y="3007"/>
                      </a:lnTo>
                      <a:lnTo>
                        <a:pt x="1648" y="2995"/>
                      </a:lnTo>
                      <a:lnTo>
                        <a:pt x="1648" y="2990"/>
                      </a:lnTo>
                      <a:lnTo>
                        <a:pt x="1647" y="2987"/>
                      </a:lnTo>
                      <a:lnTo>
                        <a:pt x="1645" y="2982"/>
                      </a:lnTo>
                      <a:lnTo>
                        <a:pt x="1641" y="2978"/>
                      </a:lnTo>
                      <a:lnTo>
                        <a:pt x="1629" y="2969"/>
                      </a:lnTo>
                      <a:lnTo>
                        <a:pt x="1614" y="2958"/>
                      </a:lnTo>
                      <a:lnTo>
                        <a:pt x="1606" y="2953"/>
                      </a:lnTo>
                      <a:lnTo>
                        <a:pt x="1601" y="2949"/>
                      </a:lnTo>
                      <a:lnTo>
                        <a:pt x="1596" y="2944"/>
                      </a:lnTo>
                      <a:lnTo>
                        <a:pt x="1592" y="2940"/>
                      </a:lnTo>
                      <a:lnTo>
                        <a:pt x="1591" y="2937"/>
                      </a:lnTo>
                      <a:lnTo>
                        <a:pt x="1587" y="2934"/>
                      </a:lnTo>
                      <a:lnTo>
                        <a:pt x="1585" y="2933"/>
                      </a:lnTo>
                      <a:lnTo>
                        <a:pt x="1582" y="2932"/>
                      </a:lnTo>
                      <a:lnTo>
                        <a:pt x="1573" y="2932"/>
                      </a:lnTo>
                      <a:lnTo>
                        <a:pt x="1562" y="2932"/>
                      </a:lnTo>
                      <a:lnTo>
                        <a:pt x="1553" y="2931"/>
                      </a:lnTo>
                      <a:lnTo>
                        <a:pt x="1546" y="2930"/>
                      </a:lnTo>
                      <a:lnTo>
                        <a:pt x="1542" y="2930"/>
                      </a:lnTo>
                      <a:lnTo>
                        <a:pt x="1539" y="2930"/>
                      </a:lnTo>
                      <a:lnTo>
                        <a:pt x="1536" y="2932"/>
                      </a:lnTo>
                      <a:lnTo>
                        <a:pt x="1534" y="2936"/>
                      </a:lnTo>
                      <a:lnTo>
                        <a:pt x="1528" y="2943"/>
                      </a:lnTo>
                      <a:lnTo>
                        <a:pt x="1522" y="2947"/>
                      </a:lnTo>
                      <a:lnTo>
                        <a:pt x="1516" y="2950"/>
                      </a:lnTo>
                      <a:lnTo>
                        <a:pt x="1509" y="2951"/>
                      </a:lnTo>
                      <a:lnTo>
                        <a:pt x="1499" y="2950"/>
                      </a:lnTo>
                      <a:lnTo>
                        <a:pt x="1490" y="2949"/>
                      </a:lnTo>
                      <a:lnTo>
                        <a:pt x="1485" y="2949"/>
                      </a:lnTo>
                      <a:lnTo>
                        <a:pt x="1480" y="2949"/>
                      </a:lnTo>
                      <a:lnTo>
                        <a:pt x="1476" y="2950"/>
                      </a:lnTo>
                      <a:lnTo>
                        <a:pt x="1471" y="2952"/>
                      </a:lnTo>
                      <a:lnTo>
                        <a:pt x="1464" y="2958"/>
                      </a:lnTo>
                      <a:lnTo>
                        <a:pt x="1458" y="2963"/>
                      </a:lnTo>
                      <a:lnTo>
                        <a:pt x="1452" y="2964"/>
                      </a:lnTo>
                      <a:lnTo>
                        <a:pt x="1444" y="2964"/>
                      </a:lnTo>
                      <a:lnTo>
                        <a:pt x="1439" y="2963"/>
                      </a:lnTo>
                      <a:lnTo>
                        <a:pt x="1435" y="2959"/>
                      </a:lnTo>
                      <a:lnTo>
                        <a:pt x="1432" y="2955"/>
                      </a:lnTo>
                      <a:lnTo>
                        <a:pt x="1429" y="2949"/>
                      </a:lnTo>
                      <a:lnTo>
                        <a:pt x="1425" y="2937"/>
                      </a:lnTo>
                      <a:lnTo>
                        <a:pt x="1420" y="2926"/>
                      </a:lnTo>
                      <a:lnTo>
                        <a:pt x="1414" y="2918"/>
                      </a:lnTo>
                      <a:lnTo>
                        <a:pt x="1407" y="2906"/>
                      </a:lnTo>
                      <a:lnTo>
                        <a:pt x="1402" y="2899"/>
                      </a:lnTo>
                      <a:lnTo>
                        <a:pt x="1400" y="2890"/>
                      </a:lnTo>
                      <a:lnTo>
                        <a:pt x="1396" y="2880"/>
                      </a:lnTo>
                      <a:lnTo>
                        <a:pt x="1394" y="2867"/>
                      </a:lnTo>
                      <a:lnTo>
                        <a:pt x="1392" y="2854"/>
                      </a:lnTo>
                      <a:lnTo>
                        <a:pt x="1390" y="2842"/>
                      </a:lnTo>
                      <a:lnTo>
                        <a:pt x="1388" y="2832"/>
                      </a:lnTo>
                      <a:lnTo>
                        <a:pt x="1385" y="2825"/>
                      </a:lnTo>
                      <a:lnTo>
                        <a:pt x="1378" y="2812"/>
                      </a:lnTo>
                      <a:lnTo>
                        <a:pt x="1372" y="2805"/>
                      </a:lnTo>
                      <a:lnTo>
                        <a:pt x="1368" y="2796"/>
                      </a:lnTo>
                      <a:lnTo>
                        <a:pt x="1364" y="2788"/>
                      </a:lnTo>
                      <a:lnTo>
                        <a:pt x="1363" y="2779"/>
                      </a:lnTo>
                      <a:lnTo>
                        <a:pt x="1364" y="2770"/>
                      </a:lnTo>
                      <a:lnTo>
                        <a:pt x="1364" y="2767"/>
                      </a:lnTo>
                      <a:lnTo>
                        <a:pt x="1363" y="2763"/>
                      </a:lnTo>
                      <a:lnTo>
                        <a:pt x="1362" y="2760"/>
                      </a:lnTo>
                      <a:lnTo>
                        <a:pt x="1358" y="2755"/>
                      </a:lnTo>
                      <a:lnTo>
                        <a:pt x="1354" y="2751"/>
                      </a:lnTo>
                      <a:lnTo>
                        <a:pt x="1350" y="2748"/>
                      </a:lnTo>
                      <a:lnTo>
                        <a:pt x="1344" y="2744"/>
                      </a:lnTo>
                      <a:lnTo>
                        <a:pt x="1337" y="2741"/>
                      </a:lnTo>
                      <a:lnTo>
                        <a:pt x="1324" y="2737"/>
                      </a:lnTo>
                      <a:lnTo>
                        <a:pt x="1312" y="2732"/>
                      </a:lnTo>
                      <a:lnTo>
                        <a:pt x="1306" y="2729"/>
                      </a:lnTo>
                      <a:lnTo>
                        <a:pt x="1301" y="2725"/>
                      </a:lnTo>
                      <a:lnTo>
                        <a:pt x="1297" y="2722"/>
                      </a:lnTo>
                      <a:lnTo>
                        <a:pt x="1294" y="2717"/>
                      </a:lnTo>
                      <a:lnTo>
                        <a:pt x="1287" y="2707"/>
                      </a:lnTo>
                      <a:lnTo>
                        <a:pt x="1278" y="2698"/>
                      </a:lnTo>
                      <a:lnTo>
                        <a:pt x="1268" y="2690"/>
                      </a:lnTo>
                      <a:lnTo>
                        <a:pt x="1255" y="2684"/>
                      </a:lnTo>
                      <a:lnTo>
                        <a:pt x="1243" y="2678"/>
                      </a:lnTo>
                      <a:lnTo>
                        <a:pt x="1233" y="2672"/>
                      </a:lnTo>
                      <a:lnTo>
                        <a:pt x="1224" y="2666"/>
                      </a:lnTo>
                      <a:lnTo>
                        <a:pt x="1217" y="2659"/>
                      </a:lnTo>
                      <a:lnTo>
                        <a:pt x="1201" y="2643"/>
                      </a:lnTo>
                      <a:lnTo>
                        <a:pt x="1188" y="2634"/>
                      </a:lnTo>
                      <a:lnTo>
                        <a:pt x="1184" y="2630"/>
                      </a:lnTo>
                      <a:lnTo>
                        <a:pt x="1182" y="2628"/>
                      </a:lnTo>
                      <a:lnTo>
                        <a:pt x="1184" y="2622"/>
                      </a:lnTo>
                      <a:lnTo>
                        <a:pt x="1190" y="2615"/>
                      </a:lnTo>
                      <a:lnTo>
                        <a:pt x="1196" y="2606"/>
                      </a:lnTo>
                      <a:lnTo>
                        <a:pt x="1199" y="2600"/>
                      </a:lnTo>
                      <a:lnTo>
                        <a:pt x="1199" y="2599"/>
                      </a:lnTo>
                      <a:lnTo>
                        <a:pt x="1199" y="2597"/>
                      </a:lnTo>
                      <a:lnTo>
                        <a:pt x="1196" y="2596"/>
                      </a:lnTo>
                      <a:lnTo>
                        <a:pt x="1194" y="2596"/>
                      </a:lnTo>
                      <a:lnTo>
                        <a:pt x="1186" y="2593"/>
                      </a:lnTo>
                      <a:lnTo>
                        <a:pt x="1175" y="2592"/>
                      </a:lnTo>
                      <a:lnTo>
                        <a:pt x="1170" y="2591"/>
                      </a:lnTo>
                      <a:lnTo>
                        <a:pt x="1167" y="2588"/>
                      </a:lnTo>
                      <a:lnTo>
                        <a:pt x="1165" y="2587"/>
                      </a:lnTo>
                      <a:lnTo>
                        <a:pt x="1165" y="2585"/>
                      </a:lnTo>
                      <a:lnTo>
                        <a:pt x="1165" y="2584"/>
                      </a:lnTo>
                      <a:lnTo>
                        <a:pt x="1167" y="2581"/>
                      </a:lnTo>
                      <a:lnTo>
                        <a:pt x="1168" y="2577"/>
                      </a:lnTo>
                      <a:lnTo>
                        <a:pt x="1169" y="2571"/>
                      </a:lnTo>
                      <a:lnTo>
                        <a:pt x="1168" y="2564"/>
                      </a:lnTo>
                      <a:lnTo>
                        <a:pt x="1167" y="2556"/>
                      </a:lnTo>
                      <a:lnTo>
                        <a:pt x="1164" y="2550"/>
                      </a:lnTo>
                      <a:lnTo>
                        <a:pt x="1162" y="2543"/>
                      </a:lnTo>
                      <a:lnTo>
                        <a:pt x="1158" y="2539"/>
                      </a:lnTo>
                      <a:lnTo>
                        <a:pt x="1154" y="2534"/>
                      </a:lnTo>
                      <a:lnTo>
                        <a:pt x="1145" y="2528"/>
                      </a:lnTo>
                      <a:lnTo>
                        <a:pt x="1137" y="2520"/>
                      </a:lnTo>
                      <a:lnTo>
                        <a:pt x="1127" y="2511"/>
                      </a:lnTo>
                      <a:lnTo>
                        <a:pt x="1118" y="2503"/>
                      </a:lnTo>
                      <a:lnTo>
                        <a:pt x="1106" y="2493"/>
                      </a:lnTo>
                      <a:lnTo>
                        <a:pt x="1094" y="2483"/>
                      </a:lnTo>
                      <a:lnTo>
                        <a:pt x="1082" y="2473"/>
                      </a:lnTo>
                      <a:lnTo>
                        <a:pt x="1074" y="2467"/>
                      </a:lnTo>
                      <a:lnTo>
                        <a:pt x="1058" y="2459"/>
                      </a:lnTo>
                      <a:lnTo>
                        <a:pt x="1045" y="2452"/>
                      </a:lnTo>
                      <a:lnTo>
                        <a:pt x="1042" y="2451"/>
                      </a:lnTo>
                      <a:lnTo>
                        <a:pt x="1039" y="2449"/>
                      </a:lnTo>
                      <a:lnTo>
                        <a:pt x="1038" y="2447"/>
                      </a:lnTo>
                      <a:lnTo>
                        <a:pt x="1038" y="2445"/>
                      </a:lnTo>
                      <a:lnTo>
                        <a:pt x="1038" y="2441"/>
                      </a:lnTo>
                      <a:lnTo>
                        <a:pt x="1039" y="2438"/>
                      </a:lnTo>
                      <a:lnTo>
                        <a:pt x="1041" y="2435"/>
                      </a:lnTo>
                      <a:lnTo>
                        <a:pt x="1044" y="2432"/>
                      </a:lnTo>
                      <a:lnTo>
                        <a:pt x="1047" y="2428"/>
                      </a:lnTo>
                      <a:lnTo>
                        <a:pt x="1048" y="2423"/>
                      </a:lnTo>
                      <a:lnTo>
                        <a:pt x="1048" y="2419"/>
                      </a:lnTo>
                      <a:lnTo>
                        <a:pt x="1047" y="2414"/>
                      </a:lnTo>
                      <a:lnTo>
                        <a:pt x="1042" y="2405"/>
                      </a:lnTo>
                      <a:lnTo>
                        <a:pt x="1036" y="2397"/>
                      </a:lnTo>
                      <a:lnTo>
                        <a:pt x="1032" y="2392"/>
                      </a:lnTo>
                      <a:lnTo>
                        <a:pt x="1030" y="2389"/>
                      </a:lnTo>
                      <a:lnTo>
                        <a:pt x="1029" y="2384"/>
                      </a:lnTo>
                      <a:lnTo>
                        <a:pt x="1028" y="2379"/>
                      </a:lnTo>
                      <a:lnTo>
                        <a:pt x="1026" y="2375"/>
                      </a:lnTo>
                      <a:lnTo>
                        <a:pt x="1028" y="2369"/>
                      </a:lnTo>
                      <a:lnTo>
                        <a:pt x="1030" y="2361"/>
                      </a:lnTo>
                      <a:lnTo>
                        <a:pt x="1032" y="2354"/>
                      </a:lnTo>
                      <a:lnTo>
                        <a:pt x="1036" y="2347"/>
                      </a:lnTo>
                      <a:lnTo>
                        <a:pt x="1037" y="2341"/>
                      </a:lnTo>
                      <a:lnTo>
                        <a:pt x="1037" y="2335"/>
                      </a:lnTo>
                      <a:lnTo>
                        <a:pt x="1036" y="2332"/>
                      </a:lnTo>
                      <a:lnTo>
                        <a:pt x="1032" y="2328"/>
                      </a:lnTo>
                      <a:lnTo>
                        <a:pt x="1029" y="2325"/>
                      </a:lnTo>
                      <a:lnTo>
                        <a:pt x="1024" y="2322"/>
                      </a:lnTo>
                      <a:lnTo>
                        <a:pt x="1018" y="2321"/>
                      </a:lnTo>
                      <a:lnTo>
                        <a:pt x="1006" y="2317"/>
                      </a:lnTo>
                      <a:lnTo>
                        <a:pt x="994" y="2315"/>
                      </a:lnTo>
                      <a:lnTo>
                        <a:pt x="990" y="2313"/>
                      </a:lnTo>
                      <a:lnTo>
                        <a:pt x="984" y="2310"/>
                      </a:lnTo>
                      <a:lnTo>
                        <a:pt x="978" y="2306"/>
                      </a:lnTo>
                      <a:lnTo>
                        <a:pt x="972" y="2301"/>
                      </a:lnTo>
                      <a:lnTo>
                        <a:pt x="957" y="2291"/>
                      </a:lnTo>
                      <a:lnTo>
                        <a:pt x="944" y="2283"/>
                      </a:lnTo>
                      <a:lnTo>
                        <a:pt x="932" y="2276"/>
                      </a:lnTo>
                      <a:lnTo>
                        <a:pt x="922" y="2269"/>
                      </a:lnTo>
                      <a:lnTo>
                        <a:pt x="911" y="2262"/>
                      </a:lnTo>
                      <a:lnTo>
                        <a:pt x="899" y="2253"/>
                      </a:lnTo>
                      <a:lnTo>
                        <a:pt x="887" y="2246"/>
                      </a:lnTo>
                      <a:lnTo>
                        <a:pt x="880" y="2241"/>
                      </a:lnTo>
                      <a:lnTo>
                        <a:pt x="874" y="2240"/>
                      </a:lnTo>
                      <a:lnTo>
                        <a:pt x="867" y="2240"/>
                      </a:lnTo>
                      <a:lnTo>
                        <a:pt x="864" y="2240"/>
                      </a:lnTo>
                      <a:lnTo>
                        <a:pt x="860" y="2241"/>
                      </a:lnTo>
                      <a:lnTo>
                        <a:pt x="858" y="2244"/>
                      </a:lnTo>
                      <a:lnTo>
                        <a:pt x="855" y="2246"/>
                      </a:lnTo>
                      <a:lnTo>
                        <a:pt x="853" y="2250"/>
                      </a:lnTo>
                      <a:lnTo>
                        <a:pt x="850" y="2252"/>
                      </a:lnTo>
                      <a:lnTo>
                        <a:pt x="848" y="2253"/>
                      </a:lnTo>
                      <a:lnTo>
                        <a:pt x="846" y="2253"/>
                      </a:lnTo>
                      <a:lnTo>
                        <a:pt x="840" y="2251"/>
                      </a:lnTo>
                      <a:lnTo>
                        <a:pt x="831" y="2245"/>
                      </a:lnTo>
                      <a:lnTo>
                        <a:pt x="817" y="2233"/>
                      </a:lnTo>
                      <a:lnTo>
                        <a:pt x="809" y="2227"/>
                      </a:lnTo>
                      <a:lnTo>
                        <a:pt x="805" y="2227"/>
                      </a:lnTo>
                      <a:lnTo>
                        <a:pt x="804" y="2228"/>
                      </a:lnTo>
                      <a:lnTo>
                        <a:pt x="803" y="2233"/>
                      </a:lnTo>
                      <a:lnTo>
                        <a:pt x="801" y="2241"/>
                      </a:lnTo>
                      <a:lnTo>
                        <a:pt x="797" y="2257"/>
                      </a:lnTo>
                      <a:lnTo>
                        <a:pt x="791" y="2270"/>
                      </a:lnTo>
                      <a:lnTo>
                        <a:pt x="787" y="2278"/>
                      </a:lnTo>
                      <a:lnTo>
                        <a:pt x="783" y="2289"/>
                      </a:lnTo>
                      <a:lnTo>
                        <a:pt x="776" y="2300"/>
                      </a:lnTo>
                      <a:lnTo>
                        <a:pt x="768" y="2310"/>
                      </a:lnTo>
                      <a:lnTo>
                        <a:pt x="765" y="2315"/>
                      </a:lnTo>
                      <a:lnTo>
                        <a:pt x="761" y="2317"/>
                      </a:lnTo>
                      <a:lnTo>
                        <a:pt x="758" y="2319"/>
                      </a:lnTo>
                      <a:lnTo>
                        <a:pt x="755" y="2320"/>
                      </a:lnTo>
                      <a:lnTo>
                        <a:pt x="749" y="2320"/>
                      </a:lnTo>
                      <a:lnTo>
                        <a:pt x="743" y="2319"/>
                      </a:lnTo>
                      <a:lnTo>
                        <a:pt x="730" y="2317"/>
                      </a:lnTo>
                      <a:lnTo>
                        <a:pt x="717" y="2317"/>
                      </a:lnTo>
                      <a:lnTo>
                        <a:pt x="715" y="2319"/>
                      </a:lnTo>
                      <a:lnTo>
                        <a:pt x="714" y="2320"/>
                      </a:lnTo>
                      <a:lnTo>
                        <a:pt x="714" y="2322"/>
                      </a:lnTo>
                      <a:lnTo>
                        <a:pt x="714" y="2325"/>
                      </a:lnTo>
                      <a:lnTo>
                        <a:pt x="716" y="2332"/>
                      </a:lnTo>
                      <a:lnTo>
                        <a:pt x="720" y="2340"/>
                      </a:lnTo>
                      <a:lnTo>
                        <a:pt x="721" y="2345"/>
                      </a:lnTo>
                      <a:lnTo>
                        <a:pt x="722" y="2350"/>
                      </a:lnTo>
                      <a:lnTo>
                        <a:pt x="722" y="2353"/>
                      </a:lnTo>
                      <a:lnTo>
                        <a:pt x="722" y="2357"/>
                      </a:lnTo>
                      <a:lnTo>
                        <a:pt x="720" y="2360"/>
                      </a:lnTo>
                      <a:lnTo>
                        <a:pt x="716" y="2363"/>
                      </a:lnTo>
                      <a:lnTo>
                        <a:pt x="710" y="2366"/>
                      </a:lnTo>
                      <a:lnTo>
                        <a:pt x="703" y="2367"/>
                      </a:lnTo>
                      <a:lnTo>
                        <a:pt x="695" y="2369"/>
                      </a:lnTo>
                      <a:lnTo>
                        <a:pt x="686" y="2369"/>
                      </a:lnTo>
                      <a:lnTo>
                        <a:pt x="678" y="2366"/>
                      </a:lnTo>
                      <a:lnTo>
                        <a:pt x="671" y="2364"/>
                      </a:lnTo>
                      <a:lnTo>
                        <a:pt x="664" y="2360"/>
                      </a:lnTo>
                      <a:lnTo>
                        <a:pt x="658" y="2356"/>
                      </a:lnTo>
                      <a:lnTo>
                        <a:pt x="653" y="2351"/>
                      </a:lnTo>
                      <a:lnTo>
                        <a:pt x="650" y="2345"/>
                      </a:lnTo>
                      <a:lnTo>
                        <a:pt x="647" y="2339"/>
                      </a:lnTo>
                      <a:lnTo>
                        <a:pt x="646" y="2331"/>
                      </a:lnTo>
                      <a:lnTo>
                        <a:pt x="646" y="2321"/>
                      </a:lnTo>
                      <a:lnTo>
                        <a:pt x="646" y="2312"/>
                      </a:lnTo>
                      <a:lnTo>
                        <a:pt x="647" y="2293"/>
                      </a:lnTo>
                      <a:lnTo>
                        <a:pt x="647" y="2275"/>
                      </a:lnTo>
                      <a:lnTo>
                        <a:pt x="647" y="2268"/>
                      </a:lnTo>
                      <a:lnTo>
                        <a:pt x="646" y="2260"/>
                      </a:lnTo>
                      <a:lnTo>
                        <a:pt x="644" y="2254"/>
                      </a:lnTo>
                      <a:lnTo>
                        <a:pt x="641" y="2249"/>
                      </a:lnTo>
                      <a:lnTo>
                        <a:pt x="638" y="2244"/>
                      </a:lnTo>
                      <a:lnTo>
                        <a:pt x="634" y="2239"/>
                      </a:lnTo>
                      <a:lnTo>
                        <a:pt x="629" y="2235"/>
                      </a:lnTo>
                      <a:lnTo>
                        <a:pt x="625" y="2233"/>
                      </a:lnTo>
                      <a:lnTo>
                        <a:pt x="615" y="2228"/>
                      </a:lnTo>
                      <a:lnTo>
                        <a:pt x="606" y="2222"/>
                      </a:lnTo>
                      <a:lnTo>
                        <a:pt x="597" y="2215"/>
                      </a:lnTo>
                      <a:lnTo>
                        <a:pt x="588" y="2206"/>
                      </a:lnTo>
                      <a:lnTo>
                        <a:pt x="578" y="2193"/>
                      </a:lnTo>
                      <a:lnTo>
                        <a:pt x="568" y="2178"/>
                      </a:lnTo>
                      <a:lnTo>
                        <a:pt x="557" y="2165"/>
                      </a:lnTo>
                      <a:lnTo>
                        <a:pt x="547" y="2155"/>
                      </a:lnTo>
                      <a:lnTo>
                        <a:pt x="544" y="2151"/>
                      </a:lnTo>
                      <a:lnTo>
                        <a:pt x="541" y="2146"/>
                      </a:lnTo>
                      <a:lnTo>
                        <a:pt x="539" y="2142"/>
                      </a:lnTo>
                      <a:lnTo>
                        <a:pt x="538" y="2137"/>
                      </a:lnTo>
                      <a:lnTo>
                        <a:pt x="537" y="2132"/>
                      </a:lnTo>
                      <a:lnTo>
                        <a:pt x="534" y="2127"/>
                      </a:lnTo>
                      <a:lnTo>
                        <a:pt x="532" y="2123"/>
                      </a:lnTo>
                      <a:lnTo>
                        <a:pt x="527" y="2119"/>
                      </a:lnTo>
                      <a:lnTo>
                        <a:pt x="518" y="2114"/>
                      </a:lnTo>
                      <a:lnTo>
                        <a:pt x="505" y="2107"/>
                      </a:lnTo>
                      <a:lnTo>
                        <a:pt x="496" y="2104"/>
                      </a:lnTo>
                      <a:lnTo>
                        <a:pt x="488" y="2099"/>
                      </a:lnTo>
                      <a:lnTo>
                        <a:pt x="481" y="2094"/>
                      </a:lnTo>
                      <a:lnTo>
                        <a:pt x="472" y="2087"/>
                      </a:lnTo>
                      <a:lnTo>
                        <a:pt x="457" y="2073"/>
                      </a:lnTo>
                      <a:lnTo>
                        <a:pt x="440" y="2057"/>
                      </a:lnTo>
                      <a:lnTo>
                        <a:pt x="425" y="2041"/>
                      </a:lnTo>
                      <a:lnTo>
                        <a:pt x="413" y="2026"/>
                      </a:lnTo>
                      <a:lnTo>
                        <a:pt x="407" y="2022"/>
                      </a:lnTo>
                      <a:lnTo>
                        <a:pt x="400" y="2017"/>
                      </a:lnTo>
                      <a:lnTo>
                        <a:pt x="392" y="2014"/>
                      </a:lnTo>
                      <a:lnTo>
                        <a:pt x="383" y="2012"/>
                      </a:lnTo>
                      <a:lnTo>
                        <a:pt x="376" y="2010"/>
                      </a:lnTo>
                      <a:lnTo>
                        <a:pt x="369" y="2007"/>
                      </a:lnTo>
                      <a:lnTo>
                        <a:pt x="362" y="2005"/>
                      </a:lnTo>
                      <a:lnTo>
                        <a:pt x="357" y="2003"/>
                      </a:lnTo>
                      <a:lnTo>
                        <a:pt x="352" y="1998"/>
                      </a:lnTo>
                      <a:lnTo>
                        <a:pt x="349" y="1993"/>
                      </a:lnTo>
                      <a:lnTo>
                        <a:pt x="345" y="1986"/>
                      </a:lnTo>
                      <a:lnTo>
                        <a:pt x="342" y="1980"/>
                      </a:lnTo>
                      <a:lnTo>
                        <a:pt x="338" y="1972"/>
                      </a:lnTo>
                      <a:lnTo>
                        <a:pt x="336" y="1964"/>
                      </a:lnTo>
                      <a:lnTo>
                        <a:pt x="335" y="1956"/>
                      </a:lnTo>
                      <a:lnTo>
                        <a:pt x="335" y="1949"/>
                      </a:lnTo>
                      <a:lnTo>
                        <a:pt x="335" y="1934"/>
                      </a:lnTo>
                      <a:lnTo>
                        <a:pt x="335" y="1917"/>
                      </a:lnTo>
                      <a:lnTo>
                        <a:pt x="335" y="1909"/>
                      </a:lnTo>
                      <a:lnTo>
                        <a:pt x="332" y="1899"/>
                      </a:lnTo>
                      <a:lnTo>
                        <a:pt x="330" y="1890"/>
                      </a:lnTo>
                      <a:lnTo>
                        <a:pt x="326" y="1880"/>
                      </a:lnTo>
                      <a:lnTo>
                        <a:pt x="317" y="1861"/>
                      </a:lnTo>
                      <a:lnTo>
                        <a:pt x="306" y="1844"/>
                      </a:lnTo>
                      <a:lnTo>
                        <a:pt x="296" y="1829"/>
                      </a:lnTo>
                      <a:lnTo>
                        <a:pt x="287" y="1814"/>
                      </a:lnTo>
                      <a:lnTo>
                        <a:pt x="282" y="1808"/>
                      </a:lnTo>
                      <a:lnTo>
                        <a:pt x="277" y="1803"/>
                      </a:lnTo>
                      <a:lnTo>
                        <a:pt x="273" y="1800"/>
                      </a:lnTo>
                      <a:lnTo>
                        <a:pt x="267" y="1799"/>
                      </a:lnTo>
                      <a:lnTo>
                        <a:pt x="256" y="1799"/>
                      </a:lnTo>
                      <a:lnTo>
                        <a:pt x="247" y="1800"/>
                      </a:lnTo>
                      <a:lnTo>
                        <a:pt x="242" y="1799"/>
                      </a:lnTo>
                      <a:lnTo>
                        <a:pt x="237" y="1798"/>
                      </a:lnTo>
                      <a:lnTo>
                        <a:pt x="232" y="1795"/>
                      </a:lnTo>
                      <a:lnTo>
                        <a:pt x="226" y="1790"/>
                      </a:lnTo>
                      <a:lnTo>
                        <a:pt x="222" y="1784"/>
                      </a:lnTo>
                      <a:lnTo>
                        <a:pt x="217" y="1779"/>
                      </a:lnTo>
                      <a:lnTo>
                        <a:pt x="213" y="1773"/>
                      </a:lnTo>
                      <a:lnTo>
                        <a:pt x="210" y="1767"/>
                      </a:lnTo>
                      <a:lnTo>
                        <a:pt x="200" y="1759"/>
                      </a:lnTo>
                      <a:lnTo>
                        <a:pt x="191" y="1752"/>
                      </a:lnTo>
                      <a:lnTo>
                        <a:pt x="189" y="1741"/>
                      </a:lnTo>
                      <a:lnTo>
                        <a:pt x="188" y="1735"/>
                      </a:lnTo>
                      <a:lnTo>
                        <a:pt x="185" y="1734"/>
                      </a:lnTo>
                      <a:lnTo>
                        <a:pt x="182" y="1733"/>
                      </a:lnTo>
                      <a:lnTo>
                        <a:pt x="179" y="1733"/>
                      </a:lnTo>
                      <a:lnTo>
                        <a:pt x="174" y="1733"/>
                      </a:lnTo>
                      <a:lnTo>
                        <a:pt x="166" y="1734"/>
                      </a:lnTo>
                      <a:lnTo>
                        <a:pt x="157" y="1735"/>
                      </a:lnTo>
                      <a:lnTo>
                        <a:pt x="151" y="1736"/>
                      </a:lnTo>
                      <a:lnTo>
                        <a:pt x="148" y="1739"/>
                      </a:lnTo>
                      <a:lnTo>
                        <a:pt x="147" y="1742"/>
                      </a:lnTo>
                      <a:lnTo>
                        <a:pt x="148" y="1749"/>
                      </a:lnTo>
                      <a:lnTo>
                        <a:pt x="148" y="1753"/>
                      </a:lnTo>
                      <a:lnTo>
                        <a:pt x="147" y="1756"/>
                      </a:lnTo>
                      <a:lnTo>
                        <a:pt x="145" y="1759"/>
                      </a:lnTo>
                      <a:lnTo>
                        <a:pt x="144" y="1760"/>
                      </a:lnTo>
                      <a:lnTo>
                        <a:pt x="140" y="1761"/>
                      </a:lnTo>
                      <a:lnTo>
                        <a:pt x="132" y="1760"/>
                      </a:lnTo>
                      <a:lnTo>
                        <a:pt x="125" y="1758"/>
                      </a:lnTo>
                      <a:lnTo>
                        <a:pt x="118" y="1755"/>
                      </a:lnTo>
                      <a:lnTo>
                        <a:pt x="115" y="1753"/>
                      </a:lnTo>
                      <a:lnTo>
                        <a:pt x="112" y="1751"/>
                      </a:lnTo>
                      <a:lnTo>
                        <a:pt x="110" y="1748"/>
                      </a:lnTo>
                      <a:lnTo>
                        <a:pt x="109" y="1743"/>
                      </a:lnTo>
                      <a:lnTo>
                        <a:pt x="107" y="1736"/>
                      </a:lnTo>
                      <a:lnTo>
                        <a:pt x="104" y="1730"/>
                      </a:lnTo>
                      <a:lnTo>
                        <a:pt x="100" y="1728"/>
                      </a:lnTo>
                      <a:lnTo>
                        <a:pt x="98" y="1726"/>
                      </a:lnTo>
                      <a:lnTo>
                        <a:pt x="93" y="1724"/>
                      </a:lnTo>
                      <a:lnTo>
                        <a:pt x="88" y="1723"/>
                      </a:lnTo>
                      <a:lnTo>
                        <a:pt x="82" y="1722"/>
                      </a:lnTo>
                      <a:lnTo>
                        <a:pt x="77" y="1721"/>
                      </a:lnTo>
                      <a:lnTo>
                        <a:pt x="71" y="1718"/>
                      </a:lnTo>
                      <a:lnTo>
                        <a:pt x="63" y="1716"/>
                      </a:lnTo>
                      <a:lnTo>
                        <a:pt x="59" y="1711"/>
                      </a:lnTo>
                      <a:lnTo>
                        <a:pt x="54" y="1705"/>
                      </a:lnTo>
                      <a:lnTo>
                        <a:pt x="49" y="1698"/>
                      </a:lnTo>
                      <a:lnTo>
                        <a:pt x="47" y="1689"/>
                      </a:lnTo>
                      <a:lnTo>
                        <a:pt x="44" y="1667"/>
                      </a:lnTo>
                      <a:lnTo>
                        <a:pt x="44" y="1646"/>
                      </a:lnTo>
                      <a:lnTo>
                        <a:pt x="46" y="1626"/>
                      </a:lnTo>
                      <a:lnTo>
                        <a:pt x="44" y="1608"/>
                      </a:lnTo>
                      <a:lnTo>
                        <a:pt x="41" y="1597"/>
                      </a:lnTo>
                      <a:lnTo>
                        <a:pt x="36" y="1587"/>
                      </a:lnTo>
                      <a:lnTo>
                        <a:pt x="34" y="1577"/>
                      </a:lnTo>
                      <a:lnTo>
                        <a:pt x="33" y="1570"/>
                      </a:lnTo>
                      <a:lnTo>
                        <a:pt x="30" y="1567"/>
                      </a:lnTo>
                      <a:lnTo>
                        <a:pt x="29" y="1565"/>
                      </a:lnTo>
                      <a:lnTo>
                        <a:pt x="28" y="1564"/>
                      </a:lnTo>
                      <a:lnTo>
                        <a:pt x="25" y="1563"/>
                      </a:lnTo>
                      <a:lnTo>
                        <a:pt x="21" y="1563"/>
                      </a:lnTo>
                      <a:lnTo>
                        <a:pt x="16" y="1562"/>
                      </a:lnTo>
                      <a:lnTo>
                        <a:pt x="11" y="1559"/>
                      </a:lnTo>
                      <a:lnTo>
                        <a:pt x="8" y="1556"/>
                      </a:lnTo>
                      <a:lnTo>
                        <a:pt x="5" y="1552"/>
                      </a:lnTo>
                      <a:lnTo>
                        <a:pt x="4" y="1546"/>
                      </a:lnTo>
                      <a:lnTo>
                        <a:pt x="4" y="1538"/>
                      </a:lnTo>
                      <a:lnTo>
                        <a:pt x="6" y="1528"/>
                      </a:lnTo>
                      <a:lnTo>
                        <a:pt x="10" y="1522"/>
                      </a:lnTo>
                      <a:lnTo>
                        <a:pt x="14" y="1516"/>
                      </a:lnTo>
                      <a:lnTo>
                        <a:pt x="16" y="1513"/>
                      </a:lnTo>
                      <a:lnTo>
                        <a:pt x="17" y="1509"/>
                      </a:lnTo>
                      <a:lnTo>
                        <a:pt x="17" y="1507"/>
                      </a:lnTo>
                      <a:lnTo>
                        <a:pt x="17" y="1503"/>
                      </a:lnTo>
                      <a:lnTo>
                        <a:pt x="15" y="1495"/>
                      </a:lnTo>
                      <a:lnTo>
                        <a:pt x="14" y="1487"/>
                      </a:lnTo>
                      <a:lnTo>
                        <a:pt x="14" y="1480"/>
                      </a:lnTo>
                      <a:lnTo>
                        <a:pt x="14" y="1472"/>
                      </a:lnTo>
                      <a:lnTo>
                        <a:pt x="16" y="1468"/>
                      </a:lnTo>
                      <a:lnTo>
                        <a:pt x="18" y="1463"/>
                      </a:lnTo>
                      <a:lnTo>
                        <a:pt x="23" y="1458"/>
                      </a:lnTo>
                      <a:lnTo>
                        <a:pt x="28" y="1456"/>
                      </a:lnTo>
                      <a:lnTo>
                        <a:pt x="42" y="1451"/>
                      </a:lnTo>
                      <a:lnTo>
                        <a:pt x="54" y="1446"/>
                      </a:lnTo>
                      <a:lnTo>
                        <a:pt x="58" y="1444"/>
                      </a:lnTo>
                      <a:lnTo>
                        <a:pt x="61" y="1440"/>
                      </a:lnTo>
                      <a:lnTo>
                        <a:pt x="62" y="1437"/>
                      </a:lnTo>
                      <a:lnTo>
                        <a:pt x="62" y="1430"/>
                      </a:lnTo>
                      <a:lnTo>
                        <a:pt x="58" y="1418"/>
                      </a:lnTo>
                      <a:lnTo>
                        <a:pt x="52" y="1406"/>
                      </a:lnTo>
                      <a:lnTo>
                        <a:pt x="48" y="1399"/>
                      </a:lnTo>
                      <a:lnTo>
                        <a:pt x="44" y="1390"/>
                      </a:lnTo>
                      <a:lnTo>
                        <a:pt x="42" y="1382"/>
                      </a:lnTo>
                      <a:lnTo>
                        <a:pt x="40" y="1371"/>
                      </a:lnTo>
                      <a:lnTo>
                        <a:pt x="37" y="1361"/>
                      </a:lnTo>
                      <a:lnTo>
                        <a:pt x="36" y="1350"/>
                      </a:lnTo>
                      <a:lnTo>
                        <a:pt x="35" y="1340"/>
                      </a:lnTo>
                      <a:lnTo>
                        <a:pt x="35" y="1332"/>
                      </a:lnTo>
                      <a:lnTo>
                        <a:pt x="36" y="1324"/>
                      </a:lnTo>
                      <a:lnTo>
                        <a:pt x="39" y="1318"/>
                      </a:lnTo>
                      <a:lnTo>
                        <a:pt x="41" y="1316"/>
                      </a:lnTo>
                      <a:lnTo>
                        <a:pt x="43" y="1314"/>
                      </a:lnTo>
                      <a:lnTo>
                        <a:pt x="47" y="1312"/>
                      </a:lnTo>
                      <a:lnTo>
                        <a:pt x="49" y="1312"/>
                      </a:lnTo>
                      <a:lnTo>
                        <a:pt x="63" y="1307"/>
                      </a:lnTo>
                      <a:lnTo>
                        <a:pt x="75" y="1302"/>
                      </a:lnTo>
                      <a:lnTo>
                        <a:pt x="79" y="1300"/>
                      </a:lnTo>
                      <a:lnTo>
                        <a:pt x="82" y="1298"/>
                      </a:lnTo>
                      <a:lnTo>
                        <a:pt x="84" y="1294"/>
                      </a:lnTo>
                      <a:lnTo>
                        <a:pt x="82" y="1292"/>
                      </a:lnTo>
                      <a:lnTo>
                        <a:pt x="75" y="1286"/>
                      </a:lnTo>
                      <a:lnTo>
                        <a:pt x="66" y="1279"/>
                      </a:lnTo>
                      <a:lnTo>
                        <a:pt x="60" y="1274"/>
                      </a:lnTo>
                      <a:lnTo>
                        <a:pt x="54" y="1268"/>
                      </a:lnTo>
                      <a:lnTo>
                        <a:pt x="48" y="1262"/>
                      </a:lnTo>
                      <a:lnTo>
                        <a:pt x="43" y="1254"/>
                      </a:lnTo>
                      <a:lnTo>
                        <a:pt x="34" y="1236"/>
                      </a:lnTo>
                      <a:lnTo>
                        <a:pt x="28" y="1220"/>
                      </a:lnTo>
                      <a:lnTo>
                        <a:pt x="25" y="1212"/>
                      </a:lnTo>
                      <a:lnTo>
                        <a:pt x="23" y="1206"/>
                      </a:lnTo>
                      <a:lnTo>
                        <a:pt x="19" y="1200"/>
                      </a:lnTo>
                      <a:lnTo>
                        <a:pt x="16" y="1195"/>
                      </a:lnTo>
                      <a:lnTo>
                        <a:pt x="9" y="1188"/>
                      </a:lnTo>
                      <a:lnTo>
                        <a:pt x="3" y="1179"/>
                      </a:lnTo>
                      <a:lnTo>
                        <a:pt x="0" y="1173"/>
                      </a:lnTo>
                      <a:lnTo>
                        <a:pt x="0" y="1167"/>
                      </a:lnTo>
                      <a:lnTo>
                        <a:pt x="3" y="1161"/>
                      </a:lnTo>
                      <a:lnTo>
                        <a:pt x="6" y="1153"/>
                      </a:lnTo>
                      <a:lnTo>
                        <a:pt x="10" y="1144"/>
                      </a:lnTo>
                      <a:lnTo>
                        <a:pt x="14" y="1137"/>
                      </a:lnTo>
                      <a:lnTo>
                        <a:pt x="19" y="1134"/>
                      </a:lnTo>
                      <a:lnTo>
                        <a:pt x="24" y="1131"/>
                      </a:lnTo>
                      <a:lnTo>
                        <a:pt x="27" y="1129"/>
                      </a:lnTo>
                      <a:lnTo>
                        <a:pt x="29" y="1127"/>
                      </a:lnTo>
                      <a:lnTo>
                        <a:pt x="31" y="1122"/>
                      </a:lnTo>
                      <a:lnTo>
                        <a:pt x="33" y="1117"/>
                      </a:lnTo>
                      <a:lnTo>
                        <a:pt x="36" y="1103"/>
                      </a:lnTo>
                      <a:lnTo>
                        <a:pt x="39" y="1090"/>
                      </a:lnTo>
                      <a:lnTo>
                        <a:pt x="40" y="1084"/>
                      </a:lnTo>
                      <a:lnTo>
                        <a:pt x="41" y="1078"/>
                      </a:lnTo>
                      <a:lnTo>
                        <a:pt x="41" y="1071"/>
                      </a:lnTo>
                      <a:lnTo>
                        <a:pt x="40" y="1064"/>
                      </a:lnTo>
                      <a:lnTo>
                        <a:pt x="36" y="1046"/>
                      </a:lnTo>
                      <a:lnTo>
                        <a:pt x="35" y="1028"/>
                      </a:lnTo>
                      <a:lnTo>
                        <a:pt x="35" y="1020"/>
                      </a:lnTo>
                      <a:lnTo>
                        <a:pt x="36" y="1011"/>
                      </a:lnTo>
                      <a:lnTo>
                        <a:pt x="40" y="1005"/>
                      </a:lnTo>
                      <a:lnTo>
                        <a:pt x="44" y="999"/>
                      </a:lnTo>
                      <a:lnTo>
                        <a:pt x="50" y="997"/>
                      </a:lnTo>
                      <a:lnTo>
                        <a:pt x="58" y="995"/>
                      </a:lnTo>
                      <a:lnTo>
                        <a:pt x="65" y="995"/>
                      </a:lnTo>
                      <a:lnTo>
                        <a:pt x="73" y="993"/>
                      </a:lnTo>
                      <a:lnTo>
                        <a:pt x="80" y="993"/>
                      </a:lnTo>
                      <a:lnTo>
                        <a:pt x="90" y="993"/>
                      </a:lnTo>
                      <a:lnTo>
                        <a:pt x="98" y="992"/>
                      </a:lnTo>
                      <a:lnTo>
                        <a:pt x="107" y="990"/>
                      </a:lnTo>
                      <a:lnTo>
                        <a:pt x="125" y="983"/>
                      </a:lnTo>
                      <a:lnTo>
                        <a:pt x="142" y="978"/>
                      </a:lnTo>
                      <a:lnTo>
                        <a:pt x="149" y="977"/>
                      </a:lnTo>
                      <a:lnTo>
                        <a:pt x="156" y="976"/>
                      </a:lnTo>
                      <a:lnTo>
                        <a:pt x="161" y="977"/>
                      </a:lnTo>
                      <a:lnTo>
                        <a:pt x="165" y="980"/>
                      </a:lnTo>
                      <a:lnTo>
                        <a:pt x="169" y="989"/>
                      </a:lnTo>
                      <a:lnTo>
                        <a:pt x="172" y="997"/>
                      </a:lnTo>
                      <a:lnTo>
                        <a:pt x="172" y="1001"/>
                      </a:lnTo>
                      <a:lnTo>
                        <a:pt x="172" y="1005"/>
                      </a:lnTo>
                      <a:lnTo>
                        <a:pt x="170" y="1009"/>
                      </a:lnTo>
                      <a:lnTo>
                        <a:pt x="168" y="1014"/>
                      </a:lnTo>
                      <a:lnTo>
                        <a:pt x="163" y="1024"/>
                      </a:lnTo>
                      <a:lnTo>
                        <a:pt x="160" y="1041"/>
                      </a:lnTo>
                      <a:lnTo>
                        <a:pt x="157" y="1059"/>
                      </a:lnTo>
                      <a:lnTo>
                        <a:pt x="156" y="1073"/>
                      </a:lnTo>
                      <a:lnTo>
                        <a:pt x="156" y="1079"/>
                      </a:lnTo>
                      <a:lnTo>
                        <a:pt x="156" y="1084"/>
                      </a:lnTo>
                      <a:lnTo>
                        <a:pt x="157" y="1088"/>
                      </a:lnTo>
                      <a:lnTo>
                        <a:pt x="160" y="1093"/>
                      </a:lnTo>
                      <a:lnTo>
                        <a:pt x="163" y="1100"/>
                      </a:lnTo>
                      <a:lnTo>
                        <a:pt x="169" y="1106"/>
                      </a:lnTo>
                      <a:lnTo>
                        <a:pt x="175" y="1116"/>
                      </a:lnTo>
                      <a:lnTo>
                        <a:pt x="182" y="1128"/>
                      </a:lnTo>
                      <a:lnTo>
                        <a:pt x="187" y="1134"/>
                      </a:lnTo>
                      <a:lnTo>
                        <a:pt x="193" y="1137"/>
                      </a:lnTo>
                      <a:lnTo>
                        <a:pt x="199" y="1141"/>
                      </a:lnTo>
                      <a:lnTo>
                        <a:pt x="207" y="1142"/>
                      </a:lnTo>
                      <a:lnTo>
                        <a:pt x="224" y="1144"/>
                      </a:lnTo>
                      <a:lnTo>
                        <a:pt x="239" y="1148"/>
                      </a:lnTo>
                      <a:lnTo>
                        <a:pt x="247" y="1149"/>
                      </a:lnTo>
                      <a:lnTo>
                        <a:pt x="252" y="1149"/>
                      </a:lnTo>
                      <a:lnTo>
                        <a:pt x="255" y="1149"/>
                      </a:lnTo>
                      <a:lnTo>
                        <a:pt x="256" y="1148"/>
                      </a:lnTo>
                      <a:lnTo>
                        <a:pt x="258" y="1147"/>
                      </a:lnTo>
                      <a:lnTo>
                        <a:pt x="258" y="1143"/>
                      </a:lnTo>
                      <a:lnTo>
                        <a:pt x="262" y="1134"/>
                      </a:lnTo>
                      <a:lnTo>
                        <a:pt x="264" y="1125"/>
                      </a:lnTo>
                      <a:lnTo>
                        <a:pt x="266" y="1122"/>
                      </a:lnTo>
                      <a:lnTo>
                        <a:pt x="269" y="1119"/>
                      </a:lnTo>
                      <a:lnTo>
                        <a:pt x="274" y="1117"/>
                      </a:lnTo>
                      <a:lnTo>
                        <a:pt x="280" y="1116"/>
                      </a:lnTo>
                      <a:lnTo>
                        <a:pt x="291" y="1112"/>
                      </a:lnTo>
                      <a:lnTo>
                        <a:pt x="302" y="1108"/>
                      </a:lnTo>
                      <a:lnTo>
                        <a:pt x="313" y="1105"/>
                      </a:lnTo>
                      <a:lnTo>
                        <a:pt x="323" y="1102"/>
                      </a:lnTo>
                      <a:lnTo>
                        <a:pt x="327" y="1099"/>
                      </a:lnTo>
                      <a:lnTo>
                        <a:pt x="332" y="1097"/>
                      </a:lnTo>
                      <a:lnTo>
                        <a:pt x="336" y="1094"/>
                      </a:lnTo>
                      <a:lnTo>
                        <a:pt x="339" y="1090"/>
                      </a:lnTo>
                      <a:lnTo>
                        <a:pt x="344" y="1083"/>
                      </a:lnTo>
                      <a:lnTo>
                        <a:pt x="346" y="1075"/>
                      </a:lnTo>
                      <a:lnTo>
                        <a:pt x="350" y="1067"/>
                      </a:lnTo>
                      <a:lnTo>
                        <a:pt x="351" y="1060"/>
                      </a:lnTo>
                      <a:lnTo>
                        <a:pt x="355" y="1046"/>
                      </a:lnTo>
                      <a:lnTo>
                        <a:pt x="358" y="1034"/>
                      </a:lnTo>
                      <a:lnTo>
                        <a:pt x="359" y="1028"/>
                      </a:lnTo>
                      <a:lnTo>
                        <a:pt x="361" y="1023"/>
                      </a:lnTo>
                      <a:lnTo>
                        <a:pt x="361" y="1017"/>
                      </a:lnTo>
                      <a:lnTo>
                        <a:pt x="359" y="1010"/>
                      </a:lnTo>
                      <a:lnTo>
                        <a:pt x="357" y="999"/>
                      </a:lnTo>
                      <a:lnTo>
                        <a:pt x="355" y="992"/>
                      </a:lnTo>
                      <a:lnTo>
                        <a:pt x="355" y="984"/>
                      </a:lnTo>
                      <a:lnTo>
                        <a:pt x="357" y="970"/>
                      </a:lnTo>
                      <a:lnTo>
                        <a:pt x="361" y="954"/>
                      </a:lnTo>
                      <a:lnTo>
                        <a:pt x="363" y="939"/>
                      </a:lnTo>
                      <a:lnTo>
                        <a:pt x="365" y="924"/>
                      </a:lnTo>
                      <a:lnTo>
                        <a:pt x="367" y="913"/>
                      </a:lnTo>
                      <a:lnTo>
                        <a:pt x="367" y="907"/>
                      </a:lnTo>
                      <a:lnTo>
                        <a:pt x="365" y="900"/>
                      </a:lnTo>
                      <a:lnTo>
                        <a:pt x="364" y="892"/>
                      </a:lnTo>
                      <a:lnTo>
                        <a:pt x="362" y="883"/>
                      </a:lnTo>
                      <a:lnTo>
                        <a:pt x="361" y="877"/>
                      </a:lnTo>
                      <a:lnTo>
                        <a:pt x="361" y="869"/>
                      </a:lnTo>
                      <a:lnTo>
                        <a:pt x="362" y="860"/>
                      </a:lnTo>
                      <a:lnTo>
                        <a:pt x="364" y="852"/>
                      </a:lnTo>
                      <a:lnTo>
                        <a:pt x="369" y="835"/>
                      </a:lnTo>
                      <a:lnTo>
                        <a:pt x="370" y="821"/>
                      </a:lnTo>
                      <a:lnTo>
                        <a:pt x="368" y="814"/>
                      </a:lnTo>
                      <a:lnTo>
                        <a:pt x="364" y="808"/>
                      </a:lnTo>
                      <a:lnTo>
                        <a:pt x="359" y="803"/>
                      </a:lnTo>
                      <a:lnTo>
                        <a:pt x="357" y="798"/>
                      </a:lnTo>
                      <a:lnTo>
                        <a:pt x="352" y="785"/>
                      </a:lnTo>
                      <a:lnTo>
                        <a:pt x="350" y="770"/>
                      </a:lnTo>
                      <a:lnTo>
                        <a:pt x="348" y="753"/>
                      </a:lnTo>
                      <a:lnTo>
                        <a:pt x="343" y="739"/>
                      </a:lnTo>
                      <a:lnTo>
                        <a:pt x="336" y="724"/>
                      </a:lnTo>
                      <a:lnTo>
                        <a:pt x="324" y="703"/>
                      </a:lnTo>
                      <a:lnTo>
                        <a:pt x="313" y="684"/>
                      </a:lnTo>
                      <a:lnTo>
                        <a:pt x="306" y="671"/>
                      </a:lnTo>
                      <a:lnTo>
                        <a:pt x="301" y="652"/>
                      </a:lnTo>
                      <a:lnTo>
                        <a:pt x="295" y="638"/>
                      </a:lnTo>
                      <a:lnTo>
                        <a:pt x="293" y="634"/>
                      </a:lnTo>
                      <a:lnTo>
                        <a:pt x="291" y="627"/>
                      </a:lnTo>
                      <a:lnTo>
                        <a:pt x="291" y="623"/>
                      </a:lnTo>
                      <a:lnTo>
                        <a:pt x="291" y="617"/>
                      </a:lnTo>
                      <a:lnTo>
                        <a:pt x="292" y="612"/>
                      </a:lnTo>
                      <a:lnTo>
                        <a:pt x="294" y="606"/>
                      </a:lnTo>
                      <a:lnTo>
                        <a:pt x="291" y="589"/>
                      </a:lnTo>
                      <a:lnTo>
                        <a:pt x="286" y="573"/>
                      </a:lnTo>
                      <a:lnTo>
                        <a:pt x="288" y="568"/>
                      </a:lnTo>
                      <a:lnTo>
                        <a:pt x="293" y="564"/>
                      </a:lnTo>
                      <a:lnTo>
                        <a:pt x="299" y="562"/>
                      </a:lnTo>
                      <a:lnTo>
                        <a:pt x="305" y="560"/>
                      </a:lnTo>
                      <a:lnTo>
                        <a:pt x="311" y="557"/>
                      </a:lnTo>
                      <a:lnTo>
                        <a:pt x="315" y="556"/>
                      </a:lnTo>
                      <a:lnTo>
                        <a:pt x="320" y="554"/>
                      </a:lnTo>
                      <a:lnTo>
                        <a:pt x="323" y="551"/>
                      </a:lnTo>
                      <a:lnTo>
                        <a:pt x="326" y="541"/>
                      </a:lnTo>
                      <a:lnTo>
                        <a:pt x="327" y="532"/>
                      </a:lnTo>
                      <a:lnTo>
                        <a:pt x="330" y="523"/>
                      </a:lnTo>
                      <a:lnTo>
                        <a:pt x="333" y="507"/>
                      </a:lnTo>
                      <a:lnTo>
                        <a:pt x="337" y="488"/>
                      </a:lnTo>
                      <a:lnTo>
                        <a:pt x="340" y="470"/>
                      </a:lnTo>
                      <a:lnTo>
                        <a:pt x="342" y="454"/>
                      </a:lnTo>
                      <a:lnTo>
                        <a:pt x="339" y="443"/>
                      </a:lnTo>
                      <a:lnTo>
                        <a:pt x="335" y="430"/>
                      </a:lnTo>
                      <a:lnTo>
                        <a:pt x="330" y="412"/>
                      </a:lnTo>
                      <a:lnTo>
                        <a:pt x="329" y="404"/>
                      </a:lnTo>
                      <a:lnTo>
                        <a:pt x="330" y="397"/>
                      </a:lnTo>
                      <a:lnTo>
                        <a:pt x="331" y="394"/>
                      </a:lnTo>
                      <a:lnTo>
                        <a:pt x="333" y="392"/>
                      </a:lnTo>
                      <a:lnTo>
                        <a:pt x="337" y="391"/>
                      </a:lnTo>
                      <a:lnTo>
                        <a:pt x="342" y="390"/>
                      </a:lnTo>
                      <a:lnTo>
                        <a:pt x="361" y="391"/>
                      </a:lnTo>
                      <a:lnTo>
                        <a:pt x="380" y="391"/>
                      </a:lnTo>
                      <a:lnTo>
                        <a:pt x="389" y="390"/>
                      </a:lnTo>
                      <a:lnTo>
                        <a:pt x="398" y="388"/>
                      </a:lnTo>
                      <a:lnTo>
                        <a:pt x="407" y="386"/>
                      </a:lnTo>
                      <a:lnTo>
                        <a:pt x="415" y="384"/>
                      </a:lnTo>
                      <a:lnTo>
                        <a:pt x="422" y="380"/>
                      </a:lnTo>
                      <a:lnTo>
                        <a:pt x="430" y="377"/>
                      </a:lnTo>
                      <a:lnTo>
                        <a:pt x="437" y="372"/>
                      </a:lnTo>
                      <a:lnTo>
                        <a:pt x="441" y="367"/>
                      </a:lnTo>
                      <a:lnTo>
                        <a:pt x="447" y="362"/>
                      </a:lnTo>
                      <a:lnTo>
                        <a:pt x="451" y="355"/>
                      </a:lnTo>
                      <a:lnTo>
                        <a:pt x="456" y="349"/>
                      </a:lnTo>
                      <a:lnTo>
                        <a:pt x="459" y="341"/>
                      </a:lnTo>
                      <a:lnTo>
                        <a:pt x="463" y="335"/>
                      </a:lnTo>
                      <a:lnTo>
                        <a:pt x="468" y="331"/>
                      </a:lnTo>
                      <a:lnTo>
                        <a:pt x="471" y="330"/>
                      </a:lnTo>
                      <a:lnTo>
                        <a:pt x="476" y="329"/>
                      </a:lnTo>
                      <a:lnTo>
                        <a:pt x="480" y="329"/>
                      </a:lnTo>
                      <a:lnTo>
                        <a:pt x="484" y="329"/>
                      </a:lnTo>
                      <a:lnTo>
                        <a:pt x="488" y="328"/>
                      </a:lnTo>
                      <a:lnTo>
                        <a:pt x="490" y="325"/>
                      </a:lnTo>
                      <a:lnTo>
                        <a:pt x="495" y="319"/>
                      </a:lnTo>
                      <a:lnTo>
                        <a:pt x="496" y="316"/>
                      </a:lnTo>
                      <a:lnTo>
                        <a:pt x="497" y="312"/>
                      </a:lnTo>
                      <a:lnTo>
                        <a:pt x="503" y="308"/>
                      </a:lnTo>
                      <a:lnTo>
                        <a:pt x="508" y="304"/>
                      </a:lnTo>
                      <a:lnTo>
                        <a:pt x="513" y="300"/>
                      </a:lnTo>
                      <a:lnTo>
                        <a:pt x="519" y="297"/>
                      </a:lnTo>
                      <a:lnTo>
                        <a:pt x="525" y="296"/>
                      </a:lnTo>
                      <a:lnTo>
                        <a:pt x="529" y="295"/>
                      </a:lnTo>
                      <a:lnTo>
                        <a:pt x="535" y="295"/>
                      </a:lnTo>
                      <a:lnTo>
                        <a:pt x="540" y="297"/>
                      </a:lnTo>
                      <a:lnTo>
                        <a:pt x="545" y="299"/>
                      </a:lnTo>
                      <a:lnTo>
                        <a:pt x="554" y="305"/>
                      </a:lnTo>
                      <a:lnTo>
                        <a:pt x="565" y="310"/>
                      </a:lnTo>
                      <a:lnTo>
                        <a:pt x="578" y="315"/>
                      </a:lnTo>
                      <a:lnTo>
                        <a:pt x="591" y="318"/>
                      </a:lnTo>
                      <a:lnTo>
                        <a:pt x="619" y="323"/>
                      </a:lnTo>
                      <a:lnTo>
                        <a:pt x="642" y="327"/>
                      </a:lnTo>
                      <a:lnTo>
                        <a:pt x="659" y="328"/>
                      </a:lnTo>
                      <a:lnTo>
                        <a:pt x="669" y="328"/>
                      </a:lnTo>
                      <a:lnTo>
                        <a:pt x="672" y="328"/>
                      </a:lnTo>
                      <a:lnTo>
                        <a:pt x="676" y="329"/>
                      </a:lnTo>
                      <a:lnTo>
                        <a:pt x="679" y="330"/>
                      </a:lnTo>
                      <a:lnTo>
                        <a:pt x="684" y="333"/>
                      </a:lnTo>
                      <a:lnTo>
                        <a:pt x="692" y="340"/>
                      </a:lnTo>
                      <a:lnTo>
                        <a:pt x="701" y="343"/>
                      </a:lnTo>
                      <a:lnTo>
                        <a:pt x="704" y="346"/>
                      </a:lnTo>
                      <a:lnTo>
                        <a:pt x="709" y="347"/>
                      </a:lnTo>
                      <a:lnTo>
                        <a:pt x="715" y="347"/>
                      </a:lnTo>
                      <a:lnTo>
                        <a:pt x="721" y="347"/>
                      </a:lnTo>
                      <a:lnTo>
                        <a:pt x="733" y="347"/>
                      </a:lnTo>
                      <a:lnTo>
                        <a:pt x="742" y="347"/>
                      </a:lnTo>
                      <a:lnTo>
                        <a:pt x="751" y="348"/>
                      </a:lnTo>
                      <a:lnTo>
                        <a:pt x="761" y="348"/>
                      </a:lnTo>
                      <a:lnTo>
                        <a:pt x="767" y="349"/>
                      </a:lnTo>
                      <a:lnTo>
                        <a:pt x="773" y="349"/>
                      </a:lnTo>
                      <a:lnTo>
                        <a:pt x="778" y="348"/>
                      </a:lnTo>
                      <a:lnTo>
                        <a:pt x="783" y="347"/>
                      </a:lnTo>
                      <a:lnTo>
                        <a:pt x="787" y="344"/>
                      </a:lnTo>
                      <a:lnTo>
                        <a:pt x="791" y="340"/>
                      </a:lnTo>
                      <a:lnTo>
                        <a:pt x="795" y="334"/>
                      </a:lnTo>
                      <a:lnTo>
                        <a:pt x="798" y="325"/>
                      </a:lnTo>
                      <a:lnTo>
                        <a:pt x="804" y="309"/>
                      </a:lnTo>
                      <a:lnTo>
                        <a:pt x="810" y="297"/>
                      </a:lnTo>
                      <a:lnTo>
                        <a:pt x="817" y="287"/>
                      </a:lnTo>
                      <a:lnTo>
                        <a:pt x="823" y="278"/>
                      </a:lnTo>
                      <a:lnTo>
                        <a:pt x="829" y="268"/>
                      </a:lnTo>
                      <a:lnTo>
                        <a:pt x="834" y="260"/>
                      </a:lnTo>
                      <a:lnTo>
                        <a:pt x="837" y="251"/>
                      </a:lnTo>
                      <a:lnTo>
                        <a:pt x="841" y="241"/>
                      </a:lnTo>
                      <a:lnTo>
                        <a:pt x="842" y="230"/>
                      </a:lnTo>
                      <a:lnTo>
                        <a:pt x="843" y="220"/>
                      </a:lnTo>
                      <a:lnTo>
                        <a:pt x="844" y="216"/>
                      </a:lnTo>
                      <a:lnTo>
                        <a:pt x="847" y="211"/>
                      </a:lnTo>
                      <a:lnTo>
                        <a:pt x="852" y="208"/>
                      </a:lnTo>
                      <a:lnTo>
                        <a:pt x="858" y="204"/>
                      </a:lnTo>
                      <a:lnTo>
                        <a:pt x="865" y="202"/>
                      </a:lnTo>
                      <a:lnTo>
                        <a:pt x="872" y="203"/>
                      </a:lnTo>
                      <a:lnTo>
                        <a:pt x="878" y="204"/>
                      </a:lnTo>
                      <a:lnTo>
                        <a:pt x="884" y="207"/>
                      </a:lnTo>
                      <a:lnTo>
                        <a:pt x="888" y="208"/>
                      </a:lnTo>
                      <a:lnTo>
                        <a:pt x="892" y="208"/>
                      </a:lnTo>
                      <a:lnTo>
                        <a:pt x="894" y="207"/>
                      </a:lnTo>
                      <a:lnTo>
                        <a:pt x="896" y="205"/>
                      </a:lnTo>
                      <a:lnTo>
                        <a:pt x="896" y="203"/>
                      </a:lnTo>
                      <a:lnTo>
                        <a:pt x="897" y="199"/>
                      </a:lnTo>
                      <a:lnTo>
                        <a:pt x="898" y="184"/>
                      </a:lnTo>
                      <a:lnTo>
                        <a:pt x="902" y="170"/>
                      </a:lnTo>
                      <a:lnTo>
                        <a:pt x="905" y="163"/>
                      </a:lnTo>
                      <a:lnTo>
                        <a:pt x="909" y="157"/>
                      </a:lnTo>
                      <a:lnTo>
                        <a:pt x="915" y="151"/>
                      </a:lnTo>
                      <a:lnTo>
                        <a:pt x="921" y="146"/>
                      </a:lnTo>
                      <a:lnTo>
                        <a:pt x="937" y="136"/>
                      </a:lnTo>
                      <a:lnTo>
                        <a:pt x="956" y="126"/>
                      </a:lnTo>
                      <a:lnTo>
                        <a:pt x="976" y="115"/>
                      </a:lnTo>
                      <a:lnTo>
                        <a:pt x="995" y="103"/>
                      </a:lnTo>
                      <a:lnTo>
                        <a:pt x="1013" y="94"/>
                      </a:lnTo>
                      <a:lnTo>
                        <a:pt x="1025" y="87"/>
                      </a:lnTo>
                      <a:lnTo>
                        <a:pt x="1029" y="82"/>
                      </a:lnTo>
                      <a:lnTo>
                        <a:pt x="1031" y="78"/>
                      </a:lnTo>
                      <a:lnTo>
                        <a:pt x="1031" y="73"/>
                      </a:lnTo>
                      <a:lnTo>
                        <a:pt x="1030" y="67"/>
                      </a:lnTo>
                      <a:lnTo>
                        <a:pt x="1028" y="60"/>
                      </a:lnTo>
                      <a:lnTo>
                        <a:pt x="1026" y="54"/>
                      </a:lnTo>
                      <a:lnTo>
                        <a:pt x="1026" y="50"/>
                      </a:lnTo>
                      <a:lnTo>
                        <a:pt x="1028" y="45"/>
                      </a:lnTo>
                      <a:lnTo>
                        <a:pt x="1029" y="40"/>
                      </a:lnTo>
                      <a:lnTo>
                        <a:pt x="1032" y="35"/>
                      </a:lnTo>
                      <a:lnTo>
                        <a:pt x="1037" y="32"/>
                      </a:lnTo>
                      <a:lnTo>
                        <a:pt x="1043" y="28"/>
                      </a:lnTo>
                      <a:lnTo>
                        <a:pt x="1055" y="24"/>
                      </a:lnTo>
                      <a:lnTo>
                        <a:pt x="1066" y="21"/>
                      </a:lnTo>
                      <a:lnTo>
                        <a:pt x="1076" y="16"/>
                      </a:lnTo>
                      <a:lnTo>
                        <a:pt x="1091" y="9"/>
                      </a:lnTo>
                      <a:lnTo>
                        <a:pt x="1099" y="4"/>
                      </a:lnTo>
                      <a:lnTo>
                        <a:pt x="1107" y="1"/>
                      </a:lnTo>
                      <a:lnTo>
                        <a:pt x="1113" y="0"/>
                      </a:lnTo>
                      <a:lnTo>
                        <a:pt x="1119" y="0"/>
                      </a:lnTo>
                      <a:lnTo>
                        <a:pt x="1124" y="2"/>
                      </a:lnTo>
                      <a:lnTo>
                        <a:pt x="1127" y="4"/>
                      </a:lnTo>
                      <a:lnTo>
                        <a:pt x="1130" y="9"/>
                      </a:lnTo>
                      <a:lnTo>
                        <a:pt x="1130" y="15"/>
                      </a:lnTo>
                      <a:lnTo>
                        <a:pt x="1130" y="26"/>
                      </a:lnTo>
                      <a:lnTo>
                        <a:pt x="1130" y="34"/>
                      </a:lnTo>
                      <a:lnTo>
                        <a:pt x="1130" y="38"/>
                      </a:lnTo>
                      <a:lnTo>
                        <a:pt x="1132" y="40"/>
                      </a:lnTo>
                      <a:lnTo>
                        <a:pt x="1135" y="41"/>
                      </a:lnTo>
                      <a:lnTo>
                        <a:pt x="1139" y="43"/>
                      </a:lnTo>
                      <a:lnTo>
                        <a:pt x="1148" y="46"/>
                      </a:lnTo>
                      <a:lnTo>
                        <a:pt x="1157" y="51"/>
                      </a:lnTo>
                      <a:lnTo>
                        <a:pt x="1165" y="58"/>
                      </a:lnTo>
                      <a:lnTo>
                        <a:pt x="1174" y="69"/>
                      </a:lnTo>
                      <a:lnTo>
                        <a:pt x="1177" y="75"/>
                      </a:lnTo>
                      <a:lnTo>
                        <a:pt x="1181" y="78"/>
                      </a:lnTo>
                      <a:lnTo>
                        <a:pt x="1184" y="82"/>
                      </a:lnTo>
                      <a:lnTo>
                        <a:pt x="1188" y="85"/>
                      </a:lnTo>
                      <a:lnTo>
                        <a:pt x="1193" y="87"/>
                      </a:lnTo>
                      <a:lnTo>
                        <a:pt x="1196" y="88"/>
                      </a:lnTo>
                      <a:lnTo>
                        <a:pt x="1201" y="89"/>
                      </a:lnTo>
                      <a:lnTo>
                        <a:pt x="1206" y="89"/>
                      </a:lnTo>
                      <a:lnTo>
                        <a:pt x="1217" y="90"/>
                      </a:lnTo>
                      <a:lnTo>
                        <a:pt x="1225" y="91"/>
                      </a:lnTo>
                      <a:lnTo>
                        <a:pt x="1234" y="96"/>
                      </a:lnTo>
                      <a:lnTo>
                        <a:pt x="1247" y="104"/>
                      </a:lnTo>
                      <a:lnTo>
                        <a:pt x="1261" y="115"/>
                      </a:lnTo>
                      <a:lnTo>
                        <a:pt x="1274" y="123"/>
                      </a:lnTo>
                      <a:lnTo>
                        <a:pt x="1280" y="125"/>
                      </a:lnTo>
                      <a:lnTo>
                        <a:pt x="1284" y="126"/>
                      </a:lnTo>
                      <a:lnTo>
                        <a:pt x="1287" y="125"/>
                      </a:lnTo>
                      <a:lnTo>
                        <a:pt x="1288" y="123"/>
                      </a:lnTo>
                      <a:lnTo>
                        <a:pt x="1290" y="122"/>
                      </a:lnTo>
                      <a:lnTo>
                        <a:pt x="1291" y="120"/>
                      </a:lnTo>
                      <a:lnTo>
                        <a:pt x="1293" y="114"/>
                      </a:lnTo>
                      <a:lnTo>
                        <a:pt x="1294" y="108"/>
                      </a:lnTo>
                      <a:lnTo>
                        <a:pt x="1294" y="103"/>
                      </a:lnTo>
                      <a:lnTo>
                        <a:pt x="1294" y="98"/>
                      </a:lnTo>
                      <a:lnTo>
                        <a:pt x="1294" y="94"/>
                      </a:lnTo>
                      <a:lnTo>
                        <a:pt x="1295" y="90"/>
                      </a:lnTo>
                      <a:lnTo>
                        <a:pt x="1296" y="89"/>
                      </a:lnTo>
                      <a:lnTo>
                        <a:pt x="1299" y="88"/>
                      </a:lnTo>
                      <a:lnTo>
                        <a:pt x="1302" y="88"/>
                      </a:lnTo>
                      <a:lnTo>
                        <a:pt x="1307" y="90"/>
                      </a:lnTo>
                      <a:lnTo>
                        <a:pt x="1310" y="95"/>
                      </a:lnTo>
                      <a:lnTo>
                        <a:pt x="1315" y="100"/>
                      </a:lnTo>
                      <a:lnTo>
                        <a:pt x="1325" y="111"/>
                      </a:lnTo>
                      <a:lnTo>
                        <a:pt x="1334" y="122"/>
                      </a:lnTo>
                      <a:lnTo>
                        <a:pt x="1340" y="127"/>
                      </a:lnTo>
                      <a:lnTo>
                        <a:pt x="1346" y="129"/>
                      </a:lnTo>
                      <a:lnTo>
                        <a:pt x="1352" y="132"/>
                      </a:lnTo>
                      <a:lnTo>
                        <a:pt x="1359" y="134"/>
                      </a:lnTo>
                      <a:lnTo>
                        <a:pt x="1372" y="135"/>
                      </a:lnTo>
                      <a:lnTo>
                        <a:pt x="1385" y="136"/>
                      </a:lnTo>
                      <a:lnTo>
                        <a:pt x="1398" y="136"/>
                      </a:lnTo>
                      <a:lnTo>
                        <a:pt x="1413" y="139"/>
                      </a:lnTo>
                      <a:lnTo>
                        <a:pt x="1419" y="141"/>
                      </a:lnTo>
                      <a:lnTo>
                        <a:pt x="1425" y="145"/>
                      </a:lnTo>
                      <a:lnTo>
                        <a:pt x="1428" y="148"/>
                      </a:lnTo>
                      <a:lnTo>
                        <a:pt x="1431" y="154"/>
                      </a:lnTo>
                      <a:lnTo>
                        <a:pt x="1434" y="167"/>
                      </a:lnTo>
                      <a:lnTo>
                        <a:pt x="1438" y="180"/>
                      </a:lnTo>
                      <a:lnTo>
                        <a:pt x="1440" y="186"/>
                      </a:lnTo>
                      <a:lnTo>
                        <a:pt x="1442" y="191"/>
                      </a:lnTo>
                      <a:lnTo>
                        <a:pt x="1446" y="196"/>
                      </a:lnTo>
                      <a:lnTo>
                        <a:pt x="1450" y="199"/>
                      </a:lnTo>
                      <a:lnTo>
                        <a:pt x="1456" y="203"/>
                      </a:lnTo>
                      <a:lnTo>
                        <a:pt x="1463" y="207"/>
                      </a:lnTo>
                      <a:lnTo>
                        <a:pt x="1470" y="209"/>
                      </a:lnTo>
                      <a:lnTo>
                        <a:pt x="1479" y="211"/>
                      </a:lnTo>
                      <a:lnTo>
                        <a:pt x="1498" y="215"/>
                      </a:lnTo>
                      <a:lnTo>
                        <a:pt x="1516" y="218"/>
                      </a:lnTo>
                      <a:lnTo>
                        <a:pt x="1533" y="221"/>
                      </a:lnTo>
                      <a:lnTo>
                        <a:pt x="1547" y="222"/>
                      </a:lnTo>
                      <a:lnTo>
                        <a:pt x="1553" y="221"/>
                      </a:lnTo>
                      <a:lnTo>
                        <a:pt x="1559" y="220"/>
                      </a:lnTo>
                      <a:lnTo>
                        <a:pt x="1565" y="217"/>
                      </a:lnTo>
                      <a:lnTo>
                        <a:pt x="1571" y="215"/>
                      </a:lnTo>
                      <a:lnTo>
                        <a:pt x="1580" y="208"/>
                      </a:lnTo>
                      <a:lnTo>
                        <a:pt x="1589" y="205"/>
                      </a:lnTo>
                      <a:lnTo>
                        <a:pt x="1596" y="204"/>
                      </a:lnTo>
                      <a:lnTo>
                        <a:pt x="1604" y="204"/>
                      </a:lnTo>
                      <a:lnTo>
                        <a:pt x="1612" y="205"/>
                      </a:lnTo>
                      <a:lnTo>
                        <a:pt x="1620" y="204"/>
                      </a:lnTo>
                      <a:lnTo>
                        <a:pt x="1622" y="203"/>
                      </a:lnTo>
                      <a:lnTo>
                        <a:pt x="1624" y="199"/>
                      </a:lnTo>
                      <a:lnTo>
                        <a:pt x="1627" y="196"/>
                      </a:lnTo>
                      <a:lnTo>
                        <a:pt x="1630" y="189"/>
                      </a:lnTo>
                      <a:lnTo>
                        <a:pt x="1635" y="176"/>
                      </a:lnTo>
                      <a:lnTo>
                        <a:pt x="1642" y="164"/>
                      </a:lnTo>
                      <a:lnTo>
                        <a:pt x="1647" y="160"/>
                      </a:lnTo>
                      <a:lnTo>
                        <a:pt x="1653" y="155"/>
                      </a:lnTo>
                      <a:lnTo>
                        <a:pt x="1659" y="153"/>
                      </a:lnTo>
                      <a:lnTo>
                        <a:pt x="1667" y="152"/>
                      </a:lnTo>
                      <a:lnTo>
                        <a:pt x="1687" y="151"/>
                      </a:lnTo>
                      <a:lnTo>
                        <a:pt x="1708" y="150"/>
                      </a:lnTo>
                      <a:lnTo>
                        <a:pt x="1717" y="148"/>
                      </a:lnTo>
                      <a:lnTo>
                        <a:pt x="1725" y="146"/>
                      </a:lnTo>
                      <a:lnTo>
                        <a:pt x="1729" y="145"/>
                      </a:lnTo>
                      <a:lnTo>
                        <a:pt x="1732" y="144"/>
                      </a:lnTo>
                      <a:lnTo>
                        <a:pt x="1735" y="141"/>
                      </a:lnTo>
                      <a:lnTo>
                        <a:pt x="1737" y="138"/>
                      </a:lnTo>
                      <a:lnTo>
                        <a:pt x="1744" y="127"/>
                      </a:lnTo>
                      <a:lnTo>
                        <a:pt x="1753" y="117"/>
                      </a:lnTo>
                      <a:lnTo>
                        <a:pt x="1759" y="113"/>
                      </a:lnTo>
                      <a:lnTo>
                        <a:pt x="1765" y="109"/>
                      </a:lnTo>
                      <a:lnTo>
                        <a:pt x="1772" y="106"/>
                      </a:lnTo>
                      <a:lnTo>
                        <a:pt x="1780" y="103"/>
                      </a:lnTo>
                      <a:lnTo>
                        <a:pt x="1790" y="101"/>
                      </a:lnTo>
                      <a:lnTo>
                        <a:pt x="1799" y="100"/>
                      </a:lnTo>
                      <a:lnTo>
                        <a:pt x="1807" y="100"/>
                      </a:lnTo>
                      <a:lnTo>
                        <a:pt x="1817" y="101"/>
                      </a:lnTo>
                      <a:lnTo>
                        <a:pt x="1825" y="103"/>
                      </a:lnTo>
                      <a:lnTo>
                        <a:pt x="1834" y="106"/>
                      </a:lnTo>
                      <a:lnTo>
                        <a:pt x="1842" y="110"/>
                      </a:lnTo>
                      <a:lnTo>
                        <a:pt x="1849" y="114"/>
                      </a:lnTo>
                      <a:lnTo>
                        <a:pt x="1861" y="125"/>
                      </a:lnTo>
                      <a:lnTo>
                        <a:pt x="1870" y="133"/>
                      </a:lnTo>
                      <a:lnTo>
                        <a:pt x="1874" y="138"/>
                      </a:lnTo>
                      <a:lnTo>
                        <a:pt x="1878" y="140"/>
                      </a:lnTo>
                      <a:lnTo>
                        <a:pt x="1882" y="144"/>
                      </a:lnTo>
                      <a:lnTo>
                        <a:pt x="1887" y="146"/>
                      </a:lnTo>
                      <a:lnTo>
                        <a:pt x="1889" y="146"/>
                      </a:lnTo>
                      <a:lnTo>
                        <a:pt x="1892" y="146"/>
                      </a:lnTo>
                      <a:lnTo>
                        <a:pt x="1894" y="146"/>
                      </a:lnTo>
                      <a:lnTo>
                        <a:pt x="1897" y="145"/>
                      </a:lnTo>
                      <a:lnTo>
                        <a:pt x="1901" y="141"/>
                      </a:lnTo>
                      <a:lnTo>
                        <a:pt x="1907" y="136"/>
                      </a:lnTo>
                      <a:lnTo>
                        <a:pt x="1912" y="132"/>
                      </a:lnTo>
                      <a:lnTo>
                        <a:pt x="1918" y="128"/>
                      </a:lnTo>
                      <a:lnTo>
                        <a:pt x="1924" y="126"/>
                      </a:lnTo>
                      <a:lnTo>
                        <a:pt x="1930" y="126"/>
                      </a:lnTo>
                      <a:lnTo>
                        <a:pt x="1937" y="128"/>
                      </a:lnTo>
                      <a:lnTo>
                        <a:pt x="1943" y="132"/>
                      </a:lnTo>
                      <a:lnTo>
                        <a:pt x="1950" y="136"/>
                      </a:lnTo>
                      <a:lnTo>
                        <a:pt x="1956" y="141"/>
                      </a:lnTo>
                      <a:lnTo>
                        <a:pt x="1961" y="147"/>
                      </a:lnTo>
                      <a:lnTo>
                        <a:pt x="1964" y="153"/>
                      </a:lnTo>
                      <a:lnTo>
                        <a:pt x="1968" y="159"/>
                      </a:lnTo>
                      <a:lnTo>
                        <a:pt x="1969" y="165"/>
                      </a:lnTo>
                      <a:lnTo>
                        <a:pt x="1968" y="171"/>
                      </a:lnTo>
                      <a:lnTo>
                        <a:pt x="1967" y="176"/>
                      </a:lnTo>
                      <a:lnTo>
                        <a:pt x="1965" y="182"/>
                      </a:lnTo>
                      <a:lnTo>
                        <a:pt x="1963" y="186"/>
                      </a:lnTo>
                      <a:lnTo>
                        <a:pt x="1957" y="197"/>
                      </a:lnTo>
                      <a:lnTo>
                        <a:pt x="1955" y="207"/>
                      </a:lnTo>
                      <a:lnTo>
                        <a:pt x="1954" y="216"/>
                      </a:lnTo>
                      <a:lnTo>
                        <a:pt x="1954" y="226"/>
                      </a:lnTo>
                      <a:lnTo>
                        <a:pt x="1955" y="233"/>
                      </a:lnTo>
                      <a:lnTo>
                        <a:pt x="1957" y="239"/>
                      </a:lnTo>
                      <a:lnTo>
                        <a:pt x="1961" y="246"/>
                      </a:lnTo>
                      <a:lnTo>
                        <a:pt x="1964" y="254"/>
                      </a:lnTo>
                      <a:lnTo>
                        <a:pt x="1969" y="262"/>
                      </a:lnTo>
                      <a:lnTo>
                        <a:pt x="1974" y="268"/>
                      </a:lnTo>
                      <a:lnTo>
                        <a:pt x="1979" y="274"/>
                      </a:lnTo>
                      <a:lnTo>
                        <a:pt x="1983" y="278"/>
                      </a:lnTo>
                      <a:lnTo>
                        <a:pt x="1988" y="280"/>
                      </a:lnTo>
                      <a:lnTo>
                        <a:pt x="1993" y="281"/>
                      </a:lnTo>
                      <a:lnTo>
                        <a:pt x="1999" y="279"/>
                      </a:lnTo>
                      <a:lnTo>
                        <a:pt x="2005" y="275"/>
                      </a:lnTo>
                      <a:lnTo>
                        <a:pt x="2008" y="274"/>
                      </a:lnTo>
                      <a:lnTo>
                        <a:pt x="2012" y="273"/>
                      </a:lnTo>
                      <a:lnTo>
                        <a:pt x="2014" y="273"/>
                      </a:lnTo>
                      <a:lnTo>
                        <a:pt x="2018" y="273"/>
                      </a:lnTo>
                      <a:lnTo>
                        <a:pt x="2025" y="277"/>
                      </a:lnTo>
                      <a:lnTo>
                        <a:pt x="2032" y="280"/>
                      </a:lnTo>
                      <a:lnTo>
                        <a:pt x="2045" y="293"/>
                      </a:lnTo>
                      <a:lnTo>
                        <a:pt x="2055" y="305"/>
                      </a:lnTo>
                      <a:lnTo>
                        <a:pt x="2059" y="310"/>
                      </a:lnTo>
                      <a:lnTo>
                        <a:pt x="2063" y="312"/>
                      </a:lnTo>
                      <a:lnTo>
                        <a:pt x="2067" y="315"/>
                      </a:lnTo>
                      <a:lnTo>
                        <a:pt x="2070" y="317"/>
                      </a:lnTo>
                      <a:lnTo>
                        <a:pt x="2077" y="317"/>
                      </a:lnTo>
                      <a:lnTo>
                        <a:pt x="2086" y="317"/>
                      </a:lnTo>
                      <a:lnTo>
                        <a:pt x="2094" y="318"/>
                      </a:lnTo>
                      <a:lnTo>
                        <a:pt x="2100" y="319"/>
                      </a:lnTo>
                      <a:lnTo>
                        <a:pt x="2105" y="322"/>
                      </a:lnTo>
                      <a:lnTo>
                        <a:pt x="2112" y="330"/>
                      </a:lnTo>
                      <a:lnTo>
                        <a:pt x="2115" y="334"/>
                      </a:lnTo>
                      <a:lnTo>
                        <a:pt x="2119" y="337"/>
                      </a:lnTo>
                      <a:lnTo>
                        <a:pt x="2124" y="341"/>
                      </a:lnTo>
                      <a:lnTo>
                        <a:pt x="2130" y="343"/>
                      </a:lnTo>
                      <a:lnTo>
                        <a:pt x="2141" y="347"/>
                      </a:lnTo>
                      <a:lnTo>
                        <a:pt x="2156" y="348"/>
                      </a:lnTo>
                      <a:lnTo>
                        <a:pt x="2170" y="348"/>
                      </a:lnTo>
                      <a:lnTo>
                        <a:pt x="2183" y="349"/>
                      </a:lnTo>
                      <a:lnTo>
                        <a:pt x="2194" y="352"/>
                      </a:lnTo>
                      <a:lnTo>
                        <a:pt x="2203" y="356"/>
                      </a:lnTo>
                      <a:lnTo>
                        <a:pt x="2212" y="361"/>
                      </a:lnTo>
                      <a:lnTo>
                        <a:pt x="2222" y="363"/>
                      </a:lnTo>
                      <a:lnTo>
                        <a:pt x="2227" y="363"/>
                      </a:lnTo>
                      <a:lnTo>
                        <a:pt x="2233" y="363"/>
                      </a:lnTo>
                      <a:lnTo>
                        <a:pt x="2238" y="361"/>
                      </a:lnTo>
                      <a:lnTo>
                        <a:pt x="2244" y="359"/>
                      </a:lnTo>
                      <a:lnTo>
                        <a:pt x="2253" y="355"/>
                      </a:lnTo>
                      <a:lnTo>
                        <a:pt x="2260" y="353"/>
                      </a:lnTo>
                      <a:lnTo>
                        <a:pt x="2269" y="353"/>
                      </a:lnTo>
                      <a:lnTo>
                        <a:pt x="2279" y="354"/>
                      </a:lnTo>
                      <a:lnTo>
                        <a:pt x="2290" y="358"/>
                      </a:lnTo>
                      <a:lnTo>
                        <a:pt x="2296" y="361"/>
                      </a:lnTo>
                      <a:lnTo>
                        <a:pt x="2298" y="363"/>
                      </a:lnTo>
                      <a:lnTo>
                        <a:pt x="2300" y="366"/>
                      </a:lnTo>
                      <a:lnTo>
                        <a:pt x="2300" y="369"/>
                      </a:lnTo>
                      <a:lnTo>
                        <a:pt x="2300" y="374"/>
                      </a:lnTo>
                      <a:lnTo>
                        <a:pt x="2300" y="378"/>
                      </a:lnTo>
                      <a:lnTo>
                        <a:pt x="2301" y="382"/>
                      </a:lnTo>
                      <a:lnTo>
                        <a:pt x="2302" y="385"/>
                      </a:lnTo>
                      <a:lnTo>
                        <a:pt x="2303" y="387"/>
                      </a:lnTo>
                      <a:lnTo>
                        <a:pt x="2307" y="390"/>
                      </a:lnTo>
                      <a:lnTo>
                        <a:pt x="2311" y="391"/>
                      </a:lnTo>
                      <a:lnTo>
                        <a:pt x="2317" y="391"/>
                      </a:lnTo>
                      <a:lnTo>
                        <a:pt x="2326" y="390"/>
                      </a:lnTo>
                      <a:lnTo>
                        <a:pt x="2345" y="388"/>
                      </a:lnTo>
                      <a:lnTo>
                        <a:pt x="2365" y="386"/>
                      </a:lnTo>
                      <a:lnTo>
                        <a:pt x="2384" y="384"/>
                      </a:lnTo>
                      <a:lnTo>
                        <a:pt x="2402" y="381"/>
                      </a:lnTo>
                      <a:lnTo>
                        <a:pt x="2408" y="379"/>
                      </a:lnTo>
                      <a:lnTo>
                        <a:pt x="2412" y="375"/>
                      </a:lnTo>
                      <a:lnTo>
                        <a:pt x="2416" y="372"/>
                      </a:lnTo>
                      <a:lnTo>
                        <a:pt x="2417" y="367"/>
                      </a:lnTo>
                      <a:lnTo>
                        <a:pt x="2420" y="358"/>
                      </a:lnTo>
                      <a:lnTo>
                        <a:pt x="2422" y="344"/>
                      </a:lnTo>
                      <a:lnTo>
                        <a:pt x="2424" y="338"/>
                      </a:lnTo>
                      <a:lnTo>
                        <a:pt x="2429" y="334"/>
                      </a:lnTo>
                      <a:lnTo>
                        <a:pt x="2434" y="330"/>
                      </a:lnTo>
                      <a:lnTo>
                        <a:pt x="2441" y="328"/>
                      </a:lnTo>
                      <a:lnTo>
                        <a:pt x="2455" y="327"/>
                      </a:lnTo>
                      <a:lnTo>
                        <a:pt x="2471" y="328"/>
                      </a:lnTo>
                      <a:lnTo>
                        <a:pt x="2486" y="329"/>
                      </a:lnTo>
                      <a:lnTo>
                        <a:pt x="2503" y="330"/>
                      </a:lnTo>
                      <a:lnTo>
                        <a:pt x="2523" y="331"/>
                      </a:lnTo>
                      <a:lnTo>
                        <a:pt x="2547" y="333"/>
                      </a:lnTo>
                      <a:lnTo>
                        <a:pt x="2569" y="334"/>
                      </a:lnTo>
                      <a:lnTo>
                        <a:pt x="2585" y="333"/>
                      </a:lnTo>
                      <a:lnTo>
                        <a:pt x="2592" y="331"/>
                      </a:lnTo>
                      <a:lnTo>
                        <a:pt x="2599" y="330"/>
                      </a:lnTo>
                      <a:lnTo>
                        <a:pt x="2606" y="327"/>
                      </a:lnTo>
                      <a:lnTo>
                        <a:pt x="2615" y="323"/>
                      </a:lnTo>
                      <a:lnTo>
                        <a:pt x="2624" y="319"/>
                      </a:lnTo>
                      <a:lnTo>
                        <a:pt x="2632" y="317"/>
                      </a:lnTo>
                      <a:lnTo>
                        <a:pt x="2642" y="315"/>
                      </a:lnTo>
                      <a:lnTo>
                        <a:pt x="2651" y="314"/>
                      </a:lnTo>
                      <a:lnTo>
                        <a:pt x="2668" y="312"/>
                      </a:lnTo>
                      <a:lnTo>
                        <a:pt x="2685" y="311"/>
                      </a:lnTo>
                      <a:lnTo>
                        <a:pt x="2704" y="311"/>
                      </a:lnTo>
                      <a:lnTo>
                        <a:pt x="2726" y="312"/>
                      </a:lnTo>
                      <a:lnTo>
                        <a:pt x="2737" y="314"/>
                      </a:lnTo>
                      <a:lnTo>
                        <a:pt x="2746" y="316"/>
                      </a:lnTo>
                      <a:lnTo>
                        <a:pt x="2755" y="319"/>
                      </a:lnTo>
                      <a:lnTo>
                        <a:pt x="2761" y="324"/>
                      </a:lnTo>
                      <a:lnTo>
                        <a:pt x="2771" y="335"/>
                      </a:lnTo>
                      <a:lnTo>
                        <a:pt x="2781" y="347"/>
                      </a:lnTo>
                      <a:lnTo>
                        <a:pt x="2787" y="352"/>
                      </a:lnTo>
                      <a:lnTo>
                        <a:pt x="2793" y="356"/>
                      </a:lnTo>
                      <a:lnTo>
                        <a:pt x="2799" y="360"/>
                      </a:lnTo>
                      <a:lnTo>
                        <a:pt x="2805" y="363"/>
                      </a:lnTo>
                      <a:lnTo>
                        <a:pt x="2809" y="365"/>
                      </a:lnTo>
                      <a:lnTo>
                        <a:pt x="2813" y="367"/>
                      </a:lnTo>
                      <a:lnTo>
                        <a:pt x="2817" y="371"/>
                      </a:lnTo>
                      <a:lnTo>
                        <a:pt x="2820" y="374"/>
                      </a:lnTo>
                      <a:lnTo>
                        <a:pt x="2827" y="384"/>
                      </a:lnTo>
                      <a:lnTo>
                        <a:pt x="2837" y="394"/>
                      </a:lnTo>
                      <a:lnTo>
                        <a:pt x="2840" y="398"/>
                      </a:lnTo>
                      <a:lnTo>
                        <a:pt x="2843" y="399"/>
                      </a:lnTo>
                      <a:lnTo>
                        <a:pt x="2845" y="400"/>
                      </a:lnTo>
                      <a:lnTo>
                        <a:pt x="2848" y="400"/>
                      </a:lnTo>
                      <a:lnTo>
                        <a:pt x="2851" y="398"/>
                      </a:lnTo>
                      <a:lnTo>
                        <a:pt x="2853" y="397"/>
                      </a:lnTo>
                      <a:lnTo>
                        <a:pt x="2856" y="393"/>
                      </a:lnTo>
                      <a:lnTo>
                        <a:pt x="2859" y="388"/>
                      </a:lnTo>
                      <a:lnTo>
                        <a:pt x="2863" y="384"/>
                      </a:lnTo>
                      <a:lnTo>
                        <a:pt x="2868" y="379"/>
                      </a:lnTo>
                      <a:lnTo>
                        <a:pt x="2874" y="375"/>
                      </a:lnTo>
                      <a:lnTo>
                        <a:pt x="2880" y="372"/>
                      </a:lnTo>
                      <a:lnTo>
                        <a:pt x="2888" y="368"/>
                      </a:lnTo>
                      <a:lnTo>
                        <a:pt x="2896" y="366"/>
                      </a:lnTo>
                      <a:lnTo>
                        <a:pt x="2905" y="365"/>
                      </a:lnTo>
                      <a:lnTo>
                        <a:pt x="2914" y="363"/>
                      </a:lnTo>
                      <a:lnTo>
                        <a:pt x="2938" y="363"/>
                      </a:lnTo>
                      <a:lnTo>
                        <a:pt x="2964" y="363"/>
                      </a:lnTo>
                      <a:lnTo>
                        <a:pt x="2977" y="362"/>
                      </a:lnTo>
                      <a:lnTo>
                        <a:pt x="2990" y="362"/>
                      </a:lnTo>
                      <a:lnTo>
                        <a:pt x="3002" y="360"/>
                      </a:lnTo>
                      <a:lnTo>
                        <a:pt x="3012" y="358"/>
                      </a:lnTo>
                      <a:lnTo>
                        <a:pt x="3021" y="353"/>
                      </a:lnTo>
                      <a:lnTo>
                        <a:pt x="3029" y="348"/>
                      </a:lnTo>
                      <a:lnTo>
                        <a:pt x="3038" y="340"/>
                      </a:lnTo>
                      <a:lnTo>
                        <a:pt x="3045" y="331"/>
                      </a:lnTo>
                      <a:lnTo>
                        <a:pt x="3052" y="322"/>
                      </a:lnTo>
                      <a:lnTo>
                        <a:pt x="3058" y="312"/>
                      </a:lnTo>
                      <a:lnTo>
                        <a:pt x="3064" y="300"/>
                      </a:lnTo>
                      <a:lnTo>
                        <a:pt x="3069" y="290"/>
                      </a:lnTo>
                      <a:lnTo>
                        <a:pt x="3077" y="267"/>
                      </a:lnTo>
                      <a:lnTo>
                        <a:pt x="3084" y="249"/>
                      </a:lnTo>
                      <a:lnTo>
                        <a:pt x="3088" y="242"/>
                      </a:lnTo>
                      <a:lnTo>
                        <a:pt x="3092" y="236"/>
                      </a:lnTo>
                      <a:lnTo>
                        <a:pt x="3098" y="233"/>
                      </a:lnTo>
                      <a:lnTo>
                        <a:pt x="3105" y="230"/>
                      </a:lnTo>
                      <a:lnTo>
                        <a:pt x="3113" y="229"/>
                      </a:lnTo>
                      <a:lnTo>
                        <a:pt x="3120" y="229"/>
                      </a:lnTo>
                      <a:lnTo>
                        <a:pt x="3126" y="230"/>
                      </a:lnTo>
                      <a:lnTo>
                        <a:pt x="3132" y="230"/>
                      </a:lnTo>
                      <a:lnTo>
                        <a:pt x="3136" y="232"/>
                      </a:lnTo>
                      <a:lnTo>
                        <a:pt x="3141" y="232"/>
                      </a:lnTo>
                      <a:lnTo>
                        <a:pt x="3146" y="232"/>
                      </a:lnTo>
                      <a:lnTo>
                        <a:pt x="3151" y="229"/>
                      </a:lnTo>
                      <a:lnTo>
                        <a:pt x="3159" y="226"/>
                      </a:lnTo>
                      <a:lnTo>
                        <a:pt x="3166" y="223"/>
                      </a:lnTo>
                      <a:lnTo>
                        <a:pt x="3168" y="223"/>
                      </a:lnTo>
                      <a:lnTo>
                        <a:pt x="3171" y="223"/>
                      </a:lnTo>
                      <a:lnTo>
                        <a:pt x="3174" y="226"/>
                      </a:lnTo>
                      <a:lnTo>
                        <a:pt x="3177" y="228"/>
                      </a:lnTo>
                      <a:lnTo>
                        <a:pt x="3180" y="230"/>
                      </a:lnTo>
                      <a:lnTo>
                        <a:pt x="3184" y="232"/>
                      </a:lnTo>
                      <a:lnTo>
                        <a:pt x="3186" y="233"/>
                      </a:lnTo>
                      <a:lnTo>
                        <a:pt x="3190" y="233"/>
                      </a:lnTo>
                      <a:lnTo>
                        <a:pt x="3196" y="232"/>
                      </a:lnTo>
                      <a:lnTo>
                        <a:pt x="3201" y="228"/>
                      </a:lnTo>
                      <a:lnTo>
                        <a:pt x="3204" y="226"/>
                      </a:lnTo>
                      <a:lnTo>
                        <a:pt x="3208" y="226"/>
                      </a:lnTo>
                      <a:lnTo>
                        <a:pt x="3214" y="227"/>
                      </a:lnTo>
                      <a:lnTo>
                        <a:pt x="3218" y="227"/>
                      </a:lnTo>
                      <a:lnTo>
                        <a:pt x="3230" y="230"/>
                      </a:lnTo>
                      <a:lnTo>
                        <a:pt x="3240" y="233"/>
                      </a:lnTo>
                      <a:lnTo>
                        <a:pt x="3248" y="234"/>
                      </a:lnTo>
                      <a:lnTo>
                        <a:pt x="3256" y="233"/>
                      </a:lnTo>
                      <a:lnTo>
                        <a:pt x="3261" y="230"/>
                      </a:lnTo>
                      <a:lnTo>
                        <a:pt x="3266" y="228"/>
                      </a:lnTo>
                      <a:lnTo>
                        <a:pt x="3271" y="226"/>
                      </a:lnTo>
                      <a:lnTo>
                        <a:pt x="3277" y="221"/>
                      </a:lnTo>
                      <a:lnTo>
                        <a:pt x="3283" y="216"/>
                      </a:lnTo>
                      <a:lnTo>
                        <a:pt x="3290" y="214"/>
                      </a:lnTo>
                      <a:lnTo>
                        <a:pt x="3297" y="212"/>
                      </a:lnTo>
                      <a:lnTo>
                        <a:pt x="3304" y="212"/>
                      </a:lnTo>
                      <a:lnTo>
                        <a:pt x="3311" y="214"/>
                      </a:lnTo>
                      <a:lnTo>
                        <a:pt x="3318" y="216"/>
                      </a:lnTo>
                      <a:lnTo>
                        <a:pt x="3324" y="218"/>
                      </a:lnTo>
                      <a:lnTo>
                        <a:pt x="3330" y="221"/>
                      </a:lnTo>
                      <a:lnTo>
                        <a:pt x="3338" y="228"/>
                      </a:lnTo>
                      <a:lnTo>
                        <a:pt x="3347" y="234"/>
                      </a:lnTo>
                      <a:lnTo>
                        <a:pt x="3352" y="235"/>
                      </a:lnTo>
                      <a:lnTo>
                        <a:pt x="3356" y="237"/>
                      </a:lnTo>
                      <a:lnTo>
                        <a:pt x="3363" y="239"/>
                      </a:lnTo>
                      <a:lnTo>
                        <a:pt x="3372" y="239"/>
                      </a:lnTo>
                      <a:lnTo>
                        <a:pt x="3390" y="240"/>
                      </a:lnTo>
                      <a:lnTo>
                        <a:pt x="3404" y="243"/>
                      </a:lnTo>
                      <a:lnTo>
                        <a:pt x="3410" y="245"/>
                      </a:lnTo>
                      <a:lnTo>
                        <a:pt x="3415" y="245"/>
                      </a:lnTo>
                      <a:lnTo>
                        <a:pt x="3418" y="243"/>
                      </a:lnTo>
                      <a:lnTo>
                        <a:pt x="3419" y="240"/>
                      </a:lnTo>
                      <a:lnTo>
                        <a:pt x="3422" y="236"/>
                      </a:lnTo>
                      <a:lnTo>
                        <a:pt x="3424" y="233"/>
                      </a:lnTo>
                      <a:lnTo>
                        <a:pt x="3428" y="230"/>
                      </a:lnTo>
                      <a:lnTo>
                        <a:pt x="3432" y="229"/>
                      </a:lnTo>
                      <a:lnTo>
                        <a:pt x="3442" y="227"/>
                      </a:lnTo>
                      <a:lnTo>
                        <a:pt x="3453" y="227"/>
                      </a:lnTo>
                      <a:lnTo>
                        <a:pt x="3464" y="224"/>
                      </a:lnTo>
                      <a:lnTo>
                        <a:pt x="3481" y="220"/>
                      </a:lnTo>
                      <a:lnTo>
                        <a:pt x="3497" y="216"/>
                      </a:lnTo>
                      <a:lnTo>
                        <a:pt x="3511" y="214"/>
                      </a:lnTo>
                      <a:lnTo>
                        <a:pt x="3517" y="214"/>
                      </a:lnTo>
                      <a:lnTo>
                        <a:pt x="3522" y="215"/>
                      </a:lnTo>
                      <a:lnTo>
                        <a:pt x="3526" y="215"/>
                      </a:lnTo>
                      <a:lnTo>
                        <a:pt x="3530" y="217"/>
                      </a:lnTo>
                      <a:lnTo>
                        <a:pt x="3532" y="220"/>
                      </a:lnTo>
                      <a:lnTo>
                        <a:pt x="3535" y="222"/>
                      </a:lnTo>
                      <a:lnTo>
                        <a:pt x="3536" y="227"/>
                      </a:lnTo>
                      <a:lnTo>
                        <a:pt x="3537" y="232"/>
                      </a:lnTo>
                      <a:lnTo>
                        <a:pt x="3538" y="237"/>
                      </a:lnTo>
                      <a:lnTo>
                        <a:pt x="3539" y="242"/>
                      </a:lnTo>
                      <a:lnTo>
                        <a:pt x="3541" y="247"/>
                      </a:lnTo>
                      <a:lnTo>
                        <a:pt x="3543" y="249"/>
                      </a:lnTo>
                      <a:lnTo>
                        <a:pt x="3545" y="252"/>
                      </a:lnTo>
                      <a:lnTo>
                        <a:pt x="3550" y="254"/>
                      </a:lnTo>
                      <a:lnTo>
                        <a:pt x="3555" y="255"/>
                      </a:lnTo>
                      <a:lnTo>
                        <a:pt x="3561" y="255"/>
                      </a:lnTo>
                      <a:lnTo>
                        <a:pt x="3575" y="256"/>
                      </a:lnTo>
                      <a:lnTo>
                        <a:pt x="3588" y="258"/>
                      </a:lnTo>
                      <a:lnTo>
                        <a:pt x="3601" y="259"/>
                      </a:lnTo>
                      <a:lnTo>
                        <a:pt x="3613" y="259"/>
                      </a:lnTo>
                      <a:lnTo>
                        <a:pt x="3623" y="258"/>
                      </a:lnTo>
                      <a:lnTo>
                        <a:pt x="3631" y="259"/>
                      </a:lnTo>
                      <a:lnTo>
                        <a:pt x="3636" y="260"/>
                      </a:lnTo>
                      <a:lnTo>
                        <a:pt x="3639" y="261"/>
                      </a:lnTo>
                      <a:lnTo>
                        <a:pt x="3643" y="265"/>
                      </a:lnTo>
                      <a:lnTo>
                        <a:pt x="3648" y="268"/>
                      </a:lnTo>
                      <a:lnTo>
                        <a:pt x="3651" y="271"/>
                      </a:lnTo>
                      <a:lnTo>
                        <a:pt x="3656" y="273"/>
                      </a:lnTo>
                      <a:lnTo>
                        <a:pt x="3661" y="273"/>
                      </a:lnTo>
                      <a:lnTo>
                        <a:pt x="3667" y="272"/>
                      </a:lnTo>
                      <a:lnTo>
                        <a:pt x="3676" y="268"/>
                      </a:lnTo>
                      <a:lnTo>
                        <a:pt x="3684" y="262"/>
                      </a:lnTo>
                      <a:lnTo>
                        <a:pt x="3692" y="256"/>
                      </a:lnTo>
                      <a:lnTo>
                        <a:pt x="3700" y="251"/>
                      </a:lnTo>
                      <a:lnTo>
                        <a:pt x="3705" y="248"/>
                      </a:lnTo>
                      <a:lnTo>
                        <a:pt x="3709" y="247"/>
                      </a:lnTo>
                      <a:lnTo>
                        <a:pt x="3715" y="247"/>
                      </a:lnTo>
                      <a:lnTo>
                        <a:pt x="3721" y="248"/>
                      </a:lnTo>
                      <a:lnTo>
                        <a:pt x="3734" y="252"/>
                      </a:lnTo>
                      <a:lnTo>
                        <a:pt x="3749" y="258"/>
                      </a:lnTo>
                      <a:lnTo>
                        <a:pt x="3756" y="260"/>
                      </a:lnTo>
                      <a:lnTo>
                        <a:pt x="3764" y="261"/>
                      </a:lnTo>
                      <a:lnTo>
                        <a:pt x="3772" y="262"/>
                      </a:lnTo>
                      <a:lnTo>
                        <a:pt x="3782" y="264"/>
                      </a:lnTo>
                      <a:lnTo>
                        <a:pt x="3801" y="262"/>
                      </a:lnTo>
                      <a:lnTo>
                        <a:pt x="3822" y="261"/>
                      </a:lnTo>
                      <a:lnTo>
                        <a:pt x="3843" y="261"/>
                      </a:lnTo>
                      <a:lnTo>
                        <a:pt x="3860" y="264"/>
                      </a:lnTo>
                      <a:lnTo>
                        <a:pt x="3869" y="266"/>
                      </a:lnTo>
                      <a:lnTo>
                        <a:pt x="3877" y="270"/>
                      </a:lnTo>
                      <a:lnTo>
                        <a:pt x="3886" y="273"/>
                      </a:lnTo>
                      <a:lnTo>
                        <a:pt x="3895" y="278"/>
                      </a:lnTo>
                      <a:lnTo>
                        <a:pt x="3902" y="283"/>
                      </a:lnTo>
                      <a:lnTo>
                        <a:pt x="3908" y="287"/>
                      </a:lnTo>
                      <a:lnTo>
                        <a:pt x="3913" y="292"/>
                      </a:lnTo>
                      <a:lnTo>
                        <a:pt x="3916" y="297"/>
                      </a:lnTo>
                      <a:lnTo>
                        <a:pt x="3919" y="304"/>
                      </a:lnTo>
                      <a:lnTo>
                        <a:pt x="3920" y="311"/>
                      </a:lnTo>
                      <a:lnTo>
                        <a:pt x="3921" y="315"/>
                      </a:lnTo>
                      <a:lnTo>
                        <a:pt x="3922" y="318"/>
                      </a:lnTo>
                      <a:lnTo>
                        <a:pt x="3926" y="323"/>
                      </a:lnTo>
                      <a:lnTo>
                        <a:pt x="3930" y="327"/>
                      </a:lnTo>
                      <a:lnTo>
                        <a:pt x="3940" y="334"/>
                      </a:lnTo>
                      <a:lnTo>
                        <a:pt x="3946" y="340"/>
                      </a:lnTo>
                      <a:lnTo>
                        <a:pt x="3949" y="346"/>
                      </a:lnTo>
                      <a:lnTo>
                        <a:pt x="3952" y="353"/>
                      </a:lnTo>
                      <a:lnTo>
                        <a:pt x="3953" y="358"/>
                      </a:lnTo>
                      <a:lnTo>
                        <a:pt x="3954" y="362"/>
                      </a:lnTo>
                      <a:lnTo>
                        <a:pt x="3958" y="366"/>
                      </a:lnTo>
                      <a:lnTo>
                        <a:pt x="3960" y="368"/>
                      </a:lnTo>
                      <a:lnTo>
                        <a:pt x="3964" y="371"/>
                      </a:lnTo>
                      <a:lnTo>
                        <a:pt x="3969" y="372"/>
                      </a:lnTo>
                      <a:lnTo>
                        <a:pt x="3973" y="371"/>
                      </a:lnTo>
                      <a:lnTo>
                        <a:pt x="3978" y="368"/>
                      </a:lnTo>
                      <a:lnTo>
                        <a:pt x="3985" y="365"/>
                      </a:lnTo>
                      <a:lnTo>
                        <a:pt x="3992" y="363"/>
                      </a:lnTo>
                      <a:lnTo>
                        <a:pt x="3998" y="363"/>
                      </a:lnTo>
                      <a:lnTo>
                        <a:pt x="4004" y="365"/>
                      </a:lnTo>
                      <a:lnTo>
                        <a:pt x="4016" y="371"/>
                      </a:lnTo>
                      <a:lnTo>
                        <a:pt x="4030" y="378"/>
                      </a:lnTo>
                      <a:lnTo>
                        <a:pt x="4041" y="382"/>
                      </a:lnTo>
                      <a:lnTo>
                        <a:pt x="4052" y="387"/>
                      </a:lnTo>
                      <a:lnTo>
                        <a:pt x="4056" y="390"/>
                      </a:lnTo>
                      <a:lnTo>
                        <a:pt x="4061" y="393"/>
                      </a:lnTo>
                      <a:lnTo>
                        <a:pt x="4065" y="397"/>
                      </a:lnTo>
                      <a:lnTo>
                        <a:pt x="4068" y="400"/>
                      </a:lnTo>
                      <a:lnTo>
                        <a:pt x="4072" y="404"/>
                      </a:lnTo>
                      <a:lnTo>
                        <a:pt x="4074" y="407"/>
                      </a:lnTo>
                      <a:lnTo>
                        <a:pt x="4078" y="411"/>
                      </a:lnTo>
                      <a:lnTo>
                        <a:pt x="4081" y="412"/>
                      </a:lnTo>
                      <a:lnTo>
                        <a:pt x="4085" y="413"/>
                      </a:lnTo>
                      <a:lnTo>
                        <a:pt x="4089" y="415"/>
                      </a:lnTo>
                      <a:lnTo>
                        <a:pt x="4092" y="413"/>
                      </a:lnTo>
                      <a:lnTo>
                        <a:pt x="4096" y="412"/>
                      </a:lnTo>
                      <a:lnTo>
                        <a:pt x="4099" y="410"/>
                      </a:lnTo>
                      <a:lnTo>
                        <a:pt x="4103" y="409"/>
                      </a:lnTo>
                      <a:lnTo>
                        <a:pt x="4108" y="409"/>
                      </a:lnTo>
                      <a:lnTo>
                        <a:pt x="4112" y="409"/>
                      </a:lnTo>
                      <a:lnTo>
                        <a:pt x="4117" y="409"/>
                      </a:lnTo>
                      <a:lnTo>
                        <a:pt x="4121" y="411"/>
                      </a:lnTo>
                      <a:lnTo>
                        <a:pt x="4125" y="413"/>
                      </a:lnTo>
                      <a:lnTo>
                        <a:pt x="4128" y="417"/>
                      </a:lnTo>
                      <a:lnTo>
                        <a:pt x="4131" y="422"/>
                      </a:lnTo>
                      <a:lnTo>
                        <a:pt x="4135" y="425"/>
                      </a:lnTo>
                      <a:lnTo>
                        <a:pt x="4141" y="430"/>
                      </a:lnTo>
                      <a:lnTo>
                        <a:pt x="4147" y="435"/>
                      </a:lnTo>
                      <a:lnTo>
                        <a:pt x="4161" y="444"/>
                      </a:lnTo>
                      <a:lnTo>
                        <a:pt x="4173" y="455"/>
                      </a:lnTo>
                      <a:lnTo>
                        <a:pt x="4186" y="468"/>
                      </a:lnTo>
                      <a:lnTo>
                        <a:pt x="4200" y="481"/>
                      </a:lnTo>
                      <a:lnTo>
                        <a:pt x="4217" y="493"/>
                      </a:lnTo>
                      <a:lnTo>
                        <a:pt x="4231" y="505"/>
                      </a:lnTo>
                      <a:lnTo>
                        <a:pt x="4236" y="508"/>
                      </a:lnTo>
                      <a:lnTo>
                        <a:pt x="4237" y="512"/>
                      </a:lnTo>
                      <a:lnTo>
                        <a:pt x="4235" y="514"/>
                      </a:lnTo>
                      <a:lnTo>
                        <a:pt x="4230" y="518"/>
                      </a:lnTo>
                      <a:lnTo>
                        <a:pt x="4224" y="522"/>
                      </a:lnTo>
                      <a:lnTo>
                        <a:pt x="4218" y="525"/>
                      </a:lnTo>
                      <a:lnTo>
                        <a:pt x="4212" y="527"/>
                      </a:lnTo>
                      <a:lnTo>
                        <a:pt x="4205" y="529"/>
                      </a:lnTo>
                      <a:lnTo>
                        <a:pt x="4194" y="530"/>
                      </a:lnTo>
                      <a:lnTo>
                        <a:pt x="4187" y="531"/>
                      </a:lnTo>
                      <a:lnTo>
                        <a:pt x="4185" y="531"/>
                      </a:lnTo>
                      <a:lnTo>
                        <a:pt x="4182" y="532"/>
                      </a:lnTo>
                      <a:lnTo>
                        <a:pt x="4181" y="535"/>
                      </a:lnTo>
                      <a:lnTo>
                        <a:pt x="4179" y="537"/>
                      </a:lnTo>
                      <a:lnTo>
                        <a:pt x="4177" y="541"/>
                      </a:lnTo>
                      <a:lnTo>
                        <a:pt x="4173" y="543"/>
                      </a:lnTo>
                      <a:lnTo>
                        <a:pt x="4168" y="545"/>
                      </a:lnTo>
                      <a:lnTo>
                        <a:pt x="4162" y="546"/>
                      </a:lnTo>
                      <a:lnTo>
                        <a:pt x="4159" y="546"/>
                      </a:lnTo>
                      <a:lnTo>
                        <a:pt x="4156" y="548"/>
                      </a:lnTo>
                      <a:lnTo>
                        <a:pt x="4155" y="550"/>
                      </a:lnTo>
                      <a:lnTo>
                        <a:pt x="4154" y="552"/>
                      </a:lnTo>
                      <a:lnTo>
                        <a:pt x="4153" y="558"/>
                      </a:lnTo>
                      <a:lnTo>
                        <a:pt x="4153" y="564"/>
                      </a:lnTo>
                      <a:lnTo>
                        <a:pt x="4154" y="571"/>
                      </a:lnTo>
                      <a:lnTo>
                        <a:pt x="4155" y="577"/>
                      </a:lnTo>
                      <a:lnTo>
                        <a:pt x="4160" y="585"/>
                      </a:lnTo>
                      <a:lnTo>
                        <a:pt x="4166" y="592"/>
                      </a:lnTo>
                      <a:lnTo>
                        <a:pt x="4174" y="600"/>
                      </a:lnTo>
                      <a:lnTo>
                        <a:pt x="4181" y="608"/>
                      </a:lnTo>
                      <a:lnTo>
                        <a:pt x="4188" y="615"/>
                      </a:lnTo>
                      <a:lnTo>
                        <a:pt x="4196" y="620"/>
                      </a:lnTo>
                      <a:lnTo>
                        <a:pt x="4203" y="624"/>
                      </a:lnTo>
                      <a:lnTo>
                        <a:pt x="4212" y="625"/>
                      </a:lnTo>
                      <a:lnTo>
                        <a:pt x="4224" y="626"/>
                      </a:lnTo>
                      <a:lnTo>
                        <a:pt x="4238" y="626"/>
                      </a:lnTo>
                      <a:lnTo>
                        <a:pt x="4245" y="627"/>
                      </a:lnTo>
                      <a:lnTo>
                        <a:pt x="4250" y="629"/>
                      </a:lnTo>
                      <a:lnTo>
                        <a:pt x="4255" y="630"/>
                      </a:lnTo>
                      <a:lnTo>
                        <a:pt x="4259" y="632"/>
                      </a:lnTo>
                      <a:lnTo>
                        <a:pt x="4261" y="634"/>
                      </a:lnTo>
                      <a:lnTo>
                        <a:pt x="4262" y="638"/>
                      </a:lnTo>
                      <a:lnTo>
                        <a:pt x="4263" y="642"/>
                      </a:lnTo>
                      <a:lnTo>
                        <a:pt x="4263" y="645"/>
                      </a:lnTo>
                      <a:lnTo>
                        <a:pt x="4262" y="649"/>
                      </a:lnTo>
                      <a:lnTo>
                        <a:pt x="4261" y="653"/>
                      </a:lnTo>
                      <a:lnTo>
                        <a:pt x="4259" y="658"/>
                      </a:lnTo>
                      <a:lnTo>
                        <a:pt x="4256" y="663"/>
                      </a:lnTo>
                      <a:lnTo>
                        <a:pt x="4249" y="672"/>
                      </a:lnTo>
                      <a:lnTo>
                        <a:pt x="4241" y="681"/>
                      </a:lnTo>
                      <a:lnTo>
                        <a:pt x="4237" y="687"/>
                      </a:lnTo>
                      <a:lnTo>
                        <a:pt x="4234" y="692"/>
                      </a:lnTo>
                      <a:lnTo>
                        <a:pt x="4231" y="699"/>
                      </a:lnTo>
                      <a:lnTo>
                        <a:pt x="4229" y="705"/>
                      </a:lnTo>
                      <a:lnTo>
                        <a:pt x="4228" y="711"/>
                      </a:lnTo>
                      <a:lnTo>
                        <a:pt x="4228" y="716"/>
                      </a:lnTo>
                      <a:lnTo>
                        <a:pt x="4228" y="722"/>
                      </a:lnTo>
                      <a:lnTo>
                        <a:pt x="4229" y="727"/>
                      </a:lnTo>
                      <a:lnTo>
                        <a:pt x="4232" y="734"/>
                      </a:lnTo>
                      <a:lnTo>
                        <a:pt x="4235" y="741"/>
                      </a:lnTo>
                      <a:lnTo>
                        <a:pt x="4235" y="744"/>
                      </a:lnTo>
                      <a:lnTo>
                        <a:pt x="4235" y="746"/>
                      </a:lnTo>
                      <a:lnTo>
                        <a:pt x="4232" y="747"/>
                      </a:lnTo>
                      <a:lnTo>
                        <a:pt x="4230" y="750"/>
                      </a:lnTo>
                      <a:lnTo>
                        <a:pt x="4225" y="752"/>
                      </a:lnTo>
                      <a:lnTo>
                        <a:pt x="4222" y="754"/>
                      </a:lnTo>
                      <a:lnTo>
                        <a:pt x="4219" y="757"/>
                      </a:lnTo>
                      <a:lnTo>
                        <a:pt x="4217" y="759"/>
                      </a:lnTo>
                      <a:lnTo>
                        <a:pt x="4216" y="763"/>
                      </a:lnTo>
                      <a:lnTo>
                        <a:pt x="4215" y="766"/>
                      </a:lnTo>
                      <a:lnTo>
                        <a:pt x="4216" y="770"/>
                      </a:lnTo>
                      <a:lnTo>
                        <a:pt x="4217" y="772"/>
                      </a:lnTo>
                      <a:lnTo>
                        <a:pt x="4218" y="777"/>
                      </a:lnTo>
                      <a:lnTo>
                        <a:pt x="4219" y="783"/>
                      </a:lnTo>
                      <a:lnTo>
                        <a:pt x="4218" y="787"/>
                      </a:lnTo>
                      <a:lnTo>
                        <a:pt x="4217" y="790"/>
                      </a:lnTo>
                      <a:lnTo>
                        <a:pt x="4215" y="794"/>
                      </a:lnTo>
                      <a:lnTo>
                        <a:pt x="4212" y="797"/>
                      </a:lnTo>
                      <a:lnTo>
                        <a:pt x="4205" y="802"/>
                      </a:lnTo>
                      <a:lnTo>
                        <a:pt x="4198" y="806"/>
                      </a:lnTo>
                      <a:lnTo>
                        <a:pt x="4188" y="808"/>
                      </a:lnTo>
                      <a:lnTo>
                        <a:pt x="4175" y="810"/>
                      </a:lnTo>
                      <a:lnTo>
                        <a:pt x="4160" y="812"/>
                      </a:lnTo>
                      <a:lnTo>
                        <a:pt x="4146" y="814"/>
                      </a:lnTo>
                      <a:lnTo>
                        <a:pt x="4139" y="816"/>
                      </a:lnTo>
                      <a:lnTo>
                        <a:pt x="4134" y="820"/>
                      </a:lnTo>
                      <a:lnTo>
                        <a:pt x="4129" y="823"/>
                      </a:lnTo>
                      <a:lnTo>
                        <a:pt x="4127" y="829"/>
                      </a:lnTo>
                      <a:lnTo>
                        <a:pt x="4124" y="840"/>
                      </a:lnTo>
                      <a:lnTo>
                        <a:pt x="4124" y="848"/>
                      </a:lnTo>
                      <a:lnTo>
                        <a:pt x="4123" y="852"/>
                      </a:lnTo>
                      <a:lnTo>
                        <a:pt x="4123" y="854"/>
                      </a:lnTo>
                      <a:lnTo>
                        <a:pt x="4122" y="857"/>
                      </a:lnTo>
                      <a:lnTo>
                        <a:pt x="4119" y="858"/>
                      </a:lnTo>
                      <a:lnTo>
                        <a:pt x="4114" y="861"/>
                      </a:lnTo>
                      <a:lnTo>
                        <a:pt x="4106" y="865"/>
                      </a:lnTo>
                      <a:lnTo>
                        <a:pt x="4104" y="866"/>
                      </a:lnTo>
                      <a:lnTo>
                        <a:pt x="4100" y="870"/>
                      </a:lnTo>
                      <a:lnTo>
                        <a:pt x="4098" y="872"/>
                      </a:lnTo>
                      <a:lnTo>
                        <a:pt x="4097" y="876"/>
                      </a:lnTo>
                      <a:lnTo>
                        <a:pt x="4096" y="884"/>
                      </a:lnTo>
                      <a:lnTo>
                        <a:pt x="4098" y="894"/>
                      </a:lnTo>
                      <a:lnTo>
                        <a:pt x="4099" y="898"/>
                      </a:lnTo>
                      <a:lnTo>
                        <a:pt x="4102" y="904"/>
                      </a:lnTo>
                      <a:lnTo>
                        <a:pt x="4104" y="908"/>
                      </a:lnTo>
                      <a:lnTo>
                        <a:pt x="4106" y="913"/>
                      </a:lnTo>
                      <a:lnTo>
                        <a:pt x="4114" y="920"/>
                      </a:lnTo>
                      <a:lnTo>
                        <a:pt x="4121" y="927"/>
                      </a:lnTo>
                      <a:lnTo>
                        <a:pt x="4124" y="930"/>
                      </a:lnTo>
                      <a:lnTo>
                        <a:pt x="4127" y="934"/>
                      </a:lnTo>
                      <a:lnTo>
                        <a:pt x="4129" y="939"/>
                      </a:lnTo>
                      <a:lnTo>
                        <a:pt x="4131" y="942"/>
                      </a:lnTo>
                      <a:lnTo>
                        <a:pt x="4131" y="947"/>
                      </a:lnTo>
                      <a:lnTo>
                        <a:pt x="4131" y="951"/>
                      </a:lnTo>
                      <a:lnTo>
                        <a:pt x="4129" y="955"/>
                      </a:lnTo>
                      <a:lnTo>
                        <a:pt x="4128" y="959"/>
                      </a:lnTo>
                      <a:lnTo>
                        <a:pt x="4122" y="967"/>
                      </a:lnTo>
                      <a:lnTo>
                        <a:pt x="4116" y="976"/>
                      </a:lnTo>
                      <a:lnTo>
                        <a:pt x="4111" y="985"/>
                      </a:lnTo>
                      <a:lnTo>
                        <a:pt x="4105" y="995"/>
                      </a:lnTo>
                      <a:lnTo>
                        <a:pt x="4102" y="1004"/>
                      </a:lnTo>
                      <a:lnTo>
                        <a:pt x="4100" y="1012"/>
                      </a:lnTo>
                      <a:lnTo>
                        <a:pt x="4100" y="1016"/>
                      </a:lnTo>
                      <a:lnTo>
                        <a:pt x="4102" y="1020"/>
                      </a:lnTo>
                      <a:lnTo>
                        <a:pt x="4103" y="1023"/>
                      </a:lnTo>
                      <a:lnTo>
                        <a:pt x="4105" y="1027"/>
                      </a:lnTo>
                      <a:lnTo>
                        <a:pt x="4110" y="1033"/>
                      </a:lnTo>
                      <a:lnTo>
                        <a:pt x="4117" y="1036"/>
                      </a:lnTo>
                      <a:lnTo>
                        <a:pt x="4125" y="1037"/>
                      </a:lnTo>
                      <a:lnTo>
                        <a:pt x="4135" y="1037"/>
                      </a:lnTo>
                      <a:lnTo>
                        <a:pt x="4144" y="1035"/>
                      </a:lnTo>
                      <a:lnTo>
                        <a:pt x="4153" y="1033"/>
                      </a:lnTo>
                      <a:lnTo>
                        <a:pt x="4158" y="1031"/>
                      </a:lnTo>
                      <a:lnTo>
                        <a:pt x="4162" y="1031"/>
                      </a:lnTo>
                      <a:lnTo>
                        <a:pt x="4168" y="1033"/>
                      </a:lnTo>
                      <a:lnTo>
                        <a:pt x="4173" y="1035"/>
                      </a:lnTo>
                      <a:lnTo>
                        <a:pt x="4179" y="1037"/>
                      </a:lnTo>
                      <a:lnTo>
                        <a:pt x="4184" y="1040"/>
                      </a:lnTo>
                      <a:lnTo>
                        <a:pt x="4188" y="1043"/>
                      </a:lnTo>
                      <a:lnTo>
                        <a:pt x="4191" y="1047"/>
                      </a:lnTo>
                      <a:lnTo>
                        <a:pt x="4194" y="1056"/>
                      </a:lnTo>
                      <a:lnTo>
                        <a:pt x="4196" y="1067"/>
                      </a:lnTo>
                      <a:lnTo>
                        <a:pt x="4196" y="1078"/>
                      </a:lnTo>
                      <a:lnTo>
                        <a:pt x="4194" y="1086"/>
                      </a:lnTo>
                      <a:lnTo>
                        <a:pt x="4192" y="1090"/>
                      </a:lnTo>
                      <a:lnTo>
                        <a:pt x="4190" y="1093"/>
                      </a:lnTo>
                      <a:lnTo>
                        <a:pt x="4185" y="1097"/>
                      </a:lnTo>
                      <a:lnTo>
                        <a:pt x="4180" y="1099"/>
                      </a:lnTo>
                      <a:lnTo>
                        <a:pt x="4171" y="1103"/>
                      </a:lnTo>
                      <a:lnTo>
                        <a:pt x="4162" y="1105"/>
                      </a:lnTo>
                      <a:lnTo>
                        <a:pt x="4154" y="1109"/>
                      </a:lnTo>
                      <a:lnTo>
                        <a:pt x="4146" y="1112"/>
                      </a:lnTo>
                      <a:lnTo>
                        <a:pt x="4142" y="1115"/>
                      </a:lnTo>
                      <a:lnTo>
                        <a:pt x="4139" y="1117"/>
                      </a:lnTo>
                      <a:lnTo>
                        <a:pt x="4136" y="1119"/>
                      </a:lnTo>
                      <a:lnTo>
                        <a:pt x="4135" y="1123"/>
                      </a:lnTo>
                      <a:lnTo>
                        <a:pt x="4135" y="1130"/>
                      </a:lnTo>
                      <a:lnTo>
                        <a:pt x="4137" y="1136"/>
                      </a:lnTo>
                      <a:lnTo>
                        <a:pt x="4141" y="1141"/>
                      </a:lnTo>
                      <a:lnTo>
                        <a:pt x="4146" y="1146"/>
                      </a:lnTo>
                      <a:lnTo>
                        <a:pt x="4152" y="1149"/>
                      </a:lnTo>
                      <a:lnTo>
                        <a:pt x="4155" y="1155"/>
                      </a:lnTo>
                      <a:lnTo>
                        <a:pt x="4156" y="1157"/>
                      </a:lnTo>
                      <a:lnTo>
                        <a:pt x="4158" y="1161"/>
                      </a:lnTo>
                      <a:lnTo>
                        <a:pt x="4158" y="1165"/>
                      </a:lnTo>
                      <a:lnTo>
                        <a:pt x="4156" y="1168"/>
                      </a:lnTo>
                      <a:lnTo>
                        <a:pt x="4155" y="1173"/>
                      </a:lnTo>
                      <a:lnTo>
                        <a:pt x="4154" y="1178"/>
                      </a:lnTo>
                      <a:lnTo>
                        <a:pt x="4154" y="1181"/>
                      </a:lnTo>
                      <a:lnTo>
                        <a:pt x="4155" y="1187"/>
                      </a:lnTo>
                      <a:lnTo>
                        <a:pt x="4156" y="1198"/>
                      </a:lnTo>
                      <a:lnTo>
                        <a:pt x="4156" y="1211"/>
                      </a:lnTo>
                      <a:lnTo>
                        <a:pt x="4154" y="1225"/>
                      </a:lnTo>
                      <a:lnTo>
                        <a:pt x="4152" y="1238"/>
                      </a:lnTo>
                      <a:lnTo>
                        <a:pt x="4149" y="1249"/>
                      </a:lnTo>
                      <a:lnTo>
                        <a:pt x="4147" y="1256"/>
                      </a:lnTo>
                      <a:lnTo>
                        <a:pt x="4147" y="1260"/>
                      </a:lnTo>
                      <a:lnTo>
                        <a:pt x="4148" y="1263"/>
                      </a:lnTo>
                      <a:lnTo>
                        <a:pt x="4148" y="1267"/>
                      </a:lnTo>
                      <a:lnTo>
                        <a:pt x="4150" y="1272"/>
                      </a:lnTo>
                      <a:lnTo>
                        <a:pt x="4154" y="1279"/>
                      </a:lnTo>
                      <a:lnTo>
                        <a:pt x="4159" y="1283"/>
                      </a:lnTo>
                      <a:lnTo>
                        <a:pt x="4160" y="1285"/>
                      </a:lnTo>
                      <a:lnTo>
                        <a:pt x="4160" y="1287"/>
                      </a:lnTo>
                      <a:lnTo>
                        <a:pt x="4160" y="1289"/>
                      </a:lnTo>
                      <a:lnTo>
                        <a:pt x="4159" y="1293"/>
                      </a:lnTo>
                      <a:lnTo>
                        <a:pt x="4147" y="1307"/>
                      </a:lnTo>
                      <a:lnTo>
                        <a:pt x="4135" y="1321"/>
                      </a:lnTo>
                      <a:lnTo>
                        <a:pt x="4131" y="1330"/>
                      </a:lnTo>
                      <a:lnTo>
                        <a:pt x="4129" y="1336"/>
                      </a:lnTo>
                      <a:lnTo>
                        <a:pt x="4128" y="1343"/>
                      </a:lnTo>
                      <a:lnTo>
                        <a:pt x="4127" y="1350"/>
                      </a:lnTo>
                      <a:lnTo>
                        <a:pt x="4124" y="1357"/>
                      </a:lnTo>
                      <a:lnTo>
                        <a:pt x="4121" y="1362"/>
                      </a:lnTo>
                      <a:lnTo>
                        <a:pt x="4118" y="1364"/>
                      </a:lnTo>
                      <a:lnTo>
                        <a:pt x="4116" y="1365"/>
                      </a:lnTo>
                      <a:lnTo>
                        <a:pt x="4111" y="1367"/>
                      </a:lnTo>
                      <a:lnTo>
                        <a:pt x="4108" y="1368"/>
                      </a:lnTo>
                      <a:lnTo>
                        <a:pt x="4096" y="1368"/>
                      </a:lnTo>
                      <a:lnTo>
                        <a:pt x="4085" y="1369"/>
                      </a:lnTo>
                      <a:lnTo>
                        <a:pt x="4074" y="1370"/>
                      </a:lnTo>
                      <a:lnTo>
                        <a:pt x="4067" y="1374"/>
                      </a:lnTo>
                      <a:lnTo>
                        <a:pt x="4061" y="1380"/>
                      </a:lnTo>
                      <a:lnTo>
                        <a:pt x="4055" y="1388"/>
                      </a:lnTo>
                      <a:lnTo>
                        <a:pt x="4054" y="1393"/>
                      </a:lnTo>
                      <a:lnTo>
                        <a:pt x="4053" y="1398"/>
                      </a:lnTo>
                      <a:lnTo>
                        <a:pt x="4052" y="1402"/>
                      </a:lnTo>
                      <a:lnTo>
                        <a:pt x="4053" y="1407"/>
                      </a:lnTo>
                      <a:lnTo>
                        <a:pt x="4056" y="1417"/>
                      </a:lnTo>
                      <a:lnTo>
                        <a:pt x="4061" y="1427"/>
                      </a:lnTo>
                      <a:lnTo>
                        <a:pt x="4067" y="1438"/>
                      </a:lnTo>
                      <a:lnTo>
                        <a:pt x="4072" y="1446"/>
                      </a:lnTo>
                      <a:lnTo>
                        <a:pt x="4077" y="1453"/>
                      </a:lnTo>
                      <a:lnTo>
                        <a:pt x="4080" y="1459"/>
                      </a:lnTo>
                      <a:lnTo>
                        <a:pt x="4083" y="1466"/>
                      </a:lnTo>
                      <a:lnTo>
                        <a:pt x="4085" y="1474"/>
                      </a:lnTo>
                      <a:lnTo>
                        <a:pt x="4087" y="1480"/>
                      </a:lnTo>
                      <a:lnTo>
                        <a:pt x="4092" y="1483"/>
                      </a:lnTo>
                      <a:lnTo>
                        <a:pt x="4096" y="1485"/>
                      </a:lnTo>
                      <a:lnTo>
                        <a:pt x="4100" y="1485"/>
                      </a:lnTo>
                      <a:lnTo>
                        <a:pt x="4105" y="1487"/>
                      </a:lnTo>
                      <a:lnTo>
                        <a:pt x="4110" y="1488"/>
                      </a:lnTo>
                      <a:lnTo>
                        <a:pt x="4115" y="1491"/>
                      </a:lnTo>
                      <a:lnTo>
                        <a:pt x="4121" y="1497"/>
                      </a:lnTo>
                      <a:lnTo>
                        <a:pt x="4124" y="1504"/>
                      </a:lnTo>
                      <a:lnTo>
                        <a:pt x="4128" y="1513"/>
                      </a:lnTo>
                      <a:lnTo>
                        <a:pt x="4129" y="1516"/>
                      </a:lnTo>
                      <a:lnTo>
                        <a:pt x="4130" y="1520"/>
                      </a:lnTo>
                      <a:lnTo>
                        <a:pt x="4130" y="1524"/>
                      </a:lnTo>
                      <a:lnTo>
                        <a:pt x="4129" y="1526"/>
                      </a:lnTo>
                      <a:lnTo>
                        <a:pt x="4125" y="1531"/>
                      </a:lnTo>
                      <a:lnTo>
                        <a:pt x="4122" y="1535"/>
                      </a:lnTo>
                      <a:lnTo>
                        <a:pt x="4121" y="1537"/>
                      </a:lnTo>
                      <a:lnTo>
                        <a:pt x="4121" y="1540"/>
                      </a:lnTo>
                      <a:lnTo>
                        <a:pt x="4121" y="1544"/>
                      </a:lnTo>
                      <a:lnTo>
                        <a:pt x="4123" y="1548"/>
                      </a:lnTo>
                      <a:lnTo>
                        <a:pt x="4130" y="1558"/>
                      </a:lnTo>
                      <a:lnTo>
                        <a:pt x="4135" y="1567"/>
                      </a:lnTo>
                      <a:lnTo>
                        <a:pt x="4137" y="1572"/>
                      </a:lnTo>
                      <a:lnTo>
                        <a:pt x="4139" y="1576"/>
                      </a:lnTo>
                      <a:lnTo>
                        <a:pt x="4140" y="1581"/>
                      </a:lnTo>
                      <a:lnTo>
                        <a:pt x="4140" y="1587"/>
                      </a:lnTo>
                      <a:lnTo>
                        <a:pt x="4139" y="1597"/>
                      </a:lnTo>
                      <a:lnTo>
                        <a:pt x="4136" y="1607"/>
                      </a:lnTo>
                      <a:lnTo>
                        <a:pt x="4136" y="1610"/>
                      </a:lnTo>
                      <a:lnTo>
                        <a:pt x="4137" y="1614"/>
                      </a:lnTo>
                      <a:lnTo>
                        <a:pt x="4140" y="1617"/>
                      </a:lnTo>
                      <a:lnTo>
                        <a:pt x="4143" y="1621"/>
                      </a:lnTo>
                      <a:lnTo>
                        <a:pt x="4156" y="1628"/>
                      </a:lnTo>
                      <a:lnTo>
                        <a:pt x="4174" y="1635"/>
                      </a:lnTo>
                      <a:lnTo>
                        <a:pt x="4182" y="1640"/>
                      </a:lnTo>
                      <a:lnTo>
                        <a:pt x="4191" y="1645"/>
                      </a:lnTo>
                      <a:lnTo>
                        <a:pt x="4197" y="1651"/>
                      </a:lnTo>
                      <a:lnTo>
                        <a:pt x="4200" y="1657"/>
                      </a:lnTo>
                      <a:lnTo>
                        <a:pt x="4203" y="1663"/>
                      </a:lnTo>
                      <a:lnTo>
                        <a:pt x="4205" y="1669"/>
                      </a:lnTo>
                      <a:lnTo>
                        <a:pt x="4205" y="1673"/>
                      </a:lnTo>
                      <a:lnTo>
                        <a:pt x="4206" y="1678"/>
                      </a:lnTo>
                      <a:lnTo>
                        <a:pt x="4205" y="1686"/>
                      </a:lnTo>
                      <a:lnTo>
                        <a:pt x="4205" y="1697"/>
                      </a:lnTo>
                      <a:lnTo>
                        <a:pt x="4205" y="1709"/>
                      </a:lnTo>
                      <a:lnTo>
                        <a:pt x="4209" y="1724"/>
                      </a:lnTo>
                      <a:lnTo>
                        <a:pt x="4211" y="1732"/>
                      </a:lnTo>
                      <a:lnTo>
                        <a:pt x="4213" y="1739"/>
                      </a:lnTo>
                      <a:lnTo>
                        <a:pt x="4217" y="1745"/>
                      </a:lnTo>
                      <a:lnTo>
                        <a:pt x="4221" y="1749"/>
                      </a:lnTo>
                      <a:lnTo>
                        <a:pt x="4228" y="1760"/>
                      </a:lnTo>
                      <a:lnTo>
                        <a:pt x="4235" y="1774"/>
                      </a:lnTo>
                      <a:lnTo>
                        <a:pt x="4240" y="1780"/>
                      </a:lnTo>
                      <a:lnTo>
                        <a:pt x="4243" y="1786"/>
                      </a:lnTo>
                      <a:lnTo>
                        <a:pt x="4248" y="1791"/>
                      </a:lnTo>
                      <a:lnTo>
                        <a:pt x="4251" y="1795"/>
                      </a:lnTo>
                      <a:lnTo>
                        <a:pt x="4256" y="1797"/>
                      </a:lnTo>
                      <a:lnTo>
                        <a:pt x="4261" y="1798"/>
                      </a:lnTo>
                      <a:lnTo>
                        <a:pt x="4267" y="1799"/>
                      </a:lnTo>
                      <a:lnTo>
                        <a:pt x="4273" y="1799"/>
                      </a:lnTo>
                      <a:lnTo>
                        <a:pt x="4279" y="1799"/>
                      </a:lnTo>
                      <a:lnTo>
                        <a:pt x="4285" y="1800"/>
                      </a:lnTo>
                      <a:lnTo>
                        <a:pt x="4289" y="1803"/>
                      </a:lnTo>
                      <a:lnTo>
                        <a:pt x="4293" y="1805"/>
                      </a:lnTo>
                      <a:lnTo>
                        <a:pt x="4300" y="1811"/>
                      </a:lnTo>
                      <a:lnTo>
                        <a:pt x="4307" y="1816"/>
                      </a:lnTo>
                      <a:lnTo>
                        <a:pt x="4317" y="1818"/>
                      </a:lnTo>
                      <a:lnTo>
                        <a:pt x="4326" y="1819"/>
                      </a:lnTo>
                      <a:lnTo>
                        <a:pt x="4331" y="1819"/>
                      </a:lnTo>
                      <a:lnTo>
                        <a:pt x="4333" y="1821"/>
                      </a:lnTo>
                      <a:lnTo>
                        <a:pt x="4336" y="1822"/>
                      </a:lnTo>
                      <a:lnTo>
                        <a:pt x="4336" y="1824"/>
                      </a:lnTo>
                      <a:lnTo>
                        <a:pt x="4335" y="1830"/>
                      </a:lnTo>
                      <a:lnTo>
                        <a:pt x="4331" y="1836"/>
                      </a:lnTo>
                      <a:lnTo>
                        <a:pt x="4330" y="1838"/>
                      </a:lnTo>
                      <a:lnTo>
                        <a:pt x="4330" y="1841"/>
                      </a:lnTo>
                      <a:lnTo>
                        <a:pt x="4330" y="1843"/>
                      </a:lnTo>
                      <a:lnTo>
                        <a:pt x="4332" y="1846"/>
                      </a:lnTo>
                      <a:lnTo>
                        <a:pt x="4337" y="1852"/>
                      </a:lnTo>
                      <a:lnTo>
                        <a:pt x="4343" y="1858"/>
                      </a:lnTo>
                      <a:lnTo>
                        <a:pt x="4352" y="1865"/>
                      </a:lnTo>
                      <a:lnTo>
                        <a:pt x="4366" y="1872"/>
                      </a:lnTo>
                      <a:lnTo>
                        <a:pt x="4374" y="1874"/>
                      </a:lnTo>
                      <a:lnTo>
                        <a:pt x="4381" y="1877"/>
                      </a:lnTo>
                      <a:lnTo>
                        <a:pt x="4388" y="1878"/>
                      </a:lnTo>
                      <a:lnTo>
                        <a:pt x="4395" y="1878"/>
                      </a:lnTo>
                      <a:lnTo>
                        <a:pt x="4401" y="1875"/>
                      </a:lnTo>
                      <a:lnTo>
                        <a:pt x="4407" y="1873"/>
                      </a:lnTo>
                      <a:lnTo>
                        <a:pt x="4412" y="1871"/>
                      </a:lnTo>
                      <a:lnTo>
                        <a:pt x="4415" y="1867"/>
                      </a:lnTo>
                      <a:lnTo>
                        <a:pt x="4424" y="1858"/>
                      </a:lnTo>
                      <a:lnTo>
                        <a:pt x="4431" y="1849"/>
                      </a:lnTo>
                      <a:lnTo>
                        <a:pt x="4435" y="1846"/>
                      </a:lnTo>
                      <a:lnTo>
                        <a:pt x="4439" y="1842"/>
                      </a:lnTo>
                      <a:lnTo>
                        <a:pt x="4443" y="1840"/>
                      </a:lnTo>
                      <a:lnTo>
                        <a:pt x="4448" y="1837"/>
                      </a:lnTo>
                      <a:lnTo>
                        <a:pt x="4451" y="1837"/>
                      </a:lnTo>
                      <a:lnTo>
                        <a:pt x="4455" y="1837"/>
                      </a:lnTo>
                      <a:lnTo>
                        <a:pt x="4458" y="1838"/>
                      </a:lnTo>
                      <a:lnTo>
                        <a:pt x="4462" y="1842"/>
                      </a:lnTo>
                      <a:lnTo>
                        <a:pt x="4464" y="1846"/>
                      </a:lnTo>
                      <a:lnTo>
                        <a:pt x="4468" y="1848"/>
                      </a:lnTo>
                      <a:lnTo>
                        <a:pt x="4470" y="1850"/>
                      </a:lnTo>
                      <a:lnTo>
                        <a:pt x="4475" y="1853"/>
                      </a:lnTo>
                      <a:lnTo>
                        <a:pt x="4484" y="1854"/>
                      </a:lnTo>
                      <a:lnTo>
                        <a:pt x="4495" y="1854"/>
                      </a:lnTo>
                      <a:lnTo>
                        <a:pt x="4507" y="1854"/>
                      </a:lnTo>
                      <a:lnTo>
                        <a:pt x="4517" y="1850"/>
                      </a:lnTo>
                      <a:lnTo>
                        <a:pt x="4520" y="1849"/>
                      </a:lnTo>
                      <a:lnTo>
                        <a:pt x="4522" y="1846"/>
                      </a:lnTo>
                      <a:lnTo>
                        <a:pt x="4525" y="1842"/>
                      </a:lnTo>
                      <a:lnTo>
                        <a:pt x="4527" y="1838"/>
                      </a:lnTo>
                      <a:lnTo>
                        <a:pt x="4531" y="1831"/>
                      </a:lnTo>
                      <a:lnTo>
                        <a:pt x="4536" y="1827"/>
                      </a:lnTo>
                      <a:lnTo>
                        <a:pt x="4539" y="1824"/>
                      </a:lnTo>
                      <a:lnTo>
                        <a:pt x="4543" y="1824"/>
                      </a:lnTo>
                      <a:lnTo>
                        <a:pt x="4546" y="1823"/>
                      </a:lnTo>
                      <a:lnTo>
                        <a:pt x="4552" y="1824"/>
                      </a:lnTo>
                      <a:lnTo>
                        <a:pt x="4563" y="1825"/>
                      </a:lnTo>
                      <a:lnTo>
                        <a:pt x="4574" y="1827"/>
                      </a:lnTo>
                      <a:lnTo>
                        <a:pt x="4582" y="1828"/>
                      </a:lnTo>
                      <a:lnTo>
                        <a:pt x="4591" y="1829"/>
                      </a:lnTo>
                      <a:lnTo>
                        <a:pt x="4595" y="1830"/>
                      </a:lnTo>
                      <a:lnTo>
                        <a:pt x="4597" y="1831"/>
                      </a:lnTo>
                      <a:lnTo>
                        <a:pt x="4600" y="1833"/>
                      </a:lnTo>
                      <a:lnTo>
                        <a:pt x="4601" y="1834"/>
                      </a:lnTo>
                      <a:lnTo>
                        <a:pt x="4601" y="1836"/>
                      </a:lnTo>
                      <a:lnTo>
                        <a:pt x="4601" y="1837"/>
                      </a:lnTo>
                      <a:lnTo>
                        <a:pt x="4599" y="1840"/>
                      </a:lnTo>
                      <a:lnTo>
                        <a:pt x="4596" y="1841"/>
                      </a:lnTo>
                      <a:lnTo>
                        <a:pt x="4590" y="1846"/>
                      </a:lnTo>
                      <a:lnTo>
                        <a:pt x="4587" y="1853"/>
                      </a:lnTo>
                      <a:lnTo>
                        <a:pt x="4585" y="1856"/>
                      </a:lnTo>
                      <a:lnTo>
                        <a:pt x="4585" y="1861"/>
                      </a:lnTo>
                      <a:lnTo>
                        <a:pt x="4587" y="1866"/>
                      </a:lnTo>
                      <a:lnTo>
                        <a:pt x="4589" y="1872"/>
                      </a:lnTo>
                      <a:lnTo>
                        <a:pt x="4596" y="1882"/>
                      </a:lnTo>
                      <a:lnTo>
                        <a:pt x="4605" y="1894"/>
                      </a:lnTo>
                      <a:lnTo>
                        <a:pt x="4613" y="1907"/>
                      </a:lnTo>
                      <a:lnTo>
                        <a:pt x="4621" y="1923"/>
                      </a:lnTo>
                      <a:lnTo>
                        <a:pt x="4627" y="1938"/>
                      </a:lnTo>
                      <a:lnTo>
                        <a:pt x="4634" y="1953"/>
                      </a:lnTo>
                      <a:lnTo>
                        <a:pt x="4638" y="1960"/>
                      </a:lnTo>
                      <a:lnTo>
                        <a:pt x="4641" y="1968"/>
                      </a:lnTo>
                      <a:lnTo>
                        <a:pt x="4647" y="1975"/>
                      </a:lnTo>
                      <a:lnTo>
                        <a:pt x="4653" y="1982"/>
                      </a:lnTo>
                      <a:lnTo>
                        <a:pt x="4660" y="1989"/>
                      </a:lnTo>
                      <a:lnTo>
                        <a:pt x="4668" y="1997"/>
                      </a:lnTo>
                      <a:lnTo>
                        <a:pt x="4675" y="2001"/>
                      </a:lnTo>
                      <a:lnTo>
                        <a:pt x="4681" y="2006"/>
                      </a:lnTo>
                      <a:lnTo>
                        <a:pt x="4694" y="2013"/>
                      </a:lnTo>
                      <a:lnTo>
                        <a:pt x="4704" y="2017"/>
                      </a:lnTo>
                      <a:lnTo>
                        <a:pt x="4715" y="2020"/>
                      </a:lnTo>
                      <a:lnTo>
                        <a:pt x="4726" y="2025"/>
                      </a:lnTo>
                      <a:lnTo>
                        <a:pt x="4731" y="2029"/>
                      </a:lnTo>
                      <a:lnTo>
                        <a:pt x="4734" y="2032"/>
                      </a:lnTo>
                      <a:lnTo>
                        <a:pt x="4739" y="2036"/>
                      </a:lnTo>
                      <a:lnTo>
                        <a:pt x="4741" y="2041"/>
                      </a:lnTo>
                      <a:lnTo>
                        <a:pt x="4748" y="2052"/>
                      </a:lnTo>
                      <a:lnTo>
                        <a:pt x="4757" y="2067"/>
                      </a:lnTo>
                      <a:lnTo>
                        <a:pt x="4765" y="2080"/>
                      </a:lnTo>
                      <a:lnTo>
                        <a:pt x="4772" y="2088"/>
                      </a:lnTo>
                      <a:lnTo>
                        <a:pt x="4776" y="2089"/>
                      </a:lnTo>
                      <a:lnTo>
                        <a:pt x="4779" y="2089"/>
                      </a:lnTo>
                      <a:lnTo>
                        <a:pt x="4784" y="2088"/>
                      </a:lnTo>
                      <a:lnTo>
                        <a:pt x="4789" y="2087"/>
                      </a:lnTo>
                      <a:lnTo>
                        <a:pt x="4797" y="2081"/>
                      </a:lnTo>
                      <a:lnTo>
                        <a:pt x="4805" y="2075"/>
                      </a:lnTo>
                      <a:lnTo>
                        <a:pt x="4809" y="2073"/>
                      </a:lnTo>
                      <a:lnTo>
                        <a:pt x="4817" y="2073"/>
                      </a:lnTo>
                      <a:lnTo>
                        <a:pt x="4826" y="2074"/>
                      </a:lnTo>
                      <a:lnTo>
                        <a:pt x="4836" y="2076"/>
                      </a:lnTo>
                      <a:lnTo>
                        <a:pt x="4845" y="2080"/>
                      </a:lnTo>
                      <a:lnTo>
                        <a:pt x="4852" y="2083"/>
                      </a:lnTo>
                      <a:lnTo>
                        <a:pt x="4854" y="2086"/>
                      </a:lnTo>
                      <a:lnTo>
                        <a:pt x="4857" y="2088"/>
                      </a:lnTo>
                      <a:lnTo>
                        <a:pt x="4857" y="2090"/>
                      </a:lnTo>
                      <a:lnTo>
                        <a:pt x="4857" y="2094"/>
                      </a:lnTo>
                      <a:lnTo>
                        <a:pt x="4852" y="2104"/>
                      </a:lnTo>
                      <a:lnTo>
                        <a:pt x="4848" y="2112"/>
                      </a:lnTo>
                      <a:lnTo>
                        <a:pt x="4847" y="2115"/>
                      </a:lnTo>
                      <a:lnTo>
                        <a:pt x="4846" y="2120"/>
                      </a:lnTo>
                      <a:lnTo>
                        <a:pt x="4846" y="2124"/>
                      </a:lnTo>
                      <a:lnTo>
                        <a:pt x="4847" y="2130"/>
                      </a:lnTo>
                      <a:lnTo>
                        <a:pt x="4849" y="2134"/>
                      </a:lnTo>
                      <a:lnTo>
                        <a:pt x="4853" y="2137"/>
                      </a:lnTo>
                      <a:lnTo>
                        <a:pt x="4857" y="2139"/>
                      </a:lnTo>
                      <a:lnTo>
                        <a:pt x="4861" y="2140"/>
                      </a:lnTo>
                      <a:lnTo>
                        <a:pt x="4870" y="2140"/>
                      </a:lnTo>
                      <a:lnTo>
                        <a:pt x="4876" y="2138"/>
                      </a:lnTo>
                      <a:lnTo>
                        <a:pt x="4879" y="2137"/>
                      </a:lnTo>
                      <a:lnTo>
                        <a:pt x="4883" y="2137"/>
                      </a:lnTo>
                      <a:lnTo>
                        <a:pt x="4887" y="2139"/>
                      </a:lnTo>
                      <a:lnTo>
                        <a:pt x="4891" y="2143"/>
                      </a:lnTo>
                      <a:lnTo>
                        <a:pt x="4902" y="2142"/>
                      </a:lnTo>
                      <a:lnTo>
                        <a:pt x="4922" y="2143"/>
                      </a:lnTo>
                      <a:lnTo>
                        <a:pt x="4941" y="2156"/>
                      </a:lnTo>
                      <a:lnTo>
                        <a:pt x="4955" y="2167"/>
                      </a:lnTo>
                      <a:lnTo>
                        <a:pt x="4967" y="2169"/>
                      </a:lnTo>
                      <a:lnTo>
                        <a:pt x="4980" y="2170"/>
                      </a:lnTo>
                      <a:lnTo>
                        <a:pt x="4994" y="2170"/>
                      </a:lnTo>
                      <a:lnTo>
                        <a:pt x="5006" y="2169"/>
                      </a:lnTo>
                      <a:lnTo>
                        <a:pt x="5013" y="2167"/>
                      </a:lnTo>
                      <a:lnTo>
                        <a:pt x="5019" y="2165"/>
                      </a:lnTo>
                      <a:lnTo>
                        <a:pt x="5022" y="2165"/>
                      </a:lnTo>
                      <a:lnTo>
                        <a:pt x="5024" y="2167"/>
                      </a:lnTo>
                      <a:lnTo>
                        <a:pt x="5028" y="2168"/>
                      </a:lnTo>
                      <a:lnTo>
                        <a:pt x="5032" y="2171"/>
                      </a:lnTo>
                      <a:lnTo>
                        <a:pt x="5042" y="2180"/>
                      </a:lnTo>
                      <a:lnTo>
                        <a:pt x="5053" y="2188"/>
                      </a:lnTo>
                      <a:lnTo>
                        <a:pt x="5062" y="2194"/>
                      </a:lnTo>
                      <a:lnTo>
                        <a:pt x="5069" y="2197"/>
                      </a:lnTo>
                      <a:lnTo>
                        <a:pt x="5076" y="2200"/>
                      </a:lnTo>
                      <a:lnTo>
                        <a:pt x="5084" y="2199"/>
                      </a:lnTo>
                      <a:lnTo>
                        <a:pt x="5091" y="2196"/>
                      </a:lnTo>
                      <a:lnTo>
                        <a:pt x="5097" y="2194"/>
                      </a:lnTo>
                      <a:lnTo>
                        <a:pt x="5099" y="2193"/>
                      </a:lnTo>
                      <a:lnTo>
                        <a:pt x="5104" y="2192"/>
                      </a:lnTo>
                      <a:lnTo>
                        <a:pt x="5107" y="2192"/>
                      </a:lnTo>
                      <a:lnTo>
                        <a:pt x="5112" y="2192"/>
                      </a:lnTo>
                      <a:lnTo>
                        <a:pt x="5117" y="2193"/>
                      </a:lnTo>
                      <a:lnTo>
                        <a:pt x="5120" y="2195"/>
                      </a:lnTo>
                      <a:lnTo>
                        <a:pt x="5124" y="2197"/>
                      </a:lnTo>
                      <a:lnTo>
                        <a:pt x="5126" y="2200"/>
                      </a:lnTo>
                      <a:lnTo>
                        <a:pt x="5130" y="2214"/>
                      </a:lnTo>
                      <a:lnTo>
                        <a:pt x="5133" y="2230"/>
                      </a:lnTo>
                      <a:lnTo>
                        <a:pt x="5135" y="2232"/>
                      </a:lnTo>
                      <a:lnTo>
                        <a:pt x="5137" y="2234"/>
                      </a:lnTo>
                      <a:lnTo>
                        <a:pt x="5139" y="2235"/>
                      </a:lnTo>
                      <a:lnTo>
                        <a:pt x="5143" y="2237"/>
                      </a:lnTo>
                      <a:lnTo>
                        <a:pt x="5150" y="2237"/>
                      </a:lnTo>
                      <a:lnTo>
                        <a:pt x="5160" y="2235"/>
                      </a:lnTo>
                      <a:lnTo>
                        <a:pt x="5170" y="2233"/>
                      </a:lnTo>
                      <a:lnTo>
                        <a:pt x="5182" y="2232"/>
                      </a:lnTo>
                      <a:lnTo>
                        <a:pt x="5188" y="2232"/>
                      </a:lnTo>
                      <a:lnTo>
                        <a:pt x="5194" y="2233"/>
                      </a:lnTo>
                      <a:lnTo>
                        <a:pt x="5199" y="2235"/>
                      </a:lnTo>
                      <a:lnTo>
                        <a:pt x="5202" y="2239"/>
                      </a:lnTo>
                      <a:lnTo>
                        <a:pt x="5207" y="2247"/>
                      </a:lnTo>
                      <a:lnTo>
                        <a:pt x="5212" y="2257"/>
                      </a:lnTo>
                      <a:lnTo>
                        <a:pt x="5218" y="2265"/>
                      </a:lnTo>
                      <a:lnTo>
                        <a:pt x="5225" y="2276"/>
                      </a:lnTo>
                      <a:lnTo>
                        <a:pt x="5233" y="2284"/>
                      </a:lnTo>
                      <a:lnTo>
                        <a:pt x="5239" y="2290"/>
                      </a:lnTo>
                      <a:lnTo>
                        <a:pt x="5243" y="2293"/>
                      </a:lnTo>
                      <a:lnTo>
                        <a:pt x="5246" y="2294"/>
                      </a:lnTo>
                      <a:lnTo>
                        <a:pt x="5250" y="2295"/>
                      </a:lnTo>
                      <a:lnTo>
                        <a:pt x="5255" y="2294"/>
                      </a:lnTo>
                      <a:lnTo>
                        <a:pt x="5262" y="2294"/>
                      </a:lnTo>
                      <a:lnTo>
                        <a:pt x="5268" y="2294"/>
                      </a:lnTo>
                      <a:lnTo>
                        <a:pt x="5270" y="2295"/>
                      </a:lnTo>
                      <a:lnTo>
                        <a:pt x="5273" y="2297"/>
                      </a:lnTo>
                      <a:lnTo>
                        <a:pt x="5274" y="2300"/>
                      </a:lnTo>
                      <a:lnTo>
                        <a:pt x="5275" y="2302"/>
                      </a:lnTo>
                      <a:lnTo>
                        <a:pt x="5277" y="2310"/>
                      </a:lnTo>
                      <a:lnTo>
                        <a:pt x="5281" y="2317"/>
                      </a:lnTo>
                      <a:lnTo>
                        <a:pt x="5283" y="2320"/>
                      </a:lnTo>
                      <a:lnTo>
                        <a:pt x="5287" y="2323"/>
                      </a:lnTo>
                      <a:lnTo>
                        <a:pt x="5290" y="2325"/>
                      </a:lnTo>
                      <a:lnTo>
                        <a:pt x="5296" y="2326"/>
                      </a:lnTo>
                      <a:lnTo>
                        <a:pt x="5306" y="2325"/>
                      </a:lnTo>
                      <a:lnTo>
                        <a:pt x="5313" y="2322"/>
                      </a:lnTo>
                      <a:lnTo>
                        <a:pt x="5320" y="2319"/>
                      </a:lnTo>
                      <a:lnTo>
                        <a:pt x="5328" y="2312"/>
                      </a:lnTo>
                      <a:lnTo>
                        <a:pt x="5333" y="2308"/>
                      </a:lnTo>
                      <a:lnTo>
                        <a:pt x="5339" y="2306"/>
                      </a:lnTo>
                      <a:lnTo>
                        <a:pt x="5345" y="2303"/>
                      </a:lnTo>
                      <a:lnTo>
                        <a:pt x="5352" y="2302"/>
                      </a:lnTo>
                      <a:lnTo>
                        <a:pt x="5366" y="2302"/>
                      </a:lnTo>
                      <a:lnTo>
                        <a:pt x="5377" y="2302"/>
                      </a:lnTo>
                      <a:lnTo>
                        <a:pt x="5382" y="2303"/>
                      </a:lnTo>
                      <a:lnTo>
                        <a:pt x="5387" y="2306"/>
                      </a:lnTo>
                      <a:lnTo>
                        <a:pt x="5390" y="2307"/>
                      </a:lnTo>
                      <a:lnTo>
                        <a:pt x="5395" y="2310"/>
                      </a:lnTo>
                      <a:lnTo>
                        <a:pt x="5402" y="2317"/>
                      </a:lnTo>
                      <a:lnTo>
                        <a:pt x="5408" y="2327"/>
                      </a:lnTo>
                      <a:lnTo>
                        <a:pt x="5414" y="2338"/>
                      </a:lnTo>
                      <a:lnTo>
                        <a:pt x="5420" y="2347"/>
                      </a:lnTo>
                      <a:lnTo>
                        <a:pt x="5424" y="2351"/>
                      </a:lnTo>
                      <a:lnTo>
                        <a:pt x="5427" y="2353"/>
                      </a:lnTo>
                      <a:lnTo>
                        <a:pt x="5431" y="2354"/>
                      </a:lnTo>
                      <a:lnTo>
                        <a:pt x="5435" y="2354"/>
                      </a:lnTo>
                      <a:lnTo>
                        <a:pt x="5444" y="2353"/>
                      </a:lnTo>
                      <a:lnTo>
                        <a:pt x="5451" y="2353"/>
                      </a:lnTo>
                      <a:lnTo>
                        <a:pt x="5454" y="2354"/>
                      </a:lnTo>
                      <a:lnTo>
                        <a:pt x="5457" y="2356"/>
                      </a:lnTo>
                      <a:lnTo>
                        <a:pt x="5459" y="2357"/>
                      </a:lnTo>
                      <a:lnTo>
                        <a:pt x="5462" y="2359"/>
                      </a:lnTo>
                      <a:lnTo>
                        <a:pt x="5468" y="2365"/>
                      </a:lnTo>
                      <a:lnTo>
                        <a:pt x="5478" y="2370"/>
                      </a:lnTo>
                      <a:lnTo>
                        <a:pt x="5489" y="2373"/>
                      </a:lnTo>
                      <a:lnTo>
                        <a:pt x="5498" y="2376"/>
                      </a:lnTo>
                      <a:lnTo>
                        <a:pt x="5507" y="2375"/>
                      </a:lnTo>
                      <a:lnTo>
                        <a:pt x="5514" y="2372"/>
                      </a:lnTo>
                      <a:lnTo>
                        <a:pt x="5520" y="2367"/>
                      </a:lnTo>
                      <a:lnTo>
                        <a:pt x="5526" y="2361"/>
                      </a:lnTo>
                      <a:lnTo>
                        <a:pt x="5529" y="2358"/>
                      </a:lnTo>
                      <a:lnTo>
                        <a:pt x="5533" y="2356"/>
                      </a:lnTo>
                      <a:lnTo>
                        <a:pt x="5536" y="2354"/>
                      </a:lnTo>
                      <a:lnTo>
                        <a:pt x="5541" y="2354"/>
                      </a:lnTo>
                      <a:lnTo>
                        <a:pt x="5550" y="2354"/>
                      </a:lnTo>
                      <a:lnTo>
                        <a:pt x="5558" y="2356"/>
                      </a:lnTo>
                      <a:lnTo>
                        <a:pt x="5569" y="2357"/>
                      </a:lnTo>
                      <a:lnTo>
                        <a:pt x="5578" y="2357"/>
                      </a:lnTo>
                      <a:lnTo>
                        <a:pt x="5584" y="2357"/>
                      </a:lnTo>
                      <a:lnTo>
                        <a:pt x="5588" y="2354"/>
                      </a:lnTo>
                      <a:lnTo>
                        <a:pt x="5592" y="2352"/>
                      </a:lnTo>
                      <a:lnTo>
                        <a:pt x="5595" y="2348"/>
                      </a:lnTo>
                      <a:lnTo>
                        <a:pt x="5599" y="2342"/>
                      </a:lnTo>
                      <a:lnTo>
                        <a:pt x="5605" y="2339"/>
                      </a:lnTo>
                      <a:lnTo>
                        <a:pt x="5614" y="2337"/>
                      </a:lnTo>
                      <a:lnTo>
                        <a:pt x="5627" y="2335"/>
                      </a:lnTo>
                      <a:lnTo>
                        <a:pt x="5641" y="2335"/>
                      </a:lnTo>
                      <a:lnTo>
                        <a:pt x="5655" y="2333"/>
                      </a:lnTo>
                      <a:lnTo>
                        <a:pt x="5661" y="2332"/>
                      </a:lnTo>
                      <a:lnTo>
                        <a:pt x="5666" y="2331"/>
                      </a:lnTo>
                      <a:lnTo>
                        <a:pt x="5671" y="2328"/>
                      </a:lnTo>
                      <a:lnTo>
                        <a:pt x="5673" y="2325"/>
                      </a:lnTo>
                      <a:lnTo>
                        <a:pt x="5679" y="2319"/>
                      </a:lnTo>
                      <a:lnTo>
                        <a:pt x="5684" y="2314"/>
                      </a:lnTo>
                      <a:lnTo>
                        <a:pt x="5685" y="2313"/>
                      </a:lnTo>
                      <a:lnTo>
                        <a:pt x="5689" y="2313"/>
                      </a:lnTo>
                      <a:lnTo>
                        <a:pt x="5691" y="2314"/>
                      </a:lnTo>
                      <a:lnTo>
                        <a:pt x="5695" y="2317"/>
                      </a:lnTo>
                      <a:lnTo>
                        <a:pt x="5703" y="2327"/>
                      </a:lnTo>
                      <a:lnTo>
                        <a:pt x="5715" y="2337"/>
                      </a:lnTo>
                      <a:lnTo>
                        <a:pt x="5724" y="2346"/>
                      </a:lnTo>
                      <a:lnTo>
                        <a:pt x="5731" y="2353"/>
                      </a:lnTo>
                      <a:lnTo>
                        <a:pt x="5735" y="2359"/>
                      </a:lnTo>
                      <a:lnTo>
                        <a:pt x="5737" y="2365"/>
                      </a:lnTo>
                      <a:lnTo>
                        <a:pt x="5740" y="2372"/>
                      </a:lnTo>
                      <a:lnTo>
                        <a:pt x="5741" y="2380"/>
                      </a:lnTo>
                      <a:lnTo>
                        <a:pt x="5745" y="2390"/>
                      </a:lnTo>
                      <a:lnTo>
                        <a:pt x="5748" y="2397"/>
                      </a:lnTo>
                      <a:lnTo>
                        <a:pt x="5750" y="2401"/>
                      </a:lnTo>
                      <a:lnTo>
                        <a:pt x="5754" y="2403"/>
                      </a:lnTo>
                      <a:lnTo>
                        <a:pt x="5758" y="2404"/>
                      </a:lnTo>
                      <a:lnTo>
                        <a:pt x="5761" y="2405"/>
                      </a:lnTo>
                      <a:lnTo>
                        <a:pt x="5768" y="2407"/>
                      </a:lnTo>
                      <a:lnTo>
                        <a:pt x="5773" y="2409"/>
                      </a:lnTo>
                      <a:lnTo>
                        <a:pt x="5775" y="2411"/>
                      </a:lnTo>
                      <a:lnTo>
                        <a:pt x="5777" y="2414"/>
                      </a:lnTo>
                      <a:lnTo>
                        <a:pt x="5778" y="2416"/>
                      </a:lnTo>
                      <a:lnTo>
                        <a:pt x="5779" y="2420"/>
                      </a:lnTo>
                      <a:lnTo>
                        <a:pt x="5780" y="2421"/>
                      </a:lnTo>
                      <a:lnTo>
                        <a:pt x="5783" y="2422"/>
                      </a:lnTo>
                      <a:lnTo>
                        <a:pt x="5786" y="2422"/>
                      </a:lnTo>
                      <a:lnTo>
                        <a:pt x="5792" y="2420"/>
                      </a:lnTo>
                      <a:lnTo>
                        <a:pt x="5796" y="2417"/>
                      </a:lnTo>
                      <a:lnTo>
                        <a:pt x="5800" y="2417"/>
                      </a:lnTo>
                      <a:lnTo>
                        <a:pt x="5805" y="2417"/>
                      </a:lnTo>
                      <a:lnTo>
                        <a:pt x="5809" y="2419"/>
                      </a:lnTo>
                      <a:lnTo>
                        <a:pt x="5816" y="2422"/>
                      </a:lnTo>
                      <a:lnTo>
                        <a:pt x="5822" y="2428"/>
                      </a:lnTo>
                      <a:lnTo>
                        <a:pt x="5827" y="2433"/>
                      </a:lnTo>
                      <a:lnTo>
                        <a:pt x="5832" y="2435"/>
                      </a:lnTo>
                      <a:lnTo>
                        <a:pt x="5838" y="2438"/>
                      </a:lnTo>
                      <a:lnTo>
                        <a:pt x="5846" y="2440"/>
                      </a:lnTo>
                      <a:lnTo>
                        <a:pt x="5859" y="2442"/>
                      </a:lnTo>
                      <a:lnTo>
                        <a:pt x="5872" y="2445"/>
                      </a:lnTo>
                      <a:lnTo>
                        <a:pt x="5876" y="2447"/>
                      </a:lnTo>
                      <a:lnTo>
                        <a:pt x="5881" y="2449"/>
                      </a:lnTo>
                      <a:lnTo>
                        <a:pt x="5884" y="2452"/>
                      </a:lnTo>
                      <a:lnTo>
                        <a:pt x="5885" y="2455"/>
                      </a:lnTo>
                      <a:lnTo>
                        <a:pt x="5886" y="2460"/>
                      </a:lnTo>
                      <a:lnTo>
                        <a:pt x="5888" y="2465"/>
                      </a:lnTo>
                      <a:lnTo>
                        <a:pt x="5890" y="2467"/>
                      </a:lnTo>
                      <a:lnTo>
                        <a:pt x="5890" y="2468"/>
                      </a:lnTo>
                      <a:lnTo>
                        <a:pt x="5888" y="2470"/>
                      </a:lnTo>
                      <a:lnTo>
                        <a:pt x="5886" y="2471"/>
                      </a:lnTo>
                      <a:lnTo>
                        <a:pt x="5880" y="2472"/>
                      </a:lnTo>
                      <a:lnTo>
                        <a:pt x="5872" y="2472"/>
                      </a:lnTo>
                      <a:lnTo>
                        <a:pt x="5851" y="2473"/>
                      </a:lnTo>
                      <a:lnTo>
                        <a:pt x="5837" y="2476"/>
                      </a:lnTo>
                      <a:lnTo>
                        <a:pt x="5836" y="2476"/>
                      </a:lnTo>
                      <a:lnTo>
                        <a:pt x="5836" y="2478"/>
                      </a:lnTo>
                      <a:lnTo>
                        <a:pt x="5837" y="2480"/>
                      </a:lnTo>
                      <a:lnTo>
                        <a:pt x="5840" y="2482"/>
                      </a:lnTo>
                      <a:lnTo>
                        <a:pt x="5846" y="2486"/>
                      </a:lnTo>
                      <a:lnTo>
                        <a:pt x="5850" y="2490"/>
                      </a:lnTo>
                      <a:lnTo>
                        <a:pt x="5857" y="2495"/>
                      </a:lnTo>
                      <a:lnTo>
                        <a:pt x="5865" y="2498"/>
                      </a:lnTo>
                      <a:lnTo>
                        <a:pt x="5873" y="2499"/>
                      </a:lnTo>
                      <a:lnTo>
                        <a:pt x="5881" y="2501"/>
                      </a:lnTo>
                      <a:lnTo>
                        <a:pt x="5884" y="2502"/>
                      </a:lnTo>
                      <a:lnTo>
                        <a:pt x="5886" y="2503"/>
                      </a:lnTo>
                      <a:lnTo>
                        <a:pt x="5887" y="2506"/>
                      </a:lnTo>
                      <a:lnTo>
                        <a:pt x="5890" y="2509"/>
                      </a:lnTo>
                      <a:lnTo>
                        <a:pt x="5892" y="2518"/>
                      </a:lnTo>
                      <a:lnTo>
                        <a:pt x="5894" y="2528"/>
                      </a:lnTo>
                      <a:lnTo>
                        <a:pt x="5897" y="2549"/>
                      </a:lnTo>
                      <a:lnTo>
                        <a:pt x="5899" y="2564"/>
                      </a:lnTo>
                      <a:lnTo>
                        <a:pt x="5900" y="2566"/>
                      </a:lnTo>
                      <a:lnTo>
                        <a:pt x="5903" y="2568"/>
                      </a:lnTo>
                      <a:lnTo>
                        <a:pt x="5906" y="2568"/>
                      </a:lnTo>
                      <a:lnTo>
                        <a:pt x="5910" y="2568"/>
                      </a:lnTo>
                      <a:lnTo>
                        <a:pt x="5919" y="2566"/>
                      </a:lnTo>
                      <a:lnTo>
                        <a:pt x="5929" y="2566"/>
                      </a:lnTo>
                      <a:lnTo>
                        <a:pt x="5936" y="2567"/>
                      </a:lnTo>
                      <a:lnTo>
                        <a:pt x="5941" y="2568"/>
                      </a:lnTo>
                      <a:lnTo>
                        <a:pt x="5943" y="2569"/>
                      </a:lnTo>
                      <a:lnTo>
                        <a:pt x="5944" y="2571"/>
                      </a:lnTo>
                      <a:lnTo>
                        <a:pt x="5944" y="2574"/>
                      </a:lnTo>
                      <a:lnTo>
                        <a:pt x="5945" y="2578"/>
                      </a:lnTo>
                      <a:lnTo>
                        <a:pt x="5945" y="2586"/>
                      </a:lnTo>
                      <a:lnTo>
                        <a:pt x="5944" y="2594"/>
                      </a:lnTo>
                      <a:lnTo>
                        <a:pt x="5941" y="2603"/>
                      </a:lnTo>
                      <a:lnTo>
                        <a:pt x="5938" y="2610"/>
                      </a:lnTo>
                      <a:lnTo>
                        <a:pt x="5935" y="2615"/>
                      </a:lnTo>
                      <a:lnTo>
                        <a:pt x="5934" y="2618"/>
                      </a:lnTo>
                      <a:lnTo>
                        <a:pt x="5932" y="2622"/>
                      </a:lnTo>
                      <a:lnTo>
                        <a:pt x="5932" y="2625"/>
                      </a:lnTo>
                      <a:lnTo>
                        <a:pt x="5932" y="2630"/>
                      </a:lnTo>
                      <a:lnTo>
                        <a:pt x="5931" y="2635"/>
                      </a:lnTo>
                      <a:lnTo>
                        <a:pt x="5928" y="2640"/>
                      </a:lnTo>
                      <a:lnTo>
                        <a:pt x="5922" y="2642"/>
                      </a:lnTo>
                      <a:lnTo>
                        <a:pt x="5919" y="2643"/>
                      </a:lnTo>
                      <a:lnTo>
                        <a:pt x="5917" y="2644"/>
                      </a:lnTo>
                      <a:lnTo>
                        <a:pt x="5915" y="2647"/>
                      </a:lnTo>
                      <a:lnTo>
                        <a:pt x="5912" y="2649"/>
                      </a:lnTo>
                      <a:lnTo>
                        <a:pt x="5910" y="2653"/>
                      </a:lnTo>
                      <a:lnTo>
                        <a:pt x="5910" y="2657"/>
                      </a:lnTo>
                      <a:lnTo>
                        <a:pt x="5909" y="2662"/>
                      </a:lnTo>
                      <a:lnTo>
                        <a:pt x="5910" y="2668"/>
                      </a:lnTo>
                      <a:lnTo>
                        <a:pt x="5912" y="2682"/>
                      </a:lnTo>
                      <a:lnTo>
                        <a:pt x="5918" y="2699"/>
                      </a:lnTo>
                      <a:lnTo>
                        <a:pt x="5925" y="2717"/>
                      </a:lnTo>
                      <a:lnTo>
                        <a:pt x="5934" y="2733"/>
                      </a:lnTo>
                      <a:lnTo>
                        <a:pt x="5942" y="2747"/>
                      </a:lnTo>
                      <a:lnTo>
                        <a:pt x="5950" y="2757"/>
                      </a:lnTo>
                      <a:lnTo>
                        <a:pt x="5957" y="2763"/>
                      </a:lnTo>
                      <a:lnTo>
                        <a:pt x="5963" y="2767"/>
                      </a:lnTo>
                      <a:lnTo>
                        <a:pt x="5966" y="2767"/>
                      </a:lnTo>
                      <a:lnTo>
                        <a:pt x="5968" y="2767"/>
                      </a:lnTo>
                      <a:lnTo>
                        <a:pt x="5972" y="2766"/>
                      </a:lnTo>
                      <a:lnTo>
                        <a:pt x="5975" y="2764"/>
                      </a:lnTo>
                      <a:lnTo>
                        <a:pt x="5981" y="2761"/>
                      </a:lnTo>
                      <a:lnTo>
                        <a:pt x="5988" y="2757"/>
                      </a:lnTo>
                      <a:lnTo>
                        <a:pt x="5994" y="2754"/>
                      </a:lnTo>
                      <a:lnTo>
                        <a:pt x="6001" y="2754"/>
                      </a:lnTo>
                      <a:lnTo>
                        <a:pt x="6010" y="2755"/>
                      </a:lnTo>
                      <a:lnTo>
                        <a:pt x="6018" y="2757"/>
                      </a:lnTo>
                      <a:lnTo>
                        <a:pt x="6026" y="2761"/>
                      </a:lnTo>
                      <a:lnTo>
                        <a:pt x="6035" y="2766"/>
                      </a:lnTo>
                      <a:lnTo>
                        <a:pt x="6038" y="2768"/>
                      </a:lnTo>
                      <a:lnTo>
                        <a:pt x="6042" y="2772"/>
                      </a:lnTo>
                      <a:lnTo>
                        <a:pt x="6044" y="2775"/>
                      </a:lnTo>
                      <a:lnTo>
                        <a:pt x="6046" y="2780"/>
                      </a:lnTo>
                      <a:lnTo>
                        <a:pt x="6049" y="2783"/>
                      </a:lnTo>
                      <a:lnTo>
                        <a:pt x="6051" y="2785"/>
                      </a:lnTo>
                      <a:lnTo>
                        <a:pt x="6054" y="2785"/>
                      </a:lnTo>
                      <a:lnTo>
                        <a:pt x="6056" y="2783"/>
                      </a:lnTo>
                      <a:lnTo>
                        <a:pt x="6062" y="2777"/>
                      </a:lnTo>
                      <a:lnTo>
                        <a:pt x="6070" y="2772"/>
                      </a:lnTo>
                      <a:lnTo>
                        <a:pt x="6074" y="2768"/>
                      </a:lnTo>
                      <a:lnTo>
                        <a:pt x="6077" y="2762"/>
                      </a:lnTo>
                      <a:lnTo>
                        <a:pt x="6082" y="2756"/>
                      </a:lnTo>
                      <a:lnTo>
                        <a:pt x="6087" y="2749"/>
                      </a:lnTo>
                      <a:lnTo>
                        <a:pt x="6090" y="2743"/>
                      </a:lnTo>
                      <a:lnTo>
                        <a:pt x="6094" y="2738"/>
                      </a:lnTo>
                      <a:lnTo>
                        <a:pt x="6096" y="2737"/>
                      </a:lnTo>
                      <a:lnTo>
                        <a:pt x="6098" y="2736"/>
                      </a:lnTo>
                      <a:lnTo>
                        <a:pt x="6100" y="2736"/>
                      </a:lnTo>
                      <a:lnTo>
                        <a:pt x="6101" y="2737"/>
                      </a:lnTo>
                      <a:lnTo>
                        <a:pt x="6108" y="2745"/>
                      </a:lnTo>
                      <a:lnTo>
                        <a:pt x="6115" y="2757"/>
                      </a:lnTo>
                      <a:lnTo>
                        <a:pt x="6119" y="2763"/>
                      </a:lnTo>
                      <a:lnTo>
                        <a:pt x="6124" y="2768"/>
                      </a:lnTo>
                      <a:lnTo>
                        <a:pt x="6127" y="2772"/>
                      </a:lnTo>
                      <a:lnTo>
                        <a:pt x="6131" y="2774"/>
                      </a:lnTo>
                      <a:lnTo>
                        <a:pt x="6136" y="2775"/>
                      </a:lnTo>
                      <a:lnTo>
                        <a:pt x="6140" y="2779"/>
                      </a:lnTo>
                      <a:lnTo>
                        <a:pt x="6146" y="2785"/>
                      </a:lnTo>
                      <a:lnTo>
                        <a:pt x="6152" y="2792"/>
                      </a:lnTo>
                      <a:lnTo>
                        <a:pt x="6158" y="2799"/>
                      </a:lnTo>
                      <a:lnTo>
                        <a:pt x="6163" y="2806"/>
                      </a:lnTo>
                      <a:lnTo>
                        <a:pt x="6165" y="2812"/>
                      </a:lnTo>
                      <a:lnTo>
                        <a:pt x="6168" y="2817"/>
                      </a:lnTo>
                      <a:lnTo>
                        <a:pt x="6168" y="2833"/>
                      </a:lnTo>
                      <a:lnTo>
                        <a:pt x="6168" y="2850"/>
                      </a:lnTo>
                      <a:lnTo>
                        <a:pt x="6170" y="2854"/>
                      </a:lnTo>
                      <a:lnTo>
                        <a:pt x="6172" y="2858"/>
                      </a:lnTo>
                      <a:lnTo>
                        <a:pt x="6176" y="2862"/>
                      </a:lnTo>
                      <a:lnTo>
                        <a:pt x="6181" y="2865"/>
                      </a:lnTo>
                      <a:lnTo>
                        <a:pt x="6187" y="2868"/>
                      </a:lnTo>
                      <a:lnTo>
                        <a:pt x="6191" y="2870"/>
                      </a:lnTo>
                      <a:lnTo>
                        <a:pt x="6196" y="2869"/>
                      </a:lnTo>
                      <a:lnTo>
                        <a:pt x="6201" y="2868"/>
                      </a:lnTo>
                      <a:lnTo>
                        <a:pt x="6205" y="2865"/>
                      </a:lnTo>
                      <a:lnTo>
                        <a:pt x="6206" y="2862"/>
                      </a:lnTo>
                      <a:lnTo>
                        <a:pt x="6207" y="2859"/>
                      </a:lnTo>
                      <a:lnTo>
                        <a:pt x="6207" y="2858"/>
                      </a:lnTo>
                      <a:lnTo>
                        <a:pt x="6206" y="2856"/>
                      </a:lnTo>
                      <a:lnTo>
                        <a:pt x="6205" y="2855"/>
                      </a:lnTo>
                      <a:lnTo>
                        <a:pt x="6202" y="2855"/>
                      </a:lnTo>
                      <a:lnTo>
                        <a:pt x="6199" y="2855"/>
                      </a:lnTo>
                      <a:lnTo>
                        <a:pt x="6196" y="2855"/>
                      </a:lnTo>
                      <a:lnTo>
                        <a:pt x="6194" y="2855"/>
                      </a:lnTo>
                      <a:lnTo>
                        <a:pt x="6193" y="2852"/>
                      </a:lnTo>
                      <a:lnTo>
                        <a:pt x="6193" y="2850"/>
                      </a:lnTo>
                      <a:lnTo>
                        <a:pt x="6193" y="2848"/>
                      </a:lnTo>
                      <a:lnTo>
                        <a:pt x="6194" y="2844"/>
                      </a:lnTo>
                      <a:lnTo>
                        <a:pt x="6195" y="2840"/>
                      </a:lnTo>
                      <a:lnTo>
                        <a:pt x="6199" y="2837"/>
                      </a:lnTo>
                      <a:lnTo>
                        <a:pt x="6205" y="2829"/>
                      </a:lnTo>
                      <a:lnTo>
                        <a:pt x="6211" y="2819"/>
                      </a:lnTo>
                      <a:lnTo>
                        <a:pt x="6212" y="2814"/>
                      </a:lnTo>
                      <a:lnTo>
                        <a:pt x="6212" y="2810"/>
                      </a:lnTo>
                      <a:lnTo>
                        <a:pt x="6212" y="2804"/>
                      </a:lnTo>
                      <a:lnTo>
                        <a:pt x="6208" y="2799"/>
                      </a:lnTo>
                      <a:lnTo>
                        <a:pt x="6203" y="2791"/>
                      </a:lnTo>
                      <a:lnTo>
                        <a:pt x="6202" y="2785"/>
                      </a:lnTo>
                      <a:lnTo>
                        <a:pt x="6202" y="2779"/>
                      </a:lnTo>
                      <a:lnTo>
                        <a:pt x="6202" y="2769"/>
                      </a:lnTo>
                      <a:lnTo>
                        <a:pt x="6201" y="2763"/>
                      </a:lnTo>
                      <a:lnTo>
                        <a:pt x="6199" y="2758"/>
                      </a:lnTo>
                      <a:lnTo>
                        <a:pt x="6196" y="2754"/>
                      </a:lnTo>
                      <a:lnTo>
                        <a:pt x="6194" y="2749"/>
                      </a:lnTo>
                      <a:lnTo>
                        <a:pt x="6191" y="2745"/>
                      </a:lnTo>
                      <a:lnTo>
                        <a:pt x="6191" y="2742"/>
                      </a:lnTo>
                      <a:lnTo>
                        <a:pt x="6191" y="2741"/>
                      </a:lnTo>
                      <a:lnTo>
                        <a:pt x="6195" y="2739"/>
                      </a:lnTo>
                      <a:lnTo>
                        <a:pt x="6199" y="2739"/>
                      </a:lnTo>
                      <a:lnTo>
                        <a:pt x="6201" y="2738"/>
                      </a:lnTo>
                      <a:lnTo>
                        <a:pt x="6203" y="2738"/>
                      </a:lnTo>
                      <a:lnTo>
                        <a:pt x="6205" y="2737"/>
                      </a:lnTo>
                      <a:lnTo>
                        <a:pt x="6206" y="2732"/>
                      </a:lnTo>
                      <a:lnTo>
                        <a:pt x="6206" y="2725"/>
                      </a:lnTo>
                      <a:lnTo>
                        <a:pt x="6206" y="2720"/>
                      </a:lnTo>
                      <a:lnTo>
                        <a:pt x="6207" y="2717"/>
                      </a:lnTo>
                      <a:lnTo>
                        <a:pt x="6209" y="2714"/>
                      </a:lnTo>
                      <a:lnTo>
                        <a:pt x="6212" y="2712"/>
                      </a:lnTo>
                      <a:lnTo>
                        <a:pt x="6215" y="2711"/>
                      </a:lnTo>
                      <a:lnTo>
                        <a:pt x="6220" y="2709"/>
                      </a:lnTo>
                      <a:lnTo>
                        <a:pt x="6226" y="2709"/>
                      </a:lnTo>
                      <a:lnTo>
                        <a:pt x="6233" y="2707"/>
                      </a:lnTo>
                      <a:lnTo>
                        <a:pt x="6239" y="2709"/>
                      </a:lnTo>
                      <a:lnTo>
                        <a:pt x="6245" y="2709"/>
                      </a:lnTo>
                      <a:lnTo>
                        <a:pt x="6249" y="2711"/>
                      </a:lnTo>
                      <a:lnTo>
                        <a:pt x="6252" y="2712"/>
                      </a:lnTo>
                      <a:lnTo>
                        <a:pt x="6254" y="2716"/>
                      </a:lnTo>
                      <a:lnTo>
                        <a:pt x="6256" y="2718"/>
                      </a:lnTo>
                      <a:lnTo>
                        <a:pt x="6257" y="2722"/>
                      </a:lnTo>
                      <a:lnTo>
                        <a:pt x="6257" y="2726"/>
                      </a:lnTo>
                      <a:lnTo>
                        <a:pt x="6257" y="2735"/>
                      </a:lnTo>
                      <a:lnTo>
                        <a:pt x="6258" y="2741"/>
                      </a:lnTo>
                      <a:lnTo>
                        <a:pt x="6260" y="2744"/>
                      </a:lnTo>
                      <a:lnTo>
                        <a:pt x="6262" y="2748"/>
                      </a:lnTo>
                      <a:lnTo>
                        <a:pt x="6265" y="2750"/>
                      </a:lnTo>
                      <a:lnTo>
                        <a:pt x="6269" y="2754"/>
                      </a:lnTo>
                      <a:lnTo>
                        <a:pt x="6272" y="2756"/>
                      </a:lnTo>
                      <a:lnTo>
                        <a:pt x="6275" y="2760"/>
                      </a:lnTo>
                      <a:lnTo>
                        <a:pt x="6276" y="2763"/>
                      </a:lnTo>
                      <a:lnTo>
                        <a:pt x="6277" y="2767"/>
                      </a:lnTo>
                      <a:lnTo>
                        <a:pt x="6278" y="2774"/>
                      </a:lnTo>
                      <a:lnTo>
                        <a:pt x="6278" y="2781"/>
                      </a:lnTo>
                      <a:lnTo>
                        <a:pt x="6279" y="2785"/>
                      </a:lnTo>
                      <a:lnTo>
                        <a:pt x="6281" y="2789"/>
                      </a:lnTo>
                      <a:lnTo>
                        <a:pt x="6284" y="2792"/>
                      </a:lnTo>
                      <a:lnTo>
                        <a:pt x="6288" y="2795"/>
                      </a:lnTo>
                      <a:lnTo>
                        <a:pt x="6297" y="2800"/>
                      </a:lnTo>
                      <a:lnTo>
                        <a:pt x="6308" y="2805"/>
                      </a:lnTo>
                      <a:lnTo>
                        <a:pt x="6325" y="2810"/>
                      </a:lnTo>
                      <a:lnTo>
                        <a:pt x="6347" y="2818"/>
                      </a:lnTo>
                      <a:lnTo>
                        <a:pt x="6369" y="2826"/>
                      </a:lnTo>
                      <a:lnTo>
                        <a:pt x="6384" y="2833"/>
                      </a:lnTo>
                      <a:lnTo>
                        <a:pt x="6394" y="2839"/>
                      </a:lnTo>
                      <a:lnTo>
                        <a:pt x="6403" y="2844"/>
                      </a:lnTo>
                      <a:lnTo>
                        <a:pt x="6407" y="2845"/>
                      </a:lnTo>
                      <a:lnTo>
                        <a:pt x="6411" y="2846"/>
                      </a:lnTo>
                      <a:lnTo>
                        <a:pt x="6415" y="2845"/>
                      </a:lnTo>
                      <a:lnTo>
                        <a:pt x="6417" y="2845"/>
                      </a:lnTo>
                      <a:lnTo>
                        <a:pt x="6421" y="2843"/>
                      </a:lnTo>
                      <a:lnTo>
                        <a:pt x="6422" y="2838"/>
                      </a:lnTo>
                      <a:lnTo>
                        <a:pt x="6423" y="2835"/>
                      </a:lnTo>
                      <a:lnTo>
                        <a:pt x="6422" y="2829"/>
                      </a:lnTo>
                      <a:lnTo>
                        <a:pt x="6421" y="2823"/>
                      </a:lnTo>
                      <a:lnTo>
                        <a:pt x="6419" y="2817"/>
                      </a:lnTo>
                      <a:lnTo>
                        <a:pt x="6416" y="2811"/>
                      </a:lnTo>
                      <a:lnTo>
                        <a:pt x="6413" y="2806"/>
                      </a:lnTo>
                      <a:lnTo>
                        <a:pt x="6407" y="2796"/>
                      </a:lnTo>
                      <a:lnTo>
                        <a:pt x="6402" y="2787"/>
                      </a:lnTo>
                      <a:lnTo>
                        <a:pt x="6402" y="2782"/>
                      </a:lnTo>
                      <a:lnTo>
                        <a:pt x="6402" y="2777"/>
                      </a:lnTo>
                      <a:lnTo>
                        <a:pt x="6402" y="2772"/>
                      </a:lnTo>
                      <a:lnTo>
                        <a:pt x="6404" y="2766"/>
                      </a:lnTo>
                      <a:lnTo>
                        <a:pt x="6408" y="2755"/>
                      </a:lnTo>
                      <a:lnTo>
                        <a:pt x="6409" y="2745"/>
                      </a:lnTo>
                      <a:lnTo>
                        <a:pt x="6409" y="2741"/>
                      </a:lnTo>
                      <a:lnTo>
                        <a:pt x="6408" y="2736"/>
                      </a:lnTo>
                      <a:lnTo>
                        <a:pt x="6407" y="2731"/>
                      </a:lnTo>
                      <a:lnTo>
                        <a:pt x="6404" y="2725"/>
                      </a:lnTo>
                      <a:lnTo>
                        <a:pt x="6401" y="2714"/>
                      </a:lnTo>
                      <a:lnTo>
                        <a:pt x="6398" y="2705"/>
                      </a:lnTo>
                      <a:lnTo>
                        <a:pt x="6400" y="2701"/>
                      </a:lnTo>
                      <a:lnTo>
                        <a:pt x="6401" y="2699"/>
                      </a:lnTo>
                      <a:lnTo>
                        <a:pt x="6402" y="2697"/>
                      </a:lnTo>
                      <a:lnTo>
                        <a:pt x="6404" y="2697"/>
                      </a:lnTo>
                      <a:lnTo>
                        <a:pt x="6416" y="2700"/>
                      </a:lnTo>
                      <a:lnTo>
                        <a:pt x="6432" y="2709"/>
                      </a:lnTo>
                      <a:lnTo>
                        <a:pt x="6442" y="2712"/>
                      </a:lnTo>
                      <a:lnTo>
                        <a:pt x="6453" y="2716"/>
                      </a:lnTo>
                      <a:lnTo>
                        <a:pt x="6463" y="2718"/>
                      </a:lnTo>
                      <a:lnTo>
                        <a:pt x="6471" y="2718"/>
                      </a:lnTo>
                      <a:lnTo>
                        <a:pt x="6478" y="2718"/>
                      </a:lnTo>
                      <a:lnTo>
                        <a:pt x="6480" y="2716"/>
                      </a:lnTo>
                      <a:lnTo>
                        <a:pt x="6483" y="2711"/>
                      </a:lnTo>
                      <a:lnTo>
                        <a:pt x="6483" y="2705"/>
                      </a:lnTo>
                      <a:lnTo>
                        <a:pt x="6483" y="2701"/>
                      </a:lnTo>
                      <a:lnTo>
                        <a:pt x="6485" y="2699"/>
                      </a:lnTo>
                      <a:lnTo>
                        <a:pt x="6489" y="2698"/>
                      </a:lnTo>
                      <a:lnTo>
                        <a:pt x="6493" y="2697"/>
                      </a:lnTo>
                      <a:lnTo>
                        <a:pt x="6504" y="2695"/>
                      </a:lnTo>
                      <a:lnTo>
                        <a:pt x="6518" y="2697"/>
                      </a:lnTo>
                      <a:lnTo>
                        <a:pt x="6531" y="2699"/>
                      </a:lnTo>
                      <a:lnTo>
                        <a:pt x="6542" y="2703"/>
                      </a:lnTo>
                      <a:lnTo>
                        <a:pt x="6549" y="2706"/>
                      </a:lnTo>
                      <a:lnTo>
                        <a:pt x="6556" y="2709"/>
                      </a:lnTo>
                      <a:lnTo>
                        <a:pt x="6560" y="2710"/>
                      </a:lnTo>
                      <a:lnTo>
                        <a:pt x="6562" y="2710"/>
                      </a:lnTo>
                      <a:lnTo>
                        <a:pt x="6566" y="2710"/>
                      </a:lnTo>
                      <a:lnTo>
                        <a:pt x="6568" y="2709"/>
                      </a:lnTo>
                      <a:lnTo>
                        <a:pt x="6572" y="2704"/>
                      </a:lnTo>
                      <a:lnTo>
                        <a:pt x="6574" y="2699"/>
                      </a:lnTo>
                      <a:lnTo>
                        <a:pt x="6575" y="2691"/>
                      </a:lnTo>
                      <a:lnTo>
                        <a:pt x="6579" y="2684"/>
                      </a:lnTo>
                      <a:lnTo>
                        <a:pt x="6581" y="2681"/>
                      </a:lnTo>
                      <a:lnTo>
                        <a:pt x="6584" y="2680"/>
                      </a:lnTo>
                      <a:lnTo>
                        <a:pt x="6587" y="2680"/>
                      </a:lnTo>
                      <a:lnTo>
                        <a:pt x="6591" y="2681"/>
                      </a:lnTo>
                      <a:lnTo>
                        <a:pt x="6600" y="2686"/>
                      </a:lnTo>
                      <a:lnTo>
                        <a:pt x="6610" y="2687"/>
                      </a:lnTo>
                      <a:lnTo>
                        <a:pt x="6613" y="2687"/>
                      </a:lnTo>
                      <a:lnTo>
                        <a:pt x="6616" y="2686"/>
                      </a:lnTo>
                      <a:lnTo>
                        <a:pt x="6618" y="2684"/>
                      </a:lnTo>
                      <a:lnTo>
                        <a:pt x="6618" y="2680"/>
                      </a:lnTo>
                      <a:lnTo>
                        <a:pt x="6616" y="2671"/>
                      </a:lnTo>
                      <a:lnTo>
                        <a:pt x="6613" y="2659"/>
                      </a:lnTo>
                      <a:lnTo>
                        <a:pt x="6612" y="2651"/>
                      </a:lnTo>
                      <a:lnTo>
                        <a:pt x="6611" y="2644"/>
                      </a:lnTo>
                      <a:lnTo>
                        <a:pt x="6611" y="2636"/>
                      </a:lnTo>
                      <a:lnTo>
                        <a:pt x="6612" y="2627"/>
                      </a:lnTo>
                      <a:lnTo>
                        <a:pt x="6615" y="2618"/>
                      </a:lnTo>
                      <a:lnTo>
                        <a:pt x="6617" y="2612"/>
                      </a:lnTo>
                      <a:lnTo>
                        <a:pt x="6621" y="2608"/>
                      </a:lnTo>
                      <a:lnTo>
                        <a:pt x="6623" y="2605"/>
                      </a:lnTo>
                      <a:lnTo>
                        <a:pt x="6627" y="2604"/>
                      </a:lnTo>
                      <a:lnTo>
                        <a:pt x="6630" y="2604"/>
                      </a:lnTo>
                      <a:lnTo>
                        <a:pt x="6634" y="2605"/>
                      </a:lnTo>
                      <a:lnTo>
                        <a:pt x="6637" y="2606"/>
                      </a:lnTo>
                      <a:lnTo>
                        <a:pt x="6646" y="2610"/>
                      </a:lnTo>
                      <a:lnTo>
                        <a:pt x="6654" y="2611"/>
                      </a:lnTo>
                      <a:lnTo>
                        <a:pt x="6657" y="2611"/>
                      </a:lnTo>
                      <a:lnTo>
                        <a:pt x="6660" y="2610"/>
                      </a:lnTo>
                      <a:lnTo>
                        <a:pt x="6661" y="2608"/>
                      </a:lnTo>
                      <a:lnTo>
                        <a:pt x="6661" y="2604"/>
                      </a:lnTo>
                      <a:lnTo>
                        <a:pt x="6657" y="2594"/>
                      </a:lnTo>
                      <a:lnTo>
                        <a:pt x="6656" y="2587"/>
                      </a:lnTo>
                      <a:lnTo>
                        <a:pt x="6656" y="2584"/>
                      </a:lnTo>
                      <a:lnTo>
                        <a:pt x="6657" y="2580"/>
                      </a:lnTo>
                      <a:lnTo>
                        <a:pt x="6659" y="2578"/>
                      </a:lnTo>
                      <a:lnTo>
                        <a:pt x="6661" y="2575"/>
                      </a:lnTo>
                      <a:lnTo>
                        <a:pt x="6665" y="2574"/>
                      </a:lnTo>
                      <a:lnTo>
                        <a:pt x="6667" y="2571"/>
                      </a:lnTo>
                      <a:lnTo>
                        <a:pt x="6669" y="2568"/>
                      </a:lnTo>
                      <a:lnTo>
                        <a:pt x="6671" y="2565"/>
                      </a:lnTo>
                      <a:lnTo>
                        <a:pt x="6672" y="2562"/>
                      </a:lnTo>
                      <a:lnTo>
                        <a:pt x="6671" y="2559"/>
                      </a:lnTo>
                      <a:lnTo>
                        <a:pt x="6669" y="2556"/>
                      </a:lnTo>
                      <a:lnTo>
                        <a:pt x="6666" y="2555"/>
                      </a:lnTo>
                      <a:lnTo>
                        <a:pt x="6657" y="2550"/>
                      </a:lnTo>
                      <a:lnTo>
                        <a:pt x="6650" y="2547"/>
                      </a:lnTo>
                      <a:lnTo>
                        <a:pt x="6648" y="2543"/>
                      </a:lnTo>
                      <a:lnTo>
                        <a:pt x="6647" y="2541"/>
                      </a:lnTo>
                      <a:lnTo>
                        <a:pt x="6647" y="2537"/>
                      </a:lnTo>
                      <a:lnTo>
                        <a:pt x="6649" y="2533"/>
                      </a:lnTo>
                      <a:lnTo>
                        <a:pt x="6654" y="2524"/>
                      </a:lnTo>
                      <a:lnTo>
                        <a:pt x="6660" y="2517"/>
                      </a:lnTo>
                      <a:lnTo>
                        <a:pt x="6663" y="2514"/>
                      </a:lnTo>
                      <a:lnTo>
                        <a:pt x="6667" y="2511"/>
                      </a:lnTo>
                      <a:lnTo>
                        <a:pt x="6672" y="2509"/>
                      </a:lnTo>
                      <a:lnTo>
                        <a:pt x="6678" y="2508"/>
                      </a:lnTo>
                      <a:lnTo>
                        <a:pt x="6685" y="2509"/>
                      </a:lnTo>
                      <a:lnTo>
                        <a:pt x="6694" y="2512"/>
                      </a:lnTo>
                      <a:lnTo>
                        <a:pt x="6705" y="2517"/>
                      </a:lnTo>
                      <a:lnTo>
                        <a:pt x="6716" y="2523"/>
                      </a:lnTo>
                      <a:lnTo>
                        <a:pt x="6737" y="2534"/>
                      </a:lnTo>
                      <a:lnTo>
                        <a:pt x="6754" y="2541"/>
                      </a:lnTo>
                      <a:lnTo>
                        <a:pt x="6759" y="2541"/>
                      </a:lnTo>
                      <a:lnTo>
                        <a:pt x="6762" y="2540"/>
                      </a:lnTo>
                      <a:lnTo>
                        <a:pt x="6764" y="2539"/>
                      </a:lnTo>
                      <a:lnTo>
                        <a:pt x="6767" y="2536"/>
                      </a:lnTo>
                      <a:lnTo>
                        <a:pt x="6772" y="2529"/>
                      </a:lnTo>
                      <a:lnTo>
                        <a:pt x="6776" y="2521"/>
                      </a:lnTo>
                      <a:lnTo>
                        <a:pt x="6781" y="2517"/>
                      </a:lnTo>
                      <a:lnTo>
                        <a:pt x="6785" y="2515"/>
                      </a:lnTo>
                      <a:lnTo>
                        <a:pt x="6787" y="2514"/>
                      </a:lnTo>
                      <a:lnTo>
                        <a:pt x="6791" y="2515"/>
                      </a:lnTo>
                      <a:lnTo>
                        <a:pt x="6797" y="2518"/>
                      </a:lnTo>
                      <a:lnTo>
                        <a:pt x="6802" y="2524"/>
                      </a:lnTo>
                      <a:close/>
                    </a:path>
                  </a:pathLst>
                </a:custGeom>
                <a:solidFill>
                  <a:srgbClr val="FFFFFF"/>
                </a:solidFill>
                <a:ln w="9525">
                  <a:solidFill>
                    <a:srgbClr val="AFABAB"/>
                  </a:solidFill>
                  <a:round/>
                  <a:headEnd/>
                  <a:tailEnd/>
                </a:ln>
              </p:spPr>
              <p:txBody>
                <a:bodyPr/>
                <a:lstStyle/>
                <a:p>
                  <a:endParaRPr lang="zh-CN" altLang="en-US"/>
                </a:p>
              </p:txBody>
            </p:sp>
            <p:sp>
              <p:nvSpPr>
                <p:cNvPr id="61" name="新疆">
                  <a:extLst>
                    <a:ext uri="{FF2B5EF4-FFF2-40B4-BE49-F238E27FC236}">
                      <a16:creationId xmlns:a16="http://schemas.microsoft.com/office/drawing/2014/main" id="{1E3BF3C5-9B19-40B4-BE72-0770474C1BFD}"/>
                    </a:ext>
                  </a:extLst>
                </p:cNvPr>
                <p:cNvSpPr>
                  <a:spLocks/>
                </p:cNvSpPr>
                <p:nvPr/>
              </p:nvSpPr>
              <p:spPr bwMode="auto">
                <a:xfrm>
                  <a:off x="0" y="361969"/>
                  <a:ext cx="2000275" cy="1552656"/>
                </a:xfrm>
                <a:custGeom>
                  <a:avLst/>
                  <a:gdLst>
                    <a:gd name="T0" fmla="*/ 2147483646 w 7557"/>
                    <a:gd name="T1" fmla="*/ 2147483646 h 5874"/>
                    <a:gd name="T2" fmla="*/ 2147483646 w 7557"/>
                    <a:gd name="T3" fmla="*/ 2147483646 h 5874"/>
                    <a:gd name="T4" fmla="*/ 2147483646 w 7557"/>
                    <a:gd name="T5" fmla="*/ 2147483646 h 5874"/>
                    <a:gd name="T6" fmla="*/ 2147483646 w 7557"/>
                    <a:gd name="T7" fmla="*/ 2147483646 h 5874"/>
                    <a:gd name="T8" fmla="*/ 2147483646 w 7557"/>
                    <a:gd name="T9" fmla="*/ 2147483646 h 5874"/>
                    <a:gd name="T10" fmla="*/ 2147483646 w 7557"/>
                    <a:gd name="T11" fmla="*/ 2147483646 h 5874"/>
                    <a:gd name="T12" fmla="*/ 2147483646 w 7557"/>
                    <a:gd name="T13" fmla="*/ 2147483646 h 5874"/>
                    <a:gd name="T14" fmla="*/ 2147483646 w 7557"/>
                    <a:gd name="T15" fmla="*/ 2147483646 h 5874"/>
                    <a:gd name="T16" fmla="*/ 2147483646 w 7557"/>
                    <a:gd name="T17" fmla="*/ 2147483646 h 5874"/>
                    <a:gd name="T18" fmla="*/ 2147483646 w 7557"/>
                    <a:gd name="T19" fmla="*/ 0 h 5874"/>
                    <a:gd name="T20" fmla="*/ 2147483646 w 7557"/>
                    <a:gd name="T21" fmla="*/ 2147483646 h 5874"/>
                    <a:gd name="T22" fmla="*/ 2147483646 w 7557"/>
                    <a:gd name="T23" fmla="*/ 2147483646 h 5874"/>
                    <a:gd name="T24" fmla="*/ 2147483646 w 7557"/>
                    <a:gd name="T25" fmla="*/ 2147483646 h 5874"/>
                    <a:gd name="T26" fmla="*/ 2147483646 w 7557"/>
                    <a:gd name="T27" fmla="*/ 2147483646 h 5874"/>
                    <a:gd name="T28" fmla="*/ 2147483646 w 7557"/>
                    <a:gd name="T29" fmla="*/ 2147483646 h 5874"/>
                    <a:gd name="T30" fmla="*/ 2147483646 w 7557"/>
                    <a:gd name="T31" fmla="*/ 2147483646 h 5874"/>
                    <a:gd name="T32" fmla="*/ 2147483646 w 7557"/>
                    <a:gd name="T33" fmla="*/ 2147483646 h 5874"/>
                    <a:gd name="T34" fmla="*/ 2147483646 w 7557"/>
                    <a:gd name="T35" fmla="*/ 2147483646 h 5874"/>
                    <a:gd name="T36" fmla="*/ 2147483646 w 7557"/>
                    <a:gd name="T37" fmla="*/ 2147483646 h 5874"/>
                    <a:gd name="T38" fmla="*/ 2147483646 w 7557"/>
                    <a:gd name="T39" fmla="*/ 2147483646 h 5874"/>
                    <a:gd name="T40" fmla="*/ 2147483646 w 7557"/>
                    <a:gd name="T41" fmla="*/ 2147483646 h 5874"/>
                    <a:gd name="T42" fmla="*/ 2147483646 w 7557"/>
                    <a:gd name="T43" fmla="*/ 2147483646 h 5874"/>
                    <a:gd name="T44" fmla="*/ 2147483646 w 7557"/>
                    <a:gd name="T45" fmla="*/ 2147483646 h 5874"/>
                    <a:gd name="T46" fmla="*/ 2147483646 w 7557"/>
                    <a:gd name="T47" fmla="*/ 2147483646 h 5874"/>
                    <a:gd name="T48" fmla="*/ 2147483646 w 7557"/>
                    <a:gd name="T49" fmla="*/ 2147483646 h 5874"/>
                    <a:gd name="T50" fmla="*/ 2147483646 w 7557"/>
                    <a:gd name="T51" fmla="*/ 2147483646 h 5874"/>
                    <a:gd name="T52" fmla="*/ 2147483646 w 7557"/>
                    <a:gd name="T53" fmla="*/ 2147483646 h 5874"/>
                    <a:gd name="T54" fmla="*/ 2147483646 w 7557"/>
                    <a:gd name="T55" fmla="*/ 2147483646 h 5874"/>
                    <a:gd name="T56" fmla="*/ 2147483646 w 7557"/>
                    <a:gd name="T57" fmla="*/ 2147483646 h 5874"/>
                    <a:gd name="T58" fmla="*/ 2147483646 w 7557"/>
                    <a:gd name="T59" fmla="*/ 2147483646 h 5874"/>
                    <a:gd name="T60" fmla="*/ 2147483646 w 7557"/>
                    <a:gd name="T61" fmla="*/ 2147483646 h 5874"/>
                    <a:gd name="T62" fmla="*/ 2147483646 w 7557"/>
                    <a:gd name="T63" fmla="*/ 2147483646 h 5874"/>
                    <a:gd name="T64" fmla="*/ 2147483646 w 7557"/>
                    <a:gd name="T65" fmla="*/ 2147483646 h 5874"/>
                    <a:gd name="T66" fmla="*/ 2147483646 w 7557"/>
                    <a:gd name="T67" fmla="*/ 2147483646 h 5874"/>
                    <a:gd name="T68" fmla="*/ 2147483646 w 7557"/>
                    <a:gd name="T69" fmla="*/ 2147483646 h 5874"/>
                    <a:gd name="T70" fmla="*/ 2147483646 w 7557"/>
                    <a:gd name="T71" fmla="*/ 2147483646 h 5874"/>
                    <a:gd name="T72" fmla="*/ 2147483646 w 7557"/>
                    <a:gd name="T73" fmla="*/ 2147483646 h 5874"/>
                    <a:gd name="T74" fmla="*/ 2147483646 w 7557"/>
                    <a:gd name="T75" fmla="*/ 2147483646 h 5874"/>
                    <a:gd name="T76" fmla="*/ 2147483646 w 7557"/>
                    <a:gd name="T77" fmla="*/ 2147483646 h 5874"/>
                    <a:gd name="T78" fmla="*/ 2147483646 w 7557"/>
                    <a:gd name="T79" fmla="*/ 2147483646 h 5874"/>
                    <a:gd name="T80" fmla="*/ 2147483646 w 7557"/>
                    <a:gd name="T81" fmla="*/ 2147483646 h 5874"/>
                    <a:gd name="T82" fmla="*/ 2147483646 w 7557"/>
                    <a:gd name="T83" fmla="*/ 2147483646 h 5874"/>
                    <a:gd name="T84" fmla="*/ 2147483646 w 7557"/>
                    <a:gd name="T85" fmla="*/ 2147483646 h 5874"/>
                    <a:gd name="T86" fmla="*/ 2147483646 w 7557"/>
                    <a:gd name="T87" fmla="*/ 2147483646 h 5874"/>
                    <a:gd name="T88" fmla="*/ 2147483646 w 7557"/>
                    <a:gd name="T89" fmla="*/ 2147483646 h 5874"/>
                    <a:gd name="T90" fmla="*/ 2147483646 w 7557"/>
                    <a:gd name="T91" fmla="*/ 2147483646 h 5874"/>
                    <a:gd name="T92" fmla="*/ 2147483646 w 7557"/>
                    <a:gd name="T93" fmla="*/ 2147483646 h 5874"/>
                    <a:gd name="T94" fmla="*/ 2147483646 w 7557"/>
                    <a:gd name="T95" fmla="*/ 2147483646 h 5874"/>
                    <a:gd name="T96" fmla="*/ 2147483646 w 7557"/>
                    <a:gd name="T97" fmla="*/ 2147483646 h 5874"/>
                    <a:gd name="T98" fmla="*/ 2147483646 w 7557"/>
                    <a:gd name="T99" fmla="*/ 2147483646 h 5874"/>
                    <a:gd name="T100" fmla="*/ 2147483646 w 7557"/>
                    <a:gd name="T101" fmla="*/ 2147483646 h 5874"/>
                    <a:gd name="T102" fmla="*/ 2147483646 w 7557"/>
                    <a:gd name="T103" fmla="*/ 2147483646 h 5874"/>
                    <a:gd name="T104" fmla="*/ 2147483646 w 7557"/>
                    <a:gd name="T105" fmla="*/ 2147483646 h 5874"/>
                    <a:gd name="T106" fmla="*/ 2147483646 w 7557"/>
                    <a:gd name="T107" fmla="*/ 2147483646 h 5874"/>
                    <a:gd name="T108" fmla="*/ 2147483646 w 7557"/>
                    <a:gd name="T109" fmla="*/ 2147483646 h 5874"/>
                    <a:gd name="T110" fmla="*/ 2147483646 w 7557"/>
                    <a:gd name="T111" fmla="*/ 2147483646 h 5874"/>
                    <a:gd name="T112" fmla="*/ 2147483646 w 7557"/>
                    <a:gd name="T113" fmla="*/ 2147483646 h 5874"/>
                    <a:gd name="T114" fmla="*/ 2147483646 w 7557"/>
                    <a:gd name="T115" fmla="*/ 2147483646 h 5874"/>
                    <a:gd name="T116" fmla="*/ 2147483646 w 7557"/>
                    <a:gd name="T117" fmla="*/ 2147483646 h 5874"/>
                    <a:gd name="T118" fmla="*/ 2147483646 w 7557"/>
                    <a:gd name="T119" fmla="*/ 2147483646 h 5874"/>
                    <a:gd name="T120" fmla="*/ 2147483646 w 7557"/>
                    <a:gd name="T121" fmla="*/ 2147483646 h 5874"/>
                    <a:gd name="T122" fmla="*/ 2147483646 w 7557"/>
                    <a:gd name="T123" fmla="*/ 2147483646 h 5874"/>
                    <a:gd name="T124" fmla="*/ 2147483646 w 7557"/>
                    <a:gd name="T125" fmla="*/ 2147483646 h 587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7557" h="5874">
                      <a:moveTo>
                        <a:pt x="7557" y="3250"/>
                      </a:moveTo>
                      <a:lnTo>
                        <a:pt x="7557" y="3237"/>
                      </a:lnTo>
                      <a:lnTo>
                        <a:pt x="7556" y="3223"/>
                      </a:lnTo>
                      <a:lnTo>
                        <a:pt x="7555" y="3209"/>
                      </a:lnTo>
                      <a:lnTo>
                        <a:pt x="7553" y="3194"/>
                      </a:lnTo>
                      <a:lnTo>
                        <a:pt x="7550" y="3179"/>
                      </a:lnTo>
                      <a:lnTo>
                        <a:pt x="7546" y="3168"/>
                      </a:lnTo>
                      <a:lnTo>
                        <a:pt x="7538" y="3155"/>
                      </a:lnTo>
                      <a:lnTo>
                        <a:pt x="7526" y="3140"/>
                      </a:lnTo>
                      <a:lnTo>
                        <a:pt x="7513" y="3123"/>
                      </a:lnTo>
                      <a:lnTo>
                        <a:pt x="7502" y="3110"/>
                      </a:lnTo>
                      <a:lnTo>
                        <a:pt x="7493" y="3098"/>
                      </a:lnTo>
                      <a:lnTo>
                        <a:pt x="7483" y="3086"/>
                      </a:lnTo>
                      <a:lnTo>
                        <a:pt x="7475" y="3074"/>
                      </a:lnTo>
                      <a:lnTo>
                        <a:pt x="7468" y="3063"/>
                      </a:lnTo>
                      <a:lnTo>
                        <a:pt x="7458" y="3049"/>
                      </a:lnTo>
                      <a:lnTo>
                        <a:pt x="7446" y="3035"/>
                      </a:lnTo>
                      <a:lnTo>
                        <a:pt x="7434" y="3021"/>
                      </a:lnTo>
                      <a:lnTo>
                        <a:pt x="7426" y="3009"/>
                      </a:lnTo>
                      <a:lnTo>
                        <a:pt x="7425" y="3003"/>
                      </a:lnTo>
                      <a:lnTo>
                        <a:pt x="7424" y="2996"/>
                      </a:lnTo>
                      <a:lnTo>
                        <a:pt x="7424" y="2989"/>
                      </a:lnTo>
                      <a:lnTo>
                        <a:pt x="7424" y="2981"/>
                      </a:lnTo>
                      <a:lnTo>
                        <a:pt x="7423" y="2962"/>
                      </a:lnTo>
                      <a:lnTo>
                        <a:pt x="7421" y="2943"/>
                      </a:lnTo>
                      <a:lnTo>
                        <a:pt x="7418" y="2920"/>
                      </a:lnTo>
                      <a:lnTo>
                        <a:pt x="7412" y="2896"/>
                      </a:lnTo>
                      <a:lnTo>
                        <a:pt x="7407" y="2871"/>
                      </a:lnTo>
                      <a:lnTo>
                        <a:pt x="7401" y="2850"/>
                      </a:lnTo>
                      <a:lnTo>
                        <a:pt x="7396" y="2830"/>
                      </a:lnTo>
                      <a:lnTo>
                        <a:pt x="7390" y="2809"/>
                      </a:lnTo>
                      <a:lnTo>
                        <a:pt x="7386" y="2788"/>
                      </a:lnTo>
                      <a:lnTo>
                        <a:pt x="7382" y="2769"/>
                      </a:lnTo>
                      <a:lnTo>
                        <a:pt x="7381" y="2750"/>
                      </a:lnTo>
                      <a:lnTo>
                        <a:pt x="7379" y="2731"/>
                      </a:lnTo>
                      <a:lnTo>
                        <a:pt x="7375" y="2711"/>
                      </a:lnTo>
                      <a:lnTo>
                        <a:pt x="7370" y="2692"/>
                      </a:lnTo>
                      <a:lnTo>
                        <a:pt x="7368" y="2683"/>
                      </a:lnTo>
                      <a:lnTo>
                        <a:pt x="7364" y="2676"/>
                      </a:lnTo>
                      <a:lnTo>
                        <a:pt x="7361" y="2670"/>
                      </a:lnTo>
                      <a:lnTo>
                        <a:pt x="7355" y="2666"/>
                      </a:lnTo>
                      <a:lnTo>
                        <a:pt x="7350" y="2662"/>
                      </a:lnTo>
                      <a:lnTo>
                        <a:pt x="7343" y="2660"/>
                      </a:lnTo>
                      <a:lnTo>
                        <a:pt x="7336" y="2657"/>
                      </a:lnTo>
                      <a:lnTo>
                        <a:pt x="7327" y="2655"/>
                      </a:lnTo>
                      <a:lnTo>
                        <a:pt x="7319" y="2652"/>
                      </a:lnTo>
                      <a:lnTo>
                        <a:pt x="7314" y="2649"/>
                      </a:lnTo>
                      <a:lnTo>
                        <a:pt x="7312" y="2647"/>
                      </a:lnTo>
                      <a:lnTo>
                        <a:pt x="7312" y="2643"/>
                      </a:lnTo>
                      <a:lnTo>
                        <a:pt x="7313" y="2632"/>
                      </a:lnTo>
                      <a:lnTo>
                        <a:pt x="7316" y="2617"/>
                      </a:lnTo>
                      <a:lnTo>
                        <a:pt x="7317" y="2607"/>
                      </a:lnTo>
                      <a:lnTo>
                        <a:pt x="7318" y="2599"/>
                      </a:lnTo>
                      <a:lnTo>
                        <a:pt x="7320" y="2591"/>
                      </a:lnTo>
                      <a:lnTo>
                        <a:pt x="7324" y="2584"/>
                      </a:lnTo>
                      <a:lnTo>
                        <a:pt x="7332" y="2570"/>
                      </a:lnTo>
                      <a:lnTo>
                        <a:pt x="7342" y="2559"/>
                      </a:lnTo>
                      <a:lnTo>
                        <a:pt x="7345" y="2554"/>
                      </a:lnTo>
                      <a:lnTo>
                        <a:pt x="7349" y="2549"/>
                      </a:lnTo>
                      <a:lnTo>
                        <a:pt x="7350" y="2546"/>
                      </a:lnTo>
                      <a:lnTo>
                        <a:pt x="7350" y="2542"/>
                      </a:lnTo>
                      <a:lnTo>
                        <a:pt x="7350" y="2540"/>
                      </a:lnTo>
                      <a:lnTo>
                        <a:pt x="7348" y="2538"/>
                      </a:lnTo>
                      <a:lnTo>
                        <a:pt x="7345" y="2536"/>
                      </a:lnTo>
                      <a:lnTo>
                        <a:pt x="7343" y="2536"/>
                      </a:lnTo>
                      <a:lnTo>
                        <a:pt x="7332" y="2535"/>
                      </a:lnTo>
                      <a:lnTo>
                        <a:pt x="7317" y="2535"/>
                      </a:lnTo>
                      <a:lnTo>
                        <a:pt x="7294" y="2536"/>
                      </a:lnTo>
                      <a:lnTo>
                        <a:pt x="7264" y="2535"/>
                      </a:lnTo>
                      <a:lnTo>
                        <a:pt x="7250" y="2534"/>
                      </a:lnTo>
                      <a:lnTo>
                        <a:pt x="7238" y="2532"/>
                      </a:lnTo>
                      <a:lnTo>
                        <a:pt x="7230" y="2530"/>
                      </a:lnTo>
                      <a:lnTo>
                        <a:pt x="7223" y="2528"/>
                      </a:lnTo>
                      <a:lnTo>
                        <a:pt x="7212" y="2521"/>
                      </a:lnTo>
                      <a:lnTo>
                        <a:pt x="7201" y="2512"/>
                      </a:lnTo>
                      <a:lnTo>
                        <a:pt x="7188" y="2504"/>
                      </a:lnTo>
                      <a:lnTo>
                        <a:pt x="7172" y="2497"/>
                      </a:lnTo>
                      <a:lnTo>
                        <a:pt x="7165" y="2493"/>
                      </a:lnTo>
                      <a:lnTo>
                        <a:pt x="7157" y="2490"/>
                      </a:lnTo>
                      <a:lnTo>
                        <a:pt x="7150" y="2486"/>
                      </a:lnTo>
                      <a:lnTo>
                        <a:pt x="7146" y="2481"/>
                      </a:lnTo>
                      <a:lnTo>
                        <a:pt x="7137" y="2471"/>
                      </a:lnTo>
                      <a:lnTo>
                        <a:pt x="7128" y="2456"/>
                      </a:lnTo>
                      <a:lnTo>
                        <a:pt x="7117" y="2439"/>
                      </a:lnTo>
                      <a:lnTo>
                        <a:pt x="7103" y="2420"/>
                      </a:lnTo>
                      <a:lnTo>
                        <a:pt x="7096" y="2411"/>
                      </a:lnTo>
                      <a:lnTo>
                        <a:pt x="7087" y="2404"/>
                      </a:lnTo>
                      <a:lnTo>
                        <a:pt x="7080" y="2399"/>
                      </a:lnTo>
                      <a:lnTo>
                        <a:pt x="7073" y="2395"/>
                      </a:lnTo>
                      <a:lnTo>
                        <a:pt x="7059" y="2389"/>
                      </a:lnTo>
                      <a:lnTo>
                        <a:pt x="7046" y="2384"/>
                      </a:lnTo>
                      <a:lnTo>
                        <a:pt x="7042" y="2381"/>
                      </a:lnTo>
                      <a:lnTo>
                        <a:pt x="7040" y="2379"/>
                      </a:lnTo>
                      <a:lnTo>
                        <a:pt x="7039" y="2376"/>
                      </a:lnTo>
                      <a:lnTo>
                        <a:pt x="7037" y="2372"/>
                      </a:lnTo>
                      <a:lnTo>
                        <a:pt x="7035" y="2362"/>
                      </a:lnTo>
                      <a:lnTo>
                        <a:pt x="7030" y="2353"/>
                      </a:lnTo>
                      <a:lnTo>
                        <a:pt x="7024" y="2342"/>
                      </a:lnTo>
                      <a:lnTo>
                        <a:pt x="7016" y="2332"/>
                      </a:lnTo>
                      <a:lnTo>
                        <a:pt x="7009" y="2322"/>
                      </a:lnTo>
                      <a:lnTo>
                        <a:pt x="7001" y="2311"/>
                      </a:lnTo>
                      <a:lnTo>
                        <a:pt x="6992" y="2302"/>
                      </a:lnTo>
                      <a:lnTo>
                        <a:pt x="6984" y="2292"/>
                      </a:lnTo>
                      <a:lnTo>
                        <a:pt x="6974" y="2284"/>
                      </a:lnTo>
                      <a:lnTo>
                        <a:pt x="6964" y="2275"/>
                      </a:lnTo>
                      <a:lnTo>
                        <a:pt x="6945" y="2258"/>
                      </a:lnTo>
                      <a:lnTo>
                        <a:pt x="6930" y="2246"/>
                      </a:lnTo>
                      <a:lnTo>
                        <a:pt x="6916" y="2238"/>
                      </a:lnTo>
                      <a:lnTo>
                        <a:pt x="6902" y="2228"/>
                      </a:lnTo>
                      <a:lnTo>
                        <a:pt x="6894" y="2222"/>
                      </a:lnTo>
                      <a:lnTo>
                        <a:pt x="6886" y="2217"/>
                      </a:lnTo>
                      <a:lnTo>
                        <a:pt x="6879" y="2212"/>
                      </a:lnTo>
                      <a:lnTo>
                        <a:pt x="6873" y="2204"/>
                      </a:lnTo>
                      <a:lnTo>
                        <a:pt x="6864" y="2190"/>
                      </a:lnTo>
                      <a:lnTo>
                        <a:pt x="6851" y="2176"/>
                      </a:lnTo>
                      <a:lnTo>
                        <a:pt x="6844" y="2169"/>
                      </a:lnTo>
                      <a:lnTo>
                        <a:pt x="6834" y="2163"/>
                      </a:lnTo>
                      <a:lnTo>
                        <a:pt x="6822" y="2157"/>
                      </a:lnTo>
                      <a:lnTo>
                        <a:pt x="6810" y="2152"/>
                      </a:lnTo>
                      <a:lnTo>
                        <a:pt x="6797" y="2149"/>
                      </a:lnTo>
                      <a:lnTo>
                        <a:pt x="6787" y="2145"/>
                      </a:lnTo>
                      <a:lnTo>
                        <a:pt x="6777" y="2141"/>
                      </a:lnTo>
                      <a:lnTo>
                        <a:pt x="6768" y="2137"/>
                      </a:lnTo>
                      <a:lnTo>
                        <a:pt x="6750" y="2128"/>
                      </a:lnTo>
                      <a:lnTo>
                        <a:pt x="6728" y="2120"/>
                      </a:lnTo>
                      <a:lnTo>
                        <a:pt x="6706" y="2115"/>
                      </a:lnTo>
                      <a:lnTo>
                        <a:pt x="6686" y="2112"/>
                      </a:lnTo>
                      <a:lnTo>
                        <a:pt x="6677" y="2109"/>
                      </a:lnTo>
                      <a:lnTo>
                        <a:pt x="6669" y="2107"/>
                      </a:lnTo>
                      <a:lnTo>
                        <a:pt x="6661" y="2105"/>
                      </a:lnTo>
                      <a:lnTo>
                        <a:pt x="6651" y="2100"/>
                      </a:lnTo>
                      <a:lnTo>
                        <a:pt x="6643" y="2096"/>
                      </a:lnTo>
                      <a:lnTo>
                        <a:pt x="6633" y="2093"/>
                      </a:lnTo>
                      <a:lnTo>
                        <a:pt x="6624" y="2090"/>
                      </a:lnTo>
                      <a:lnTo>
                        <a:pt x="6614" y="2089"/>
                      </a:lnTo>
                      <a:lnTo>
                        <a:pt x="6590" y="2088"/>
                      </a:lnTo>
                      <a:lnTo>
                        <a:pt x="6562" y="2088"/>
                      </a:lnTo>
                      <a:lnTo>
                        <a:pt x="6550" y="2088"/>
                      </a:lnTo>
                      <a:lnTo>
                        <a:pt x="6539" y="2088"/>
                      </a:lnTo>
                      <a:lnTo>
                        <a:pt x="6527" y="2088"/>
                      </a:lnTo>
                      <a:lnTo>
                        <a:pt x="6516" y="2087"/>
                      </a:lnTo>
                      <a:lnTo>
                        <a:pt x="6494" y="2083"/>
                      </a:lnTo>
                      <a:lnTo>
                        <a:pt x="6474" y="2078"/>
                      </a:lnTo>
                      <a:lnTo>
                        <a:pt x="6457" y="2072"/>
                      </a:lnTo>
                      <a:lnTo>
                        <a:pt x="6443" y="2068"/>
                      </a:lnTo>
                      <a:lnTo>
                        <a:pt x="6434" y="2064"/>
                      </a:lnTo>
                      <a:lnTo>
                        <a:pt x="6424" y="2061"/>
                      </a:lnTo>
                      <a:lnTo>
                        <a:pt x="6416" y="2055"/>
                      </a:lnTo>
                      <a:lnTo>
                        <a:pt x="6407" y="2050"/>
                      </a:lnTo>
                      <a:lnTo>
                        <a:pt x="6391" y="2038"/>
                      </a:lnTo>
                      <a:lnTo>
                        <a:pt x="6373" y="2028"/>
                      </a:lnTo>
                      <a:lnTo>
                        <a:pt x="6362" y="2025"/>
                      </a:lnTo>
                      <a:lnTo>
                        <a:pt x="6351" y="2024"/>
                      </a:lnTo>
                      <a:lnTo>
                        <a:pt x="6340" y="2023"/>
                      </a:lnTo>
                      <a:lnTo>
                        <a:pt x="6329" y="2021"/>
                      </a:lnTo>
                      <a:lnTo>
                        <a:pt x="6308" y="2021"/>
                      </a:lnTo>
                      <a:lnTo>
                        <a:pt x="6287" y="2020"/>
                      </a:lnTo>
                      <a:lnTo>
                        <a:pt x="6278" y="2018"/>
                      </a:lnTo>
                      <a:lnTo>
                        <a:pt x="6268" y="2015"/>
                      </a:lnTo>
                      <a:lnTo>
                        <a:pt x="6259" y="2012"/>
                      </a:lnTo>
                      <a:lnTo>
                        <a:pt x="6249" y="2008"/>
                      </a:lnTo>
                      <a:lnTo>
                        <a:pt x="6241" y="2004"/>
                      </a:lnTo>
                      <a:lnTo>
                        <a:pt x="6234" y="1999"/>
                      </a:lnTo>
                      <a:lnTo>
                        <a:pt x="6228" y="1994"/>
                      </a:lnTo>
                      <a:lnTo>
                        <a:pt x="6224" y="1989"/>
                      </a:lnTo>
                      <a:lnTo>
                        <a:pt x="6221" y="1982"/>
                      </a:lnTo>
                      <a:lnTo>
                        <a:pt x="6218" y="1975"/>
                      </a:lnTo>
                      <a:lnTo>
                        <a:pt x="6217" y="1973"/>
                      </a:lnTo>
                      <a:lnTo>
                        <a:pt x="6216" y="1970"/>
                      </a:lnTo>
                      <a:lnTo>
                        <a:pt x="6214" y="1969"/>
                      </a:lnTo>
                      <a:lnTo>
                        <a:pt x="6211" y="1969"/>
                      </a:lnTo>
                      <a:lnTo>
                        <a:pt x="6206" y="1970"/>
                      </a:lnTo>
                      <a:lnTo>
                        <a:pt x="6201" y="1973"/>
                      </a:lnTo>
                      <a:lnTo>
                        <a:pt x="6198" y="1974"/>
                      </a:lnTo>
                      <a:lnTo>
                        <a:pt x="6195" y="1974"/>
                      </a:lnTo>
                      <a:lnTo>
                        <a:pt x="6192" y="1974"/>
                      </a:lnTo>
                      <a:lnTo>
                        <a:pt x="6189" y="1973"/>
                      </a:lnTo>
                      <a:lnTo>
                        <a:pt x="6182" y="1970"/>
                      </a:lnTo>
                      <a:lnTo>
                        <a:pt x="6171" y="1967"/>
                      </a:lnTo>
                      <a:lnTo>
                        <a:pt x="6159" y="1962"/>
                      </a:lnTo>
                      <a:lnTo>
                        <a:pt x="6147" y="1958"/>
                      </a:lnTo>
                      <a:lnTo>
                        <a:pt x="6142" y="1956"/>
                      </a:lnTo>
                      <a:lnTo>
                        <a:pt x="6139" y="1952"/>
                      </a:lnTo>
                      <a:lnTo>
                        <a:pt x="6135" y="1949"/>
                      </a:lnTo>
                      <a:lnTo>
                        <a:pt x="6132" y="1944"/>
                      </a:lnTo>
                      <a:lnTo>
                        <a:pt x="6126" y="1933"/>
                      </a:lnTo>
                      <a:lnTo>
                        <a:pt x="6117" y="1923"/>
                      </a:lnTo>
                      <a:lnTo>
                        <a:pt x="6114" y="1920"/>
                      </a:lnTo>
                      <a:lnTo>
                        <a:pt x="6110" y="1918"/>
                      </a:lnTo>
                      <a:lnTo>
                        <a:pt x="6105" y="1917"/>
                      </a:lnTo>
                      <a:lnTo>
                        <a:pt x="6101" y="1917"/>
                      </a:lnTo>
                      <a:lnTo>
                        <a:pt x="6089" y="1917"/>
                      </a:lnTo>
                      <a:lnTo>
                        <a:pt x="6077" y="1917"/>
                      </a:lnTo>
                      <a:lnTo>
                        <a:pt x="6064" y="1918"/>
                      </a:lnTo>
                      <a:lnTo>
                        <a:pt x="6053" y="1918"/>
                      </a:lnTo>
                      <a:lnTo>
                        <a:pt x="6048" y="1918"/>
                      </a:lnTo>
                      <a:lnTo>
                        <a:pt x="6045" y="1918"/>
                      </a:lnTo>
                      <a:lnTo>
                        <a:pt x="6041" y="1917"/>
                      </a:lnTo>
                      <a:lnTo>
                        <a:pt x="6040" y="1916"/>
                      </a:lnTo>
                      <a:lnTo>
                        <a:pt x="6045" y="1904"/>
                      </a:lnTo>
                      <a:lnTo>
                        <a:pt x="6053" y="1893"/>
                      </a:lnTo>
                      <a:lnTo>
                        <a:pt x="6051" y="1886"/>
                      </a:lnTo>
                      <a:lnTo>
                        <a:pt x="6045" y="1878"/>
                      </a:lnTo>
                      <a:lnTo>
                        <a:pt x="6042" y="1873"/>
                      </a:lnTo>
                      <a:lnTo>
                        <a:pt x="6041" y="1869"/>
                      </a:lnTo>
                      <a:lnTo>
                        <a:pt x="6040" y="1864"/>
                      </a:lnTo>
                      <a:lnTo>
                        <a:pt x="6039" y="1859"/>
                      </a:lnTo>
                      <a:lnTo>
                        <a:pt x="6039" y="1848"/>
                      </a:lnTo>
                      <a:lnTo>
                        <a:pt x="6038" y="1832"/>
                      </a:lnTo>
                      <a:lnTo>
                        <a:pt x="6036" y="1824"/>
                      </a:lnTo>
                      <a:lnTo>
                        <a:pt x="6034" y="1817"/>
                      </a:lnTo>
                      <a:lnTo>
                        <a:pt x="6032" y="1811"/>
                      </a:lnTo>
                      <a:lnTo>
                        <a:pt x="6029" y="1805"/>
                      </a:lnTo>
                      <a:lnTo>
                        <a:pt x="6023" y="1793"/>
                      </a:lnTo>
                      <a:lnTo>
                        <a:pt x="6017" y="1780"/>
                      </a:lnTo>
                      <a:lnTo>
                        <a:pt x="6014" y="1768"/>
                      </a:lnTo>
                      <a:lnTo>
                        <a:pt x="6013" y="1759"/>
                      </a:lnTo>
                      <a:lnTo>
                        <a:pt x="6014" y="1749"/>
                      </a:lnTo>
                      <a:lnTo>
                        <a:pt x="6016" y="1736"/>
                      </a:lnTo>
                      <a:lnTo>
                        <a:pt x="6021" y="1719"/>
                      </a:lnTo>
                      <a:lnTo>
                        <a:pt x="6028" y="1702"/>
                      </a:lnTo>
                      <a:lnTo>
                        <a:pt x="6039" y="1684"/>
                      </a:lnTo>
                      <a:lnTo>
                        <a:pt x="6051" y="1667"/>
                      </a:lnTo>
                      <a:lnTo>
                        <a:pt x="6060" y="1653"/>
                      </a:lnTo>
                      <a:lnTo>
                        <a:pt x="6071" y="1639"/>
                      </a:lnTo>
                      <a:lnTo>
                        <a:pt x="6088" y="1626"/>
                      </a:lnTo>
                      <a:lnTo>
                        <a:pt x="6104" y="1615"/>
                      </a:lnTo>
                      <a:lnTo>
                        <a:pt x="6117" y="1605"/>
                      </a:lnTo>
                      <a:lnTo>
                        <a:pt x="6129" y="1596"/>
                      </a:lnTo>
                      <a:lnTo>
                        <a:pt x="6140" y="1586"/>
                      </a:lnTo>
                      <a:lnTo>
                        <a:pt x="6149" y="1577"/>
                      </a:lnTo>
                      <a:lnTo>
                        <a:pt x="6153" y="1572"/>
                      </a:lnTo>
                      <a:lnTo>
                        <a:pt x="6155" y="1566"/>
                      </a:lnTo>
                      <a:lnTo>
                        <a:pt x="6158" y="1561"/>
                      </a:lnTo>
                      <a:lnTo>
                        <a:pt x="6158" y="1555"/>
                      </a:lnTo>
                      <a:lnTo>
                        <a:pt x="6158" y="1546"/>
                      </a:lnTo>
                      <a:lnTo>
                        <a:pt x="6158" y="1535"/>
                      </a:lnTo>
                      <a:lnTo>
                        <a:pt x="6157" y="1523"/>
                      </a:lnTo>
                      <a:lnTo>
                        <a:pt x="6155" y="1510"/>
                      </a:lnTo>
                      <a:lnTo>
                        <a:pt x="6152" y="1496"/>
                      </a:lnTo>
                      <a:lnTo>
                        <a:pt x="6149" y="1485"/>
                      </a:lnTo>
                      <a:lnTo>
                        <a:pt x="6148" y="1477"/>
                      </a:lnTo>
                      <a:lnTo>
                        <a:pt x="6147" y="1470"/>
                      </a:lnTo>
                      <a:lnTo>
                        <a:pt x="6147" y="1463"/>
                      </a:lnTo>
                      <a:lnTo>
                        <a:pt x="6147" y="1453"/>
                      </a:lnTo>
                      <a:lnTo>
                        <a:pt x="6148" y="1446"/>
                      </a:lnTo>
                      <a:lnTo>
                        <a:pt x="6151" y="1440"/>
                      </a:lnTo>
                      <a:lnTo>
                        <a:pt x="6154" y="1434"/>
                      </a:lnTo>
                      <a:lnTo>
                        <a:pt x="6158" y="1427"/>
                      </a:lnTo>
                      <a:lnTo>
                        <a:pt x="6166" y="1415"/>
                      </a:lnTo>
                      <a:lnTo>
                        <a:pt x="6177" y="1403"/>
                      </a:lnTo>
                      <a:lnTo>
                        <a:pt x="6186" y="1393"/>
                      </a:lnTo>
                      <a:lnTo>
                        <a:pt x="6195" y="1380"/>
                      </a:lnTo>
                      <a:lnTo>
                        <a:pt x="6203" y="1366"/>
                      </a:lnTo>
                      <a:lnTo>
                        <a:pt x="6210" y="1356"/>
                      </a:lnTo>
                      <a:lnTo>
                        <a:pt x="6214" y="1352"/>
                      </a:lnTo>
                      <a:lnTo>
                        <a:pt x="6215" y="1349"/>
                      </a:lnTo>
                      <a:lnTo>
                        <a:pt x="6214" y="1344"/>
                      </a:lnTo>
                      <a:lnTo>
                        <a:pt x="6212" y="1340"/>
                      </a:lnTo>
                      <a:lnTo>
                        <a:pt x="6209" y="1334"/>
                      </a:lnTo>
                      <a:lnTo>
                        <a:pt x="6203" y="1330"/>
                      </a:lnTo>
                      <a:lnTo>
                        <a:pt x="6202" y="1327"/>
                      </a:lnTo>
                      <a:lnTo>
                        <a:pt x="6203" y="1322"/>
                      </a:lnTo>
                      <a:lnTo>
                        <a:pt x="6205" y="1315"/>
                      </a:lnTo>
                      <a:lnTo>
                        <a:pt x="6209" y="1308"/>
                      </a:lnTo>
                      <a:lnTo>
                        <a:pt x="6216" y="1292"/>
                      </a:lnTo>
                      <a:lnTo>
                        <a:pt x="6222" y="1277"/>
                      </a:lnTo>
                      <a:lnTo>
                        <a:pt x="6223" y="1271"/>
                      </a:lnTo>
                      <a:lnTo>
                        <a:pt x="6222" y="1267"/>
                      </a:lnTo>
                      <a:lnTo>
                        <a:pt x="6221" y="1262"/>
                      </a:lnTo>
                      <a:lnTo>
                        <a:pt x="6218" y="1257"/>
                      </a:lnTo>
                      <a:lnTo>
                        <a:pt x="6214" y="1250"/>
                      </a:lnTo>
                      <a:lnTo>
                        <a:pt x="6208" y="1242"/>
                      </a:lnTo>
                      <a:lnTo>
                        <a:pt x="6204" y="1237"/>
                      </a:lnTo>
                      <a:lnTo>
                        <a:pt x="6203" y="1230"/>
                      </a:lnTo>
                      <a:lnTo>
                        <a:pt x="6202" y="1224"/>
                      </a:lnTo>
                      <a:lnTo>
                        <a:pt x="6202" y="1217"/>
                      </a:lnTo>
                      <a:lnTo>
                        <a:pt x="6201" y="1202"/>
                      </a:lnTo>
                      <a:lnTo>
                        <a:pt x="6201" y="1189"/>
                      </a:lnTo>
                      <a:lnTo>
                        <a:pt x="6199" y="1185"/>
                      </a:lnTo>
                      <a:lnTo>
                        <a:pt x="6198" y="1179"/>
                      </a:lnTo>
                      <a:lnTo>
                        <a:pt x="6195" y="1174"/>
                      </a:lnTo>
                      <a:lnTo>
                        <a:pt x="6192" y="1169"/>
                      </a:lnTo>
                      <a:lnTo>
                        <a:pt x="6185" y="1160"/>
                      </a:lnTo>
                      <a:lnTo>
                        <a:pt x="6178" y="1151"/>
                      </a:lnTo>
                      <a:lnTo>
                        <a:pt x="6171" y="1144"/>
                      </a:lnTo>
                      <a:lnTo>
                        <a:pt x="6162" y="1135"/>
                      </a:lnTo>
                      <a:lnTo>
                        <a:pt x="6157" y="1125"/>
                      </a:lnTo>
                      <a:lnTo>
                        <a:pt x="6152" y="1117"/>
                      </a:lnTo>
                      <a:lnTo>
                        <a:pt x="6145" y="1103"/>
                      </a:lnTo>
                      <a:lnTo>
                        <a:pt x="6135" y="1081"/>
                      </a:lnTo>
                      <a:lnTo>
                        <a:pt x="6126" y="1059"/>
                      </a:lnTo>
                      <a:lnTo>
                        <a:pt x="6120" y="1043"/>
                      </a:lnTo>
                      <a:lnTo>
                        <a:pt x="6117" y="1030"/>
                      </a:lnTo>
                      <a:lnTo>
                        <a:pt x="6116" y="1013"/>
                      </a:lnTo>
                      <a:lnTo>
                        <a:pt x="6116" y="997"/>
                      </a:lnTo>
                      <a:lnTo>
                        <a:pt x="6118" y="983"/>
                      </a:lnTo>
                      <a:lnTo>
                        <a:pt x="6120" y="972"/>
                      </a:lnTo>
                      <a:lnTo>
                        <a:pt x="6120" y="964"/>
                      </a:lnTo>
                      <a:lnTo>
                        <a:pt x="6118" y="955"/>
                      </a:lnTo>
                      <a:lnTo>
                        <a:pt x="6115" y="949"/>
                      </a:lnTo>
                      <a:lnTo>
                        <a:pt x="6114" y="942"/>
                      </a:lnTo>
                      <a:lnTo>
                        <a:pt x="6114" y="933"/>
                      </a:lnTo>
                      <a:lnTo>
                        <a:pt x="6115" y="922"/>
                      </a:lnTo>
                      <a:lnTo>
                        <a:pt x="6115" y="909"/>
                      </a:lnTo>
                      <a:lnTo>
                        <a:pt x="6113" y="896"/>
                      </a:lnTo>
                      <a:lnTo>
                        <a:pt x="6110" y="886"/>
                      </a:lnTo>
                      <a:lnTo>
                        <a:pt x="6107" y="877"/>
                      </a:lnTo>
                      <a:lnTo>
                        <a:pt x="6103" y="867"/>
                      </a:lnTo>
                      <a:lnTo>
                        <a:pt x="6101" y="854"/>
                      </a:lnTo>
                      <a:lnTo>
                        <a:pt x="6099" y="842"/>
                      </a:lnTo>
                      <a:lnTo>
                        <a:pt x="6099" y="838"/>
                      </a:lnTo>
                      <a:lnTo>
                        <a:pt x="6098" y="832"/>
                      </a:lnTo>
                      <a:lnTo>
                        <a:pt x="6096" y="827"/>
                      </a:lnTo>
                      <a:lnTo>
                        <a:pt x="6092" y="823"/>
                      </a:lnTo>
                      <a:lnTo>
                        <a:pt x="6080" y="815"/>
                      </a:lnTo>
                      <a:lnTo>
                        <a:pt x="6066" y="808"/>
                      </a:lnTo>
                      <a:lnTo>
                        <a:pt x="6053" y="801"/>
                      </a:lnTo>
                      <a:lnTo>
                        <a:pt x="6042" y="791"/>
                      </a:lnTo>
                      <a:lnTo>
                        <a:pt x="6038" y="786"/>
                      </a:lnTo>
                      <a:lnTo>
                        <a:pt x="6035" y="780"/>
                      </a:lnTo>
                      <a:lnTo>
                        <a:pt x="6034" y="773"/>
                      </a:lnTo>
                      <a:lnTo>
                        <a:pt x="6034" y="766"/>
                      </a:lnTo>
                      <a:lnTo>
                        <a:pt x="6034" y="752"/>
                      </a:lnTo>
                      <a:lnTo>
                        <a:pt x="6034" y="738"/>
                      </a:lnTo>
                      <a:lnTo>
                        <a:pt x="6033" y="734"/>
                      </a:lnTo>
                      <a:lnTo>
                        <a:pt x="6032" y="731"/>
                      </a:lnTo>
                      <a:lnTo>
                        <a:pt x="6029" y="728"/>
                      </a:lnTo>
                      <a:lnTo>
                        <a:pt x="6027" y="726"/>
                      </a:lnTo>
                      <a:lnTo>
                        <a:pt x="6023" y="725"/>
                      </a:lnTo>
                      <a:lnTo>
                        <a:pt x="6021" y="725"/>
                      </a:lnTo>
                      <a:lnTo>
                        <a:pt x="6017" y="725"/>
                      </a:lnTo>
                      <a:lnTo>
                        <a:pt x="6013" y="725"/>
                      </a:lnTo>
                      <a:lnTo>
                        <a:pt x="6006" y="729"/>
                      </a:lnTo>
                      <a:lnTo>
                        <a:pt x="5997" y="734"/>
                      </a:lnTo>
                      <a:lnTo>
                        <a:pt x="5989" y="736"/>
                      </a:lnTo>
                      <a:lnTo>
                        <a:pt x="5982" y="736"/>
                      </a:lnTo>
                      <a:lnTo>
                        <a:pt x="5975" y="735"/>
                      </a:lnTo>
                      <a:lnTo>
                        <a:pt x="5968" y="732"/>
                      </a:lnTo>
                      <a:lnTo>
                        <a:pt x="5960" y="728"/>
                      </a:lnTo>
                      <a:lnTo>
                        <a:pt x="5954" y="723"/>
                      </a:lnTo>
                      <a:lnTo>
                        <a:pt x="5950" y="717"/>
                      </a:lnTo>
                      <a:lnTo>
                        <a:pt x="5945" y="713"/>
                      </a:lnTo>
                      <a:lnTo>
                        <a:pt x="5937" y="701"/>
                      </a:lnTo>
                      <a:lnTo>
                        <a:pt x="5928" y="688"/>
                      </a:lnTo>
                      <a:lnTo>
                        <a:pt x="5925" y="681"/>
                      </a:lnTo>
                      <a:lnTo>
                        <a:pt x="5922" y="672"/>
                      </a:lnTo>
                      <a:lnTo>
                        <a:pt x="5921" y="665"/>
                      </a:lnTo>
                      <a:lnTo>
                        <a:pt x="5920" y="658"/>
                      </a:lnTo>
                      <a:lnTo>
                        <a:pt x="5919" y="652"/>
                      </a:lnTo>
                      <a:lnTo>
                        <a:pt x="5918" y="647"/>
                      </a:lnTo>
                      <a:lnTo>
                        <a:pt x="5915" y="643"/>
                      </a:lnTo>
                      <a:lnTo>
                        <a:pt x="5912" y="638"/>
                      </a:lnTo>
                      <a:lnTo>
                        <a:pt x="5908" y="635"/>
                      </a:lnTo>
                      <a:lnTo>
                        <a:pt x="5903" y="633"/>
                      </a:lnTo>
                      <a:lnTo>
                        <a:pt x="5899" y="632"/>
                      </a:lnTo>
                      <a:lnTo>
                        <a:pt x="5894" y="632"/>
                      </a:lnTo>
                      <a:lnTo>
                        <a:pt x="5883" y="632"/>
                      </a:lnTo>
                      <a:lnTo>
                        <a:pt x="5875" y="631"/>
                      </a:lnTo>
                      <a:lnTo>
                        <a:pt x="5871" y="630"/>
                      </a:lnTo>
                      <a:lnTo>
                        <a:pt x="5869" y="628"/>
                      </a:lnTo>
                      <a:lnTo>
                        <a:pt x="5865" y="626"/>
                      </a:lnTo>
                      <a:lnTo>
                        <a:pt x="5862" y="622"/>
                      </a:lnTo>
                      <a:lnTo>
                        <a:pt x="5858" y="620"/>
                      </a:lnTo>
                      <a:lnTo>
                        <a:pt x="5855" y="620"/>
                      </a:lnTo>
                      <a:lnTo>
                        <a:pt x="5851" y="621"/>
                      </a:lnTo>
                      <a:lnTo>
                        <a:pt x="5847" y="624"/>
                      </a:lnTo>
                      <a:lnTo>
                        <a:pt x="5839" y="630"/>
                      </a:lnTo>
                      <a:lnTo>
                        <a:pt x="5828" y="634"/>
                      </a:lnTo>
                      <a:lnTo>
                        <a:pt x="5822" y="635"/>
                      </a:lnTo>
                      <a:lnTo>
                        <a:pt x="5815" y="634"/>
                      </a:lnTo>
                      <a:lnTo>
                        <a:pt x="5808" y="633"/>
                      </a:lnTo>
                      <a:lnTo>
                        <a:pt x="5801" y="630"/>
                      </a:lnTo>
                      <a:lnTo>
                        <a:pt x="5787" y="624"/>
                      </a:lnTo>
                      <a:lnTo>
                        <a:pt x="5771" y="616"/>
                      </a:lnTo>
                      <a:lnTo>
                        <a:pt x="5767" y="614"/>
                      </a:lnTo>
                      <a:lnTo>
                        <a:pt x="5763" y="612"/>
                      </a:lnTo>
                      <a:lnTo>
                        <a:pt x="5761" y="608"/>
                      </a:lnTo>
                      <a:lnTo>
                        <a:pt x="5758" y="605"/>
                      </a:lnTo>
                      <a:lnTo>
                        <a:pt x="5752" y="595"/>
                      </a:lnTo>
                      <a:lnTo>
                        <a:pt x="5744" y="586"/>
                      </a:lnTo>
                      <a:lnTo>
                        <a:pt x="5733" y="577"/>
                      </a:lnTo>
                      <a:lnTo>
                        <a:pt x="5720" y="568"/>
                      </a:lnTo>
                      <a:lnTo>
                        <a:pt x="5713" y="562"/>
                      </a:lnTo>
                      <a:lnTo>
                        <a:pt x="5706" y="555"/>
                      </a:lnTo>
                      <a:lnTo>
                        <a:pt x="5699" y="546"/>
                      </a:lnTo>
                      <a:lnTo>
                        <a:pt x="5692" y="539"/>
                      </a:lnTo>
                      <a:lnTo>
                        <a:pt x="5685" y="531"/>
                      </a:lnTo>
                      <a:lnTo>
                        <a:pt x="5679" y="524"/>
                      </a:lnTo>
                      <a:lnTo>
                        <a:pt x="5672" y="518"/>
                      </a:lnTo>
                      <a:lnTo>
                        <a:pt x="5666" y="514"/>
                      </a:lnTo>
                      <a:lnTo>
                        <a:pt x="5661" y="511"/>
                      </a:lnTo>
                      <a:lnTo>
                        <a:pt x="5657" y="506"/>
                      </a:lnTo>
                      <a:lnTo>
                        <a:pt x="5656" y="500"/>
                      </a:lnTo>
                      <a:lnTo>
                        <a:pt x="5655" y="494"/>
                      </a:lnTo>
                      <a:lnTo>
                        <a:pt x="5655" y="480"/>
                      </a:lnTo>
                      <a:lnTo>
                        <a:pt x="5656" y="463"/>
                      </a:lnTo>
                      <a:lnTo>
                        <a:pt x="5656" y="450"/>
                      </a:lnTo>
                      <a:lnTo>
                        <a:pt x="5655" y="442"/>
                      </a:lnTo>
                      <a:lnTo>
                        <a:pt x="5651" y="435"/>
                      </a:lnTo>
                      <a:lnTo>
                        <a:pt x="5644" y="423"/>
                      </a:lnTo>
                      <a:lnTo>
                        <a:pt x="5630" y="411"/>
                      </a:lnTo>
                      <a:lnTo>
                        <a:pt x="5612" y="399"/>
                      </a:lnTo>
                      <a:lnTo>
                        <a:pt x="5599" y="383"/>
                      </a:lnTo>
                      <a:lnTo>
                        <a:pt x="5587" y="369"/>
                      </a:lnTo>
                      <a:lnTo>
                        <a:pt x="5575" y="354"/>
                      </a:lnTo>
                      <a:lnTo>
                        <a:pt x="5557" y="337"/>
                      </a:lnTo>
                      <a:lnTo>
                        <a:pt x="5541" y="323"/>
                      </a:lnTo>
                      <a:lnTo>
                        <a:pt x="5528" y="313"/>
                      </a:lnTo>
                      <a:lnTo>
                        <a:pt x="5518" y="309"/>
                      </a:lnTo>
                      <a:lnTo>
                        <a:pt x="5512" y="306"/>
                      </a:lnTo>
                      <a:lnTo>
                        <a:pt x="5507" y="305"/>
                      </a:lnTo>
                      <a:lnTo>
                        <a:pt x="5506" y="301"/>
                      </a:lnTo>
                      <a:lnTo>
                        <a:pt x="5513" y="293"/>
                      </a:lnTo>
                      <a:lnTo>
                        <a:pt x="5530" y="279"/>
                      </a:lnTo>
                      <a:lnTo>
                        <a:pt x="5534" y="274"/>
                      </a:lnTo>
                      <a:lnTo>
                        <a:pt x="5536" y="268"/>
                      </a:lnTo>
                      <a:lnTo>
                        <a:pt x="5537" y="262"/>
                      </a:lnTo>
                      <a:lnTo>
                        <a:pt x="5537" y="255"/>
                      </a:lnTo>
                      <a:lnTo>
                        <a:pt x="5537" y="249"/>
                      </a:lnTo>
                      <a:lnTo>
                        <a:pt x="5535" y="242"/>
                      </a:lnTo>
                      <a:lnTo>
                        <a:pt x="5530" y="236"/>
                      </a:lnTo>
                      <a:lnTo>
                        <a:pt x="5524" y="231"/>
                      </a:lnTo>
                      <a:lnTo>
                        <a:pt x="5517" y="227"/>
                      </a:lnTo>
                      <a:lnTo>
                        <a:pt x="5510" y="219"/>
                      </a:lnTo>
                      <a:lnTo>
                        <a:pt x="5503" y="211"/>
                      </a:lnTo>
                      <a:lnTo>
                        <a:pt x="5494" y="202"/>
                      </a:lnTo>
                      <a:lnTo>
                        <a:pt x="5481" y="185"/>
                      </a:lnTo>
                      <a:lnTo>
                        <a:pt x="5472" y="172"/>
                      </a:lnTo>
                      <a:lnTo>
                        <a:pt x="5469" y="167"/>
                      </a:lnTo>
                      <a:lnTo>
                        <a:pt x="5468" y="162"/>
                      </a:lnTo>
                      <a:lnTo>
                        <a:pt x="5468" y="159"/>
                      </a:lnTo>
                      <a:lnTo>
                        <a:pt x="5469" y="154"/>
                      </a:lnTo>
                      <a:lnTo>
                        <a:pt x="5472" y="151"/>
                      </a:lnTo>
                      <a:lnTo>
                        <a:pt x="5475" y="147"/>
                      </a:lnTo>
                      <a:lnTo>
                        <a:pt x="5479" y="143"/>
                      </a:lnTo>
                      <a:lnTo>
                        <a:pt x="5484" y="141"/>
                      </a:lnTo>
                      <a:lnTo>
                        <a:pt x="5493" y="136"/>
                      </a:lnTo>
                      <a:lnTo>
                        <a:pt x="5505" y="130"/>
                      </a:lnTo>
                      <a:lnTo>
                        <a:pt x="5510" y="128"/>
                      </a:lnTo>
                      <a:lnTo>
                        <a:pt x="5515" y="124"/>
                      </a:lnTo>
                      <a:lnTo>
                        <a:pt x="5517" y="122"/>
                      </a:lnTo>
                      <a:lnTo>
                        <a:pt x="5518" y="118"/>
                      </a:lnTo>
                      <a:lnTo>
                        <a:pt x="5517" y="96"/>
                      </a:lnTo>
                      <a:lnTo>
                        <a:pt x="5516" y="79"/>
                      </a:lnTo>
                      <a:lnTo>
                        <a:pt x="5515" y="67"/>
                      </a:lnTo>
                      <a:lnTo>
                        <a:pt x="5515" y="57"/>
                      </a:lnTo>
                      <a:lnTo>
                        <a:pt x="5515" y="46"/>
                      </a:lnTo>
                      <a:lnTo>
                        <a:pt x="5515" y="39"/>
                      </a:lnTo>
                      <a:lnTo>
                        <a:pt x="5513" y="35"/>
                      </a:lnTo>
                      <a:lnTo>
                        <a:pt x="5511" y="33"/>
                      </a:lnTo>
                      <a:lnTo>
                        <a:pt x="5507" y="32"/>
                      </a:lnTo>
                      <a:lnTo>
                        <a:pt x="5504" y="30"/>
                      </a:lnTo>
                      <a:lnTo>
                        <a:pt x="5490" y="32"/>
                      </a:lnTo>
                      <a:lnTo>
                        <a:pt x="5479" y="32"/>
                      </a:lnTo>
                      <a:lnTo>
                        <a:pt x="5468" y="32"/>
                      </a:lnTo>
                      <a:lnTo>
                        <a:pt x="5455" y="30"/>
                      </a:lnTo>
                      <a:lnTo>
                        <a:pt x="5449" y="30"/>
                      </a:lnTo>
                      <a:lnTo>
                        <a:pt x="5443" y="30"/>
                      </a:lnTo>
                      <a:lnTo>
                        <a:pt x="5440" y="30"/>
                      </a:lnTo>
                      <a:lnTo>
                        <a:pt x="5436" y="32"/>
                      </a:lnTo>
                      <a:lnTo>
                        <a:pt x="5430" y="36"/>
                      </a:lnTo>
                      <a:lnTo>
                        <a:pt x="5425" y="44"/>
                      </a:lnTo>
                      <a:lnTo>
                        <a:pt x="5422" y="51"/>
                      </a:lnTo>
                      <a:lnTo>
                        <a:pt x="5416" y="55"/>
                      </a:lnTo>
                      <a:lnTo>
                        <a:pt x="5412" y="57"/>
                      </a:lnTo>
                      <a:lnTo>
                        <a:pt x="5408" y="58"/>
                      </a:lnTo>
                      <a:lnTo>
                        <a:pt x="5403" y="58"/>
                      </a:lnTo>
                      <a:lnTo>
                        <a:pt x="5397" y="57"/>
                      </a:lnTo>
                      <a:lnTo>
                        <a:pt x="5391" y="55"/>
                      </a:lnTo>
                      <a:lnTo>
                        <a:pt x="5384" y="52"/>
                      </a:lnTo>
                      <a:lnTo>
                        <a:pt x="5378" y="47"/>
                      </a:lnTo>
                      <a:lnTo>
                        <a:pt x="5372" y="41"/>
                      </a:lnTo>
                      <a:lnTo>
                        <a:pt x="5358" y="28"/>
                      </a:lnTo>
                      <a:lnTo>
                        <a:pt x="5342" y="15"/>
                      </a:lnTo>
                      <a:lnTo>
                        <a:pt x="5332" y="10"/>
                      </a:lnTo>
                      <a:lnTo>
                        <a:pt x="5321" y="5"/>
                      </a:lnTo>
                      <a:lnTo>
                        <a:pt x="5309" y="3"/>
                      </a:lnTo>
                      <a:lnTo>
                        <a:pt x="5297" y="1"/>
                      </a:lnTo>
                      <a:lnTo>
                        <a:pt x="5285" y="0"/>
                      </a:lnTo>
                      <a:lnTo>
                        <a:pt x="5273" y="0"/>
                      </a:lnTo>
                      <a:lnTo>
                        <a:pt x="5264" y="0"/>
                      </a:lnTo>
                      <a:lnTo>
                        <a:pt x="5254" y="1"/>
                      </a:lnTo>
                      <a:lnTo>
                        <a:pt x="5251" y="2"/>
                      </a:lnTo>
                      <a:lnTo>
                        <a:pt x="5248" y="3"/>
                      </a:lnTo>
                      <a:lnTo>
                        <a:pt x="5245" y="5"/>
                      </a:lnTo>
                      <a:lnTo>
                        <a:pt x="5242" y="8"/>
                      </a:lnTo>
                      <a:lnTo>
                        <a:pt x="5238" y="14"/>
                      </a:lnTo>
                      <a:lnTo>
                        <a:pt x="5232" y="20"/>
                      </a:lnTo>
                      <a:lnTo>
                        <a:pt x="5216" y="32"/>
                      </a:lnTo>
                      <a:lnTo>
                        <a:pt x="5201" y="41"/>
                      </a:lnTo>
                      <a:lnTo>
                        <a:pt x="5195" y="47"/>
                      </a:lnTo>
                      <a:lnTo>
                        <a:pt x="5190" y="54"/>
                      </a:lnTo>
                      <a:lnTo>
                        <a:pt x="5187" y="63"/>
                      </a:lnTo>
                      <a:lnTo>
                        <a:pt x="5184" y="70"/>
                      </a:lnTo>
                      <a:lnTo>
                        <a:pt x="5183" y="78"/>
                      </a:lnTo>
                      <a:lnTo>
                        <a:pt x="5184" y="84"/>
                      </a:lnTo>
                      <a:lnTo>
                        <a:pt x="5185" y="88"/>
                      </a:lnTo>
                      <a:lnTo>
                        <a:pt x="5187" y="90"/>
                      </a:lnTo>
                      <a:lnTo>
                        <a:pt x="5189" y="92"/>
                      </a:lnTo>
                      <a:lnTo>
                        <a:pt x="5191" y="93"/>
                      </a:lnTo>
                      <a:lnTo>
                        <a:pt x="5196" y="97"/>
                      </a:lnTo>
                      <a:lnTo>
                        <a:pt x="5198" y="101"/>
                      </a:lnTo>
                      <a:lnTo>
                        <a:pt x="5200" y="104"/>
                      </a:lnTo>
                      <a:lnTo>
                        <a:pt x="5200" y="109"/>
                      </a:lnTo>
                      <a:lnTo>
                        <a:pt x="5198" y="114"/>
                      </a:lnTo>
                      <a:lnTo>
                        <a:pt x="5195" y="118"/>
                      </a:lnTo>
                      <a:lnTo>
                        <a:pt x="5192" y="123"/>
                      </a:lnTo>
                      <a:lnTo>
                        <a:pt x="5188" y="127"/>
                      </a:lnTo>
                      <a:lnTo>
                        <a:pt x="5181" y="139"/>
                      </a:lnTo>
                      <a:lnTo>
                        <a:pt x="5173" y="153"/>
                      </a:lnTo>
                      <a:lnTo>
                        <a:pt x="5169" y="161"/>
                      </a:lnTo>
                      <a:lnTo>
                        <a:pt x="5164" y="168"/>
                      </a:lnTo>
                      <a:lnTo>
                        <a:pt x="5159" y="174"/>
                      </a:lnTo>
                      <a:lnTo>
                        <a:pt x="5152" y="180"/>
                      </a:lnTo>
                      <a:lnTo>
                        <a:pt x="5144" y="185"/>
                      </a:lnTo>
                      <a:lnTo>
                        <a:pt x="5137" y="190"/>
                      </a:lnTo>
                      <a:lnTo>
                        <a:pt x="5129" y="194"/>
                      </a:lnTo>
                      <a:lnTo>
                        <a:pt x="5125" y="200"/>
                      </a:lnTo>
                      <a:lnTo>
                        <a:pt x="5114" y="215"/>
                      </a:lnTo>
                      <a:lnTo>
                        <a:pt x="5103" y="227"/>
                      </a:lnTo>
                      <a:lnTo>
                        <a:pt x="5099" y="230"/>
                      </a:lnTo>
                      <a:lnTo>
                        <a:pt x="5094" y="233"/>
                      </a:lnTo>
                      <a:lnTo>
                        <a:pt x="5087" y="235"/>
                      </a:lnTo>
                      <a:lnTo>
                        <a:pt x="5080" y="237"/>
                      </a:lnTo>
                      <a:lnTo>
                        <a:pt x="5061" y="241"/>
                      </a:lnTo>
                      <a:lnTo>
                        <a:pt x="5036" y="243"/>
                      </a:lnTo>
                      <a:lnTo>
                        <a:pt x="5011" y="246"/>
                      </a:lnTo>
                      <a:lnTo>
                        <a:pt x="4989" y="244"/>
                      </a:lnTo>
                      <a:lnTo>
                        <a:pt x="4973" y="242"/>
                      </a:lnTo>
                      <a:lnTo>
                        <a:pt x="4958" y="238"/>
                      </a:lnTo>
                      <a:lnTo>
                        <a:pt x="4943" y="234"/>
                      </a:lnTo>
                      <a:lnTo>
                        <a:pt x="4924" y="228"/>
                      </a:lnTo>
                      <a:lnTo>
                        <a:pt x="4914" y="225"/>
                      </a:lnTo>
                      <a:lnTo>
                        <a:pt x="4905" y="223"/>
                      </a:lnTo>
                      <a:lnTo>
                        <a:pt x="4896" y="223"/>
                      </a:lnTo>
                      <a:lnTo>
                        <a:pt x="4888" y="223"/>
                      </a:lnTo>
                      <a:lnTo>
                        <a:pt x="4879" y="225"/>
                      </a:lnTo>
                      <a:lnTo>
                        <a:pt x="4869" y="227"/>
                      </a:lnTo>
                      <a:lnTo>
                        <a:pt x="4864" y="229"/>
                      </a:lnTo>
                      <a:lnTo>
                        <a:pt x="4860" y="230"/>
                      </a:lnTo>
                      <a:lnTo>
                        <a:pt x="4855" y="233"/>
                      </a:lnTo>
                      <a:lnTo>
                        <a:pt x="4850" y="236"/>
                      </a:lnTo>
                      <a:lnTo>
                        <a:pt x="4843" y="242"/>
                      </a:lnTo>
                      <a:lnTo>
                        <a:pt x="4837" y="250"/>
                      </a:lnTo>
                      <a:lnTo>
                        <a:pt x="4832" y="260"/>
                      </a:lnTo>
                      <a:lnTo>
                        <a:pt x="4828" y="268"/>
                      </a:lnTo>
                      <a:lnTo>
                        <a:pt x="4824" y="276"/>
                      </a:lnTo>
                      <a:lnTo>
                        <a:pt x="4819" y="281"/>
                      </a:lnTo>
                      <a:lnTo>
                        <a:pt x="4814" y="286"/>
                      </a:lnTo>
                      <a:lnTo>
                        <a:pt x="4810" y="290"/>
                      </a:lnTo>
                      <a:lnTo>
                        <a:pt x="4805" y="293"/>
                      </a:lnTo>
                      <a:lnTo>
                        <a:pt x="4800" y="297"/>
                      </a:lnTo>
                      <a:lnTo>
                        <a:pt x="4794" y="301"/>
                      </a:lnTo>
                      <a:lnTo>
                        <a:pt x="4789" y="309"/>
                      </a:lnTo>
                      <a:lnTo>
                        <a:pt x="4781" y="322"/>
                      </a:lnTo>
                      <a:lnTo>
                        <a:pt x="4774" y="338"/>
                      </a:lnTo>
                      <a:lnTo>
                        <a:pt x="4765" y="356"/>
                      </a:lnTo>
                      <a:lnTo>
                        <a:pt x="4754" y="373"/>
                      </a:lnTo>
                      <a:lnTo>
                        <a:pt x="4753" y="374"/>
                      </a:lnTo>
                      <a:lnTo>
                        <a:pt x="4753" y="376"/>
                      </a:lnTo>
                      <a:lnTo>
                        <a:pt x="4754" y="378"/>
                      </a:lnTo>
                      <a:lnTo>
                        <a:pt x="4755" y="380"/>
                      </a:lnTo>
                      <a:lnTo>
                        <a:pt x="4757" y="382"/>
                      </a:lnTo>
                      <a:lnTo>
                        <a:pt x="4759" y="386"/>
                      </a:lnTo>
                      <a:lnTo>
                        <a:pt x="4757" y="402"/>
                      </a:lnTo>
                      <a:lnTo>
                        <a:pt x="4755" y="424"/>
                      </a:lnTo>
                      <a:lnTo>
                        <a:pt x="4751" y="448"/>
                      </a:lnTo>
                      <a:lnTo>
                        <a:pt x="4749" y="465"/>
                      </a:lnTo>
                      <a:lnTo>
                        <a:pt x="4745" y="485"/>
                      </a:lnTo>
                      <a:lnTo>
                        <a:pt x="4740" y="512"/>
                      </a:lnTo>
                      <a:lnTo>
                        <a:pt x="4737" y="527"/>
                      </a:lnTo>
                      <a:lnTo>
                        <a:pt x="4734" y="545"/>
                      </a:lnTo>
                      <a:lnTo>
                        <a:pt x="4731" y="563"/>
                      </a:lnTo>
                      <a:lnTo>
                        <a:pt x="4729" y="581"/>
                      </a:lnTo>
                      <a:lnTo>
                        <a:pt x="4728" y="610"/>
                      </a:lnTo>
                      <a:lnTo>
                        <a:pt x="4729" y="627"/>
                      </a:lnTo>
                      <a:lnTo>
                        <a:pt x="4731" y="635"/>
                      </a:lnTo>
                      <a:lnTo>
                        <a:pt x="4732" y="643"/>
                      </a:lnTo>
                      <a:lnTo>
                        <a:pt x="4731" y="654"/>
                      </a:lnTo>
                      <a:lnTo>
                        <a:pt x="4729" y="670"/>
                      </a:lnTo>
                      <a:lnTo>
                        <a:pt x="4724" y="688"/>
                      </a:lnTo>
                      <a:lnTo>
                        <a:pt x="4719" y="703"/>
                      </a:lnTo>
                      <a:lnTo>
                        <a:pt x="4716" y="710"/>
                      </a:lnTo>
                      <a:lnTo>
                        <a:pt x="4711" y="719"/>
                      </a:lnTo>
                      <a:lnTo>
                        <a:pt x="4705" y="726"/>
                      </a:lnTo>
                      <a:lnTo>
                        <a:pt x="4698" y="734"/>
                      </a:lnTo>
                      <a:lnTo>
                        <a:pt x="4682" y="750"/>
                      </a:lnTo>
                      <a:lnTo>
                        <a:pt x="4669" y="761"/>
                      </a:lnTo>
                      <a:lnTo>
                        <a:pt x="4663" y="766"/>
                      </a:lnTo>
                      <a:lnTo>
                        <a:pt x="4658" y="770"/>
                      </a:lnTo>
                      <a:lnTo>
                        <a:pt x="4652" y="773"/>
                      </a:lnTo>
                      <a:lnTo>
                        <a:pt x="4646" y="775"/>
                      </a:lnTo>
                      <a:lnTo>
                        <a:pt x="4640" y="776"/>
                      </a:lnTo>
                      <a:lnTo>
                        <a:pt x="4633" y="777"/>
                      </a:lnTo>
                      <a:lnTo>
                        <a:pt x="4627" y="777"/>
                      </a:lnTo>
                      <a:lnTo>
                        <a:pt x="4619" y="776"/>
                      </a:lnTo>
                      <a:lnTo>
                        <a:pt x="4614" y="776"/>
                      </a:lnTo>
                      <a:lnTo>
                        <a:pt x="4608" y="776"/>
                      </a:lnTo>
                      <a:lnTo>
                        <a:pt x="4602" y="777"/>
                      </a:lnTo>
                      <a:lnTo>
                        <a:pt x="4597" y="778"/>
                      </a:lnTo>
                      <a:lnTo>
                        <a:pt x="4589" y="782"/>
                      </a:lnTo>
                      <a:lnTo>
                        <a:pt x="4580" y="786"/>
                      </a:lnTo>
                      <a:lnTo>
                        <a:pt x="4573" y="792"/>
                      </a:lnTo>
                      <a:lnTo>
                        <a:pt x="4565" y="796"/>
                      </a:lnTo>
                      <a:lnTo>
                        <a:pt x="4560" y="798"/>
                      </a:lnTo>
                      <a:lnTo>
                        <a:pt x="4555" y="799"/>
                      </a:lnTo>
                      <a:lnTo>
                        <a:pt x="4551" y="801"/>
                      </a:lnTo>
                      <a:lnTo>
                        <a:pt x="4546" y="801"/>
                      </a:lnTo>
                      <a:lnTo>
                        <a:pt x="4537" y="802"/>
                      </a:lnTo>
                      <a:lnTo>
                        <a:pt x="4527" y="805"/>
                      </a:lnTo>
                      <a:lnTo>
                        <a:pt x="4515" y="811"/>
                      </a:lnTo>
                      <a:lnTo>
                        <a:pt x="4502" y="817"/>
                      </a:lnTo>
                      <a:lnTo>
                        <a:pt x="4489" y="823"/>
                      </a:lnTo>
                      <a:lnTo>
                        <a:pt x="4476" y="827"/>
                      </a:lnTo>
                      <a:lnTo>
                        <a:pt x="4470" y="828"/>
                      </a:lnTo>
                      <a:lnTo>
                        <a:pt x="4464" y="829"/>
                      </a:lnTo>
                      <a:lnTo>
                        <a:pt x="4458" y="828"/>
                      </a:lnTo>
                      <a:lnTo>
                        <a:pt x="4453" y="827"/>
                      </a:lnTo>
                      <a:lnTo>
                        <a:pt x="4449" y="824"/>
                      </a:lnTo>
                      <a:lnTo>
                        <a:pt x="4444" y="820"/>
                      </a:lnTo>
                      <a:lnTo>
                        <a:pt x="4438" y="814"/>
                      </a:lnTo>
                      <a:lnTo>
                        <a:pt x="4432" y="807"/>
                      </a:lnTo>
                      <a:lnTo>
                        <a:pt x="4421" y="791"/>
                      </a:lnTo>
                      <a:lnTo>
                        <a:pt x="4415" y="779"/>
                      </a:lnTo>
                      <a:lnTo>
                        <a:pt x="4411" y="766"/>
                      </a:lnTo>
                      <a:lnTo>
                        <a:pt x="4408" y="755"/>
                      </a:lnTo>
                      <a:lnTo>
                        <a:pt x="4407" y="751"/>
                      </a:lnTo>
                      <a:lnTo>
                        <a:pt x="4403" y="747"/>
                      </a:lnTo>
                      <a:lnTo>
                        <a:pt x="4397" y="745"/>
                      </a:lnTo>
                      <a:lnTo>
                        <a:pt x="4390" y="745"/>
                      </a:lnTo>
                      <a:lnTo>
                        <a:pt x="4378" y="744"/>
                      </a:lnTo>
                      <a:lnTo>
                        <a:pt x="4369" y="742"/>
                      </a:lnTo>
                      <a:lnTo>
                        <a:pt x="4359" y="740"/>
                      </a:lnTo>
                      <a:lnTo>
                        <a:pt x="4352" y="736"/>
                      </a:lnTo>
                      <a:lnTo>
                        <a:pt x="4339" y="731"/>
                      </a:lnTo>
                      <a:lnTo>
                        <a:pt x="4323" y="723"/>
                      </a:lnTo>
                      <a:lnTo>
                        <a:pt x="4304" y="716"/>
                      </a:lnTo>
                      <a:lnTo>
                        <a:pt x="4285" y="713"/>
                      </a:lnTo>
                      <a:lnTo>
                        <a:pt x="4277" y="712"/>
                      </a:lnTo>
                      <a:lnTo>
                        <a:pt x="4269" y="710"/>
                      </a:lnTo>
                      <a:lnTo>
                        <a:pt x="4260" y="710"/>
                      </a:lnTo>
                      <a:lnTo>
                        <a:pt x="4253" y="713"/>
                      </a:lnTo>
                      <a:lnTo>
                        <a:pt x="4247" y="714"/>
                      </a:lnTo>
                      <a:lnTo>
                        <a:pt x="4243" y="714"/>
                      </a:lnTo>
                      <a:lnTo>
                        <a:pt x="4237" y="714"/>
                      </a:lnTo>
                      <a:lnTo>
                        <a:pt x="4232" y="713"/>
                      </a:lnTo>
                      <a:lnTo>
                        <a:pt x="4224" y="709"/>
                      </a:lnTo>
                      <a:lnTo>
                        <a:pt x="4218" y="703"/>
                      </a:lnTo>
                      <a:lnTo>
                        <a:pt x="4213" y="698"/>
                      </a:lnTo>
                      <a:lnTo>
                        <a:pt x="4206" y="696"/>
                      </a:lnTo>
                      <a:lnTo>
                        <a:pt x="4197" y="695"/>
                      </a:lnTo>
                      <a:lnTo>
                        <a:pt x="4187" y="694"/>
                      </a:lnTo>
                      <a:lnTo>
                        <a:pt x="4176" y="693"/>
                      </a:lnTo>
                      <a:lnTo>
                        <a:pt x="4168" y="690"/>
                      </a:lnTo>
                      <a:lnTo>
                        <a:pt x="4162" y="687"/>
                      </a:lnTo>
                      <a:lnTo>
                        <a:pt x="4153" y="679"/>
                      </a:lnTo>
                      <a:lnTo>
                        <a:pt x="4144" y="671"/>
                      </a:lnTo>
                      <a:lnTo>
                        <a:pt x="4132" y="664"/>
                      </a:lnTo>
                      <a:lnTo>
                        <a:pt x="4121" y="657"/>
                      </a:lnTo>
                      <a:lnTo>
                        <a:pt x="4110" y="651"/>
                      </a:lnTo>
                      <a:lnTo>
                        <a:pt x="4101" y="641"/>
                      </a:lnTo>
                      <a:lnTo>
                        <a:pt x="4093" y="631"/>
                      </a:lnTo>
                      <a:lnTo>
                        <a:pt x="4081" y="619"/>
                      </a:lnTo>
                      <a:lnTo>
                        <a:pt x="4069" y="607"/>
                      </a:lnTo>
                      <a:lnTo>
                        <a:pt x="4061" y="596"/>
                      </a:lnTo>
                      <a:lnTo>
                        <a:pt x="4050" y="584"/>
                      </a:lnTo>
                      <a:lnTo>
                        <a:pt x="4044" y="580"/>
                      </a:lnTo>
                      <a:lnTo>
                        <a:pt x="4039" y="576"/>
                      </a:lnTo>
                      <a:lnTo>
                        <a:pt x="4033" y="572"/>
                      </a:lnTo>
                      <a:lnTo>
                        <a:pt x="4029" y="570"/>
                      </a:lnTo>
                      <a:lnTo>
                        <a:pt x="4019" y="567"/>
                      </a:lnTo>
                      <a:lnTo>
                        <a:pt x="4013" y="562"/>
                      </a:lnTo>
                      <a:lnTo>
                        <a:pt x="4010" y="557"/>
                      </a:lnTo>
                      <a:lnTo>
                        <a:pt x="4006" y="552"/>
                      </a:lnTo>
                      <a:lnTo>
                        <a:pt x="4003" y="546"/>
                      </a:lnTo>
                      <a:lnTo>
                        <a:pt x="3997" y="540"/>
                      </a:lnTo>
                      <a:lnTo>
                        <a:pt x="3993" y="537"/>
                      </a:lnTo>
                      <a:lnTo>
                        <a:pt x="3988" y="534"/>
                      </a:lnTo>
                      <a:lnTo>
                        <a:pt x="3982" y="533"/>
                      </a:lnTo>
                      <a:lnTo>
                        <a:pt x="3975" y="532"/>
                      </a:lnTo>
                      <a:lnTo>
                        <a:pt x="3968" y="532"/>
                      </a:lnTo>
                      <a:lnTo>
                        <a:pt x="3963" y="534"/>
                      </a:lnTo>
                      <a:lnTo>
                        <a:pt x="3959" y="538"/>
                      </a:lnTo>
                      <a:lnTo>
                        <a:pt x="3955" y="543"/>
                      </a:lnTo>
                      <a:lnTo>
                        <a:pt x="3948" y="557"/>
                      </a:lnTo>
                      <a:lnTo>
                        <a:pt x="3938" y="574"/>
                      </a:lnTo>
                      <a:lnTo>
                        <a:pt x="3929" y="586"/>
                      </a:lnTo>
                      <a:lnTo>
                        <a:pt x="3918" y="601"/>
                      </a:lnTo>
                      <a:lnTo>
                        <a:pt x="3905" y="619"/>
                      </a:lnTo>
                      <a:lnTo>
                        <a:pt x="3892" y="637"/>
                      </a:lnTo>
                      <a:lnTo>
                        <a:pt x="3884" y="646"/>
                      </a:lnTo>
                      <a:lnTo>
                        <a:pt x="3874" y="656"/>
                      </a:lnTo>
                      <a:lnTo>
                        <a:pt x="3866" y="665"/>
                      </a:lnTo>
                      <a:lnTo>
                        <a:pt x="3859" y="673"/>
                      </a:lnTo>
                      <a:lnTo>
                        <a:pt x="3842" y="701"/>
                      </a:lnTo>
                      <a:lnTo>
                        <a:pt x="3824" y="732"/>
                      </a:lnTo>
                      <a:lnTo>
                        <a:pt x="3810" y="759"/>
                      </a:lnTo>
                      <a:lnTo>
                        <a:pt x="3802" y="776"/>
                      </a:lnTo>
                      <a:lnTo>
                        <a:pt x="3791" y="794"/>
                      </a:lnTo>
                      <a:lnTo>
                        <a:pt x="3770" y="822"/>
                      </a:lnTo>
                      <a:lnTo>
                        <a:pt x="3748" y="854"/>
                      </a:lnTo>
                      <a:lnTo>
                        <a:pt x="3730" y="878"/>
                      </a:lnTo>
                      <a:lnTo>
                        <a:pt x="3717" y="897"/>
                      </a:lnTo>
                      <a:lnTo>
                        <a:pt x="3701" y="918"/>
                      </a:lnTo>
                      <a:lnTo>
                        <a:pt x="3684" y="940"/>
                      </a:lnTo>
                      <a:lnTo>
                        <a:pt x="3670" y="959"/>
                      </a:lnTo>
                      <a:lnTo>
                        <a:pt x="3661" y="975"/>
                      </a:lnTo>
                      <a:lnTo>
                        <a:pt x="3654" y="990"/>
                      </a:lnTo>
                      <a:lnTo>
                        <a:pt x="3651" y="997"/>
                      </a:lnTo>
                      <a:lnTo>
                        <a:pt x="3645" y="1003"/>
                      </a:lnTo>
                      <a:lnTo>
                        <a:pt x="3639" y="1007"/>
                      </a:lnTo>
                      <a:lnTo>
                        <a:pt x="3630" y="1012"/>
                      </a:lnTo>
                      <a:lnTo>
                        <a:pt x="3623" y="1016"/>
                      </a:lnTo>
                      <a:lnTo>
                        <a:pt x="3617" y="1021"/>
                      </a:lnTo>
                      <a:lnTo>
                        <a:pt x="3615" y="1025"/>
                      </a:lnTo>
                      <a:lnTo>
                        <a:pt x="3613" y="1030"/>
                      </a:lnTo>
                      <a:lnTo>
                        <a:pt x="3611" y="1044"/>
                      </a:lnTo>
                      <a:lnTo>
                        <a:pt x="3608" y="1061"/>
                      </a:lnTo>
                      <a:lnTo>
                        <a:pt x="3604" y="1072"/>
                      </a:lnTo>
                      <a:lnTo>
                        <a:pt x="3600" y="1082"/>
                      </a:lnTo>
                      <a:lnTo>
                        <a:pt x="3594" y="1093"/>
                      </a:lnTo>
                      <a:lnTo>
                        <a:pt x="3586" y="1104"/>
                      </a:lnTo>
                      <a:lnTo>
                        <a:pt x="3581" y="1116"/>
                      </a:lnTo>
                      <a:lnTo>
                        <a:pt x="3575" y="1128"/>
                      </a:lnTo>
                      <a:lnTo>
                        <a:pt x="3569" y="1141"/>
                      </a:lnTo>
                      <a:lnTo>
                        <a:pt x="3564" y="1154"/>
                      </a:lnTo>
                      <a:lnTo>
                        <a:pt x="3560" y="1164"/>
                      </a:lnTo>
                      <a:lnTo>
                        <a:pt x="3560" y="1174"/>
                      </a:lnTo>
                      <a:lnTo>
                        <a:pt x="3561" y="1181"/>
                      </a:lnTo>
                      <a:lnTo>
                        <a:pt x="3564" y="1187"/>
                      </a:lnTo>
                      <a:lnTo>
                        <a:pt x="3572" y="1194"/>
                      </a:lnTo>
                      <a:lnTo>
                        <a:pt x="3582" y="1201"/>
                      </a:lnTo>
                      <a:lnTo>
                        <a:pt x="3586" y="1207"/>
                      </a:lnTo>
                      <a:lnTo>
                        <a:pt x="3591" y="1214"/>
                      </a:lnTo>
                      <a:lnTo>
                        <a:pt x="3595" y="1224"/>
                      </a:lnTo>
                      <a:lnTo>
                        <a:pt x="3598" y="1235"/>
                      </a:lnTo>
                      <a:lnTo>
                        <a:pt x="3605" y="1259"/>
                      </a:lnTo>
                      <a:lnTo>
                        <a:pt x="3610" y="1286"/>
                      </a:lnTo>
                      <a:lnTo>
                        <a:pt x="3611" y="1297"/>
                      </a:lnTo>
                      <a:lnTo>
                        <a:pt x="3610" y="1306"/>
                      </a:lnTo>
                      <a:lnTo>
                        <a:pt x="3608" y="1313"/>
                      </a:lnTo>
                      <a:lnTo>
                        <a:pt x="3603" y="1317"/>
                      </a:lnTo>
                      <a:lnTo>
                        <a:pt x="3598" y="1320"/>
                      </a:lnTo>
                      <a:lnTo>
                        <a:pt x="3594" y="1321"/>
                      </a:lnTo>
                      <a:lnTo>
                        <a:pt x="3588" y="1320"/>
                      </a:lnTo>
                      <a:lnTo>
                        <a:pt x="3582" y="1320"/>
                      </a:lnTo>
                      <a:lnTo>
                        <a:pt x="3573" y="1317"/>
                      </a:lnTo>
                      <a:lnTo>
                        <a:pt x="3565" y="1311"/>
                      </a:lnTo>
                      <a:lnTo>
                        <a:pt x="3553" y="1303"/>
                      </a:lnTo>
                      <a:lnTo>
                        <a:pt x="3534" y="1294"/>
                      </a:lnTo>
                      <a:lnTo>
                        <a:pt x="3523" y="1290"/>
                      </a:lnTo>
                      <a:lnTo>
                        <a:pt x="3514" y="1287"/>
                      </a:lnTo>
                      <a:lnTo>
                        <a:pt x="3507" y="1286"/>
                      </a:lnTo>
                      <a:lnTo>
                        <a:pt x="3501" y="1284"/>
                      </a:lnTo>
                      <a:lnTo>
                        <a:pt x="3489" y="1284"/>
                      </a:lnTo>
                      <a:lnTo>
                        <a:pt x="3476" y="1282"/>
                      </a:lnTo>
                      <a:lnTo>
                        <a:pt x="3468" y="1280"/>
                      </a:lnTo>
                      <a:lnTo>
                        <a:pt x="3460" y="1275"/>
                      </a:lnTo>
                      <a:lnTo>
                        <a:pt x="3452" y="1268"/>
                      </a:lnTo>
                      <a:lnTo>
                        <a:pt x="3445" y="1261"/>
                      </a:lnTo>
                      <a:lnTo>
                        <a:pt x="3430" y="1243"/>
                      </a:lnTo>
                      <a:lnTo>
                        <a:pt x="3416" y="1225"/>
                      </a:lnTo>
                      <a:lnTo>
                        <a:pt x="3409" y="1217"/>
                      </a:lnTo>
                      <a:lnTo>
                        <a:pt x="3402" y="1210"/>
                      </a:lnTo>
                      <a:lnTo>
                        <a:pt x="3395" y="1204"/>
                      </a:lnTo>
                      <a:lnTo>
                        <a:pt x="3388" y="1199"/>
                      </a:lnTo>
                      <a:lnTo>
                        <a:pt x="3381" y="1195"/>
                      </a:lnTo>
                      <a:lnTo>
                        <a:pt x="3374" y="1193"/>
                      </a:lnTo>
                      <a:lnTo>
                        <a:pt x="3367" y="1192"/>
                      </a:lnTo>
                      <a:lnTo>
                        <a:pt x="3358" y="1192"/>
                      </a:lnTo>
                      <a:lnTo>
                        <a:pt x="3344" y="1194"/>
                      </a:lnTo>
                      <a:lnTo>
                        <a:pt x="3332" y="1198"/>
                      </a:lnTo>
                      <a:lnTo>
                        <a:pt x="3320" y="1204"/>
                      </a:lnTo>
                      <a:lnTo>
                        <a:pt x="3307" y="1210"/>
                      </a:lnTo>
                      <a:lnTo>
                        <a:pt x="3299" y="1212"/>
                      </a:lnTo>
                      <a:lnTo>
                        <a:pt x="3290" y="1214"/>
                      </a:lnTo>
                      <a:lnTo>
                        <a:pt x="3282" y="1214"/>
                      </a:lnTo>
                      <a:lnTo>
                        <a:pt x="3273" y="1215"/>
                      </a:lnTo>
                      <a:lnTo>
                        <a:pt x="3254" y="1213"/>
                      </a:lnTo>
                      <a:lnTo>
                        <a:pt x="3233" y="1211"/>
                      </a:lnTo>
                      <a:lnTo>
                        <a:pt x="3219" y="1207"/>
                      </a:lnTo>
                      <a:lnTo>
                        <a:pt x="3210" y="1206"/>
                      </a:lnTo>
                      <a:lnTo>
                        <a:pt x="3202" y="1206"/>
                      </a:lnTo>
                      <a:lnTo>
                        <a:pt x="3193" y="1210"/>
                      </a:lnTo>
                      <a:lnTo>
                        <a:pt x="3180" y="1213"/>
                      </a:lnTo>
                      <a:lnTo>
                        <a:pt x="3166" y="1214"/>
                      </a:lnTo>
                      <a:lnTo>
                        <a:pt x="3149" y="1215"/>
                      </a:lnTo>
                      <a:lnTo>
                        <a:pt x="3132" y="1215"/>
                      </a:lnTo>
                      <a:lnTo>
                        <a:pt x="3117" y="1217"/>
                      </a:lnTo>
                      <a:lnTo>
                        <a:pt x="3106" y="1217"/>
                      </a:lnTo>
                      <a:lnTo>
                        <a:pt x="3101" y="1217"/>
                      </a:lnTo>
                      <a:lnTo>
                        <a:pt x="3097" y="1215"/>
                      </a:lnTo>
                      <a:lnTo>
                        <a:pt x="3092" y="1213"/>
                      </a:lnTo>
                      <a:lnTo>
                        <a:pt x="3086" y="1210"/>
                      </a:lnTo>
                      <a:lnTo>
                        <a:pt x="3075" y="1201"/>
                      </a:lnTo>
                      <a:lnTo>
                        <a:pt x="3067" y="1194"/>
                      </a:lnTo>
                      <a:lnTo>
                        <a:pt x="3063" y="1193"/>
                      </a:lnTo>
                      <a:lnTo>
                        <a:pt x="3060" y="1192"/>
                      </a:lnTo>
                      <a:lnTo>
                        <a:pt x="3057" y="1192"/>
                      </a:lnTo>
                      <a:lnTo>
                        <a:pt x="3055" y="1192"/>
                      </a:lnTo>
                      <a:lnTo>
                        <a:pt x="3054" y="1198"/>
                      </a:lnTo>
                      <a:lnTo>
                        <a:pt x="3053" y="1204"/>
                      </a:lnTo>
                      <a:lnTo>
                        <a:pt x="3052" y="1206"/>
                      </a:lnTo>
                      <a:lnTo>
                        <a:pt x="3050" y="1208"/>
                      </a:lnTo>
                      <a:lnTo>
                        <a:pt x="3048" y="1210"/>
                      </a:lnTo>
                      <a:lnTo>
                        <a:pt x="3043" y="1210"/>
                      </a:lnTo>
                      <a:lnTo>
                        <a:pt x="3033" y="1208"/>
                      </a:lnTo>
                      <a:lnTo>
                        <a:pt x="3022" y="1205"/>
                      </a:lnTo>
                      <a:lnTo>
                        <a:pt x="3010" y="1201"/>
                      </a:lnTo>
                      <a:lnTo>
                        <a:pt x="2998" y="1196"/>
                      </a:lnTo>
                      <a:lnTo>
                        <a:pt x="2992" y="1193"/>
                      </a:lnTo>
                      <a:lnTo>
                        <a:pt x="2987" y="1192"/>
                      </a:lnTo>
                      <a:lnTo>
                        <a:pt x="2983" y="1191"/>
                      </a:lnTo>
                      <a:lnTo>
                        <a:pt x="2979" y="1191"/>
                      </a:lnTo>
                      <a:lnTo>
                        <a:pt x="2975" y="1191"/>
                      </a:lnTo>
                      <a:lnTo>
                        <a:pt x="2972" y="1193"/>
                      </a:lnTo>
                      <a:lnTo>
                        <a:pt x="2969" y="1196"/>
                      </a:lnTo>
                      <a:lnTo>
                        <a:pt x="2966" y="1201"/>
                      </a:lnTo>
                      <a:lnTo>
                        <a:pt x="2964" y="1205"/>
                      </a:lnTo>
                      <a:lnTo>
                        <a:pt x="2960" y="1208"/>
                      </a:lnTo>
                      <a:lnTo>
                        <a:pt x="2955" y="1210"/>
                      </a:lnTo>
                      <a:lnTo>
                        <a:pt x="2952" y="1210"/>
                      </a:lnTo>
                      <a:lnTo>
                        <a:pt x="2947" y="1210"/>
                      </a:lnTo>
                      <a:lnTo>
                        <a:pt x="2942" y="1208"/>
                      </a:lnTo>
                      <a:lnTo>
                        <a:pt x="2939" y="1206"/>
                      </a:lnTo>
                      <a:lnTo>
                        <a:pt x="2935" y="1204"/>
                      </a:lnTo>
                      <a:lnTo>
                        <a:pt x="2931" y="1201"/>
                      </a:lnTo>
                      <a:lnTo>
                        <a:pt x="2928" y="1200"/>
                      </a:lnTo>
                      <a:lnTo>
                        <a:pt x="2923" y="1200"/>
                      </a:lnTo>
                      <a:lnTo>
                        <a:pt x="2918" y="1200"/>
                      </a:lnTo>
                      <a:lnTo>
                        <a:pt x="2908" y="1202"/>
                      </a:lnTo>
                      <a:lnTo>
                        <a:pt x="2897" y="1207"/>
                      </a:lnTo>
                      <a:lnTo>
                        <a:pt x="2892" y="1208"/>
                      </a:lnTo>
                      <a:lnTo>
                        <a:pt x="2889" y="1208"/>
                      </a:lnTo>
                      <a:lnTo>
                        <a:pt x="2885" y="1206"/>
                      </a:lnTo>
                      <a:lnTo>
                        <a:pt x="2883" y="1204"/>
                      </a:lnTo>
                      <a:lnTo>
                        <a:pt x="2876" y="1196"/>
                      </a:lnTo>
                      <a:lnTo>
                        <a:pt x="2867" y="1189"/>
                      </a:lnTo>
                      <a:lnTo>
                        <a:pt x="2864" y="1188"/>
                      </a:lnTo>
                      <a:lnTo>
                        <a:pt x="2860" y="1188"/>
                      </a:lnTo>
                      <a:lnTo>
                        <a:pt x="2858" y="1189"/>
                      </a:lnTo>
                      <a:lnTo>
                        <a:pt x="2854" y="1192"/>
                      </a:lnTo>
                      <a:lnTo>
                        <a:pt x="2846" y="1198"/>
                      </a:lnTo>
                      <a:lnTo>
                        <a:pt x="2838" y="1202"/>
                      </a:lnTo>
                      <a:lnTo>
                        <a:pt x="2828" y="1205"/>
                      </a:lnTo>
                      <a:lnTo>
                        <a:pt x="2819" y="1206"/>
                      </a:lnTo>
                      <a:lnTo>
                        <a:pt x="2809" y="1208"/>
                      </a:lnTo>
                      <a:lnTo>
                        <a:pt x="2801" y="1212"/>
                      </a:lnTo>
                      <a:lnTo>
                        <a:pt x="2788" y="1220"/>
                      </a:lnTo>
                      <a:lnTo>
                        <a:pt x="2779" y="1227"/>
                      </a:lnTo>
                      <a:lnTo>
                        <a:pt x="2778" y="1231"/>
                      </a:lnTo>
                      <a:lnTo>
                        <a:pt x="2778" y="1233"/>
                      </a:lnTo>
                      <a:lnTo>
                        <a:pt x="2780" y="1235"/>
                      </a:lnTo>
                      <a:lnTo>
                        <a:pt x="2785" y="1236"/>
                      </a:lnTo>
                      <a:lnTo>
                        <a:pt x="2789" y="1237"/>
                      </a:lnTo>
                      <a:lnTo>
                        <a:pt x="2792" y="1238"/>
                      </a:lnTo>
                      <a:lnTo>
                        <a:pt x="2795" y="1239"/>
                      </a:lnTo>
                      <a:lnTo>
                        <a:pt x="2795" y="1242"/>
                      </a:lnTo>
                      <a:lnTo>
                        <a:pt x="2795" y="1245"/>
                      </a:lnTo>
                      <a:lnTo>
                        <a:pt x="2791" y="1249"/>
                      </a:lnTo>
                      <a:lnTo>
                        <a:pt x="2789" y="1251"/>
                      </a:lnTo>
                      <a:lnTo>
                        <a:pt x="2788" y="1254"/>
                      </a:lnTo>
                      <a:lnTo>
                        <a:pt x="2786" y="1257"/>
                      </a:lnTo>
                      <a:lnTo>
                        <a:pt x="2786" y="1261"/>
                      </a:lnTo>
                      <a:lnTo>
                        <a:pt x="2788" y="1264"/>
                      </a:lnTo>
                      <a:lnTo>
                        <a:pt x="2789" y="1268"/>
                      </a:lnTo>
                      <a:lnTo>
                        <a:pt x="2790" y="1271"/>
                      </a:lnTo>
                      <a:lnTo>
                        <a:pt x="2794" y="1274"/>
                      </a:lnTo>
                      <a:lnTo>
                        <a:pt x="2800" y="1280"/>
                      </a:lnTo>
                      <a:lnTo>
                        <a:pt x="2808" y="1283"/>
                      </a:lnTo>
                      <a:lnTo>
                        <a:pt x="2813" y="1284"/>
                      </a:lnTo>
                      <a:lnTo>
                        <a:pt x="2817" y="1286"/>
                      </a:lnTo>
                      <a:lnTo>
                        <a:pt x="2824" y="1286"/>
                      </a:lnTo>
                      <a:lnTo>
                        <a:pt x="2830" y="1286"/>
                      </a:lnTo>
                      <a:lnTo>
                        <a:pt x="2842" y="1283"/>
                      </a:lnTo>
                      <a:lnTo>
                        <a:pt x="2848" y="1284"/>
                      </a:lnTo>
                      <a:lnTo>
                        <a:pt x="2849" y="1286"/>
                      </a:lnTo>
                      <a:lnTo>
                        <a:pt x="2851" y="1289"/>
                      </a:lnTo>
                      <a:lnTo>
                        <a:pt x="2851" y="1294"/>
                      </a:lnTo>
                      <a:lnTo>
                        <a:pt x="2851" y="1301"/>
                      </a:lnTo>
                      <a:lnTo>
                        <a:pt x="2852" y="1307"/>
                      </a:lnTo>
                      <a:lnTo>
                        <a:pt x="2852" y="1312"/>
                      </a:lnTo>
                      <a:lnTo>
                        <a:pt x="2854" y="1317"/>
                      </a:lnTo>
                      <a:lnTo>
                        <a:pt x="2857" y="1320"/>
                      </a:lnTo>
                      <a:lnTo>
                        <a:pt x="2867" y="1331"/>
                      </a:lnTo>
                      <a:lnTo>
                        <a:pt x="2878" y="1340"/>
                      </a:lnTo>
                      <a:lnTo>
                        <a:pt x="2882" y="1344"/>
                      </a:lnTo>
                      <a:lnTo>
                        <a:pt x="2884" y="1350"/>
                      </a:lnTo>
                      <a:lnTo>
                        <a:pt x="2886" y="1356"/>
                      </a:lnTo>
                      <a:lnTo>
                        <a:pt x="2887" y="1362"/>
                      </a:lnTo>
                      <a:lnTo>
                        <a:pt x="2889" y="1369"/>
                      </a:lnTo>
                      <a:lnTo>
                        <a:pt x="2887" y="1377"/>
                      </a:lnTo>
                      <a:lnTo>
                        <a:pt x="2886" y="1385"/>
                      </a:lnTo>
                      <a:lnTo>
                        <a:pt x="2884" y="1395"/>
                      </a:lnTo>
                      <a:lnTo>
                        <a:pt x="2877" y="1409"/>
                      </a:lnTo>
                      <a:lnTo>
                        <a:pt x="2868" y="1427"/>
                      </a:lnTo>
                      <a:lnTo>
                        <a:pt x="2863" y="1451"/>
                      </a:lnTo>
                      <a:lnTo>
                        <a:pt x="2858" y="1476"/>
                      </a:lnTo>
                      <a:lnTo>
                        <a:pt x="2854" y="1498"/>
                      </a:lnTo>
                      <a:lnTo>
                        <a:pt x="2852" y="1516"/>
                      </a:lnTo>
                      <a:lnTo>
                        <a:pt x="2848" y="1528"/>
                      </a:lnTo>
                      <a:lnTo>
                        <a:pt x="2842" y="1542"/>
                      </a:lnTo>
                      <a:lnTo>
                        <a:pt x="2839" y="1559"/>
                      </a:lnTo>
                      <a:lnTo>
                        <a:pt x="2836" y="1576"/>
                      </a:lnTo>
                      <a:lnTo>
                        <a:pt x="2834" y="1589"/>
                      </a:lnTo>
                      <a:lnTo>
                        <a:pt x="2832" y="1601"/>
                      </a:lnTo>
                      <a:lnTo>
                        <a:pt x="2832" y="1612"/>
                      </a:lnTo>
                      <a:lnTo>
                        <a:pt x="2832" y="1627"/>
                      </a:lnTo>
                      <a:lnTo>
                        <a:pt x="2832" y="1635"/>
                      </a:lnTo>
                      <a:lnTo>
                        <a:pt x="2832" y="1645"/>
                      </a:lnTo>
                      <a:lnTo>
                        <a:pt x="2830" y="1655"/>
                      </a:lnTo>
                      <a:lnTo>
                        <a:pt x="2829" y="1666"/>
                      </a:lnTo>
                      <a:lnTo>
                        <a:pt x="2829" y="1677"/>
                      </a:lnTo>
                      <a:lnTo>
                        <a:pt x="2829" y="1686"/>
                      </a:lnTo>
                      <a:lnTo>
                        <a:pt x="2830" y="1697"/>
                      </a:lnTo>
                      <a:lnTo>
                        <a:pt x="2830" y="1708"/>
                      </a:lnTo>
                      <a:lnTo>
                        <a:pt x="2830" y="1725"/>
                      </a:lnTo>
                      <a:lnTo>
                        <a:pt x="2830" y="1743"/>
                      </a:lnTo>
                      <a:lnTo>
                        <a:pt x="2830" y="1759"/>
                      </a:lnTo>
                      <a:lnTo>
                        <a:pt x="2832" y="1773"/>
                      </a:lnTo>
                      <a:lnTo>
                        <a:pt x="2836" y="1803"/>
                      </a:lnTo>
                      <a:lnTo>
                        <a:pt x="2842" y="1834"/>
                      </a:lnTo>
                      <a:lnTo>
                        <a:pt x="2847" y="1862"/>
                      </a:lnTo>
                      <a:lnTo>
                        <a:pt x="2849" y="1885"/>
                      </a:lnTo>
                      <a:lnTo>
                        <a:pt x="2849" y="1892"/>
                      </a:lnTo>
                      <a:lnTo>
                        <a:pt x="2849" y="1899"/>
                      </a:lnTo>
                      <a:lnTo>
                        <a:pt x="2848" y="1905"/>
                      </a:lnTo>
                      <a:lnTo>
                        <a:pt x="2846" y="1911"/>
                      </a:lnTo>
                      <a:lnTo>
                        <a:pt x="2843" y="1916"/>
                      </a:lnTo>
                      <a:lnTo>
                        <a:pt x="2840" y="1922"/>
                      </a:lnTo>
                      <a:lnTo>
                        <a:pt x="2835" y="1926"/>
                      </a:lnTo>
                      <a:lnTo>
                        <a:pt x="2829" y="1931"/>
                      </a:lnTo>
                      <a:lnTo>
                        <a:pt x="2824" y="1937"/>
                      </a:lnTo>
                      <a:lnTo>
                        <a:pt x="2820" y="1942"/>
                      </a:lnTo>
                      <a:lnTo>
                        <a:pt x="2816" y="1946"/>
                      </a:lnTo>
                      <a:lnTo>
                        <a:pt x="2815" y="1951"/>
                      </a:lnTo>
                      <a:lnTo>
                        <a:pt x="2819" y="1960"/>
                      </a:lnTo>
                      <a:lnTo>
                        <a:pt x="2824" y="1967"/>
                      </a:lnTo>
                      <a:lnTo>
                        <a:pt x="2827" y="1973"/>
                      </a:lnTo>
                      <a:lnTo>
                        <a:pt x="2828" y="1979"/>
                      </a:lnTo>
                      <a:lnTo>
                        <a:pt x="2829" y="1987"/>
                      </a:lnTo>
                      <a:lnTo>
                        <a:pt x="2829" y="1995"/>
                      </a:lnTo>
                      <a:lnTo>
                        <a:pt x="2828" y="2012"/>
                      </a:lnTo>
                      <a:lnTo>
                        <a:pt x="2824" y="2027"/>
                      </a:lnTo>
                      <a:lnTo>
                        <a:pt x="2822" y="2032"/>
                      </a:lnTo>
                      <a:lnTo>
                        <a:pt x="2819" y="2036"/>
                      </a:lnTo>
                      <a:lnTo>
                        <a:pt x="2814" y="2037"/>
                      </a:lnTo>
                      <a:lnTo>
                        <a:pt x="2809" y="2037"/>
                      </a:lnTo>
                      <a:lnTo>
                        <a:pt x="2798" y="2034"/>
                      </a:lnTo>
                      <a:lnTo>
                        <a:pt x="2788" y="2030"/>
                      </a:lnTo>
                      <a:lnTo>
                        <a:pt x="2783" y="2028"/>
                      </a:lnTo>
                      <a:lnTo>
                        <a:pt x="2777" y="2027"/>
                      </a:lnTo>
                      <a:lnTo>
                        <a:pt x="2772" y="2027"/>
                      </a:lnTo>
                      <a:lnTo>
                        <a:pt x="2766" y="2030"/>
                      </a:lnTo>
                      <a:lnTo>
                        <a:pt x="2756" y="2033"/>
                      </a:lnTo>
                      <a:lnTo>
                        <a:pt x="2745" y="2039"/>
                      </a:lnTo>
                      <a:lnTo>
                        <a:pt x="2739" y="2042"/>
                      </a:lnTo>
                      <a:lnTo>
                        <a:pt x="2732" y="2043"/>
                      </a:lnTo>
                      <a:lnTo>
                        <a:pt x="2723" y="2043"/>
                      </a:lnTo>
                      <a:lnTo>
                        <a:pt x="2716" y="2044"/>
                      </a:lnTo>
                      <a:lnTo>
                        <a:pt x="2708" y="2044"/>
                      </a:lnTo>
                      <a:lnTo>
                        <a:pt x="2701" y="2045"/>
                      </a:lnTo>
                      <a:lnTo>
                        <a:pt x="2695" y="2046"/>
                      </a:lnTo>
                      <a:lnTo>
                        <a:pt x="2689" y="2050"/>
                      </a:lnTo>
                      <a:lnTo>
                        <a:pt x="2684" y="2055"/>
                      </a:lnTo>
                      <a:lnTo>
                        <a:pt x="2682" y="2061"/>
                      </a:lnTo>
                      <a:lnTo>
                        <a:pt x="2682" y="2065"/>
                      </a:lnTo>
                      <a:lnTo>
                        <a:pt x="2682" y="2071"/>
                      </a:lnTo>
                      <a:lnTo>
                        <a:pt x="2684" y="2077"/>
                      </a:lnTo>
                      <a:lnTo>
                        <a:pt x="2687" y="2082"/>
                      </a:lnTo>
                      <a:lnTo>
                        <a:pt x="2690" y="2088"/>
                      </a:lnTo>
                      <a:lnTo>
                        <a:pt x="2695" y="2093"/>
                      </a:lnTo>
                      <a:lnTo>
                        <a:pt x="2702" y="2100"/>
                      </a:lnTo>
                      <a:lnTo>
                        <a:pt x="2712" y="2109"/>
                      </a:lnTo>
                      <a:lnTo>
                        <a:pt x="2722" y="2120"/>
                      </a:lnTo>
                      <a:lnTo>
                        <a:pt x="2732" y="2130"/>
                      </a:lnTo>
                      <a:lnTo>
                        <a:pt x="2737" y="2134"/>
                      </a:lnTo>
                      <a:lnTo>
                        <a:pt x="2738" y="2137"/>
                      </a:lnTo>
                      <a:lnTo>
                        <a:pt x="2734" y="2137"/>
                      </a:lnTo>
                      <a:lnTo>
                        <a:pt x="2726" y="2135"/>
                      </a:lnTo>
                      <a:lnTo>
                        <a:pt x="2714" y="2135"/>
                      </a:lnTo>
                      <a:lnTo>
                        <a:pt x="2698" y="2134"/>
                      </a:lnTo>
                      <a:lnTo>
                        <a:pt x="2683" y="2135"/>
                      </a:lnTo>
                      <a:lnTo>
                        <a:pt x="2672" y="2137"/>
                      </a:lnTo>
                      <a:lnTo>
                        <a:pt x="2658" y="2138"/>
                      </a:lnTo>
                      <a:lnTo>
                        <a:pt x="2645" y="2138"/>
                      </a:lnTo>
                      <a:lnTo>
                        <a:pt x="2635" y="2135"/>
                      </a:lnTo>
                      <a:lnTo>
                        <a:pt x="2628" y="2132"/>
                      </a:lnTo>
                      <a:lnTo>
                        <a:pt x="2625" y="2130"/>
                      </a:lnTo>
                      <a:lnTo>
                        <a:pt x="2620" y="2128"/>
                      </a:lnTo>
                      <a:lnTo>
                        <a:pt x="2618" y="2128"/>
                      </a:lnTo>
                      <a:lnTo>
                        <a:pt x="2616" y="2130"/>
                      </a:lnTo>
                      <a:lnTo>
                        <a:pt x="2615" y="2132"/>
                      </a:lnTo>
                      <a:lnTo>
                        <a:pt x="2613" y="2134"/>
                      </a:lnTo>
                      <a:lnTo>
                        <a:pt x="2608" y="2145"/>
                      </a:lnTo>
                      <a:lnTo>
                        <a:pt x="2600" y="2156"/>
                      </a:lnTo>
                      <a:lnTo>
                        <a:pt x="2587" y="2173"/>
                      </a:lnTo>
                      <a:lnTo>
                        <a:pt x="2574" y="2190"/>
                      </a:lnTo>
                      <a:lnTo>
                        <a:pt x="2569" y="2197"/>
                      </a:lnTo>
                      <a:lnTo>
                        <a:pt x="2565" y="2203"/>
                      </a:lnTo>
                      <a:lnTo>
                        <a:pt x="2563" y="2210"/>
                      </a:lnTo>
                      <a:lnTo>
                        <a:pt x="2561" y="2216"/>
                      </a:lnTo>
                      <a:lnTo>
                        <a:pt x="2559" y="2222"/>
                      </a:lnTo>
                      <a:lnTo>
                        <a:pt x="2559" y="2228"/>
                      </a:lnTo>
                      <a:lnTo>
                        <a:pt x="2561" y="2233"/>
                      </a:lnTo>
                      <a:lnTo>
                        <a:pt x="2563" y="2239"/>
                      </a:lnTo>
                      <a:lnTo>
                        <a:pt x="2565" y="2244"/>
                      </a:lnTo>
                      <a:lnTo>
                        <a:pt x="2565" y="2247"/>
                      </a:lnTo>
                      <a:lnTo>
                        <a:pt x="2565" y="2252"/>
                      </a:lnTo>
                      <a:lnTo>
                        <a:pt x="2564" y="2257"/>
                      </a:lnTo>
                      <a:lnTo>
                        <a:pt x="2561" y="2265"/>
                      </a:lnTo>
                      <a:lnTo>
                        <a:pt x="2556" y="2275"/>
                      </a:lnTo>
                      <a:lnTo>
                        <a:pt x="2556" y="2278"/>
                      </a:lnTo>
                      <a:lnTo>
                        <a:pt x="2558" y="2283"/>
                      </a:lnTo>
                      <a:lnTo>
                        <a:pt x="2561" y="2290"/>
                      </a:lnTo>
                      <a:lnTo>
                        <a:pt x="2565" y="2297"/>
                      </a:lnTo>
                      <a:lnTo>
                        <a:pt x="2569" y="2305"/>
                      </a:lnTo>
                      <a:lnTo>
                        <a:pt x="2574" y="2316"/>
                      </a:lnTo>
                      <a:lnTo>
                        <a:pt x="2577" y="2327"/>
                      </a:lnTo>
                      <a:lnTo>
                        <a:pt x="2581" y="2338"/>
                      </a:lnTo>
                      <a:lnTo>
                        <a:pt x="2582" y="2346"/>
                      </a:lnTo>
                      <a:lnTo>
                        <a:pt x="2582" y="2354"/>
                      </a:lnTo>
                      <a:lnTo>
                        <a:pt x="2581" y="2364"/>
                      </a:lnTo>
                      <a:lnTo>
                        <a:pt x="2580" y="2372"/>
                      </a:lnTo>
                      <a:lnTo>
                        <a:pt x="2577" y="2386"/>
                      </a:lnTo>
                      <a:lnTo>
                        <a:pt x="2576" y="2396"/>
                      </a:lnTo>
                      <a:lnTo>
                        <a:pt x="2576" y="2399"/>
                      </a:lnTo>
                      <a:lnTo>
                        <a:pt x="2575" y="2402"/>
                      </a:lnTo>
                      <a:lnTo>
                        <a:pt x="2572" y="2404"/>
                      </a:lnTo>
                      <a:lnTo>
                        <a:pt x="2570" y="2405"/>
                      </a:lnTo>
                      <a:lnTo>
                        <a:pt x="2564" y="2406"/>
                      </a:lnTo>
                      <a:lnTo>
                        <a:pt x="2557" y="2406"/>
                      </a:lnTo>
                      <a:lnTo>
                        <a:pt x="2542" y="2403"/>
                      </a:lnTo>
                      <a:lnTo>
                        <a:pt x="2528" y="2403"/>
                      </a:lnTo>
                      <a:lnTo>
                        <a:pt x="2519" y="2403"/>
                      </a:lnTo>
                      <a:lnTo>
                        <a:pt x="2513" y="2402"/>
                      </a:lnTo>
                      <a:lnTo>
                        <a:pt x="2509" y="2402"/>
                      </a:lnTo>
                      <a:lnTo>
                        <a:pt x="2507" y="2402"/>
                      </a:lnTo>
                      <a:lnTo>
                        <a:pt x="2505" y="2403"/>
                      </a:lnTo>
                      <a:lnTo>
                        <a:pt x="2502" y="2405"/>
                      </a:lnTo>
                      <a:lnTo>
                        <a:pt x="2500" y="2410"/>
                      </a:lnTo>
                      <a:lnTo>
                        <a:pt x="2499" y="2415"/>
                      </a:lnTo>
                      <a:lnTo>
                        <a:pt x="2498" y="2421"/>
                      </a:lnTo>
                      <a:lnTo>
                        <a:pt x="2498" y="2428"/>
                      </a:lnTo>
                      <a:lnTo>
                        <a:pt x="2496" y="2433"/>
                      </a:lnTo>
                      <a:lnTo>
                        <a:pt x="2494" y="2437"/>
                      </a:lnTo>
                      <a:lnTo>
                        <a:pt x="2492" y="2439"/>
                      </a:lnTo>
                      <a:lnTo>
                        <a:pt x="2489" y="2439"/>
                      </a:lnTo>
                      <a:lnTo>
                        <a:pt x="2487" y="2439"/>
                      </a:lnTo>
                      <a:lnTo>
                        <a:pt x="2483" y="2439"/>
                      </a:lnTo>
                      <a:lnTo>
                        <a:pt x="2471" y="2435"/>
                      </a:lnTo>
                      <a:lnTo>
                        <a:pt x="2462" y="2433"/>
                      </a:lnTo>
                      <a:lnTo>
                        <a:pt x="2452" y="2431"/>
                      </a:lnTo>
                      <a:lnTo>
                        <a:pt x="2443" y="2429"/>
                      </a:lnTo>
                      <a:lnTo>
                        <a:pt x="2433" y="2428"/>
                      </a:lnTo>
                      <a:lnTo>
                        <a:pt x="2424" y="2427"/>
                      </a:lnTo>
                      <a:lnTo>
                        <a:pt x="2413" y="2427"/>
                      </a:lnTo>
                      <a:lnTo>
                        <a:pt x="2401" y="2424"/>
                      </a:lnTo>
                      <a:lnTo>
                        <a:pt x="2395" y="2424"/>
                      </a:lnTo>
                      <a:lnTo>
                        <a:pt x="2391" y="2424"/>
                      </a:lnTo>
                      <a:lnTo>
                        <a:pt x="2388" y="2425"/>
                      </a:lnTo>
                      <a:lnTo>
                        <a:pt x="2386" y="2428"/>
                      </a:lnTo>
                      <a:lnTo>
                        <a:pt x="2383" y="2434"/>
                      </a:lnTo>
                      <a:lnTo>
                        <a:pt x="2382" y="2440"/>
                      </a:lnTo>
                      <a:lnTo>
                        <a:pt x="2376" y="2443"/>
                      </a:lnTo>
                      <a:lnTo>
                        <a:pt x="2368" y="2448"/>
                      </a:lnTo>
                      <a:lnTo>
                        <a:pt x="2363" y="2456"/>
                      </a:lnTo>
                      <a:lnTo>
                        <a:pt x="2358" y="2464"/>
                      </a:lnTo>
                      <a:lnTo>
                        <a:pt x="2349" y="2464"/>
                      </a:lnTo>
                      <a:lnTo>
                        <a:pt x="2338" y="2461"/>
                      </a:lnTo>
                      <a:lnTo>
                        <a:pt x="2330" y="2461"/>
                      </a:lnTo>
                      <a:lnTo>
                        <a:pt x="2322" y="2462"/>
                      </a:lnTo>
                      <a:lnTo>
                        <a:pt x="2313" y="2462"/>
                      </a:lnTo>
                      <a:lnTo>
                        <a:pt x="2306" y="2465"/>
                      </a:lnTo>
                      <a:lnTo>
                        <a:pt x="2292" y="2468"/>
                      </a:lnTo>
                      <a:lnTo>
                        <a:pt x="2278" y="2473"/>
                      </a:lnTo>
                      <a:lnTo>
                        <a:pt x="2274" y="2474"/>
                      </a:lnTo>
                      <a:lnTo>
                        <a:pt x="2272" y="2473"/>
                      </a:lnTo>
                      <a:lnTo>
                        <a:pt x="2269" y="2472"/>
                      </a:lnTo>
                      <a:lnTo>
                        <a:pt x="2267" y="2469"/>
                      </a:lnTo>
                      <a:lnTo>
                        <a:pt x="2263" y="2465"/>
                      </a:lnTo>
                      <a:lnTo>
                        <a:pt x="2257" y="2458"/>
                      </a:lnTo>
                      <a:lnTo>
                        <a:pt x="2253" y="2456"/>
                      </a:lnTo>
                      <a:lnTo>
                        <a:pt x="2248" y="2456"/>
                      </a:lnTo>
                      <a:lnTo>
                        <a:pt x="2243" y="2458"/>
                      </a:lnTo>
                      <a:lnTo>
                        <a:pt x="2237" y="2460"/>
                      </a:lnTo>
                      <a:lnTo>
                        <a:pt x="2225" y="2466"/>
                      </a:lnTo>
                      <a:lnTo>
                        <a:pt x="2216" y="2468"/>
                      </a:lnTo>
                      <a:lnTo>
                        <a:pt x="2206" y="2471"/>
                      </a:lnTo>
                      <a:lnTo>
                        <a:pt x="2197" y="2473"/>
                      </a:lnTo>
                      <a:lnTo>
                        <a:pt x="2188" y="2475"/>
                      </a:lnTo>
                      <a:lnTo>
                        <a:pt x="2180" y="2479"/>
                      </a:lnTo>
                      <a:lnTo>
                        <a:pt x="2171" y="2483"/>
                      </a:lnTo>
                      <a:lnTo>
                        <a:pt x="2161" y="2485"/>
                      </a:lnTo>
                      <a:lnTo>
                        <a:pt x="2150" y="2487"/>
                      </a:lnTo>
                      <a:lnTo>
                        <a:pt x="2139" y="2488"/>
                      </a:lnTo>
                      <a:lnTo>
                        <a:pt x="2129" y="2490"/>
                      </a:lnTo>
                      <a:lnTo>
                        <a:pt x="2120" y="2491"/>
                      </a:lnTo>
                      <a:lnTo>
                        <a:pt x="2109" y="2493"/>
                      </a:lnTo>
                      <a:lnTo>
                        <a:pt x="2097" y="2496"/>
                      </a:lnTo>
                      <a:lnTo>
                        <a:pt x="2077" y="2502"/>
                      </a:lnTo>
                      <a:lnTo>
                        <a:pt x="2055" y="2505"/>
                      </a:lnTo>
                      <a:lnTo>
                        <a:pt x="2035" y="2509"/>
                      </a:lnTo>
                      <a:lnTo>
                        <a:pt x="2018" y="2512"/>
                      </a:lnTo>
                      <a:lnTo>
                        <a:pt x="2009" y="2513"/>
                      </a:lnTo>
                      <a:lnTo>
                        <a:pt x="1999" y="2516"/>
                      </a:lnTo>
                      <a:lnTo>
                        <a:pt x="1990" y="2518"/>
                      </a:lnTo>
                      <a:lnTo>
                        <a:pt x="1984" y="2522"/>
                      </a:lnTo>
                      <a:lnTo>
                        <a:pt x="1976" y="2529"/>
                      </a:lnTo>
                      <a:lnTo>
                        <a:pt x="1969" y="2531"/>
                      </a:lnTo>
                      <a:lnTo>
                        <a:pt x="1961" y="2534"/>
                      </a:lnTo>
                      <a:lnTo>
                        <a:pt x="1953" y="2535"/>
                      </a:lnTo>
                      <a:lnTo>
                        <a:pt x="1944" y="2537"/>
                      </a:lnTo>
                      <a:lnTo>
                        <a:pt x="1932" y="2540"/>
                      </a:lnTo>
                      <a:lnTo>
                        <a:pt x="1919" y="2541"/>
                      </a:lnTo>
                      <a:lnTo>
                        <a:pt x="1906" y="2542"/>
                      </a:lnTo>
                      <a:lnTo>
                        <a:pt x="1892" y="2542"/>
                      </a:lnTo>
                      <a:lnTo>
                        <a:pt x="1879" y="2541"/>
                      </a:lnTo>
                      <a:lnTo>
                        <a:pt x="1869" y="2540"/>
                      </a:lnTo>
                      <a:lnTo>
                        <a:pt x="1859" y="2538"/>
                      </a:lnTo>
                      <a:lnTo>
                        <a:pt x="1850" y="2535"/>
                      </a:lnTo>
                      <a:lnTo>
                        <a:pt x="1843" y="2534"/>
                      </a:lnTo>
                      <a:lnTo>
                        <a:pt x="1838" y="2535"/>
                      </a:lnTo>
                      <a:lnTo>
                        <a:pt x="1834" y="2536"/>
                      </a:lnTo>
                      <a:lnTo>
                        <a:pt x="1832" y="2543"/>
                      </a:lnTo>
                      <a:lnTo>
                        <a:pt x="1831" y="2554"/>
                      </a:lnTo>
                      <a:lnTo>
                        <a:pt x="1829" y="2559"/>
                      </a:lnTo>
                      <a:lnTo>
                        <a:pt x="1828" y="2565"/>
                      </a:lnTo>
                      <a:lnTo>
                        <a:pt x="1825" y="2570"/>
                      </a:lnTo>
                      <a:lnTo>
                        <a:pt x="1820" y="2575"/>
                      </a:lnTo>
                      <a:lnTo>
                        <a:pt x="1813" y="2580"/>
                      </a:lnTo>
                      <a:lnTo>
                        <a:pt x="1802" y="2585"/>
                      </a:lnTo>
                      <a:lnTo>
                        <a:pt x="1789" y="2588"/>
                      </a:lnTo>
                      <a:lnTo>
                        <a:pt x="1771" y="2589"/>
                      </a:lnTo>
                      <a:lnTo>
                        <a:pt x="1756" y="2593"/>
                      </a:lnTo>
                      <a:lnTo>
                        <a:pt x="1737" y="2598"/>
                      </a:lnTo>
                      <a:lnTo>
                        <a:pt x="1718" y="2606"/>
                      </a:lnTo>
                      <a:lnTo>
                        <a:pt x="1701" y="2614"/>
                      </a:lnTo>
                      <a:lnTo>
                        <a:pt x="1690" y="2620"/>
                      </a:lnTo>
                      <a:lnTo>
                        <a:pt x="1673" y="2628"/>
                      </a:lnTo>
                      <a:lnTo>
                        <a:pt x="1662" y="2632"/>
                      </a:lnTo>
                      <a:lnTo>
                        <a:pt x="1652" y="2635"/>
                      </a:lnTo>
                      <a:lnTo>
                        <a:pt x="1642" y="2636"/>
                      </a:lnTo>
                      <a:lnTo>
                        <a:pt x="1631" y="2636"/>
                      </a:lnTo>
                      <a:lnTo>
                        <a:pt x="1614" y="2635"/>
                      </a:lnTo>
                      <a:lnTo>
                        <a:pt x="1599" y="2633"/>
                      </a:lnTo>
                      <a:lnTo>
                        <a:pt x="1593" y="2632"/>
                      </a:lnTo>
                      <a:lnTo>
                        <a:pt x="1587" y="2630"/>
                      </a:lnTo>
                      <a:lnTo>
                        <a:pt x="1581" y="2626"/>
                      </a:lnTo>
                      <a:lnTo>
                        <a:pt x="1576" y="2620"/>
                      </a:lnTo>
                      <a:lnTo>
                        <a:pt x="1570" y="2614"/>
                      </a:lnTo>
                      <a:lnTo>
                        <a:pt x="1564" y="2610"/>
                      </a:lnTo>
                      <a:lnTo>
                        <a:pt x="1557" y="2604"/>
                      </a:lnTo>
                      <a:lnTo>
                        <a:pt x="1550" y="2600"/>
                      </a:lnTo>
                      <a:lnTo>
                        <a:pt x="1535" y="2593"/>
                      </a:lnTo>
                      <a:lnTo>
                        <a:pt x="1520" y="2589"/>
                      </a:lnTo>
                      <a:lnTo>
                        <a:pt x="1514" y="2588"/>
                      </a:lnTo>
                      <a:lnTo>
                        <a:pt x="1507" y="2589"/>
                      </a:lnTo>
                      <a:lnTo>
                        <a:pt x="1500" y="2591"/>
                      </a:lnTo>
                      <a:lnTo>
                        <a:pt x="1492" y="2592"/>
                      </a:lnTo>
                      <a:lnTo>
                        <a:pt x="1485" y="2594"/>
                      </a:lnTo>
                      <a:lnTo>
                        <a:pt x="1476" y="2595"/>
                      </a:lnTo>
                      <a:lnTo>
                        <a:pt x="1467" y="2595"/>
                      </a:lnTo>
                      <a:lnTo>
                        <a:pt x="1457" y="2593"/>
                      </a:lnTo>
                      <a:lnTo>
                        <a:pt x="1449" y="2591"/>
                      </a:lnTo>
                      <a:lnTo>
                        <a:pt x="1443" y="2588"/>
                      </a:lnTo>
                      <a:lnTo>
                        <a:pt x="1437" y="2585"/>
                      </a:lnTo>
                      <a:lnTo>
                        <a:pt x="1432" y="2581"/>
                      </a:lnTo>
                      <a:lnTo>
                        <a:pt x="1425" y="2573"/>
                      </a:lnTo>
                      <a:lnTo>
                        <a:pt x="1419" y="2562"/>
                      </a:lnTo>
                      <a:lnTo>
                        <a:pt x="1418" y="2559"/>
                      </a:lnTo>
                      <a:lnTo>
                        <a:pt x="1415" y="2557"/>
                      </a:lnTo>
                      <a:lnTo>
                        <a:pt x="1412" y="2555"/>
                      </a:lnTo>
                      <a:lnTo>
                        <a:pt x="1409" y="2554"/>
                      </a:lnTo>
                      <a:lnTo>
                        <a:pt x="1402" y="2553"/>
                      </a:lnTo>
                      <a:lnTo>
                        <a:pt x="1392" y="2551"/>
                      </a:lnTo>
                      <a:lnTo>
                        <a:pt x="1375" y="2553"/>
                      </a:lnTo>
                      <a:lnTo>
                        <a:pt x="1360" y="2553"/>
                      </a:lnTo>
                      <a:lnTo>
                        <a:pt x="1355" y="2554"/>
                      </a:lnTo>
                      <a:lnTo>
                        <a:pt x="1350" y="2555"/>
                      </a:lnTo>
                      <a:lnTo>
                        <a:pt x="1346" y="2556"/>
                      </a:lnTo>
                      <a:lnTo>
                        <a:pt x="1341" y="2559"/>
                      </a:lnTo>
                      <a:lnTo>
                        <a:pt x="1331" y="2562"/>
                      </a:lnTo>
                      <a:lnTo>
                        <a:pt x="1320" y="2566"/>
                      </a:lnTo>
                      <a:lnTo>
                        <a:pt x="1314" y="2567"/>
                      </a:lnTo>
                      <a:lnTo>
                        <a:pt x="1309" y="2569"/>
                      </a:lnTo>
                      <a:lnTo>
                        <a:pt x="1305" y="2573"/>
                      </a:lnTo>
                      <a:lnTo>
                        <a:pt x="1302" y="2578"/>
                      </a:lnTo>
                      <a:lnTo>
                        <a:pt x="1296" y="2587"/>
                      </a:lnTo>
                      <a:lnTo>
                        <a:pt x="1292" y="2599"/>
                      </a:lnTo>
                      <a:lnTo>
                        <a:pt x="1286" y="2610"/>
                      </a:lnTo>
                      <a:lnTo>
                        <a:pt x="1279" y="2620"/>
                      </a:lnTo>
                      <a:lnTo>
                        <a:pt x="1274" y="2625"/>
                      </a:lnTo>
                      <a:lnTo>
                        <a:pt x="1268" y="2630"/>
                      </a:lnTo>
                      <a:lnTo>
                        <a:pt x="1261" y="2633"/>
                      </a:lnTo>
                      <a:lnTo>
                        <a:pt x="1254" y="2636"/>
                      </a:lnTo>
                      <a:lnTo>
                        <a:pt x="1245" y="2637"/>
                      </a:lnTo>
                      <a:lnTo>
                        <a:pt x="1237" y="2639"/>
                      </a:lnTo>
                      <a:lnTo>
                        <a:pt x="1235" y="2643"/>
                      </a:lnTo>
                      <a:lnTo>
                        <a:pt x="1234" y="2647"/>
                      </a:lnTo>
                      <a:lnTo>
                        <a:pt x="1234" y="2651"/>
                      </a:lnTo>
                      <a:lnTo>
                        <a:pt x="1234" y="2657"/>
                      </a:lnTo>
                      <a:lnTo>
                        <a:pt x="1235" y="2668"/>
                      </a:lnTo>
                      <a:lnTo>
                        <a:pt x="1234" y="2679"/>
                      </a:lnTo>
                      <a:lnTo>
                        <a:pt x="1230" y="2685"/>
                      </a:lnTo>
                      <a:lnTo>
                        <a:pt x="1227" y="2689"/>
                      </a:lnTo>
                      <a:lnTo>
                        <a:pt x="1221" y="2694"/>
                      </a:lnTo>
                      <a:lnTo>
                        <a:pt x="1215" y="2699"/>
                      </a:lnTo>
                      <a:lnTo>
                        <a:pt x="1202" y="2711"/>
                      </a:lnTo>
                      <a:lnTo>
                        <a:pt x="1186" y="2725"/>
                      </a:lnTo>
                      <a:lnTo>
                        <a:pt x="1170" y="2742"/>
                      </a:lnTo>
                      <a:lnTo>
                        <a:pt x="1154" y="2756"/>
                      </a:lnTo>
                      <a:lnTo>
                        <a:pt x="1146" y="2762"/>
                      </a:lnTo>
                      <a:lnTo>
                        <a:pt x="1136" y="2767"/>
                      </a:lnTo>
                      <a:lnTo>
                        <a:pt x="1127" y="2770"/>
                      </a:lnTo>
                      <a:lnTo>
                        <a:pt x="1117" y="2773"/>
                      </a:lnTo>
                      <a:lnTo>
                        <a:pt x="1108" y="2774"/>
                      </a:lnTo>
                      <a:lnTo>
                        <a:pt x="1101" y="2774"/>
                      </a:lnTo>
                      <a:lnTo>
                        <a:pt x="1096" y="2774"/>
                      </a:lnTo>
                      <a:lnTo>
                        <a:pt x="1094" y="2773"/>
                      </a:lnTo>
                      <a:lnTo>
                        <a:pt x="1091" y="2769"/>
                      </a:lnTo>
                      <a:lnTo>
                        <a:pt x="1091" y="2765"/>
                      </a:lnTo>
                      <a:lnTo>
                        <a:pt x="1091" y="2762"/>
                      </a:lnTo>
                      <a:lnTo>
                        <a:pt x="1091" y="2757"/>
                      </a:lnTo>
                      <a:lnTo>
                        <a:pt x="1091" y="2751"/>
                      </a:lnTo>
                      <a:lnTo>
                        <a:pt x="1089" y="2746"/>
                      </a:lnTo>
                      <a:lnTo>
                        <a:pt x="1087" y="2743"/>
                      </a:lnTo>
                      <a:lnTo>
                        <a:pt x="1084" y="2739"/>
                      </a:lnTo>
                      <a:lnTo>
                        <a:pt x="1081" y="2738"/>
                      </a:lnTo>
                      <a:lnTo>
                        <a:pt x="1077" y="2737"/>
                      </a:lnTo>
                      <a:lnTo>
                        <a:pt x="1072" y="2737"/>
                      </a:lnTo>
                      <a:lnTo>
                        <a:pt x="1069" y="2739"/>
                      </a:lnTo>
                      <a:lnTo>
                        <a:pt x="1065" y="2742"/>
                      </a:lnTo>
                      <a:lnTo>
                        <a:pt x="1062" y="2743"/>
                      </a:lnTo>
                      <a:lnTo>
                        <a:pt x="1058" y="2743"/>
                      </a:lnTo>
                      <a:lnTo>
                        <a:pt x="1054" y="2743"/>
                      </a:lnTo>
                      <a:lnTo>
                        <a:pt x="1046" y="2740"/>
                      </a:lnTo>
                      <a:lnTo>
                        <a:pt x="1035" y="2738"/>
                      </a:lnTo>
                      <a:lnTo>
                        <a:pt x="1024" y="2733"/>
                      </a:lnTo>
                      <a:lnTo>
                        <a:pt x="1010" y="2730"/>
                      </a:lnTo>
                      <a:lnTo>
                        <a:pt x="1003" y="2727"/>
                      </a:lnTo>
                      <a:lnTo>
                        <a:pt x="996" y="2726"/>
                      </a:lnTo>
                      <a:lnTo>
                        <a:pt x="988" y="2725"/>
                      </a:lnTo>
                      <a:lnTo>
                        <a:pt x="980" y="2725"/>
                      </a:lnTo>
                      <a:lnTo>
                        <a:pt x="959" y="2726"/>
                      </a:lnTo>
                      <a:lnTo>
                        <a:pt x="939" y="2729"/>
                      </a:lnTo>
                      <a:lnTo>
                        <a:pt x="919" y="2730"/>
                      </a:lnTo>
                      <a:lnTo>
                        <a:pt x="902" y="2731"/>
                      </a:lnTo>
                      <a:lnTo>
                        <a:pt x="896" y="2730"/>
                      </a:lnTo>
                      <a:lnTo>
                        <a:pt x="892" y="2727"/>
                      </a:lnTo>
                      <a:lnTo>
                        <a:pt x="889" y="2724"/>
                      </a:lnTo>
                      <a:lnTo>
                        <a:pt x="888" y="2720"/>
                      </a:lnTo>
                      <a:lnTo>
                        <a:pt x="888" y="2712"/>
                      </a:lnTo>
                      <a:lnTo>
                        <a:pt x="888" y="2702"/>
                      </a:lnTo>
                      <a:lnTo>
                        <a:pt x="889" y="2695"/>
                      </a:lnTo>
                      <a:lnTo>
                        <a:pt x="890" y="2688"/>
                      </a:lnTo>
                      <a:lnTo>
                        <a:pt x="893" y="2686"/>
                      </a:lnTo>
                      <a:lnTo>
                        <a:pt x="895" y="2683"/>
                      </a:lnTo>
                      <a:lnTo>
                        <a:pt x="899" y="2681"/>
                      </a:lnTo>
                      <a:lnTo>
                        <a:pt x="902" y="2680"/>
                      </a:lnTo>
                      <a:lnTo>
                        <a:pt x="907" y="2677"/>
                      </a:lnTo>
                      <a:lnTo>
                        <a:pt x="911" y="2675"/>
                      </a:lnTo>
                      <a:lnTo>
                        <a:pt x="914" y="2672"/>
                      </a:lnTo>
                      <a:lnTo>
                        <a:pt x="917" y="2668"/>
                      </a:lnTo>
                      <a:lnTo>
                        <a:pt x="919" y="2663"/>
                      </a:lnTo>
                      <a:lnTo>
                        <a:pt x="919" y="2658"/>
                      </a:lnTo>
                      <a:lnTo>
                        <a:pt x="918" y="2651"/>
                      </a:lnTo>
                      <a:lnTo>
                        <a:pt x="914" y="2645"/>
                      </a:lnTo>
                      <a:lnTo>
                        <a:pt x="911" y="2638"/>
                      </a:lnTo>
                      <a:lnTo>
                        <a:pt x="909" y="2631"/>
                      </a:lnTo>
                      <a:lnTo>
                        <a:pt x="907" y="2625"/>
                      </a:lnTo>
                      <a:lnTo>
                        <a:pt x="907" y="2619"/>
                      </a:lnTo>
                      <a:lnTo>
                        <a:pt x="907" y="2607"/>
                      </a:lnTo>
                      <a:lnTo>
                        <a:pt x="908" y="2594"/>
                      </a:lnTo>
                      <a:lnTo>
                        <a:pt x="908" y="2584"/>
                      </a:lnTo>
                      <a:lnTo>
                        <a:pt x="907" y="2576"/>
                      </a:lnTo>
                      <a:lnTo>
                        <a:pt x="905" y="2574"/>
                      </a:lnTo>
                      <a:lnTo>
                        <a:pt x="902" y="2572"/>
                      </a:lnTo>
                      <a:lnTo>
                        <a:pt x="896" y="2572"/>
                      </a:lnTo>
                      <a:lnTo>
                        <a:pt x="890" y="2572"/>
                      </a:lnTo>
                      <a:lnTo>
                        <a:pt x="875" y="2573"/>
                      </a:lnTo>
                      <a:lnTo>
                        <a:pt x="862" y="2575"/>
                      </a:lnTo>
                      <a:lnTo>
                        <a:pt x="848" y="2580"/>
                      </a:lnTo>
                      <a:lnTo>
                        <a:pt x="829" y="2587"/>
                      </a:lnTo>
                      <a:lnTo>
                        <a:pt x="810" y="2595"/>
                      </a:lnTo>
                      <a:lnTo>
                        <a:pt x="794" y="2601"/>
                      </a:lnTo>
                      <a:lnTo>
                        <a:pt x="786" y="2604"/>
                      </a:lnTo>
                      <a:lnTo>
                        <a:pt x="776" y="2605"/>
                      </a:lnTo>
                      <a:lnTo>
                        <a:pt x="766" y="2606"/>
                      </a:lnTo>
                      <a:lnTo>
                        <a:pt x="752" y="2605"/>
                      </a:lnTo>
                      <a:lnTo>
                        <a:pt x="739" y="2603"/>
                      </a:lnTo>
                      <a:lnTo>
                        <a:pt x="726" y="2599"/>
                      </a:lnTo>
                      <a:lnTo>
                        <a:pt x="713" y="2594"/>
                      </a:lnTo>
                      <a:lnTo>
                        <a:pt x="703" y="2589"/>
                      </a:lnTo>
                      <a:lnTo>
                        <a:pt x="693" y="2584"/>
                      </a:lnTo>
                      <a:lnTo>
                        <a:pt x="686" y="2578"/>
                      </a:lnTo>
                      <a:lnTo>
                        <a:pt x="680" y="2573"/>
                      </a:lnTo>
                      <a:lnTo>
                        <a:pt x="678" y="2568"/>
                      </a:lnTo>
                      <a:lnTo>
                        <a:pt x="674" y="2560"/>
                      </a:lnTo>
                      <a:lnTo>
                        <a:pt x="668" y="2551"/>
                      </a:lnTo>
                      <a:lnTo>
                        <a:pt x="665" y="2548"/>
                      </a:lnTo>
                      <a:lnTo>
                        <a:pt x="661" y="2547"/>
                      </a:lnTo>
                      <a:lnTo>
                        <a:pt x="657" y="2547"/>
                      </a:lnTo>
                      <a:lnTo>
                        <a:pt x="653" y="2549"/>
                      </a:lnTo>
                      <a:lnTo>
                        <a:pt x="649" y="2553"/>
                      </a:lnTo>
                      <a:lnTo>
                        <a:pt x="645" y="2559"/>
                      </a:lnTo>
                      <a:lnTo>
                        <a:pt x="643" y="2565"/>
                      </a:lnTo>
                      <a:lnTo>
                        <a:pt x="642" y="2572"/>
                      </a:lnTo>
                      <a:lnTo>
                        <a:pt x="642" y="2579"/>
                      </a:lnTo>
                      <a:lnTo>
                        <a:pt x="643" y="2586"/>
                      </a:lnTo>
                      <a:lnTo>
                        <a:pt x="647" y="2593"/>
                      </a:lnTo>
                      <a:lnTo>
                        <a:pt x="651" y="2600"/>
                      </a:lnTo>
                      <a:lnTo>
                        <a:pt x="656" y="2606"/>
                      </a:lnTo>
                      <a:lnTo>
                        <a:pt x="660" y="2612"/>
                      </a:lnTo>
                      <a:lnTo>
                        <a:pt x="661" y="2617"/>
                      </a:lnTo>
                      <a:lnTo>
                        <a:pt x="660" y="2620"/>
                      </a:lnTo>
                      <a:lnTo>
                        <a:pt x="659" y="2622"/>
                      </a:lnTo>
                      <a:lnTo>
                        <a:pt x="656" y="2623"/>
                      </a:lnTo>
                      <a:lnTo>
                        <a:pt x="653" y="2623"/>
                      </a:lnTo>
                      <a:lnTo>
                        <a:pt x="649" y="2622"/>
                      </a:lnTo>
                      <a:lnTo>
                        <a:pt x="642" y="2619"/>
                      </a:lnTo>
                      <a:lnTo>
                        <a:pt x="635" y="2614"/>
                      </a:lnTo>
                      <a:lnTo>
                        <a:pt x="626" y="2609"/>
                      </a:lnTo>
                      <a:lnTo>
                        <a:pt x="618" y="2603"/>
                      </a:lnTo>
                      <a:lnTo>
                        <a:pt x="615" y="2600"/>
                      </a:lnTo>
                      <a:lnTo>
                        <a:pt x="610" y="2599"/>
                      </a:lnTo>
                      <a:lnTo>
                        <a:pt x="604" y="2599"/>
                      </a:lnTo>
                      <a:lnTo>
                        <a:pt x="598" y="2599"/>
                      </a:lnTo>
                      <a:lnTo>
                        <a:pt x="592" y="2600"/>
                      </a:lnTo>
                      <a:lnTo>
                        <a:pt x="587" y="2604"/>
                      </a:lnTo>
                      <a:lnTo>
                        <a:pt x="582" y="2607"/>
                      </a:lnTo>
                      <a:lnTo>
                        <a:pt x="578" y="2611"/>
                      </a:lnTo>
                      <a:lnTo>
                        <a:pt x="573" y="2614"/>
                      </a:lnTo>
                      <a:lnTo>
                        <a:pt x="567" y="2617"/>
                      </a:lnTo>
                      <a:lnTo>
                        <a:pt x="559" y="2618"/>
                      </a:lnTo>
                      <a:lnTo>
                        <a:pt x="550" y="2616"/>
                      </a:lnTo>
                      <a:lnTo>
                        <a:pt x="544" y="2616"/>
                      </a:lnTo>
                      <a:lnTo>
                        <a:pt x="540" y="2618"/>
                      </a:lnTo>
                      <a:lnTo>
                        <a:pt x="535" y="2620"/>
                      </a:lnTo>
                      <a:lnTo>
                        <a:pt x="530" y="2623"/>
                      </a:lnTo>
                      <a:lnTo>
                        <a:pt x="519" y="2629"/>
                      </a:lnTo>
                      <a:lnTo>
                        <a:pt x="508" y="2635"/>
                      </a:lnTo>
                      <a:lnTo>
                        <a:pt x="497" y="2641"/>
                      </a:lnTo>
                      <a:lnTo>
                        <a:pt x="484" y="2647"/>
                      </a:lnTo>
                      <a:lnTo>
                        <a:pt x="476" y="2650"/>
                      </a:lnTo>
                      <a:lnTo>
                        <a:pt x="466" y="2652"/>
                      </a:lnTo>
                      <a:lnTo>
                        <a:pt x="458" y="2654"/>
                      </a:lnTo>
                      <a:lnTo>
                        <a:pt x="449" y="2654"/>
                      </a:lnTo>
                      <a:lnTo>
                        <a:pt x="441" y="2654"/>
                      </a:lnTo>
                      <a:lnTo>
                        <a:pt x="434" y="2650"/>
                      </a:lnTo>
                      <a:lnTo>
                        <a:pt x="432" y="2649"/>
                      </a:lnTo>
                      <a:lnTo>
                        <a:pt x="429" y="2647"/>
                      </a:lnTo>
                      <a:lnTo>
                        <a:pt x="427" y="2643"/>
                      </a:lnTo>
                      <a:lnTo>
                        <a:pt x="426" y="2639"/>
                      </a:lnTo>
                      <a:lnTo>
                        <a:pt x="421" y="2633"/>
                      </a:lnTo>
                      <a:lnTo>
                        <a:pt x="416" y="2630"/>
                      </a:lnTo>
                      <a:lnTo>
                        <a:pt x="410" y="2629"/>
                      </a:lnTo>
                      <a:lnTo>
                        <a:pt x="403" y="2628"/>
                      </a:lnTo>
                      <a:lnTo>
                        <a:pt x="388" y="2628"/>
                      </a:lnTo>
                      <a:lnTo>
                        <a:pt x="370" y="2626"/>
                      </a:lnTo>
                      <a:lnTo>
                        <a:pt x="360" y="2624"/>
                      </a:lnTo>
                      <a:lnTo>
                        <a:pt x="349" y="2622"/>
                      </a:lnTo>
                      <a:lnTo>
                        <a:pt x="340" y="2625"/>
                      </a:lnTo>
                      <a:lnTo>
                        <a:pt x="332" y="2630"/>
                      </a:lnTo>
                      <a:lnTo>
                        <a:pt x="321" y="2630"/>
                      </a:lnTo>
                      <a:lnTo>
                        <a:pt x="314" y="2632"/>
                      </a:lnTo>
                      <a:lnTo>
                        <a:pt x="316" y="2647"/>
                      </a:lnTo>
                      <a:lnTo>
                        <a:pt x="317" y="2658"/>
                      </a:lnTo>
                      <a:lnTo>
                        <a:pt x="309" y="2667"/>
                      </a:lnTo>
                      <a:lnTo>
                        <a:pt x="297" y="2675"/>
                      </a:lnTo>
                      <a:lnTo>
                        <a:pt x="283" y="2685"/>
                      </a:lnTo>
                      <a:lnTo>
                        <a:pt x="263" y="2699"/>
                      </a:lnTo>
                      <a:lnTo>
                        <a:pt x="253" y="2707"/>
                      </a:lnTo>
                      <a:lnTo>
                        <a:pt x="246" y="2714"/>
                      </a:lnTo>
                      <a:lnTo>
                        <a:pt x="244" y="2721"/>
                      </a:lnTo>
                      <a:lnTo>
                        <a:pt x="243" y="2730"/>
                      </a:lnTo>
                      <a:lnTo>
                        <a:pt x="244" y="2746"/>
                      </a:lnTo>
                      <a:lnTo>
                        <a:pt x="245" y="2768"/>
                      </a:lnTo>
                      <a:lnTo>
                        <a:pt x="244" y="2780"/>
                      </a:lnTo>
                      <a:lnTo>
                        <a:pt x="241" y="2789"/>
                      </a:lnTo>
                      <a:lnTo>
                        <a:pt x="238" y="2799"/>
                      </a:lnTo>
                      <a:lnTo>
                        <a:pt x="233" y="2806"/>
                      </a:lnTo>
                      <a:lnTo>
                        <a:pt x="227" y="2813"/>
                      </a:lnTo>
                      <a:lnTo>
                        <a:pt x="220" y="2820"/>
                      </a:lnTo>
                      <a:lnTo>
                        <a:pt x="213" y="2826"/>
                      </a:lnTo>
                      <a:lnTo>
                        <a:pt x="204" y="2832"/>
                      </a:lnTo>
                      <a:lnTo>
                        <a:pt x="195" y="2837"/>
                      </a:lnTo>
                      <a:lnTo>
                        <a:pt x="185" y="2841"/>
                      </a:lnTo>
                      <a:lnTo>
                        <a:pt x="175" y="2845"/>
                      </a:lnTo>
                      <a:lnTo>
                        <a:pt x="164" y="2849"/>
                      </a:lnTo>
                      <a:lnTo>
                        <a:pt x="152" y="2851"/>
                      </a:lnTo>
                      <a:lnTo>
                        <a:pt x="140" y="2852"/>
                      </a:lnTo>
                      <a:lnTo>
                        <a:pt x="130" y="2852"/>
                      </a:lnTo>
                      <a:lnTo>
                        <a:pt x="118" y="2852"/>
                      </a:lnTo>
                      <a:lnTo>
                        <a:pt x="106" y="2852"/>
                      </a:lnTo>
                      <a:lnTo>
                        <a:pt x="95" y="2853"/>
                      </a:lnTo>
                      <a:lnTo>
                        <a:pt x="86" y="2855"/>
                      </a:lnTo>
                      <a:lnTo>
                        <a:pt x="76" y="2856"/>
                      </a:lnTo>
                      <a:lnTo>
                        <a:pt x="69" y="2859"/>
                      </a:lnTo>
                      <a:lnTo>
                        <a:pt x="62" y="2863"/>
                      </a:lnTo>
                      <a:lnTo>
                        <a:pt x="56" y="2866"/>
                      </a:lnTo>
                      <a:lnTo>
                        <a:pt x="52" y="2871"/>
                      </a:lnTo>
                      <a:lnTo>
                        <a:pt x="50" y="2877"/>
                      </a:lnTo>
                      <a:lnTo>
                        <a:pt x="50" y="2883"/>
                      </a:lnTo>
                      <a:lnTo>
                        <a:pt x="52" y="2890"/>
                      </a:lnTo>
                      <a:lnTo>
                        <a:pt x="56" y="2896"/>
                      </a:lnTo>
                      <a:lnTo>
                        <a:pt x="64" y="2910"/>
                      </a:lnTo>
                      <a:lnTo>
                        <a:pt x="75" y="2926"/>
                      </a:lnTo>
                      <a:lnTo>
                        <a:pt x="80" y="2934"/>
                      </a:lnTo>
                      <a:lnTo>
                        <a:pt x="83" y="2943"/>
                      </a:lnTo>
                      <a:lnTo>
                        <a:pt x="86" y="2952"/>
                      </a:lnTo>
                      <a:lnTo>
                        <a:pt x="88" y="2962"/>
                      </a:lnTo>
                      <a:lnTo>
                        <a:pt x="92" y="2981"/>
                      </a:lnTo>
                      <a:lnTo>
                        <a:pt x="93" y="2995"/>
                      </a:lnTo>
                      <a:lnTo>
                        <a:pt x="94" y="3007"/>
                      </a:lnTo>
                      <a:lnTo>
                        <a:pt x="95" y="3016"/>
                      </a:lnTo>
                      <a:lnTo>
                        <a:pt x="96" y="3020"/>
                      </a:lnTo>
                      <a:lnTo>
                        <a:pt x="97" y="3023"/>
                      </a:lnTo>
                      <a:lnTo>
                        <a:pt x="100" y="3026"/>
                      </a:lnTo>
                      <a:lnTo>
                        <a:pt x="102" y="3027"/>
                      </a:lnTo>
                      <a:lnTo>
                        <a:pt x="106" y="3028"/>
                      </a:lnTo>
                      <a:lnTo>
                        <a:pt x="108" y="3030"/>
                      </a:lnTo>
                      <a:lnTo>
                        <a:pt x="109" y="3034"/>
                      </a:lnTo>
                      <a:lnTo>
                        <a:pt x="111" y="3038"/>
                      </a:lnTo>
                      <a:lnTo>
                        <a:pt x="112" y="3048"/>
                      </a:lnTo>
                      <a:lnTo>
                        <a:pt x="111" y="3060"/>
                      </a:lnTo>
                      <a:lnTo>
                        <a:pt x="109" y="3066"/>
                      </a:lnTo>
                      <a:lnTo>
                        <a:pt x="107" y="3071"/>
                      </a:lnTo>
                      <a:lnTo>
                        <a:pt x="105" y="3073"/>
                      </a:lnTo>
                      <a:lnTo>
                        <a:pt x="101" y="3074"/>
                      </a:lnTo>
                      <a:lnTo>
                        <a:pt x="99" y="3074"/>
                      </a:lnTo>
                      <a:lnTo>
                        <a:pt x="95" y="3074"/>
                      </a:lnTo>
                      <a:lnTo>
                        <a:pt x="92" y="3073"/>
                      </a:lnTo>
                      <a:lnTo>
                        <a:pt x="88" y="3071"/>
                      </a:lnTo>
                      <a:lnTo>
                        <a:pt x="84" y="3070"/>
                      </a:lnTo>
                      <a:lnTo>
                        <a:pt x="81" y="3068"/>
                      </a:lnTo>
                      <a:lnTo>
                        <a:pt x="76" y="3070"/>
                      </a:lnTo>
                      <a:lnTo>
                        <a:pt x="71" y="3071"/>
                      </a:lnTo>
                      <a:lnTo>
                        <a:pt x="59" y="3076"/>
                      </a:lnTo>
                      <a:lnTo>
                        <a:pt x="45" y="3083"/>
                      </a:lnTo>
                      <a:lnTo>
                        <a:pt x="29" y="3090"/>
                      </a:lnTo>
                      <a:lnTo>
                        <a:pt x="14" y="3095"/>
                      </a:lnTo>
                      <a:lnTo>
                        <a:pt x="8" y="3097"/>
                      </a:lnTo>
                      <a:lnTo>
                        <a:pt x="5" y="3101"/>
                      </a:lnTo>
                      <a:lnTo>
                        <a:pt x="1" y="3105"/>
                      </a:lnTo>
                      <a:lnTo>
                        <a:pt x="0" y="3111"/>
                      </a:lnTo>
                      <a:lnTo>
                        <a:pt x="0" y="3118"/>
                      </a:lnTo>
                      <a:lnTo>
                        <a:pt x="2" y="3128"/>
                      </a:lnTo>
                      <a:lnTo>
                        <a:pt x="5" y="3135"/>
                      </a:lnTo>
                      <a:lnTo>
                        <a:pt x="10" y="3142"/>
                      </a:lnTo>
                      <a:lnTo>
                        <a:pt x="20" y="3148"/>
                      </a:lnTo>
                      <a:lnTo>
                        <a:pt x="32" y="3154"/>
                      </a:lnTo>
                      <a:lnTo>
                        <a:pt x="37" y="3160"/>
                      </a:lnTo>
                      <a:lnTo>
                        <a:pt x="39" y="3167"/>
                      </a:lnTo>
                      <a:lnTo>
                        <a:pt x="42" y="3175"/>
                      </a:lnTo>
                      <a:lnTo>
                        <a:pt x="43" y="3185"/>
                      </a:lnTo>
                      <a:lnTo>
                        <a:pt x="44" y="3194"/>
                      </a:lnTo>
                      <a:lnTo>
                        <a:pt x="46" y="3204"/>
                      </a:lnTo>
                      <a:lnTo>
                        <a:pt x="50" y="3212"/>
                      </a:lnTo>
                      <a:lnTo>
                        <a:pt x="55" y="3219"/>
                      </a:lnTo>
                      <a:lnTo>
                        <a:pt x="68" y="3233"/>
                      </a:lnTo>
                      <a:lnTo>
                        <a:pt x="81" y="3248"/>
                      </a:lnTo>
                      <a:lnTo>
                        <a:pt x="87" y="3254"/>
                      </a:lnTo>
                      <a:lnTo>
                        <a:pt x="94" y="3259"/>
                      </a:lnTo>
                      <a:lnTo>
                        <a:pt x="100" y="3262"/>
                      </a:lnTo>
                      <a:lnTo>
                        <a:pt x="107" y="3263"/>
                      </a:lnTo>
                      <a:lnTo>
                        <a:pt x="114" y="3262"/>
                      </a:lnTo>
                      <a:lnTo>
                        <a:pt x="119" y="3261"/>
                      </a:lnTo>
                      <a:lnTo>
                        <a:pt x="121" y="3260"/>
                      </a:lnTo>
                      <a:lnTo>
                        <a:pt x="125" y="3256"/>
                      </a:lnTo>
                      <a:lnTo>
                        <a:pt x="128" y="3249"/>
                      </a:lnTo>
                      <a:lnTo>
                        <a:pt x="133" y="3240"/>
                      </a:lnTo>
                      <a:lnTo>
                        <a:pt x="137" y="3235"/>
                      </a:lnTo>
                      <a:lnTo>
                        <a:pt x="140" y="3230"/>
                      </a:lnTo>
                      <a:lnTo>
                        <a:pt x="145" y="3228"/>
                      </a:lnTo>
                      <a:lnTo>
                        <a:pt x="151" y="3225"/>
                      </a:lnTo>
                      <a:lnTo>
                        <a:pt x="156" y="3224"/>
                      </a:lnTo>
                      <a:lnTo>
                        <a:pt x="162" y="3224"/>
                      </a:lnTo>
                      <a:lnTo>
                        <a:pt x="169" y="3227"/>
                      </a:lnTo>
                      <a:lnTo>
                        <a:pt x="175" y="3229"/>
                      </a:lnTo>
                      <a:lnTo>
                        <a:pt x="191" y="3238"/>
                      </a:lnTo>
                      <a:lnTo>
                        <a:pt x="210" y="3249"/>
                      </a:lnTo>
                      <a:lnTo>
                        <a:pt x="229" y="3259"/>
                      </a:lnTo>
                      <a:lnTo>
                        <a:pt x="245" y="3267"/>
                      </a:lnTo>
                      <a:lnTo>
                        <a:pt x="258" y="3274"/>
                      </a:lnTo>
                      <a:lnTo>
                        <a:pt x="275" y="3284"/>
                      </a:lnTo>
                      <a:lnTo>
                        <a:pt x="282" y="3290"/>
                      </a:lnTo>
                      <a:lnTo>
                        <a:pt x="289" y="3297"/>
                      </a:lnTo>
                      <a:lnTo>
                        <a:pt x="295" y="3303"/>
                      </a:lnTo>
                      <a:lnTo>
                        <a:pt x="300" y="3310"/>
                      </a:lnTo>
                      <a:lnTo>
                        <a:pt x="309" y="3328"/>
                      </a:lnTo>
                      <a:lnTo>
                        <a:pt x="319" y="3344"/>
                      </a:lnTo>
                      <a:lnTo>
                        <a:pt x="332" y="3357"/>
                      </a:lnTo>
                      <a:lnTo>
                        <a:pt x="342" y="3369"/>
                      </a:lnTo>
                      <a:lnTo>
                        <a:pt x="346" y="3375"/>
                      </a:lnTo>
                      <a:lnTo>
                        <a:pt x="347" y="3382"/>
                      </a:lnTo>
                      <a:lnTo>
                        <a:pt x="348" y="3389"/>
                      </a:lnTo>
                      <a:lnTo>
                        <a:pt x="348" y="3397"/>
                      </a:lnTo>
                      <a:lnTo>
                        <a:pt x="346" y="3402"/>
                      </a:lnTo>
                      <a:lnTo>
                        <a:pt x="342" y="3408"/>
                      </a:lnTo>
                      <a:lnTo>
                        <a:pt x="339" y="3413"/>
                      </a:lnTo>
                      <a:lnTo>
                        <a:pt x="332" y="3417"/>
                      </a:lnTo>
                      <a:lnTo>
                        <a:pt x="326" y="3419"/>
                      </a:lnTo>
                      <a:lnTo>
                        <a:pt x="320" y="3424"/>
                      </a:lnTo>
                      <a:lnTo>
                        <a:pt x="315" y="3429"/>
                      </a:lnTo>
                      <a:lnTo>
                        <a:pt x="310" y="3436"/>
                      </a:lnTo>
                      <a:lnTo>
                        <a:pt x="307" y="3443"/>
                      </a:lnTo>
                      <a:lnTo>
                        <a:pt x="303" y="3452"/>
                      </a:lnTo>
                      <a:lnTo>
                        <a:pt x="300" y="3462"/>
                      </a:lnTo>
                      <a:lnTo>
                        <a:pt x="297" y="3474"/>
                      </a:lnTo>
                      <a:lnTo>
                        <a:pt x="290" y="3496"/>
                      </a:lnTo>
                      <a:lnTo>
                        <a:pt x="285" y="3520"/>
                      </a:lnTo>
                      <a:lnTo>
                        <a:pt x="284" y="3532"/>
                      </a:lnTo>
                      <a:lnTo>
                        <a:pt x="285" y="3543"/>
                      </a:lnTo>
                      <a:lnTo>
                        <a:pt x="286" y="3549"/>
                      </a:lnTo>
                      <a:lnTo>
                        <a:pt x="289" y="3553"/>
                      </a:lnTo>
                      <a:lnTo>
                        <a:pt x="292" y="3558"/>
                      </a:lnTo>
                      <a:lnTo>
                        <a:pt x="296" y="3563"/>
                      </a:lnTo>
                      <a:lnTo>
                        <a:pt x="302" y="3571"/>
                      </a:lnTo>
                      <a:lnTo>
                        <a:pt x="306" y="3577"/>
                      </a:lnTo>
                      <a:lnTo>
                        <a:pt x="307" y="3582"/>
                      </a:lnTo>
                      <a:lnTo>
                        <a:pt x="304" y="3586"/>
                      </a:lnTo>
                      <a:lnTo>
                        <a:pt x="297" y="3596"/>
                      </a:lnTo>
                      <a:lnTo>
                        <a:pt x="288" y="3614"/>
                      </a:lnTo>
                      <a:lnTo>
                        <a:pt x="284" y="3625"/>
                      </a:lnTo>
                      <a:lnTo>
                        <a:pt x="283" y="3634"/>
                      </a:lnTo>
                      <a:lnTo>
                        <a:pt x="284" y="3644"/>
                      </a:lnTo>
                      <a:lnTo>
                        <a:pt x="285" y="3653"/>
                      </a:lnTo>
                      <a:lnTo>
                        <a:pt x="291" y="3669"/>
                      </a:lnTo>
                      <a:lnTo>
                        <a:pt x="296" y="3683"/>
                      </a:lnTo>
                      <a:lnTo>
                        <a:pt x="296" y="3687"/>
                      </a:lnTo>
                      <a:lnTo>
                        <a:pt x="296" y="3689"/>
                      </a:lnTo>
                      <a:lnTo>
                        <a:pt x="295" y="3691"/>
                      </a:lnTo>
                      <a:lnTo>
                        <a:pt x="294" y="3694"/>
                      </a:lnTo>
                      <a:lnTo>
                        <a:pt x="289" y="3698"/>
                      </a:lnTo>
                      <a:lnTo>
                        <a:pt x="283" y="3702"/>
                      </a:lnTo>
                      <a:lnTo>
                        <a:pt x="277" y="3706"/>
                      </a:lnTo>
                      <a:lnTo>
                        <a:pt x="270" y="3709"/>
                      </a:lnTo>
                      <a:lnTo>
                        <a:pt x="262" y="3714"/>
                      </a:lnTo>
                      <a:lnTo>
                        <a:pt x="253" y="3721"/>
                      </a:lnTo>
                      <a:lnTo>
                        <a:pt x="250" y="3725"/>
                      </a:lnTo>
                      <a:lnTo>
                        <a:pt x="247" y="3729"/>
                      </a:lnTo>
                      <a:lnTo>
                        <a:pt x="245" y="3734"/>
                      </a:lnTo>
                      <a:lnTo>
                        <a:pt x="244" y="3739"/>
                      </a:lnTo>
                      <a:lnTo>
                        <a:pt x="243" y="3748"/>
                      </a:lnTo>
                      <a:lnTo>
                        <a:pt x="244" y="3759"/>
                      </a:lnTo>
                      <a:lnTo>
                        <a:pt x="250" y="3778"/>
                      </a:lnTo>
                      <a:lnTo>
                        <a:pt x="256" y="3791"/>
                      </a:lnTo>
                      <a:lnTo>
                        <a:pt x="259" y="3798"/>
                      </a:lnTo>
                      <a:lnTo>
                        <a:pt x="266" y="3809"/>
                      </a:lnTo>
                      <a:lnTo>
                        <a:pt x="273" y="3821"/>
                      </a:lnTo>
                      <a:lnTo>
                        <a:pt x="279" y="3834"/>
                      </a:lnTo>
                      <a:lnTo>
                        <a:pt x="281" y="3839"/>
                      </a:lnTo>
                      <a:lnTo>
                        <a:pt x="282" y="3842"/>
                      </a:lnTo>
                      <a:lnTo>
                        <a:pt x="281" y="3846"/>
                      </a:lnTo>
                      <a:lnTo>
                        <a:pt x="281" y="3849"/>
                      </a:lnTo>
                      <a:lnTo>
                        <a:pt x="278" y="3858"/>
                      </a:lnTo>
                      <a:lnTo>
                        <a:pt x="277" y="3866"/>
                      </a:lnTo>
                      <a:lnTo>
                        <a:pt x="277" y="3871"/>
                      </a:lnTo>
                      <a:lnTo>
                        <a:pt x="276" y="3876"/>
                      </a:lnTo>
                      <a:lnTo>
                        <a:pt x="275" y="3879"/>
                      </a:lnTo>
                      <a:lnTo>
                        <a:pt x="272" y="3881"/>
                      </a:lnTo>
                      <a:lnTo>
                        <a:pt x="270" y="3884"/>
                      </a:lnTo>
                      <a:lnTo>
                        <a:pt x="267" y="3886"/>
                      </a:lnTo>
                      <a:lnTo>
                        <a:pt x="265" y="3887"/>
                      </a:lnTo>
                      <a:lnTo>
                        <a:pt x="262" y="3887"/>
                      </a:lnTo>
                      <a:lnTo>
                        <a:pt x="254" y="3887"/>
                      </a:lnTo>
                      <a:lnTo>
                        <a:pt x="246" y="3887"/>
                      </a:lnTo>
                      <a:lnTo>
                        <a:pt x="239" y="3886"/>
                      </a:lnTo>
                      <a:lnTo>
                        <a:pt x="231" y="3884"/>
                      </a:lnTo>
                      <a:lnTo>
                        <a:pt x="218" y="3881"/>
                      </a:lnTo>
                      <a:lnTo>
                        <a:pt x="207" y="3880"/>
                      </a:lnTo>
                      <a:lnTo>
                        <a:pt x="202" y="3881"/>
                      </a:lnTo>
                      <a:lnTo>
                        <a:pt x="197" y="3883"/>
                      </a:lnTo>
                      <a:lnTo>
                        <a:pt x="191" y="3885"/>
                      </a:lnTo>
                      <a:lnTo>
                        <a:pt x="187" y="3889"/>
                      </a:lnTo>
                      <a:lnTo>
                        <a:pt x="181" y="3891"/>
                      </a:lnTo>
                      <a:lnTo>
                        <a:pt x="175" y="3893"/>
                      </a:lnTo>
                      <a:lnTo>
                        <a:pt x="170" y="3895"/>
                      </a:lnTo>
                      <a:lnTo>
                        <a:pt x="165" y="3893"/>
                      </a:lnTo>
                      <a:lnTo>
                        <a:pt x="162" y="3892"/>
                      </a:lnTo>
                      <a:lnTo>
                        <a:pt x="157" y="3889"/>
                      </a:lnTo>
                      <a:lnTo>
                        <a:pt x="153" y="3884"/>
                      </a:lnTo>
                      <a:lnTo>
                        <a:pt x="149" y="3877"/>
                      </a:lnTo>
                      <a:lnTo>
                        <a:pt x="146" y="3873"/>
                      </a:lnTo>
                      <a:lnTo>
                        <a:pt x="143" y="3868"/>
                      </a:lnTo>
                      <a:lnTo>
                        <a:pt x="139" y="3866"/>
                      </a:lnTo>
                      <a:lnTo>
                        <a:pt x="134" y="3864"/>
                      </a:lnTo>
                      <a:lnTo>
                        <a:pt x="130" y="3861"/>
                      </a:lnTo>
                      <a:lnTo>
                        <a:pt x="125" y="3859"/>
                      </a:lnTo>
                      <a:lnTo>
                        <a:pt x="119" y="3858"/>
                      </a:lnTo>
                      <a:lnTo>
                        <a:pt x="114" y="3858"/>
                      </a:lnTo>
                      <a:lnTo>
                        <a:pt x="102" y="3859"/>
                      </a:lnTo>
                      <a:lnTo>
                        <a:pt x="89" y="3860"/>
                      </a:lnTo>
                      <a:lnTo>
                        <a:pt x="83" y="3857"/>
                      </a:lnTo>
                      <a:lnTo>
                        <a:pt x="76" y="3853"/>
                      </a:lnTo>
                      <a:lnTo>
                        <a:pt x="69" y="3853"/>
                      </a:lnTo>
                      <a:lnTo>
                        <a:pt x="63" y="3853"/>
                      </a:lnTo>
                      <a:lnTo>
                        <a:pt x="57" y="3854"/>
                      </a:lnTo>
                      <a:lnTo>
                        <a:pt x="53" y="3855"/>
                      </a:lnTo>
                      <a:lnTo>
                        <a:pt x="49" y="3860"/>
                      </a:lnTo>
                      <a:lnTo>
                        <a:pt x="46" y="3865"/>
                      </a:lnTo>
                      <a:lnTo>
                        <a:pt x="44" y="3871"/>
                      </a:lnTo>
                      <a:lnTo>
                        <a:pt x="43" y="3878"/>
                      </a:lnTo>
                      <a:lnTo>
                        <a:pt x="42" y="3892"/>
                      </a:lnTo>
                      <a:lnTo>
                        <a:pt x="40" y="3906"/>
                      </a:lnTo>
                      <a:lnTo>
                        <a:pt x="39" y="3916"/>
                      </a:lnTo>
                      <a:lnTo>
                        <a:pt x="39" y="3924"/>
                      </a:lnTo>
                      <a:lnTo>
                        <a:pt x="39" y="3933"/>
                      </a:lnTo>
                      <a:lnTo>
                        <a:pt x="42" y="3939"/>
                      </a:lnTo>
                      <a:lnTo>
                        <a:pt x="44" y="3944"/>
                      </a:lnTo>
                      <a:lnTo>
                        <a:pt x="48" y="3948"/>
                      </a:lnTo>
                      <a:lnTo>
                        <a:pt x="51" y="3949"/>
                      </a:lnTo>
                      <a:lnTo>
                        <a:pt x="56" y="3949"/>
                      </a:lnTo>
                      <a:lnTo>
                        <a:pt x="68" y="3944"/>
                      </a:lnTo>
                      <a:lnTo>
                        <a:pt x="80" y="3941"/>
                      </a:lnTo>
                      <a:lnTo>
                        <a:pt x="84" y="3940"/>
                      </a:lnTo>
                      <a:lnTo>
                        <a:pt x="89" y="3940"/>
                      </a:lnTo>
                      <a:lnTo>
                        <a:pt x="94" y="3940"/>
                      </a:lnTo>
                      <a:lnTo>
                        <a:pt x="97" y="3941"/>
                      </a:lnTo>
                      <a:lnTo>
                        <a:pt x="100" y="3948"/>
                      </a:lnTo>
                      <a:lnTo>
                        <a:pt x="106" y="3959"/>
                      </a:lnTo>
                      <a:lnTo>
                        <a:pt x="119" y="3965"/>
                      </a:lnTo>
                      <a:lnTo>
                        <a:pt x="131" y="3969"/>
                      </a:lnTo>
                      <a:lnTo>
                        <a:pt x="132" y="3978"/>
                      </a:lnTo>
                      <a:lnTo>
                        <a:pt x="132" y="3993"/>
                      </a:lnTo>
                      <a:lnTo>
                        <a:pt x="132" y="4000"/>
                      </a:lnTo>
                      <a:lnTo>
                        <a:pt x="133" y="4007"/>
                      </a:lnTo>
                      <a:lnTo>
                        <a:pt x="134" y="4013"/>
                      </a:lnTo>
                      <a:lnTo>
                        <a:pt x="136" y="4018"/>
                      </a:lnTo>
                      <a:lnTo>
                        <a:pt x="138" y="4019"/>
                      </a:lnTo>
                      <a:lnTo>
                        <a:pt x="141" y="4021"/>
                      </a:lnTo>
                      <a:lnTo>
                        <a:pt x="144" y="4019"/>
                      </a:lnTo>
                      <a:lnTo>
                        <a:pt x="146" y="4018"/>
                      </a:lnTo>
                      <a:lnTo>
                        <a:pt x="152" y="4010"/>
                      </a:lnTo>
                      <a:lnTo>
                        <a:pt x="159" y="4003"/>
                      </a:lnTo>
                      <a:lnTo>
                        <a:pt x="163" y="4002"/>
                      </a:lnTo>
                      <a:lnTo>
                        <a:pt x="168" y="4002"/>
                      </a:lnTo>
                      <a:lnTo>
                        <a:pt x="172" y="4003"/>
                      </a:lnTo>
                      <a:lnTo>
                        <a:pt x="176" y="4004"/>
                      </a:lnTo>
                      <a:lnTo>
                        <a:pt x="185" y="4007"/>
                      </a:lnTo>
                      <a:lnTo>
                        <a:pt x="193" y="4010"/>
                      </a:lnTo>
                      <a:lnTo>
                        <a:pt x="204" y="4012"/>
                      </a:lnTo>
                      <a:lnTo>
                        <a:pt x="215" y="4016"/>
                      </a:lnTo>
                      <a:lnTo>
                        <a:pt x="225" y="4019"/>
                      </a:lnTo>
                      <a:lnTo>
                        <a:pt x="232" y="4025"/>
                      </a:lnTo>
                      <a:lnTo>
                        <a:pt x="240" y="4038"/>
                      </a:lnTo>
                      <a:lnTo>
                        <a:pt x="251" y="4050"/>
                      </a:lnTo>
                      <a:lnTo>
                        <a:pt x="265" y="4057"/>
                      </a:lnTo>
                      <a:lnTo>
                        <a:pt x="277" y="4062"/>
                      </a:lnTo>
                      <a:lnTo>
                        <a:pt x="282" y="4065"/>
                      </a:lnTo>
                      <a:lnTo>
                        <a:pt x="286" y="4067"/>
                      </a:lnTo>
                      <a:lnTo>
                        <a:pt x="289" y="4070"/>
                      </a:lnTo>
                      <a:lnTo>
                        <a:pt x="291" y="4074"/>
                      </a:lnTo>
                      <a:lnTo>
                        <a:pt x="294" y="4085"/>
                      </a:lnTo>
                      <a:lnTo>
                        <a:pt x="295" y="4101"/>
                      </a:lnTo>
                      <a:lnTo>
                        <a:pt x="294" y="4112"/>
                      </a:lnTo>
                      <a:lnTo>
                        <a:pt x="292" y="4123"/>
                      </a:lnTo>
                      <a:lnTo>
                        <a:pt x="291" y="4135"/>
                      </a:lnTo>
                      <a:lnTo>
                        <a:pt x="289" y="4148"/>
                      </a:lnTo>
                      <a:lnTo>
                        <a:pt x="288" y="4154"/>
                      </a:lnTo>
                      <a:lnTo>
                        <a:pt x="286" y="4158"/>
                      </a:lnTo>
                      <a:lnTo>
                        <a:pt x="286" y="4163"/>
                      </a:lnTo>
                      <a:lnTo>
                        <a:pt x="288" y="4168"/>
                      </a:lnTo>
                      <a:lnTo>
                        <a:pt x="290" y="4174"/>
                      </a:lnTo>
                      <a:lnTo>
                        <a:pt x="295" y="4177"/>
                      </a:lnTo>
                      <a:lnTo>
                        <a:pt x="300" y="4179"/>
                      </a:lnTo>
                      <a:lnTo>
                        <a:pt x="303" y="4177"/>
                      </a:lnTo>
                      <a:lnTo>
                        <a:pt x="307" y="4176"/>
                      </a:lnTo>
                      <a:lnTo>
                        <a:pt x="309" y="4173"/>
                      </a:lnTo>
                      <a:lnTo>
                        <a:pt x="310" y="4170"/>
                      </a:lnTo>
                      <a:lnTo>
                        <a:pt x="313" y="4168"/>
                      </a:lnTo>
                      <a:lnTo>
                        <a:pt x="314" y="4166"/>
                      </a:lnTo>
                      <a:lnTo>
                        <a:pt x="317" y="4166"/>
                      </a:lnTo>
                      <a:lnTo>
                        <a:pt x="323" y="4164"/>
                      </a:lnTo>
                      <a:lnTo>
                        <a:pt x="330" y="4167"/>
                      </a:lnTo>
                      <a:lnTo>
                        <a:pt x="339" y="4172"/>
                      </a:lnTo>
                      <a:lnTo>
                        <a:pt x="347" y="4179"/>
                      </a:lnTo>
                      <a:lnTo>
                        <a:pt x="355" y="4188"/>
                      </a:lnTo>
                      <a:lnTo>
                        <a:pt x="364" y="4196"/>
                      </a:lnTo>
                      <a:lnTo>
                        <a:pt x="373" y="4211"/>
                      </a:lnTo>
                      <a:lnTo>
                        <a:pt x="389" y="4232"/>
                      </a:lnTo>
                      <a:lnTo>
                        <a:pt x="404" y="4256"/>
                      </a:lnTo>
                      <a:lnTo>
                        <a:pt x="415" y="4275"/>
                      </a:lnTo>
                      <a:lnTo>
                        <a:pt x="417" y="4281"/>
                      </a:lnTo>
                      <a:lnTo>
                        <a:pt x="417" y="4286"/>
                      </a:lnTo>
                      <a:lnTo>
                        <a:pt x="415" y="4287"/>
                      </a:lnTo>
                      <a:lnTo>
                        <a:pt x="411" y="4290"/>
                      </a:lnTo>
                      <a:lnTo>
                        <a:pt x="410" y="4293"/>
                      </a:lnTo>
                      <a:lnTo>
                        <a:pt x="410" y="4295"/>
                      </a:lnTo>
                      <a:lnTo>
                        <a:pt x="410" y="4297"/>
                      </a:lnTo>
                      <a:lnTo>
                        <a:pt x="410" y="4301"/>
                      </a:lnTo>
                      <a:lnTo>
                        <a:pt x="415" y="4313"/>
                      </a:lnTo>
                      <a:lnTo>
                        <a:pt x="421" y="4330"/>
                      </a:lnTo>
                      <a:lnTo>
                        <a:pt x="426" y="4346"/>
                      </a:lnTo>
                      <a:lnTo>
                        <a:pt x="427" y="4357"/>
                      </a:lnTo>
                      <a:lnTo>
                        <a:pt x="427" y="4360"/>
                      </a:lnTo>
                      <a:lnTo>
                        <a:pt x="424" y="4364"/>
                      </a:lnTo>
                      <a:lnTo>
                        <a:pt x="422" y="4368"/>
                      </a:lnTo>
                      <a:lnTo>
                        <a:pt x="420" y="4370"/>
                      </a:lnTo>
                      <a:lnTo>
                        <a:pt x="412" y="4376"/>
                      </a:lnTo>
                      <a:lnTo>
                        <a:pt x="404" y="4385"/>
                      </a:lnTo>
                      <a:lnTo>
                        <a:pt x="401" y="4391"/>
                      </a:lnTo>
                      <a:lnTo>
                        <a:pt x="398" y="4396"/>
                      </a:lnTo>
                      <a:lnTo>
                        <a:pt x="397" y="4401"/>
                      </a:lnTo>
                      <a:lnTo>
                        <a:pt x="397" y="4406"/>
                      </a:lnTo>
                      <a:lnTo>
                        <a:pt x="399" y="4415"/>
                      </a:lnTo>
                      <a:lnTo>
                        <a:pt x="399" y="4428"/>
                      </a:lnTo>
                      <a:lnTo>
                        <a:pt x="399" y="4433"/>
                      </a:lnTo>
                      <a:lnTo>
                        <a:pt x="397" y="4438"/>
                      </a:lnTo>
                      <a:lnTo>
                        <a:pt x="395" y="4441"/>
                      </a:lnTo>
                      <a:lnTo>
                        <a:pt x="392" y="4445"/>
                      </a:lnTo>
                      <a:lnTo>
                        <a:pt x="384" y="4447"/>
                      </a:lnTo>
                      <a:lnTo>
                        <a:pt x="377" y="4450"/>
                      </a:lnTo>
                      <a:lnTo>
                        <a:pt x="374" y="4458"/>
                      </a:lnTo>
                      <a:lnTo>
                        <a:pt x="373" y="4466"/>
                      </a:lnTo>
                      <a:lnTo>
                        <a:pt x="363" y="4473"/>
                      </a:lnTo>
                      <a:lnTo>
                        <a:pt x="349" y="4482"/>
                      </a:lnTo>
                      <a:lnTo>
                        <a:pt x="346" y="4486"/>
                      </a:lnTo>
                      <a:lnTo>
                        <a:pt x="342" y="4492"/>
                      </a:lnTo>
                      <a:lnTo>
                        <a:pt x="341" y="4497"/>
                      </a:lnTo>
                      <a:lnTo>
                        <a:pt x="339" y="4502"/>
                      </a:lnTo>
                      <a:lnTo>
                        <a:pt x="339" y="4505"/>
                      </a:lnTo>
                      <a:lnTo>
                        <a:pt x="339" y="4510"/>
                      </a:lnTo>
                      <a:lnTo>
                        <a:pt x="340" y="4514"/>
                      </a:lnTo>
                      <a:lnTo>
                        <a:pt x="341" y="4519"/>
                      </a:lnTo>
                      <a:lnTo>
                        <a:pt x="345" y="4525"/>
                      </a:lnTo>
                      <a:lnTo>
                        <a:pt x="348" y="4530"/>
                      </a:lnTo>
                      <a:lnTo>
                        <a:pt x="354" y="4534"/>
                      </a:lnTo>
                      <a:lnTo>
                        <a:pt x="359" y="4536"/>
                      </a:lnTo>
                      <a:lnTo>
                        <a:pt x="369" y="4540"/>
                      </a:lnTo>
                      <a:lnTo>
                        <a:pt x="376" y="4545"/>
                      </a:lnTo>
                      <a:lnTo>
                        <a:pt x="379" y="4547"/>
                      </a:lnTo>
                      <a:lnTo>
                        <a:pt x="382" y="4551"/>
                      </a:lnTo>
                      <a:lnTo>
                        <a:pt x="384" y="4555"/>
                      </a:lnTo>
                      <a:lnTo>
                        <a:pt x="385" y="4560"/>
                      </a:lnTo>
                      <a:lnTo>
                        <a:pt x="388" y="4571"/>
                      </a:lnTo>
                      <a:lnTo>
                        <a:pt x="388" y="4582"/>
                      </a:lnTo>
                      <a:lnTo>
                        <a:pt x="388" y="4588"/>
                      </a:lnTo>
                      <a:lnTo>
                        <a:pt x="385" y="4593"/>
                      </a:lnTo>
                      <a:lnTo>
                        <a:pt x="383" y="4599"/>
                      </a:lnTo>
                      <a:lnTo>
                        <a:pt x="379" y="4607"/>
                      </a:lnTo>
                      <a:lnTo>
                        <a:pt x="376" y="4612"/>
                      </a:lnTo>
                      <a:lnTo>
                        <a:pt x="373" y="4618"/>
                      </a:lnTo>
                      <a:lnTo>
                        <a:pt x="372" y="4623"/>
                      </a:lnTo>
                      <a:lnTo>
                        <a:pt x="372" y="4627"/>
                      </a:lnTo>
                      <a:lnTo>
                        <a:pt x="372" y="4630"/>
                      </a:lnTo>
                      <a:lnTo>
                        <a:pt x="374" y="4634"/>
                      </a:lnTo>
                      <a:lnTo>
                        <a:pt x="377" y="4636"/>
                      </a:lnTo>
                      <a:lnTo>
                        <a:pt x="380" y="4639"/>
                      </a:lnTo>
                      <a:lnTo>
                        <a:pt x="388" y="4643"/>
                      </a:lnTo>
                      <a:lnTo>
                        <a:pt x="397" y="4648"/>
                      </a:lnTo>
                      <a:lnTo>
                        <a:pt x="408" y="4652"/>
                      </a:lnTo>
                      <a:lnTo>
                        <a:pt x="418" y="4656"/>
                      </a:lnTo>
                      <a:lnTo>
                        <a:pt x="423" y="4660"/>
                      </a:lnTo>
                      <a:lnTo>
                        <a:pt x="429" y="4662"/>
                      </a:lnTo>
                      <a:lnTo>
                        <a:pt x="435" y="4665"/>
                      </a:lnTo>
                      <a:lnTo>
                        <a:pt x="441" y="4665"/>
                      </a:lnTo>
                      <a:lnTo>
                        <a:pt x="453" y="4660"/>
                      </a:lnTo>
                      <a:lnTo>
                        <a:pt x="466" y="4653"/>
                      </a:lnTo>
                      <a:lnTo>
                        <a:pt x="481" y="4648"/>
                      </a:lnTo>
                      <a:lnTo>
                        <a:pt x="496" y="4647"/>
                      </a:lnTo>
                      <a:lnTo>
                        <a:pt x="503" y="4646"/>
                      </a:lnTo>
                      <a:lnTo>
                        <a:pt x="508" y="4647"/>
                      </a:lnTo>
                      <a:lnTo>
                        <a:pt x="512" y="4647"/>
                      </a:lnTo>
                      <a:lnTo>
                        <a:pt x="516" y="4649"/>
                      </a:lnTo>
                      <a:lnTo>
                        <a:pt x="519" y="4651"/>
                      </a:lnTo>
                      <a:lnTo>
                        <a:pt x="521" y="4653"/>
                      </a:lnTo>
                      <a:lnTo>
                        <a:pt x="522" y="4656"/>
                      </a:lnTo>
                      <a:lnTo>
                        <a:pt x="522" y="4660"/>
                      </a:lnTo>
                      <a:lnTo>
                        <a:pt x="521" y="4664"/>
                      </a:lnTo>
                      <a:lnTo>
                        <a:pt x="518" y="4668"/>
                      </a:lnTo>
                      <a:lnTo>
                        <a:pt x="514" y="4672"/>
                      </a:lnTo>
                      <a:lnTo>
                        <a:pt x="508" y="4677"/>
                      </a:lnTo>
                      <a:lnTo>
                        <a:pt x="502" y="4681"/>
                      </a:lnTo>
                      <a:lnTo>
                        <a:pt x="499" y="4686"/>
                      </a:lnTo>
                      <a:lnTo>
                        <a:pt x="498" y="4691"/>
                      </a:lnTo>
                      <a:lnTo>
                        <a:pt x="498" y="4694"/>
                      </a:lnTo>
                      <a:lnTo>
                        <a:pt x="500" y="4699"/>
                      </a:lnTo>
                      <a:lnTo>
                        <a:pt x="503" y="4703"/>
                      </a:lnTo>
                      <a:lnTo>
                        <a:pt x="506" y="4706"/>
                      </a:lnTo>
                      <a:lnTo>
                        <a:pt x="511" y="4710"/>
                      </a:lnTo>
                      <a:lnTo>
                        <a:pt x="519" y="4717"/>
                      </a:lnTo>
                      <a:lnTo>
                        <a:pt x="527" y="4727"/>
                      </a:lnTo>
                      <a:lnTo>
                        <a:pt x="533" y="4737"/>
                      </a:lnTo>
                      <a:lnTo>
                        <a:pt x="537" y="4749"/>
                      </a:lnTo>
                      <a:lnTo>
                        <a:pt x="544" y="4762"/>
                      </a:lnTo>
                      <a:lnTo>
                        <a:pt x="556" y="4779"/>
                      </a:lnTo>
                      <a:lnTo>
                        <a:pt x="568" y="4793"/>
                      </a:lnTo>
                      <a:lnTo>
                        <a:pt x="577" y="4805"/>
                      </a:lnTo>
                      <a:lnTo>
                        <a:pt x="580" y="4809"/>
                      </a:lnTo>
                      <a:lnTo>
                        <a:pt x="582" y="4811"/>
                      </a:lnTo>
                      <a:lnTo>
                        <a:pt x="586" y="4813"/>
                      </a:lnTo>
                      <a:lnTo>
                        <a:pt x="590" y="4816"/>
                      </a:lnTo>
                      <a:lnTo>
                        <a:pt x="598" y="4819"/>
                      </a:lnTo>
                      <a:lnTo>
                        <a:pt x="611" y="4822"/>
                      </a:lnTo>
                      <a:lnTo>
                        <a:pt x="617" y="4824"/>
                      </a:lnTo>
                      <a:lnTo>
                        <a:pt x="624" y="4828"/>
                      </a:lnTo>
                      <a:lnTo>
                        <a:pt x="629" y="4831"/>
                      </a:lnTo>
                      <a:lnTo>
                        <a:pt x="634" y="4836"/>
                      </a:lnTo>
                      <a:lnTo>
                        <a:pt x="637" y="4841"/>
                      </a:lnTo>
                      <a:lnTo>
                        <a:pt x="641" y="4847"/>
                      </a:lnTo>
                      <a:lnTo>
                        <a:pt x="643" y="4853"/>
                      </a:lnTo>
                      <a:lnTo>
                        <a:pt x="645" y="4857"/>
                      </a:lnTo>
                      <a:lnTo>
                        <a:pt x="648" y="4863"/>
                      </a:lnTo>
                      <a:lnTo>
                        <a:pt x="650" y="4867"/>
                      </a:lnTo>
                      <a:lnTo>
                        <a:pt x="654" y="4870"/>
                      </a:lnTo>
                      <a:lnTo>
                        <a:pt x="659" y="4873"/>
                      </a:lnTo>
                      <a:lnTo>
                        <a:pt x="668" y="4875"/>
                      </a:lnTo>
                      <a:lnTo>
                        <a:pt x="681" y="4879"/>
                      </a:lnTo>
                      <a:lnTo>
                        <a:pt x="687" y="4880"/>
                      </a:lnTo>
                      <a:lnTo>
                        <a:pt x="693" y="4883"/>
                      </a:lnTo>
                      <a:lnTo>
                        <a:pt x="699" y="4887"/>
                      </a:lnTo>
                      <a:lnTo>
                        <a:pt x="705" y="4891"/>
                      </a:lnTo>
                      <a:lnTo>
                        <a:pt x="714" y="4899"/>
                      </a:lnTo>
                      <a:lnTo>
                        <a:pt x="723" y="4908"/>
                      </a:lnTo>
                      <a:lnTo>
                        <a:pt x="731" y="4916"/>
                      </a:lnTo>
                      <a:lnTo>
                        <a:pt x="742" y="4923"/>
                      </a:lnTo>
                      <a:lnTo>
                        <a:pt x="747" y="4925"/>
                      </a:lnTo>
                      <a:lnTo>
                        <a:pt x="752" y="4927"/>
                      </a:lnTo>
                      <a:lnTo>
                        <a:pt x="757" y="4929"/>
                      </a:lnTo>
                      <a:lnTo>
                        <a:pt x="762" y="4930"/>
                      </a:lnTo>
                      <a:lnTo>
                        <a:pt x="774" y="4931"/>
                      </a:lnTo>
                      <a:lnTo>
                        <a:pt x="786" y="4935"/>
                      </a:lnTo>
                      <a:lnTo>
                        <a:pt x="798" y="4941"/>
                      </a:lnTo>
                      <a:lnTo>
                        <a:pt x="808" y="4946"/>
                      </a:lnTo>
                      <a:lnTo>
                        <a:pt x="813" y="4950"/>
                      </a:lnTo>
                      <a:lnTo>
                        <a:pt x="818" y="4951"/>
                      </a:lnTo>
                      <a:lnTo>
                        <a:pt x="823" y="4952"/>
                      </a:lnTo>
                      <a:lnTo>
                        <a:pt x="827" y="4954"/>
                      </a:lnTo>
                      <a:lnTo>
                        <a:pt x="839" y="4955"/>
                      </a:lnTo>
                      <a:lnTo>
                        <a:pt x="854" y="4956"/>
                      </a:lnTo>
                      <a:lnTo>
                        <a:pt x="863" y="4962"/>
                      </a:lnTo>
                      <a:lnTo>
                        <a:pt x="875" y="4971"/>
                      </a:lnTo>
                      <a:lnTo>
                        <a:pt x="881" y="4975"/>
                      </a:lnTo>
                      <a:lnTo>
                        <a:pt x="887" y="4979"/>
                      </a:lnTo>
                      <a:lnTo>
                        <a:pt x="890" y="4979"/>
                      </a:lnTo>
                      <a:lnTo>
                        <a:pt x="893" y="4979"/>
                      </a:lnTo>
                      <a:lnTo>
                        <a:pt x="895" y="4979"/>
                      </a:lnTo>
                      <a:lnTo>
                        <a:pt x="898" y="4976"/>
                      </a:lnTo>
                      <a:lnTo>
                        <a:pt x="901" y="4973"/>
                      </a:lnTo>
                      <a:lnTo>
                        <a:pt x="906" y="4973"/>
                      </a:lnTo>
                      <a:lnTo>
                        <a:pt x="911" y="4973"/>
                      </a:lnTo>
                      <a:lnTo>
                        <a:pt x="917" y="4974"/>
                      </a:lnTo>
                      <a:lnTo>
                        <a:pt x="927" y="4980"/>
                      </a:lnTo>
                      <a:lnTo>
                        <a:pt x="938" y="4983"/>
                      </a:lnTo>
                      <a:lnTo>
                        <a:pt x="946" y="4986"/>
                      </a:lnTo>
                      <a:lnTo>
                        <a:pt x="953" y="4988"/>
                      </a:lnTo>
                      <a:lnTo>
                        <a:pt x="958" y="4989"/>
                      </a:lnTo>
                      <a:lnTo>
                        <a:pt x="962" y="4992"/>
                      </a:lnTo>
                      <a:lnTo>
                        <a:pt x="963" y="4995"/>
                      </a:lnTo>
                      <a:lnTo>
                        <a:pt x="962" y="4998"/>
                      </a:lnTo>
                      <a:lnTo>
                        <a:pt x="959" y="5001"/>
                      </a:lnTo>
                      <a:lnTo>
                        <a:pt x="955" y="5006"/>
                      </a:lnTo>
                      <a:lnTo>
                        <a:pt x="945" y="5012"/>
                      </a:lnTo>
                      <a:lnTo>
                        <a:pt x="937" y="5017"/>
                      </a:lnTo>
                      <a:lnTo>
                        <a:pt x="927" y="5021"/>
                      </a:lnTo>
                      <a:lnTo>
                        <a:pt x="919" y="5028"/>
                      </a:lnTo>
                      <a:lnTo>
                        <a:pt x="915" y="5033"/>
                      </a:lnTo>
                      <a:lnTo>
                        <a:pt x="913" y="5039"/>
                      </a:lnTo>
                      <a:lnTo>
                        <a:pt x="909" y="5045"/>
                      </a:lnTo>
                      <a:lnTo>
                        <a:pt x="908" y="5051"/>
                      </a:lnTo>
                      <a:lnTo>
                        <a:pt x="905" y="5064"/>
                      </a:lnTo>
                      <a:lnTo>
                        <a:pt x="902" y="5077"/>
                      </a:lnTo>
                      <a:lnTo>
                        <a:pt x="901" y="5090"/>
                      </a:lnTo>
                      <a:lnTo>
                        <a:pt x="901" y="5102"/>
                      </a:lnTo>
                      <a:lnTo>
                        <a:pt x="901" y="5113"/>
                      </a:lnTo>
                      <a:lnTo>
                        <a:pt x="902" y="5121"/>
                      </a:lnTo>
                      <a:lnTo>
                        <a:pt x="903" y="5130"/>
                      </a:lnTo>
                      <a:lnTo>
                        <a:pt x="906" y="5135"/>
                      </a:lnTo>
                      <a:lnTo>
                        <a:pt x="908" y="5140"/>
                      </a:lnTo>
                      <a:lnTo>
                        <a:pt x="913" y="5144"/>
                      </a:lnTo>
                      <a:lnTo>
                        <a:pt x="917" y="5146"/>
                      </a:lnTo>
                      <a:lnTo>
                        <a:pt x="919" y="5150"/>
                      </a:lnTo>
                      <a:lnTo>
                        <a:pt x="920" y="5153"/>
                      </a:lnTo>
                      <a:lnTo>
                        <a:pt x="921" y="5157"/>
                      </a:lnTo>
                      <a:lnTo>
                        <a:pt x="921" y="5162"/>
                      </a:lnTo>
                      <a:lnTo>
                        <a:pt x="919" y="5166"/>
                      </a:lnTo>
                      <a:lnTo>
                        <a:pt x="917" y="5172"/>
                      </a:lnTo>
                      <a:lnTo>
                        <a:pt x="913" y="5179"/>
                      </a:lnTo>
                      <a:lnTo>
                        <a:pt x="911" y="5185"/>
                      </a:lnTo>
                      <a:lnTo>
                        <a:pt x="909" y="5190"/>
                      </a:lnTo>
                      <a:lnTo>
                        <a:pt x="908" y="5195"/>
                      </a:lnTo>
                      <a:lnTo>
                        <a:pt x="909" y="5198"/>
                      </a:lnTo>
                      <a:lnTo>
                        <a:pt x="913" y="5210"/>
                      </a:lnTo>
                      <a:lnTo>
                        <a:pt x="914" y="5228"/>
                      </a:lnTo>
                      <a:lnTo>
                        <a:pt x="914" y="5240"/>
                      </a:lnTo>
                      <a:lnTo>
                        <a:pt x="913" y="5252"/>
                      </a:lnTo>
                      <a:lnTo>
                        <a:pt x="911" y="5263"/>
                      </a:lnTo>
                      <a:lnTo>
                        <a:pt x="909" y="5273"/>
                      </a:lnTo>
                      <a:lnTo>
                        <a:pt x="903" y="5294"/>
                      </a:lnTo>
                      <a:lnTo>
                        <a:pt x="898" y="5311"/>
                      </a:lnTo>
                      <a:lnTo>
                        <a:pt x="896" y="5320"/>
                      </a:lnTo>
                      <a:lnTo>
                        <a:pt x="896" y="5327"/>
                      </a:lnTo>
                      <a:lnTo>
                        <a:pt x="898" y="5333"/>
                      </a:lnTo>
                      <a:lnTo>
                        <a:pt x="900" y="5339"/>
                      </a:lnTo>
                      <a:lnTo>
                        <a:pt x="901" y="5343"/>
                      </a:lnTo>
                      <a:lnTo>
                        <a:pt x="902" y="5349"/>
                      </a:lnTo>
                      <a:lnTo>
                        <a:pt x="902" y="5354"/>
                      </a:lnTo>
                      <a:lnTo>
                        <a:pt x="900" y="5360"/>
                      </a:lnTo>
                      <a:lnTo>
                        <a:pt x="899" y="5365"/>
                      </a:lnTo>
                      <a:lnTo>
                        <a:pt x="898" y="5370"/>
                      </a:lnTo>
                      <a:lnTo>
                        <a:pt x="900" y="5373"/>
                      </a:lnTo>
                      <a:lnTo>
                        <a:pt x="902" y="5377"/>
                      </a:lnTo>
                      <a:lnTo>
                        <a:pt x="908" y="5381"/>
                      </a:lnTo>
                      <a:lnTo>
                        <a:pt x="915" y="5384"/>
                      </a:lnTo>
                      <a:lnTo>
                        <a:pt x="921" y="5386"/>
                      </a:lnTo>
                      <a:lnTo>
                        <a:pt x="927" y="5390"/>
                      </a:lnTo>
                      <a:lnTo>
                        <a:pt x="934" y="5396"/>
                      </a:lnTo>
                      <a:lnTo>
                        <a:pt x="939" y="5402"/>
                      </a:lnTo>
                      <a:lnTo>
                        <a:pt x="945" y="5408"/>
                      </a:lnTo>
                      <a:lnTo>
                        <a:pt x="950" y="5411"/>
                      </a:lnTo>
                      <a:lnTo>
                        <a:pt x="956" y="5415"/>
                      </a:lnTo>
                      <a:lnTo>
                        <a:pt x="963" y="5415"/>
                      </a:lnTo>
                      <a:lnTo>
                        <a:pt x="969" y="5415"/>
                      </a:lnTo>
                      <a:lnTo>
                        <a:pt x="974" y="5417"/>
                      </a:lnTo>
                      <a:lnTo>
                        <a:pt x="977" y="5421"/>
                      </a:lnTo>
                      <a:lnTo>
                        <a:pt x="981" y="5427"/>
                      </a:lnTo>
                      <a:lnTo>
                        <a:pt x="982" y="5434"/>
                      </a:lnTo>
                      <a:lnTo>
                        <a:pt x="982" y="5441"/>
                      </a:lnTo>
                      <a:lnTo>
                        <a:pt x="983" y="5443"/>
                      </a:lnTo>
                      <a:lnTo>
                        <a:pt x="985" y="5446"/>
                      </a:lnTo>
                      <a:lnTo>
                        <a:pt x="988" y="5448"/>
                      </a:lnTo>
                      <a:lnTo>
                        <a:pt x="993" y="5448"/>
                      </a:lnTo>
                      <a:lnTo>
                        <a:pt x="1000" y="5449"/>
                      </a:lnTo>
                      <a:lnTo>
                        <a:pt x="1006" y="5450"/>
                      </a:lnTo>
                      <a:lnTo>
                        <a:pt x="1013" y="5454"/>
                      </a:lnTo>
                      <a:lnTo>
                        <a:pt x="1019" y="5458"/>
                      </a:lnTo>
                      <a:lnTo>
                        <a:pt x="1024" y="5461"/>
                      </a:lnTo>
                      <a:lnTo>
                        <a:pt x="1027" y="5466"/>
                      </a:lnTo>
                      <a:lnTo>
                        <a:pt x="1031" y="5471"/>
                      </a:lnTo>
                      <a:lnTo>
                        <a:pt x="1033" y="5475"/>
                      </a:lnTo>
                      <a:lnTo>
                        <a:pt x="1034" y="5480"/>
                      </a:lnTo>
                      <a:lnTo>
                        <a:pt x="1037" y="5484"/>
                      </a:lnTo>
                      <a:lnTo>
                        <a:pt x="1039" y="5487"/>
                      </a:lnTo>
                      <a:lnTo>
                        <a:pt x="1041" y="5491"/>
                      </a:lnTo>
                      <a:lnTo>
                        <a:pt x="1047" y="5496"/>
                      </a:lnTo>
                      <a:lnTo>
                        <a:pt x="1054" y="5499"/>
                      </a:lnTo>
                      <a:lnTo>
                        <a:pt x="1057" y="5502"/>
                      </a:lnTo>
                      <a:lnTo>
                        <a:pt x="1060" y="5507"/>
                      </a:lnTo>
                      <a:lnTo>
                        <a:pt x="1063" y="5513"/>
                      </a:lnTo>
                      <a:lnTo>
                        <a:pt x="1065" y="5521"/>
                      </a:lnTo>
                      <a:lnTo>
                        <a:pt x="1067" y="5528"/>
                      </a:lnTo>
                      <a:lnTo>
                        <a:pt x="1071" y="5534"/>
                      </a:lnTo>
                      <a:lnTo>
                        <a:pt x="1075" y="5538"/>
                      </a:lnTo>
                      <a:lnTo>
                        <a:pt x="1078" y="5542"/>
                      </a:lnTo>
                      <a:lnTo>
                        <a:pt x="1088" y="5544"/>
                      </a:lnTo>
                      <a:lnTo>
                        <a:pt x="1098" y="5546"/>
                      </a:lnTo>
                      <a:lnTo>
                        <a:pt x="1103" y="5546"/>
                      </a:lnTo>
                      <a:lnTo>
                        <a:pt x="1107" y="5547"/>
                      </a:lnTo>
                      <a:lnTo>
                        <a:pt x="1111" y="5549"/>
                      </a:lnTo>
                      <a:lnTo>
                        <a:pt x="1114" y="5553"/>
                      </a:lnTo>
                      <a:lnTo>
                        <a:pt x="1117" y="5560"/>
                      </a:lnTo>
                      <a:lnTo>
                        <a:pt x="1121" y="5563"/>
                      </a:lnTo>
                      <a:lnTo>
                        <a:pt x="1125" y="5562"/>
                      </a:lnTo>
                      <a:lnTo>
                        <a:pt x="1129" y="5559"/>
                      </a:lnTo>
                      <a:lnTo>
                        <a:pt x="1134" y="5555"/>
                      </a:lnTo>
                      <a:lnTo>
                        <a:pt x="1139" y="5551"/>
                      </a:lnTo>
                      <a:lnTo>
                        <a:pt x="1145" y="5548"/>
                      </a:lnTo>
                      <a:lnTo>
                        <a:pt x="1151" y="5547"/>
                      </a:lnTo>
                      <a:lnTo>
                        <a:pt x="1155" y="5546"/>
                      </a:lnTo>
                      <a:lnTo>
                        <a:pt x="1161" y="5546"/>
                      </a:lnTo>
                      <a:lnTo>
                        <a:pt x="1166" y="5548"/>
                      </a:lnTo>
                      <a:lnTo>
                        <a:pt x="1171" y="5550"/>
                      </a:lnTo>
                      <a:lnTo>
                        <a:pt x="1180" y="5556"/>
                      </a:lnTo>
                      <a:lnTo>
                        <a:pt x="1191" y="5561"/>
                      </a:lnTo>
                      <a:lnTo>
                        <a:pt x="1204" y="5566"/>
                      </a:lnTo>
                      <a:lnTo>
                        <a:pt x="1217" y="5569"/>
                      </a:lnTo>
                      <a:lnTo>
                        <a:pt x="1245" y="5574"/>
                      </a:lnTo>
                      <a:lnTo>
                        <a:pt x="1268" y="5578"/>
                      </a:lnTo>
                      <a:lnTo>
                        <a:pt x="1285" y="5579"/>
                      </a:lnTo>
                      <a:lnTo>
                        <a:pt x="1295" y="5579"/>
                      </a:lnTo>
                      <a:lnTo>
                        <a:pt x="1298" y="5579"/>
                      </a:lnTo>
                      <a:lnTo>
                        <a:pt x="1302" y="5580"/>
                      </a:lnTo>
                      <a:lnTo>
                        <a:pt x="1305" y="5581"/>
                      </a:lnTo>
                      <a:lnTo>
                        <a:pt x="1310" y="5584"/>
                      </a:lnTo>
                      <a:lnTo>
                        <a:pt x="1318" y="5591"/>
                      </a:lnTo>
                      <a:lnTo>
                        <a:pt x="1327" y="5594"/>
                      </a:lnTo>
                      <a:lnTo>
                        <a:pt x="1330" y="5597"/>
                      </a:lnTo>
                      <a:lnTo>
                        <a:pt x="1335" y="5598"/>
                      </a:lnTo>
                      <a:lnTo>
                        <a:pt x="1341" y="5598"/>
                      </a:lnTo>
                      <a:lnTo>
                        <a:pt x="1347" y="5598"/>
                      </a:lnTo>
                      <a:lnTo>
                        <a:pt x="1359" y="5598"/>
                      </a:lnTo>
                      <a:lnTo>
                        <a:pt x="1368" y="5598"/>
                      </a:lnTo>
                      <a:lnTo>
                        <a:pt x="1377" y="5599"/>
                      </a:lnTo>
                      <a:lnTo>
                        <a:pt x="1387" y="5599"/>
                      </a:lnTo>
                      <a:lnTo>
                        <a:pt x="1393" y="5600"/>
                      </a:lnTo>
                      <a:lnTo>
                        <a:pt x="1399" y="5600"/>
                      </a:lnTo>
                      <a:lnTo>
                        <a:pt x="1404" y="5599"/>
                      </a:lnTo>
                      <a:lnTo>
                        <a:pt x="1409" y="5598"/>
                      </a:lnTo>
                      <a:lnTo>
                        <a:pt x="1413" y="5595"/>
                      </a:lnTo>
                      <a:lnTo>
                        <a:pt x="1417" y="5591"/>
                      </a:lnTo>
                      <a:lnTo>
                        <a:pt x="1421" y="5585"/>
                      </a:lnTo>
                      <a:lnTo>
                        <a:pt x="1424" y="5576"/>
                      </a:lnTo>
                      <a:lnTo>
                        <a:pt x="1430" y="5560"/>
                      </a:lnTo>
                      <a:lnTo>
                        <a:pt x="1436" y="5547"/>
                      </a:lnTo>
                      <a:lnTo>
                        <a:pt x="1438" y="5542"/>
                      </a:lnTo>
                      <a:lnTo>
                        <a:pt x="1443" y="5537"/>
                      </a:lnTo>
                      <a:lnTo>
                        <a:pt x="1447" y="5534"/>
                      </a:lnTo>
                      <a:lnTo>
                        <a:pt x="1453" y="5529"/>
                      </a:lnTo>
                      <a:lnTo>
                        <a:pt x="1456" y="5525"/>
                      </a:lnTo>
                      <a:lnTo>
                        <a:pt x="1460" y="5521"/>
                      </a:lnTo>
                      <a:lnTo>
                        <a:pt x="1462" y="5516"/>
                      </a:lnTo>
                      <a:lnTo>
                        <a:pt x="1465" y="5511"/>
                      </a:lnTo>
                      <a:lnTo>
                        <a:pt x="1467" y="5500"/>
                      </a:lnTo>
                      <a:lnTo>
                        <a:pt x="1469" y="5488"/>
                      </a:lnTo>
                      <a:lnTo>
                        <a:pt x="1470" y="5478"/>
                      </a:lnTo>
                      <a:lnTo>
                        <a:pt x="1473" y="5468"/>
                      </a:lnTo>
                      <a:lnTo>
                        <a:pt x="1475" y="5463"/>
                      </a:lnTo>
                      <a:lnTo>
                        <a:pt x="1478" y="5461"/>
                      </a:lnTo>
                      <a:lnTo>
                        <a:pt x="1480" y="5458"/>
                      </a:lnTo>
                      <a:lnTo>
                        <a:pt x="1484" y="5456"/>
                      </a:lnTo>
                      <a:lnTo>
                        <a:pt x="1491" y="5454"/>
                      </a:lnTo>
                      <a:lnTo>
                        <a:pt x="1498" y="5455"/>
                      </a:lnTo>
                      <a:lnTo>
                        <a:pt x="1504" y="5456"/>
                      </a:lnTo>
                      <a:lnTo>
                        <a:pt x="1510" y="5459"/>
                      </a:lnTo>
                      <a:lnTo>
                        <a:pt x="1514" y="5460"/>
                      </a:lnTo>
                      <a:lnTo>
                        <a:pt x="1518" y="5459"/>
                      </a:lnTo>
                      <a:lnTo>
                        <a:pt x="1520" y="5458"/>
                      </a:lnTo>
                      <a:lnTo>
                        <a:pt x="1522" y="5456"/>
                      </a:lnTo>
                      <a:lnTo>
                        <a:pt x="1522" y="5454"/>
                      </a:lnTo>
                      <a:lnTo>
                        <a:pt x="1523" y="5450"/>
                      </a:lnTo>
                      <a:lnTo>
                        <a:pt x="1524" y="5435"/>
                      </a:lnTo>
                      <a:lnTo>
                        <a:pt x="1528" y="5421"/>
                      </a:lnTo>
                      <a:lnTo>
                        <a:pt x="1531" y="5414"/>
                      </a:lnTo>
                      <a:lnTo>
                        <a:pt x="1535" y="5408"/>
                      </a:lnTo>
                      <a:lnTo>
                        <a:pt x="1541" y="5402"/>
                      </a:lnTo>
                      <a:lnTo>
                        <a:pt x="1547" y="5397"/>
                      </a:lnTo>
                      <a:lnTo>
                        <a:pt x="1563" y="5387"/>
                      </a:lnTo>
                      <a:lnTo>
                        <a:pt x="1582" y="5377"/>
                      </a:lnTo>
                      <a:lnTo>
                        <a:pt x="1602" y="5366"/>
                      </a:lnTo>
                      <a:lnTo>
                        <a:pt x="1621" y="5354"/>
                      </a:lnTo>
                      <a:lnTo>
                        <a:pt x="1639" y="5345"/>
                      </a:lnTo>
                      <a:lnTo>
                        <a:pt x="1651" y="5338"/>
                      </a:lnTo>
                      <a:lnTo>
                        <a:pt x="1655" y="5333"/>
                      </a:lnTo>
                      <a:lnTo>
                        <a:pt x="1657" y="5329"/>
                      </a:lnTo>
                      <a:lnTo>
                        <a:pt x="1657" y="5324"/>
                      </a:lnTo>
                      <a:lnTo>
                        <a:pt x="1656" y="5318"/>
                      </a:lnTo>
                      <a:lnTo>
                        <a:pt x="1654" y="5311"/>
                      </a:lnTo>
                      <a:lnTo>
                        <a:pt x="1652" y="5305"/>
                      </a:lnTo>
                      <a:lnTo>
                        <a:pt x="1652" y="5301"/>
                      </a:lnTo>
                      <a:lnTo>
                        <a:pt x="1654" y="5296"/>
                      </a:lnTo>
                      <a:lnTo>
                        <a:pt x="1655" y="5291"/>
                      </a:lnTo>
                      <a:lnTo>
                        <a:pt x="1658" y="5286"/>
                      </a:lnTo>
                      <a:lnTo>
                        <a:pt x="1663" y="5283"/>
                      </a:lnTo>
                      <a:lnTo>
                        <a:pt x="1669" y="5279"/>
                      </a:lnTo>
                      <a:lnTo>
                        <a:pt x="1681" y="5275"/>
                      </a:lnTo>
                      <a:lnTo>
                        <a:pt x="1692" y="5272"/>
                      </a:lnTo>
                      <a:lnTo>
                        <a:pt x="1702" y="5267"/>
                      </a:lnTo>
                      <a:lnTo>
                        <a:pt x="1717" y="5260"/>
                      </a:lnTo>
                      <a:lnTo>
                        <a:pt x="1725" y="5255"/>
                      </a:lnTo>
                      <a:lnTo>
                        <a:pt x="1733" y="5252"/>
                      </a:lnTo>
                      <a:lnTo>
                        <a:pt x="1739" y="5251"/>
                      </a:lnTo>
                      <a:lnTo>
                        <a:pt x="1745" y="5251"/>
                      </a:lnTo>
                      <a:lnTo>
                        <a:pt x="1750" y="5253"/>
                      </a:lnTo>
                      <a:lnTo>
                        <a:pt x="1753" y="5255"/>
                      </a:lnTo>
                      <a:lnTo>
                        <a:pt x="1756" y="5260"/>
                      </a:lnTo>
                      <a:lnTo>
                        <a:pt x="1756" y="5266"/>
                      </a:lnTo>
                      <a:lnTo>
                        <a:pt x="1756" y="5277"/>
                      </a:lnTo>
                      <a:lnTo>
                        <a:pt x="1756" y="5285"/>
                      </a:lnTo>
                      <a:lnTo>
                        <a:pt x="1756" y="5289"/>
                      </a:lnTo>
                      <a:lnTo>
                        <a:pt x="1758" y="5291"/>
                      </a:lnTo>
                      <a:lnTo>
                        <a:pt x="1761" y="5292"/>
                      </a:lnTo>
                      <a:lnTo>
                        <a:pt x="1765" y="5294"/>
                      </a:lnTo>
                      <a:lnTo>
                        <a:pt x="1774" y="5297"/>
                      </a:lnTo>
                      <a:lnTo>
                        <a:pt x="1783" y="5302"/>
                      </a:lnTo>
                      <a:lnTo>
                        <a:pt x="1791" y="5309"/>
                      </a:lnTo>
                      <a:lnTo>
                        <a:pt x="1800" y="5320"/>
                      </a:lnTo>
                      <a:lnTo>
                        <a:pt x="1807" y="5333"/>
                      </a:lnTo>
                      <a:lnTo>
                        <a:pt x="1815" y="5345"/>
                      </a:lnTo>
                      <a:lnTo>
                        <a:pt x="1819" y="5351"/>
                      </a:lnTo>
                      <a:lnTo>
                        <a:pt x="1824" y="5354"/>
                      </a:lnTo>
                      <a:lnTo>
                        <a:pt x="1827" y="5358"/>
                      </a:lnTo>
                      <a:lnTo>
                        <a:pt x="1833" y="5359"/>
                      </a:lnTo>
                      <a:lnTo>
                        <a:pt x="1843" y="5357"/>
                      </a:lnTo>
                      <a:lnTo>
                        <a:pt x="1852" y="5353"/>
                      </a:lnTo>
                      <a:lnTo>
                        <a:pt x="1857" y="5353"/>
                      </a:lnTo>
                      <a:lnTo>
                        <a:pt x="1862" y="5353"/>
                      </a:lnTo>
                      <a:lnTo>
                        <a:pt x="1868" y="5354"/>
                      </a:lnTo>
                      <a:lnTo>
                        <a:pt x="1875" y="5359"/>
                      </a:lnTo>
                      <a:lnTo>
                        <a:pt x="1888" y="5368"/>
                      </a:lnTo>
                      <a:lnTo>
                        <a:pt x="1901" y="5376"/>
                      </a:lnTo>
                      <a:lnTo>
                        <a:pt x="1906" y="5377"/>
                      </a:lnTo>
                      <a:lnTo>
                        <a:pt x="1910" y="5377"/>
                      </a:lnTo>
                      <a:lnTo>
                        <a:pt x="1914" y="5374"/>
                      </a:lnTo>
                      <a:lnTo>
                        <a:pt x="1917" y="5371"/>
                      </a:lnTo>
                      <a:lnTo>
                        <a:pt x="1919" y="5365"/>
                      </a:lnTo>
                      <a:lnTo>
                        <a:pt x="1920" y="5359"/>
                      </a:lnTo>
                      <a:lnTo>
                        <a:pt x="1920" y="5354"/>
                      </a:lnTo>
                      <a:lnTo>
                        <a:pt x="1920" y="5349"/>
                      </a:lnTo>
                      <a:lnTo>
                        <a:pt x="1920" y="5345"/>
                      </a:lnTo>
                      <a:lnTo>
                        <a:pt x="1921" y="5341"/>
                      </a:lnTo>
                      <a:lnTo>
                        <a:pt x="1922" y="5340"/>
                      </a:lnTo>
                      <a:lnTo>
                        <a:pt x="1925" y="5339"/>
                      </a:lnTo>
                      <a:lnTo>
                        <a:pt x="1928" y="5339"/>
                      </a:lnTo>
                      <a:lnTo>
                        <a:pt x="1933" y="5341"/>
                      </a:lnTo>
                      <a:lnTo>
                        <a:pt x="1936" y="5346"/>
                      </a:lnTo>
                      <a:lnTo>
                        <a:pt x="1941" y="5351"/>
                      </a:lnTo>
                      <a:lnTo>
                        <a:pt x="1951" y="5362"/>
                      </a:lnTo>
                      <a:lnTo>
                        <a:pt x="1960" y="5373"/>
                      </a:lnTo>
                      <a:lnTo>
                        <a:pt x="1966" y="5378"/>
                      </a:lnTo>
                      <a:lnTo>
                        <a:pt x="1972" y="5380"/>
                      </a:lnTo>
                      <a:lnTo>
                        <a:pt x="1978" y="5383"/>
                      </a:lnTo>
                      <a:lnTo>
                        <a:pt x="1985" y="5385"/>
                      </a:lnTo>
                      <a:lnTo>
                        <a:pt x="1998" y="5386"/>
                      </a:lnTo>
                      <a:lnTo>
                        <a:pt x="2011" y="5387"/>
                      </a:lnTo>
                      <a:lnTo>
                        <a:pt x="2024" y="5387"/>
                      </a:lnTo>
                      <a:lnTo>
                        <a:pt x="2039" y="5390"/>
                      </a:lnTo>
                      <a:lnTo>
                        <a:pt x="2045" y="5392"/>
                      </a:lnTo>
                      <a:lnTo>
                        <a:pt x="2051" y="5396"/>
                      </a:lnTo>
                      <a:lnTo>
                        <a:pt x="2054" y="5399"/>
                      </a:lnTo>
                      <a:lnTo>
                        <a:pt x="2057" y="5405"/>
                      </a:lnTo>
                      <a:lnTo>
                        <a:pt x="2060" y="5418"/>
                      </a:lnTo>
                      <a:lnTo>
                        <a:pt x="2064" y="5431"/>
                      </a:lnTo>
                      <a:lnTo>
                        <a:pt x="2066" y="5437"/>
                      </a:lnTo>
                      <a:lnTo>
                        <a:pt x="2068" y="5442"/>
                      </a:lnTo>
                      <a:lnTo>
                        <a:pt x="2072" y="5447"/>
                      </a:lnTo>
                      <a:lnTo>
                        <a:pt x="2076" y="5450"/>
                      </a:lnTo>
                      <a:lnTo>
                        <a:pt x="2082" y="5454"/>
                      </a:lnTo>
                      <a:lnTo>
                        <a:pt x="2089" y="5458"/>
                      </a:lnTo>
                      <a:lnTo>
                        <a:pt x="2096" y="5460"/>
                      </a:lnTo>
                      <a:lnTo>
                        <a:pt x="2105" y="5462"/>
                      </a:lnTo>
                      <a:lnTo>
                        <a:pt x="2124" y="5466"/>
                      </a:lnTo>
                      <a:lnTo>
                        <a:pt x="2142" y="5469"/>
                      </a:lnTo>
                      <a:lnTo>
                        <a:pt x="2159" y="5472"/>
                      </a:lnTo>
                      <a:lnTo>
                        <a:pt x="2173" y="5473"/>
                      </a:lnTo>
                      <a:lnTo>
                        <a:pt x="2179" y="5472"/>
                      </a:lnTo>
                      <a:lnTo>
                        <a:pt x="2185" y="5471"/>
                      </a:lnTo>
                      <a:lnTo>
                        <a:pt x="2191" y="5468"/>
                      </a:lnTo>
                      <a:lnTo>
                        <a:pt x="2197" y="5466"/>
                      </a:lnTo>
                      <a:lnTo>
                        <a:pt x="2206" y="5459"/>
                      </a:lnTo>
                      <a:lnTo>
                        <a:pt x="2215" y="5456"/>
                      </a:lnTo>
                      <a:lnTo>
                        <a:pt x="2222" y="5455"/>
                      </a:lnTo>
                      <a:lnTo>
                        <a:pt x="2230" y="5455"/>
                      </a:lnTo>
                      <a:lnTo>
                        <a:pt x="2238" y="5456"/>
                      </a:lnTo>
                      <a:lnTo>
                        <a:pt x="2246" y="5455"/>
                      </a:lnTo>
                      <a:lnTo>
                        <a:pt x="2248" y="5454"/>
                      </a:lnTo>
                      <a:lnTo>
                        <a:pt x="2250" y="5450"/>
                      </a:lnTo>
                      <a:lnTo>
                        <a:pt x="2253" y="5447"/>
                      </a:lnTo>
                      <a:lnTo>
                        <a:pt x="2256" y="5440"/>
                      </a:lnTo>
                      <a:lnTo>
                        <a:pt x="2261" y="5427"/>
                      </a:lnTo>
                      <a:lnTo>
                        <a:pt x="2268" y="5415"/>
                      </a:lnTo>
                      <a:lnTo>
                        <a:pt x="2273" y="5411"/>
                      </a:lnTo>
                      <a:lnTo>
                        <a:pt x="2279" y="5406"/>
                      </a:lnTo>
                      <a:lnTo>
                        <a:pt x="2285" y="5404"/>
                      </a:lnTo>
                      <a:lnTo>
                        <a:pt x="2293" y="5403"/>
                      </a:lnTo>
                      <a:lnTo>
                        <a:pt x="2314" y="5402"/>
                      </a:lnTo>
                      <a:lnTo>
                        <a:pt x="2339" y="5401"/>
                      </a:lnTo>
                      <a:lnTo>
                        <a:pt x="2350" y="5399"/>
                      </a:lnTo>
                      <a:lnTo>
                        <a:pt x="2361" y="5397"/>
                      </a:lnTo>
                      <a:lnTo>
                        <a:pt x="2364" y="5396"/>
                      </a:lnTo>
                      <a:lnTo>
                        <a:pt x="2369" y="5395"/>
                      </a:lnTo>
                      <a:lnTo>
                        <a:pt x="2372" y="5392"/>
                      </a:lnTo>
                      <a:lnTo>
                        <a:pt x="2374" y="5389"/>
                      </a:lnTo>
                      <a:lnTo>
                        <a:pt x="2379" y="5379"/>
                      </a:lnTo>
                      <a:lnTo>
                        <a:pt x="2385" y="5371"/>
                      </a:lnTo>
                      <a:lnTo>
                        <a:pt x="2388" y="5367"/>
                      </a:lnTo>
                      <a:lnTo>
                        <a:pt x="2393" y="5365"/>
                      </a:lnTo>
                      <a:lnTo>
                        <a:pt x="2399" y="5361"/>
                      </a:lnTo>
                      <a:lnTo>
                        <a:pt x="2407" y="5359"/>
                      </a:lnTo>
                      <a:lnTo>
                        <a:pt x="2417" y="5357"/>
                      </a:lnTo>
                      <a:lnTo>
                        <a:pt x="2425" y="5355"/>
                      </a:lnTo>
                      <a:lnTo>
                        <a:pt x="2435" y="5354"/>
                      </a:lnTo>
                      <a:lnTo>
                        <a:pt x="2443" y="5354"/>
                      </a:lnTo>
                      <a:lnTo>
                        <a:pt x="2451" y="5355"/>
                      </a:lnTo>
                      <a:lnTo>
                        <a:pt x="2460" y="5358"/>
                      </a:lnTo>
                      <a:lnTo>
                        <a:pt x="2468" y="5361"/>
                      </a:lnTo>
                      <a:lnTo>
                        <a:pt x="2475" y="5365"/>
                      </a:lnTo>
                      <a:lnTo>
                        <a:pt x="2487" y="5376"/>
                      </a:lnTo>
                      <a:lnTo>
                        <a:pt x="2496" y="5384"/>
                      </a:lnTo>
                      <a:lnTo>
                        <a:pt x="2500" y="5389"/>
                      </a:lnTo>
                      <a:lnTo>
                        <a:pt x="2504" y="5391"/>
                      </a:lnTo>
                      <a:lnTo>
                        <a:pt x="2508" y="5395"/>
                      </a:lnTo>
                      <a:lnTo>
                        <a:pt x="2513" y="5397"/>
                      </a:lnTo>
                      <a:lnTo>
                        <a:pt x="2518" y="5397"/>
                      </a:lnTo>
                      <a:lnTo>
                        <a:pt x="2523" y="5396"/>
                      </a:lnTo>
                      <a:lnTo>
                        <a:pt x="2527" y="5392"/>
                      </a:lnTo>
                      <a:lnTo>
                        <a:pt x="2532" y="5387"/>
                      </a:lnTo>
                      <a:lnTo>
                        <a:pt x="2538" y="5384"/>
                      </a:lnTo>
                      <a:lnTo>
                        <a:pt x="2543" y="5380"/>
                      </a:lnTo>
                      <a:lnTo>
                        <a:pt x="2546" y="5379"/>
                      </a:lnTo>
                      <a:lnTo>
                        <a:pt x="2549" y="5378"/>
                      </a:lnTo>
                      <a:lnTo>
                        <a:pt x="2552" y="5378"/>
                      </a:lnTo>
                      <a:lnTo>
                        <a:pt x="2556" y="5379"/>
                      </a:lnTo>
                      <a:lnTo>
                        <a:pt x="2562" y="5381"/>
                      </a:lnTo>
                      <a:lnTo>
                        <a:pt x="2569" y="5385"/>
                      </a:lnTo>
                      <a:lnTo>
                        <a:pt x="2575" y="5390"/>
                      </a:lnTo>
                      <a:lnTo>
                        <a:pt x="2580" y="5395"/>
                      </a:lnTo>
                      <a:lnTo>
                        <a:pt x="2584" y="5401"/>
                      </a:lnTo>
                      <a:lnTo>
                        <a:pt x="2589" y="5406"/>
                      </a:lnTo>
                      <a:lnTo>
                        <a:pt x="2591" y="5412"/>
                      </a:lnTo>
                      <a:lnTo>
                        <a:pt x="2591" y="5418"/>
                      </a:lnTo>
                      <a:lnTo>
                        <a:pt x="2591" y="5424"/>
                      </a:lnTo>
                      <a:lnTo>
                        <a:pt x="2589" y="5429"/>
                      </a:lnTo>
                      <a:lnTo>
                        <a:pt x="2587" y="5434"/>
                      </a:lnTo>
                      <a:lnTo>
                        <a:pt x="2582" y="5440"/>
                      </a:lnTo>
                      <a:lnTo>
                        <a:pt x="2575" y="5449"/>
                      </a:lnTo>
                      <a:lnTo>
                        <a:pt x="2570" y="5458"/>
                      </a:lnTo>
                      <a:lnTo>
                        <a:pt x="2570" y="5462"/>
                      </a:lnTo>
                      <a:lnTo>
                        <a:pt x="2571" y="5467"/>
                      </a:lnTo>
                      <a:lnTo>
                        <a:pt x="2572" y="5472"/>
                      </a:lnTo>
                      <a:lnTo>
                        <a:pt x="2575" y="5478"/>
                      </a:lnTo>
                      <a:lnTo>
                        <a:pt x="2582" y="5490"/>
                      </a:lnTo>
                      <a:lnTo>
                        <a:pt x="2590" y="5505"/>
                      </a:lnTo>
                      <a:lnTo>
                        <a:pt x="2600" y="5522"/>
                      </a:lnTo>
                      <a:lnTo>
                        <a:pt x="2608" y="5534"/>
                      </a:lnTo>
                      <a:lnTo>
                        <a:pt x="2613" y="5537"/>
                      </a:lnTo>
                      <a:lnTo>
                        <a:pt x="2618" y="5538"/>
                      </a:lnTo>
                      <a:lnTo>
                        <a:pt x="2620" y="5538"/>
                      </a:lnTo>
                      <a:lnTo>
                        <a:pt x="2622" y="5537"/>
                      </a:lnTo>
                      <a:lnTo>
                        <a:pt x="2625" y="5536"/>
                      </a:lnTo>
                      <a:lnTo>
                        <a:pt x="2628" y="5534"/>
                      </a:lnTo>
                      <a:lnTo>
                        <a:pt x="2631" y="5530"/>
                      </a:lnTo>
                      <a:lnTo>
                        <a:pt x="2634" y="5529"/>
                      </a:lnTo>
                      <a:lnTo>
                        <a:pt x="2637" y="5528"/>
                      </a:lnTo>
                      <a:lnTo>
                        <a:pt x="2640" y="5528"/>
                      </a:lnTo>
                      <a:lnTo>
                        <a:pt x="2649" y="5530"/>
                      </a:lnTo>
                      <a:lnTo>
                        <a:pt x="2656" y="5534"/>
                      </a:lnTo>
                      <a:lnTo>
                        <a:pt x="2663" y="5538"/>
                      </a:lnTo>
                      <a:lnTo>
                        <a:pt x="2670" y="5544"/>
                      </a:lnTo>
                      <a:lnTo>
                        <a:pt x="2676" y="5550"/>
                      </a:lnTo>
                      <a:lnTo>
                        <a:pt x="2681" y="5556"/>
                      </a:lnTo>
                      <a:lnTo>
                        <a:pt x="2685" y="5561"/>
                      </a:lnTo>
                      <a:lnTo>
                        <a:pt x="2689" y="5563"/>
                      </a:lnTo>
                      <a:lnTo>
                        <a:pt x="2693" y="5566"/>
                      </a:lnTo>
                      <a:lnTo>
                        <a:pt x="2696" y="5568"/>
                      </a:lnTo>
                      <a:lnTo>
                        <a:pt x="2703" y="5568"/>
                      </a:lnTo>
                      <a:lnTo>
                        <a:pt x="2712" y="5568"/>
                      </a:lnTo>
                      <a:lnTo>
                        <a:pt x="2720" y="5569"/>
                      </a:lnTo>
                      <a:lnTo>
                        <a:pt x="2726" y="5570"/>
                      </a:lnTo>
                      <a:lnTo>
                        <a:pt x="2731" y="5573"/>
                      </a:lnTo>
                      <a:lnTo>
                        <a:pt x="2738" y="5581"/>
                      </a:lnTo>
                      <a:lnTo>
                        <a:pt x="2741" y="5585"/>
                      </a:lnTo>
                      <a:lnTo>
                        <a:pt x="2745" y="5588"/>
                      </a:lnTo>
                      <a:lnTo>
                        <a:pt x="2750" y="5592"/>
                      </a:lnTo>
                      <a:lnTo>
                        <a:pt x="2756" y="5594"/>
                      </a:lnTo>
                      <a:lnTo>
                        <a:pt x="2767" y="5598"/>
                      </a:lnTo>
                      <a:lnTo>
                        <a:pt x="2782" y="5599"/>
                      </a:lnTo>
                      <a:lnTo>
                        <a:pt x="2796" y="5599"/>
                      </a:lnTo>
                      <a:lnTo>
                        <a:pt x="2809" y="5600"/>
                      </a:lnTo>
                      <a:lnTo>
                        <a:pt x="2820" y="5603"/>
                      </a:lnTo>
                      <a:lnTo>
                        <a:pt x="2829" y="5607"/>
                      </a:lnTo>
                      <a:lnTo>
                        <a:pt x="2838" y="5612"/>
                      </a:lnTo>
                      <a:lnTo>
                        <a:pt x="2848" y="5614"/>
                      </a:lnTo>
                      <a:lnTo>
                        <a:pt x="2853" y="5614"/>
                      </a:lnTo>
                      <a:lnTo>
                        <a:pt x="2859" y="5614"/>
                      </a:lnTo>
                      <a:lnTo>
                        <a:pt x="2864" y="5612"/>
                      </a:lnTo>
                      <a:lnTo>
                        <a:pt x="2870" y="5610"/>
                      </a:lnTo>
                      <a:lnTo>
                        <a:pt x="2879" y="5606"/>
                      </a:lnTo>
                      <a:lnTo>
                        <a:pt x="2886" y="5604"/>
                      </a:lnTo>
                      <a:lnTo>
                        <a:pt x="2895" y="5604"/>
                      </a:lnTo>
                      <a:lnTo>
                        <a:pt x="2905" y="5605"/>
                      </a:lnTo>
                      <a:lnTo>
                        <a:pt x="2916" y="5609"/>
                      </a:lnTo>
                      <a:lnTo>
                        <a:pt x="2922" y="5612"/>
                      </a:lnTo>
                      <a:lnTo>
                        <a:pt x="2924" y="5614"/>
                      </a:lnTo>
                      <a:lnTo>
                        <a:pt x="2926" y="5617"/>
                      </a:lnTo>
                      <a:lnTo>
                        <a:pt x="2926" y="5620"/>
                      </a:lnTo>
                      <a:lnTo>
                        <a:pt x="2926" y="5625"/>
                      </a:lnTo>
                      <a:lnTo>
                        <a:pt x="2926" y="5629"/>
                      </a:lnTo>
                      <a:lnTo>
                        <a:pt x="2927" y="5633"/>
                      </a:lnTo>
                      <a:lnTo>
                        <a:pt x="2928" y="5636"/>
                      </a:lnTo>
                      <a:lnTo>
                        <a:pt x="2929" y="5638"/>
                      </a:lnTo>
                      <a:lnTo>
                        <a:pt x="2933" y="5641"/>
                      </a:lnTo>
                      <a:lnTo>
                        <a:pt x="2937" y="5642"/>
                      </a:lnTo>
                      <a:lnTo>
                        <a:pt x="2943" y="5642"/>
                      </a:lnTo>
                      <a:lnTo>
                        <a:pt x="2952" y="5641"/>
                      </a:lnTo>
                      <a:lnTo>
                        <a:pt x="2972" y="5639"/>
                      </a:lnTo>
                      <a:lnTo>
                        <a:pt x="2992" y="5637"/>
                      </a:lnTo>
                      <a:lnTo>
                        <a:pt x="3013" y="5635"/>
                      </a:lnTo>
                      <a:lnTo>
                        <a:pt x="3031" y="5631"/>
                      </a:lnTo>
                      <a:lnTo>
                        <a:pt x="3037" y="5629"/>
                      </a:lnTo>
                      <a:lnTo>
                        <a:pt x="3042" y="5625"/>
                      </a:lnTo>
                      <a:lnTo>
                        <a:pt x="3044" y="5623"/>
                      </a:lnTo>
                      <a:lnTo>
                        <a:pt x="3046" y="5618"/>
                      </a:lnTo>
                      <a:lnTo>
                        <a:pt x="3046" y="5609"/>
                      </a:lnTo>
                      <a:lnTo>
                        <a:pt x="3048" y="5595"/>
                      </a:lnTo>
                      <a:lnTo>
                        <a:pt x="3050" y="5589"/>
                      </a:lnTo>
                      <a:lnTo>
                        <a:pt x="3054" y="5585"/>
                      </a:lnTo>
                      <a:lnTo>
                        <a:pt x="3060" y="5582"/>
                      </a:lnTo>
                      <a:lnTo>
                        <a:pt x="3067" y="5580"/>
                      </a:lnTo>
                      <a:lnTo>
                        <a:pt x="3081" y="5579"/>
                      </a:lnTo>
                      <a:lnTo>
                        <a:pt x="3097" y="5579"/>
                      </a:lnTo>
                      <a:lnTo>
                        <a:pt x="3112" y="5580"/>
                      </a:lnTo>
                      <a:lnTo>
                        <a:pt x="3129" y="5581"/>
                      </a:lnTo>
                      <a:lnTo>
                        <a:pt x="3149" y="5582"/>
                      </a:lnTo>
                      <a:lnTo>
                        <a:pt x="3173" y="5584"/>
                      </a:lnTo>
                      <a:lnTo>
                        <a:pt x="3195" y="5585"/>
                      </a:lnTo>
                      <a:lnTo>
                        <a:pt x="3211" y="5584"/>
                      </a:lnTo>
                      <a:lnTo>
                        <a:pt x="3218" y="5582"/>
                      </a:lnTo>
                      <a:lnTo>
                        <a:pt x="3225" y="5581"/>
                      </a:lnTo>
                      <a:lnTo>
                        <a:pt x="3232" y="5578"/>
                      </a:lnTo>
                      <a:lnTo>
                        <a:pt x="3241" y="5574"/>
                      </a:lnTo>
                      <a:lnTo>
                        <a:pt x="3251" y="5570"/>
                      </a:lnTo>
                      <a:lnTo>
                        <a:pt x="3263" y="5566"/>
                      </a:lnTo>
                      <a:lnTo>
                        <a:pt x="3270" y="5565"/>
                      </a:lnTo>
                      <a:lnTo>
                        <a:pt x="3276" y="5565"/>
                      </a:lnTo>
                      <a:lnTo>
                        <a:pt x="3283" y="5563"/>
                      </a:lnTo>
                      <a:lnTo>
                        <a:pt x="3289" y="5565"/>
                      </a:lnTo>
                      <a:lnTo>
                        <a:pt x="3300" y="5568"/>
                      </a:lnTo>
                      <a:lnTo>
                        <a:pt x="3309" y="5573"/>
                      </a:lnTo>
                      <a:lnTo>
                        <a:pt x="3314" y="5574"/>
                      </a:lnTo>
                      <a:lnTo>
                        <a:pt x="3318" y="5575"/>
                      </a:lnTo>
                      <a:lnTo>
                        <a:pt x="3323" y="5575"/>
                      </a:lnTo>
                      <a:lnTo>
                        <a:pt x="3327" y="5575"/>
                      </a:lnTo>
                      <a:lnTo>
                        <a:pt x="3345" y="5569"/>
                      </a:lnTo>
                      <a:lnTo>
                        <a:pt x="3362" y="5567"/>
                      </a:lnTo>
                      <a:lnTo>
                        <a:pt x="3369" y="5567"/>
                      </a:lnTo>
                      <a:lnTo>
                        <a:pt x="3376" y="5568"/>
                      </a:lnTo>
                      <a:lnTo>
                        <a:pt x="3382" y="5570"/>
                      </a:lnTo>
                      <a:lnTo>
                        <a:pt x="3387" y="5575"/>
                      </a:lnTo>
                      <a:lnTo>
                        <a:pt x="3396" y="5586"/>
                      </a:lnTo>
                      <a:lnTo>
                        <a:pt x="3405" y="5597"/>
                      </a:lnTo>
                      <a:lnTo>
                        <a:pt x="3408" y="5601"/>
                      </a:lnTo>
                      <a:lnTo>
                        <a:pt x="3413" y="5606"/>
                      </a:lnTo>
                      <a:lnTo>
                        <a:pt x="3419" y="5610"/>
                      </a:lnTo>
                      <a:lnTo>
                        <a:pt x="3425" y="5613"/>
                      </a:lnTo>
                      <a:lnTo>
                        <a:pt x="3431" y="5617"/>
                      </a:lnTo>
                      <a:lnTo>
                        <a:pt x="3437" y="5620"/>
                      </a:lnTo>
                      <a:lnTo>
                        <a:pt x="3441" y="5624"/>
                      </a:lnTo>
                      <a:lnTo>
                        <a:pt x="3446" y="5629"/>
                      </a:lnTo>
                      <a:lnTo>
                        <a:pt x="3455" y="5638"/>
                      </a:lnTo>
                      <a:lnTo>
                        <a:pt x="3464" y="5650"/>
                      </a:lnTo>
                      <a:lnTo>
                        <a:pt x="3466" y="5652"/>
                      </a:lnTo>
                      <a:lnTo>
                        <a:pt x="3470" y="5654"/>
                      </a:lnTo>
                      <a:lnTo>
                        <a:pt x="3472" y="5654"/>
                      </a:lnTo>
                      <a:lnTo>
                        <a:pt x="3475" y="5654"/>
                      </a:lnTo>
                      <a:lnTo>
                        <a:pt x="3479" y="5648"/>
                      </a:lnTo>
                      <a:lnTo>
                        <a:pt x="3485" y="5639"/>
                      </a:lnTo>
                      <a:lnTo>
                        <a:pt x="3489" y="5635"/>
                      </a:lnTo>
                      <a:lnTo>
                        <a:pt x="3494" y="5630"/>
                      </a:lnTo>
                      <a:lnTo>
                        <a:pt x="3500" y="5626"/>
                      </a:lnTo>
                      <a:lnTo>
                        <a:pt x="3506" y="5623"/>
                      </a:lnTo>
                      <a:lnTo>
                        <a:pt x="3514" y="5619"/>
                      </a:lnTo>
                      <a:lnTo>
                        <a:pt x="3522" y="5617"/>
                      </a:lnTo>
                      <a:lnTo>
                        <a:pt x="3531" y="5616"/>
                      </a:lnTo>
                      <a:lnTo>
                        <a:pt x="3540" y="5614"/>
                      </a:lnTo>
                      <a:lnTo>
                        <a:pt x="3564" y="5614"/>
                      </a:lnTo>
                      <a:lnTo>
                        <a:pt x="3590" y="5614"/>
                      </a:lnTo>
                      <a:lnTo>
                        <a:pt x="3603" y="5613"/>
                      </a:lnTo>
                      <a:lnTo>
                        <a:pt x="3616" y="5613"/>
                      </a:lnTo>
                      <a:lnTo>
                        <a:pt x="3628" y="5611"/>
                      </a:lnTo>
                      <a:lnTo>
                        <a:pt x="3638" y="5609"/>
                      </a:lnTo>
                      <a:lnTo>
                        <a:pt x="3647" y="5604"/>
                      </a:lnTo>
                      <a:lnTo>
                        <a:pt x="3655" y="5599"/>
                      </a:lnTo>
                      <a:lnTo>
                        <a:pt x="3664" y="5591"/>
                      </a:lnTo>
                      <a:lnTo>
                        <a:pt x="3671" y="5582"/>
                      </a:lnTo>
                      <a:lnTo>
                        <a:pt x="3678" y="5573"/>
                      </a:lnTo>
                      <a:lnTo>
                        <a:pt x="3684" y="5563"/>
                      </a:lnTo>
                      <a:lnTo>
                        <a:pt x="3690" y="5551"/>
                      </a:lnTo>
                      <a:lnTo>
                        <a:pt x="3695" y="5541"/>
                      </a:lnTo>
                      <a:lnTo>
                        <a:pt x="3703" y="5518"/>
                      </a:lnTo>
                      <a:lnTo>
                        <a:pt x="3710" y="5500"/>
                      </a:lnTo>
                      <a:lnTo>
                        <a:pt x="3714" y="5493"/>
                      </a:lnTo>
                      <a:lnTo>
                        <a:pt x="3718" y="5487"/>
                      </a:lnTo>
                      <a:lnTo>
                        <a:pt x="3724" y="5484"/>
                      </a:lnTo>
                      <a:lnTo>
                        <a:pt x="3731" y="5481"/>
                      </a:lnTo>
                      <a:lnTo>
                        <a:pt x="3739" y="5480"/>
                      </a:lnTo>
                      <a:lnTo>
                        <a:pt x="3746" y="5480"/>
                      </a:lnTo>
                      <a:lnTo>
                        <a:pt x="3752" y="5481"/>
                      </a:lnTo>
                      <a:lnTo>
                        <a:pt x="3758" y="5481"/>
                      </a:lnTo>
                      <a:lnTo>
                        <a:pt x="3762" y="5483"/>
                      </a:lnTo>
                      <a:lnTo>
                        <a:pt x="3767" y="5483"/>
                      </a:lnTo>
                      <a:lnTo>
                        <a:pt x="3772" y="5483"/>
                      </a:lnTo>
                      <a:lnTo>
                        <a:pt x="3777" y="5480"/>
                      </a:lnTo>
                      <a:lnTo>
                        <a:pt x="3785" y="5477"/>
                      </a:lnTo>
                      <a:lnTo>
                        <a:pt x="3792" y="5474"/>
                      </a:lnTo>
                      <a:lnTo>
                        <a:pt x="3794" y="5474"/>
                      </a:lnTo>
                      <a:lnTo>
                        <a:pt x="3797" y="5474"/>
                      </a:lnTo>
                      <a:lnTo>
                        <a:pt x="3800" y="5477"/>
                      </a:lnTo>
                      <a:lnTo>
                        <a:pt x="3803" y="5479"/>
                      </a:lnTo>
                      <a:lnTo>
                        <a:pt x="3806" y="5481"/>
                      </a:lnTo>
                      <a:lnTo>
                        <a:pt x="3810" y="5483"/>
                      </a:lnTo>
                      <a:lnTo>
                        <a:pt x="3812" y="5484"/>
                      </a:lnTo>
                      <a:lnTo>
                        <a:pt x="3816" y="5484"/>
                      </a:lnTo>
                      <a:lnTo>
                        <a:pt x="3822" y="5483"/>
                      </a:lnTo>
                      <a:lnTo>
                        <a:pt x="3827" y="5479"/>
                      </a:lnTo>
                      <a:lnTo>
                        <a:pt x="3830" y="5477"/>
                      </a:lnTo>
                      <a:lnTo>
                        <a:pt x="3834" y="5477"/>
                      </a:lnTo>
                      <a:lnTo>
                        <a:pt x="3840" y="5478"/>
                      </a:lnTo>
                      <a:lnTo>
                        <a:pt x="3844" y="5478"/>
                      </a:lnTo>
                      <a:lnTo>
                        <a:pt x="3856" y="5481"/>
                      </a:lnTo>
                      <a:lnTo>
                        <a:pt x="3866" y="5484"/>
                      </a:lnTo>
                      <a:lnTo>
                        <a:pt x="3874" y="5485"/>
                      </a:lnTo>
                      <a:lnTo>
                        <a:pt x="3882" y="5484"/>
                      </a:lnTo>
                      <a:lnTo>
                        <a:pt x="3887" y="5481"/>
                      </a:lnTo>
                      <a:lnTo>
                        <a:pt x="3892" y="5479"/>
                      </a:lnTo>
                      <a:lnTo>
                        <a:pt x="3897" y="5477"/>
                      </a:lnTo>
                      <a:lnTo>
                        <a:pt x="3903" y="5472"/>
                      </a:lnTo>
                      <a:lnTo>
                        <a:pt x="3909" y="5467"/>
                      </a:lnTo>
                      <a:lnTo>
                        <a:pt x="3916" y="5465"/>
                      </a:lnTo>
                      <a:lnTo>
                        <a:pt x="3923" y="5463"/>
                      </a:lnTo>
                      <a:lnTo>
                        <a:pt x="3930" y="5463"/>
                      </a:lnTo>
                      <a:lnTo>
                        <a:pt x="3937" y="5465"/>
                      </a:lnTo>
                      <a:lnTo>
                        <a:pt x="3944" y="5467"/>
                      </a:lnTo>
                      <a:lnTo>
                        <a:pt x="3950" y="5469"/>
                      </a:lnTo>
                      <a:lnTo>
                        <a:pt x="3956" y="5472"/>
                      </a:lnTo>
                      <a:lnTo>
                        <a:pt x="3964" y="5479"/>
                      </a:lnTo>
                      <a:lnTo>
                        <a:pt x="3973" y="5485"/>
                      </a:lnTo>
                      <a:lnTo>
                        <a:pt x="3978" y="5486"/>
                      </a:lnTo>
                      <a:lnTo>
                        <a:pt x="3982" y="5488"/>
                      </a:lnTo>
                      <a:lnTo>
                        <a:pt x="3989" y="5490"/>
                      </a:lnTo>
                      <a:lnTo>
                        <a:pt x="3998" y="5490"/>
                      </a:lnTo>
                      <a:lnTo>
                        <a:pt x="4016" y="5491"/>
                      </a:lnTo>
                      <a:lnTo>
                        <a:pt x="4030" y="5494"/>
                      </a:lnTo>
                      <a:lnTo>
                        <a:pt x="4036" y="5496"/>
                      </a:lnTo>
                      <a:lnTo>
                        <a:pt x="4041" y="5496"/>
                      </a:lnTo>
                      <a:lnTo>
                        <a:pt x="4044" y="5494"/>
                      </a:lnTo>
                      <a:lnTo>
                        <a:pt x="4045" y="5491"/>
                      </a:lnTo>
                      <a:lnTo>
                        <a:pt x="4048" y="5487"/>
                      </a:lnTo>
                      <a:lnTo>
                        <a:pt x="4050" y="5484"/>
                      </a:lnTo>
                      <a:lnTo>
                        <a:pt x="4054" y="5481"/>
                      </a:lnTo>
                      <a:lnTo>
                        <a:pt x="4058" y="5480"/>
                      </a:lnTo>
                      <a:lnTo>
                        <a:pt x="4068" y="5478"/>
                      </a:lnTo>
                      <a:lnTo>
                        <a:pt x="4079" y="5478"/>
                      </a:lnTo>
                      <a:lnTo>
                        <a:pt x="4090" y="5475"/>
                      </a:lnTo>
                      <a:lnTo>
                        <a:pt x="4107" y="5471"/>
                      </a:lnTo>
                      <a:lnTo>
                        <a:pt x="4123" y="5467"/>
                      </a:lnTo>
                      <a:lnTo>
                        <a:pt x="4137" y="5465"/>
                      </a:lnTo>
                      <a:lnTo>
                        <a:pt x="4143" y="5465"/>
                      </a:lnTo>
                      <a:lnTo>
                        <a:pt x="4148" y="5466"/>
                      </a:lnTo>
                      <a:lnTo>
                        <a:pt x="4152" y="5466"/>
                      </a:lnTo>
                      <a:lnTo>
                        <a:pt x="4156" y="5468"/>
                      </a:lnTo>
                      <a:lnTo>
                        <a:pt x="4158" y="5471"/>
                      </a:lnTo>
                      <a:lnTo>
                        <a:pt x="4161" y="5473"/>
                      </a:lnTo>
                      <a:lnTo>
                        <a:pt x="4162" y="5478"/>
                      </a:lnTo>
                      <a:lnTo>
                        <a:pt x="4163" y="5483"/>
                      </a:lnTo>
                      <a:lnTo>
                        <a:pt x="4164" y="5488"/>
                      </a:lnTo>
                      <a:lnTo>
                        <a:pt x="4165" y="5493"/>
                      </a:lnTo>
                      <a:lnTo>
                        <a:pt x="4167" y="5498"/>
                      </a:lnTo>
                      <a:lnTo>
                        <a:pt x="4169" y="5500"/>
                      </a:lnTo>
                      <a:lnTo>
                        <a:pt x="4171" y="5503"/>
                      </a:lnTo>
                      <a:lnTo>
                        <a:pt x="4176" y="5505"/>
                      </a:lnTo>
                      <a:lnTo>
                        <a:pt x="4181" y="5506"/>
                      </a:lnTo>
                      <a:lnTo>
                        <a:pt x="4187" y="5506"/>
                      </a:lnTo>
                      <a:lnTo>
                        <a:pt x="4201" y="5507"/>
                      </a:lnTo>
                      <a:lnTo>
                        <a:pt x="4214" y="5509"/>
                      </a:lnTo>
                      <a:lnTo>
                        <a:pt x="4227" y="5510"/>
                      </a:lnTo>
                      <a:lnTo>
                        <a:pt x="4239" y="5510"/>
                      </a:lnTo>
                      <a:lnTo>
                        <a:pt x="4249" y="5509"/>
                      </a:lnTo>
                      <a:lnTo>
                        <a:pt x="4257" y="5510"/>
                      </a:lnTo>
                      <a:lnTo>
                        <a:pt x="4262" y="5511"/>
                      </a:lnTo>
                      <a:lnTo>
                        <a:pt x="4265" y="5512"/>
                      </a:lnTo>
                      <a:lnTo>
                        <a:pt x="4269" y="5516"/>
                      </a:lnTo>
                      <a:lnTo>
                        <a:pt x="4274" y="5519"/>
                      </a:lnTo>
                      <a:lnTo>
                        <a:pt x="4277" y="5522"/>
                      </a:lnTo>
                      <a:lnTo>
                        <a:pt x="4282" y="5524"/>
                      </a:lnTo>
                      <a:lnTo>
                        <a:pt x="4287" y="5524"/>
                      </a:lnTo>
                      <a:lnTo>
                        <a:pt x="4293" y="5523"/>
                      </a:lnTo>
                      <a:lnTo>
                        <a:pt x="4302" y="5519"/>
                      </a:lnTo>
                      <a:lnTo>
                        <a:pt x="4310" y="5513"/>
                      </a:lnTo>
                      <a:lnTo>
                        <a:pt x="4318" y="5507"/>
                      </a:lnTo>
                      <a:lnTo>
                        <a:pt x="4326" y="5502"/>
                      </a:lnTo>
                      <a:lnTo>
                        <a:pt x="4331" y="5499"/>
                      </a:lnTo>
                      <a:lnTo>
                        <a:pt x="4335" y="5498"/>
                      </a:lnTo>
                      <a:lnTo>
                        <a:pt x="4341" y="5498"/>
                      </a:lnTo>
                      <a:lnTo>
                        <a:pt x="4347" y="5499"/>
                      </a:lnTo>
                      <a:lnTo>
                        <a:pt x="4360" y="5503"/>
                      </a:lnTo>
                      <a:lnTo>
                        <a:pt x="4375" y="5509"/>
                      </a:lnTo>
                      <a:lnTo>
                        <a:pt x="4382" y="5511"/>
                      </a:lnTo>
                      <a:lnTo>
                        <a:pt x="4390" y="5512"/>
                      </a:lnTo>
                      <a:lnTo>
                        <a:pt x="4398" y="5513"/>
                      </a:lnTo>
                      <a:lnTo>
                        <a:pt x="4408" y="5515"/>
                      </a:lnTo>
                      <a:lnTo>
                        <a:pt x="4427" y="5513"/>
                      </a:lnTo>
                      <a:lnTo>
                        <a:pt x="4448" y="5513"/>
                      </a:lnTo>
                      <a:lnTo>
                        <a:pt x="4458" y="5515"/>
                      </a:lnTo>
                      <a:lnTo>
                        <a:pt x="4469" y="5517"/>
                      </a:lnTo>
                      <a:lnTo>
                        <a:pt x="4477" y="5519"/>
                      </a:lnTo>
                      <a:lnTo>
                        <a:pt x="4486" y="5523"/>
                      </a:lnTo>
                      <a:lnTo>
                        <a:pt x="4503" y="5530"/>
                      </a:lnTo>
                      <a:lnTo>
                        <a:pt x="4518" y="5535"/>
                      </a:lnTo>
                      <a:lnTo>
                        <a:pt x="4524" y="5537"/>
                      </a:lnTo>
                      <a:lnTo>
                        <a:pt x="4530" y="5541"/>
                      </a:lnTo>
                      <a:lnTo>
                        <a:pt x="4534" y="5543"/>
                      </a:lnTo>
                      <a:lnTo>
                        <a:pt x="4537" y="5547"/>
                      </a:lnTo>
                      <a:lnTo>
                        <a:pt x="4540" y="5555"/>
                      </a:lnTo>
                      <a:lnTo>
                        <a:pt x="4543" y="5562"/>
                      </a:lnTo>
                      <a:lnTo>
                        <a:pt x="4545" y="5566"/>
                      </a:lnTo>
                      <a:lnTo>
                        <a:pt x="4547" y="5569"/>
                      </a:lnTo>
                      <a:lnTo>
                        <a:pt x="4552" y="5573"/>
                      </a:lnTo>
                      <a:lnTo>
                        <a:pt x="4556" y="5578"/>
                      </a:lnTo>
                      <a:lnTo>
                        <a:pt x="4566" y="5585"/>
                      </a:lnTo>
                      <a:lnTo>
                        <a:pt x="4572" y="5591"/>
                      </a:lnTo>
                      <a:lnTo>
                        <a:pt x="4575" y="5597"/>
                      </a:lnTo>
                      <a:lnTo>
                        <a:pt x="4578" y="5604"/>
                      </a:lnTo>
                      <a:lnTo>
                        <a:pt x="4579" y="5609"/>
                      </a:lnTo>
                      <a:lnTo>
                        <a:pt x="4581" y="5613"/>
                      </a:lnTo>
                      <a:lnTo>
                        <a:pt x="4584" y="5617"/>
                      </a:lnTo>
                      <a:lnTo>
                        <a:pt x="4587" y="5619"/>
                      </a:lnTo>
                      <a:lnTo>
                        <a:pt x="4592" y="5622"/>
                      </a:lnTo>
                      <a:lnTo>
                        <a:pt x="4596" y="5623"/>
                      </a:lnTo>
                      <a:lnTo>
                        <a:pt x="4600" y="5623"/>
                      </a:lnTo>
                      <a:lnTo>
                        <a:pt x="4606" y="5622"/>
                      </a:lnTo>
                      <a:lnTo>
                        <a:pt x="4611" y="5620"/>
                      </a:lnTo>
                      <a:lnTo>
                        <a:pt x="4616" y="5619"/>
                      </a:lnTo>
                      <a:lnTo>
                        <a:pt x="4622" y="5618"/>
                      </a:lnTo>
                      <a:lnTo>
                        <a:pt x="4628" y="5619"/>
                      </a:lnTo>
                      <a:lnTo>
                        <a:pt x="4639" y="5622"/>
                      </a:lnTo>
                      <a:lnTo>
                        <a:pt x="4650" y="5625"/>
                      </a:lnTo>
                      <a:lnTo>
                        <a:pt x="4663" y="5632"/>
                      </a:lnTo>
                      <a:lnTo>
                        <a:pt x="4674" y="5638"/>
                      </a:lnTo>
                      <a:lnTo>
                        <a:pt x="4682" y="5644"/>
                      </a:lnTo>
                      <a:lnTo>
                        <a:pt x="4693" y="5652"/>
                      </a:lnTo>
                      <a:lnTo>
                        <a:pt x="4702" y="5658"/>
                      </a:lnTo>
                      <a:lnTo>
                        <a:pt x="4709" y="5663"/>
                      </a:lnTo>
                      <a:lnTo>
                        <a:pt x="4712" y="5664"/>
                      </a:lnTo>
                      <a:lnTo>
                        <a:pt x="4716" y="5664"/>
                      </a:lnTo>
                      <a:lnTo>
                        <a:pt x="4719" y="5664"/>
                      </a:lnTo>
                      <a:lnTo>
                        <a:pt x="4722" y="5663"/>
                      </a:lnTo>
                      <a:lnTo>
                        <a:pt x="4725" y="5661"/>
                      </a:lnTo>
                      <a:lnTo>
                        <a:pt x="4730" y="5660"/>
                      </a:lnTo>
                      <a:lnTo>
                        <a:pt x="4734" y="5660"/>
                      </a:lnTo>
                      <a:lnTo>
                        <a:pt x="4738" y="5660"/>
                      </a:lnTo>
                      <a:lnTo>
                        <a:pt x="4743" y="5660"/>
                      </a:lnTo>
                      <a:lnTo>
                        <a:pt x="4748" y="5662"/>
                      </a:lnTo>
                      <a:lnTo>
                        <a:pt x="4751" y="5664"/>
                      </a:lnTo>
                      <a:lnTo>
                        <a:pt x="4754" y="5668"/>
                      </a:lnTo>
                      <a:lnTo>
                        <a:pt x="4757" y="5673"/>
                      </a:lnTo>
                      <a:lnTo>
                        <a:pt x="4761" y="5676"/>
                      </a:lnTo>
                      <a:lnTo>
                        <a:pt x="4767" y="5681"/>
                      </a:lnTo>
                      <a:lnTo>
                        <a:pt x="4773" y="5686"/>
                      </a:lnTo>
                      <a:lnTo>
                        <a:pt x="4787" y="5695"/>
                      </a:lnTo>
                      <a:lnTo>
                        <a:pt x="4799" y="5706"/>
                      </a:lnTo>
                      <a:lnTo>
                        <a:pt x="4812" y="5719"/>
                      </a:lnTo>
                      <a:lnTo>
                        <a:pt x="4826" y="5732"/>
                      </a:lnTo>
                      <a:lnTo>
                        <a:pt x="4843" y="5744"/>
                      </a:lnTo>
                      <a:lnTo>
                        <a:pt x="4857" y="5756"/>
                      </a:lnTo>
                      <a:lnTo>
                        <a:pt x="4874" y="5765"/>
                      </a:lnTo>
                      <a:lnTo>
                        <a:pt x="4892" y="5774"/>
                      </a:lnTo>
                      <a:lnTo>
                        <a:pt x="4908" y="5780"/>
                      </a:lnTo>
                      <a:lnTo>
                        <a:pt x="4924" y="5782"/>
                      </a:lnTo>
                      <a:lnTo>
                        <a:pt x="4936" y="5783"/>
                      </a:lnTo>
                      <a:lnTo>
                        <a:pt x="4944" y="5783"/>
                      </a:lnTo>
                      <a:lnTo>
                        <a:pt x="4951" y="5784"/>
                      </a:lnTo>
                      <a:lnTo>
                        <a:pt x="4958" y="5788"/>
                      </a:lnTo>
                      <a:lnTo>
                        <a:pt x="4963" y="5790"/>
                      </a:lnTo>
                      <a:lnTo>
                        <a:pt x="4967" y="5790"/>
                      </a:lnTo>
                      <a:lnTo>
                        <a:pt x="4971" y="5790"/>
                      </a:lnTo>
                      <a:lnTo>
                        <a:pt x="4975" y="5788"/>
                      </a:lnTo>
                      <a:lnTo>
                        <a:pt x="4978" y="5786"/>
                      </a:lnTo>
                      <a:lnTo>
                        <a:pt x="4982" y="5783"/>
                      </a:lnTo>
                      <a:lnTo>
                        <a:pt x="4986" y="5778"/>
                      </a:lnTo>
                      <a:lnTo>
                        <a:pt x="4989" y="5775"/>
                      </a:lnTo>
                      <a:lnTo>
                        <a:pt x="4994" y="5762"/>
                      </a:lnTo>
                      <a:lnTo>
                        <a:pt x="5000" y="5744"/>
                      </a:lnTo>
                      <a:lnTo>
                        <a:pt x="5005" y="5727"/>
                      </a:lnTo>
                      <a:lnTo>
                        <a:pt x="5007" y="5714"/>
                      </a:lnTo>
                      <a:lnTo>
                        <a:pt x="5008" y="5711"/>
                      </a:lnTo>
                      <a:lnTo>
                        <a:pt x="5011" y="5708"/>
                      </a:lnTo>
                      <a:lnTo>
                        <a:pt x="5013" y="5708"/>
                      </a:lnTo>
                      <a:lnTo>
                        <a:pt x="5015" y="5708"/>
                      </a:lnTo>
                      <a:lnTo>
                        <a:pt x="5022" y="5713"/>
                      </a:lnTo>
                      <a:lnTo>
                        <a:pt x="5031" y="5720"/>
                      </a:lnTo>
                      <a:lnTo>
                        <a:pt x="5040" y="5732"/>
                      </a:lnTo>
                      <a:lnTo>
                        <a:pt x="5050" y="5748"/>
                      </a:lnTo>
                      <a:lnTo>
                        <a:pt x="5058" y="5763"/>
                      </a:lnTo>
                      <a:lnTo>
                        <a:pt x="5064" y="5773"/>
                      </a:lnTo>
                      <a:lnTo>
                        <a:pt x="5069" y="5774"/>
                      </a:lnTo>
                      <a:lnTo>
                        <a:pt x="5076" y="5775"/>
                      </a:lnTo>
                      <a:lnTo>
                        <a:pt x="5083" y="5775"/>
                      </a:lnTo>
                      <a:lnTo>
                        <a:pt x="5089" y="5775"/>
                      </a:lnTo>
                      <a:lnTo>
                        <a:pt x="5096" y="5777"/>
                      </a:lnTo>
                      <a:lnTo>
                        <a:pt x="5107" y="5782"/>
                      </a:lnTo>
                      <a:lnTo>
                        <a:pt x="5119" y="5788"/>
                      </a:lnTo>
                      <a:lnTo>
                        <a:pt x="5127" y="5793"/>
                      </a:lnTo>
                      <a:lnTo>
                        <a:pt x="5140" y="5795"/>
                      </a:lnTo>
                      <a:lnTo>
                        <a:pt x="5153" y="5796"/>
                      </a:lnTo>
                      <a:lnTo>
                        <a:pt x="5166" y="5796"/>
                      </a:lnTo>
                      <a:lnTo>
                        <a:pt x="5177" y="5796"/>
                      </a:lnTo>
                      <a:lnTo>
                        <a:pt x="5187" y="5797"/>
                      </a:lnTo>
                      <a:lnTo>
                        <a:pt x="5198" y="5802"/>
                      </a:lnTo>
                      <a:lnTo>
                        <a:pt x="5211" y="5808"/>
                      </a:lnTo>
                      <a:lnTo>
                        <a:pt x="5222" y="5817"/>
                      </a:lnTo>
                      <a:lnTo>
                        <a:pt x="5233" y="5824"/>
                      </a:lnTo>
                      <a:lnTo>
                        <a:pt x="5241" y="5832"/>
                      </a:lnTo>
                      <a:lnTo>
                        <a:pt x="5248" y="5840"/>
                      </a:lnTo>
                      <a:lnTo>
                        <a:pt x="5255" y="5850"/>
                      </a:lnTo>
                      <a:lnTo>
                        <a:pt x="5261" y="5858"/>
                      </a:lnTo>
                      <a:lnTo>
                        <a:pt x="5270" y="5865"/>
                      </a:lnTo>
                      <a:lnTo>
                        <a:pt x="5273" y="5869"/>
                      </a:lnTo>
                      <a:lnTo>
                        <a:pt x="5278" y="5871"/>
                      </a:lnTo>
                      <a:lnTo>
                        <a:pt x="5283" y="5872"/>
                      </a:lnTo>
                      <a:lnTo>
                        <a:pt x="5288" y="5874"/>
                      </a:lnTo>
                      <a:lnTo>
                        <a:pt x="5298" y="5874"/>
                      </a:lnTo>
                      <a:lnTo>
                        <a:pt x="5308" y="5872"/>
                      </a:lnTo>
                      <a:lnTo>
                        <a:pt x="5311" y="5870"/>
                      </a:lnTo>
                      <a:lnTo>
                        <a:pt x="5315" y="5869"/>
                      </a:lnTo>
                      <a:lnTo>
                        <a:pt x="5318" y="5866"/>
                      </a:lnTo>
                      <a:lnTo>
                        <a:pt x="5321" y="5863"/>
                      </a:lnTo>
                      <a:lnTo>
                        <a:pt x="5324" y="5860"/>
                      </a:lnTo>
                      <a:lnTo>
                        <a:pt x="5327" y="5858"/>
                      </a:lnTo>
                      <a:lnTo>
                        <a:pt x="5330" y="5856"/>
                      </a:lnTo>
                      <a:lnTo>
                        <a:pt x="5334" y="5855"/>
                      </a:lnTo>
                      <a:lnTo>
                        <a:pt x="5342" y="5853"/>
                      </a:lnTo>
                      <a:lnTo>
                        <a:pt x="5352" y="5855"/>
                      </a:lnTo>
                      <a:lnTo>
                        <a:pt x="5357" y="5856"/>
                      </a:lnTo>
                      <a:lnTo>
                        <a:pt x="5361" y="5856"/>
                      </a:lnTo>
                      <a:lnTo>
                        <a:pt x="5365" y="5855"/>
                      </a:lnTo>
                      <a:lnTo>
                        <a:pt x="5368" y="5853"/>
                      </a:lnTo>
                      <a:lnTo>
                        <a:pt x="5372" y="5851"/>
                      </a:lnTo>
                      <a:lnTo>
                        <a:pt x="5374" y="5847"/>
                      </a:lnTo>
                      <a:lnTo>
                        <a:pt x="5377" y="5844"/>
                      </a:lnTo>
                      <a:lnTo>
                        <a:pt x="5378" y="5838"/>
                      </a:lnTo>
                      <a:lnTo>
                        <a:pt x="5379" y="5826"/>
                      </a:lnTo>
                      <a:lnTo>
                        <a:pt x="5379" y="5815"/>
                      </a:lnTo>
                      <a:lnTo>
                        <a:pt x="5378" y="5809"/>
                      </a:lnTo>
                      <a:lnTo>
                        <a:pt x="5377" y="5805"/>
                      </a:lnTo>
                      <a:lnTo>
                        <a:pt x="5374" y="5801"/>
                      </a:lnTo>
                      <a:lnTo>
                        <a:pt x="5373" y="5799"/>
                      </a:lnTo>
                      <a:lnTo>
                        <a:pt x="5368" y="5793"/>
                      </a:lnTo>
                      <a:lnTo>
                        <a:pt x="5367" y="5788"/>
                      </a:lnTo>
                      <a:lnTo>
                        <a:pt x="5367" y="5786"/>
                      </a:lnTo>
                      <a:lnTo>
                        <a:pt x="5368" y="5783"/>
                      </a:lnTo>
                      <a:lnTo>
                        <a:pt x="5370" y="5781"/>
                      </a:lnTo>
                      <a:lnTo>
                        <a:pt x="5372" y="5778"/>
                      </a:lnTo>
                      <a:lnTo>
                        <a:pt x="5377" y="5775"/>
                      </a:lnTo>
                      <a:lnTo>
                        <a:pt x="5380" y="5771"/>
                      </a:lnTo>
                      <a:lnTo>
                        <a:pt x="5380" y="5770"/>
                      </a:lnTo>
                      <a:lnTo>
                        <a:pt x="5379" y="5769"/>
                      </a:lnTo>
                      <a:lnTo>
                        <a:pt x="5378" y="5769"/>
                      </a:lnTo>
                      <a:lnTo>
                        <a:pt x="5374" y="5769"/>
                      </a:lnTo>
                      <a:lnTo>
                        <a:pt x="5372" y="5768"/>
                      </a:lnTo>
                      <a:lnTo>
                        <a:pt x="5368" y="5767"/>
                      </a:lnTo>
                      <a:lnTo>
                        <a:pt x="5366" y="5765"/>
                      </a:lnTo>
                      <a:lnTo>
                        <a:pt x="5364" y="5763"/>
                      </a:lnTo>
                      <a:lnTo>
                        <a:pt x="5362" y="5761"/>
                      </a:lnTo>
                      <a:lnTo>
                        <a:pt x="5361" y="5756"/>
                      </a:lnTo>
                      <a:lnTo>
                        <a:pt x="5361" y="5751"/>
                      </a:lnTo>
                      <a:lnTo>
                        <a:pt x="5362" y="5745"/>
                      </a:lnTo>
                      <a:lnTo>
                        <a:pt x="5366" y="5733"/>
                      </a:lnTo>
                      <a:lnTo>
                        <a:pt x="5370" y="5721"/>
                      </a:lnTo>
                      <a:lnTo>
                        <a:pt x="5372" y="5712"/>
                      </a:lnTo>
                      <a:lnTo>
                        <a:pt x="5373" y="5700"/>
                      </a:lnTo>
                      <a:lnTo>
                        <a:pt x="5373" y="5688"/>
                      </a:lnTo>
                      <a:lnTo>
                        <a:pt x="5372" y="5676"/>
                      </a:lnTo>
                      <a:lnTo>
                        <a:pt x="5371" y="5672"/>
                      </a:lnTo>
                      <a:lnTo>
                        <a:pt x="5368" y="5667"/>
                      </a:lnTo>
                      <a:lnTo>
                        <a:pt x="5364" y="5663"/>
                      </a:lnTo>
                      <a:lnTo>
                        <a:pt x="5357" y="5661"/>
                      </a:lnTo>
                      <a:lnTo>
                        <a:pt x="5342" y="5658"/>
                      </a:lnTo>
                      <a:lnTo>
                        <a:pt x="5330" y="5657"/>
                      </a:lnTo>
                      <a:lnTo>
                        <a:pt x="5326" y="5656"/>
                      </a:lnTo>
                      <a:lnTo>
                        <a:pt x="5322" y="5655"/>
                      </a:lnTo>
                      <a:lnTo>
                        <a:pt x="5320" y="5652"/>
                      </a:lnTo>
                      <a:lnTo>
                        <a:pt x="5318" y="5650"/>
                      </a:lnTo>
                      <a:lnTo>
                        <a:pt x="5317" y="5644"/>
                      </a:lnTo>
                      <a:lnTo>
                        <a:pt x="5316" y="5641"/>
                      </a:lnTo>
                      <a:lnTo>
                        <a:pt x="5313" y="5639"/>
                      </a:lnTo>
                      <a:lnTo>
                        <a:pt x="5308" y="5638"/>
                      </a:lnTo>
                      <a:lnTo>
                        <a:pt x="5301" y="5638"/>
                      </a:lnTo>
                      <a:lnTo>
                        <a:pt x="5295" y="5636"/>
                      </a:lnTo>
                      <a:lnTo>
                        <a:pt x="5291" y="5633"/>
                      </a:lnTo>
                      <a:lnTo>
                        <a:pt x="5289" y="5630"/>
                      </a:lnTo>
                      <a:lnTo>
                        <a:pt x="5286" y="5626"/>
                      </a:lnTo>
                      <a:lnTo>
                        <a:pt x="5285" y="5620"/>
                      </a:lnTo>
                      <a:lnTo>
                        <a:pt x="5283" y="5607"/>
                      </a:lnTo>
                      <a:lnTo>
                        <a:pt x="5284" y="5593"/>
                      </a:lnTo>
                      <a:lnTo>
                        <a:pt x="5285" y="5587"/>
                      </a:lnTo>
                      <a:lnTo>
                        <a:pt x="5286" y="5582"/>
                      </a:lnTo>
                      <a:lnTo>
                        <a:pt x="5288" y="5578"/>
                      </a:lnTo>
                      <a:lnTo>
                        <a:pt x="5290" y="5575"/>
                      </a:lnTo>
                      <a:lnTo>
                        <a:pt x="5294" y="5570"/>
                      </a:lnTo>
                      <a:lnTo>
                        <a:pt x="5296" y="5566"/>
                      </a:lnTo>
                      <a:lnTo>
                        <a:pt x="5295" y="5561"/>
                      </a:lnTo>
                      <a:lnTo>
                        <a:pt x="5294" y="5554"/>
                      </a:lnTo>
                      <a:lnTo>
                        <a:pt x="5292" y="5551"/>
                      </a:lnTo>
                      <a:lnTo>
                        <a:pt x="5291" y="5548"/>
                      </a:lnTo>
                      <a:lnTo>
                        <a:pt x="5291" y="5544"/>
                      </a:lnTo>
                      <a:lnTo>
                        <a:pt x="5291" y="5541"/>
                      </a:lnTo>
                      <a:lnTo>
                        <a:pt x="5294" y="5538"/>
                      </a:lnTo>
                      <a:lnTo>
                        <a:pt x="5296" y="5535"/>
                      </a:lnTo>
                      <a:lnTo>
                        <a:pt x="5298" y="5531"/>
                      </a:lnTo>
                      <a:lnTo>
                        <a:pt x="5303" y="5528"/>
                      </a:lnTo>
                      <a:lnTo>
                        <a:pt x="5315" y="5518"/>
                      </a:lnTo>
                      <a:lnTo>
                        <a:pt x="5329" y="5507"/>
                      </a:lnTo>
                      <a:lnTo>
                        <a:pt x="5336" y="5504"/>
                      </a:lnTo>
                      <a:lnTo>
                        <a:pt x="5345" y="5499"/>
                      </a:lnTo>
                      <a:lnTo>
                        <a:pt x="5352" y="5498"/>
                      </a:lnTo>
                      <a:lnTo>
                        <a:pt x="5359" y="5497"/>
                      </a:lnTo>
                      <a:lnTo>
                        <a:pt x="5374" y="5499"/>
                      </a:lnTo>
                      <a:lnTo>
                        <a:pt x="5393" y="5499"/>
                      </a:lnTo>
                      <a:lnTo>
                        <a:pt x="5402" y="5499"/>
                      </a:lnTo>
                      <a:lnTo>
                        <a:pt x="5411" y="5497"/>
                      </a:lnTo>
                      <a:lnTo>
                        <a:pt x="5418" y="5494"/>
                      </a:lnTo>
                      <a:lnTo>
                        <a:pt x="5425" y="5491"/>
                      </a:lnTo>
                      <a:lnTo>
                        <a:pt x="5436" y="5480"/>
                      </a:lnTo>
                      <a:lnTo>
                        <a:pt x="5444" y="5472"/>
                      </a:lnTo>
                      <a:lnTo>
                        <a:pt x="5448" y="5468"/>
                      </a:lnTo>
                      <a:lnTo>
                        <a:pt x="5453" y="5466"/>
                      </a:lnTo>
                      <a:lnTo>
                        <a:pt x="5459" y="5465"/>
                      </a:lnTo>
                      <a:lnTo>
                        <a:pt x="5466" y="5466"/>
                      </a:lnTo>
                      <a:lnTo>
                        <a:pt x="5480" y="5468"/>
                      </a:lnTo>
                      <a:lnTo>
                        <a:pt x="5492" y="5471"/>
                      </a:lnTo>
                      <a:lnTo>
                        <a:pt x="5497" y="5471"/>
                      </a:lnTo>
                      <a:lnTo>
                        <a:pt x="5502" y="5469"/>
                      </a:lnTo>
                      <a:lnTo>
                        <a:pt x="5506" y="5468"/>
                      </a:lnTo>
                      <a:lnTo>
                        <a:pt x="5510" y="5465"/>
                      </a:lnTo>
                      <a:lnTo>
                        <a:pt x="5512" y="5460"/>
                      </a:lnTo>
                      <a:lnTo>
                        <a:pt x="5515" y="5454"/>
                      </a:lnTo>
                      <a:lnTo>
                        <a:pt x="5515" y="5447"/>
                      </a:lnTo>
                      <a:lnTo>
                        <a:pt x="5513" y="5440"/>
                      </a:lnTo>
                      <a:lnTo>
                        <a:pt x="5511" y="5424"/>
                      </a:lnTo>
                      <a:lnTo>
                        <a:pt x="5506" y="5414"/>
                      </a:lnTo>
                      <a:lnTo>
                        <a:pt x="5502" y="5404"/>
                      </a:lnTo>
                      <a:lnTo>
                        <a:pt x="5494" y="5392"/>
                      </a:lnTo>
                      <a:lnTo>
                        <a:pt x="5487" y="5379"/>
                      </a:lnTo>
                      <a:lnTo>
                        <a:pt x="5483" y="5367"/>
                      </a:lnTo>
                      <a:lnTo>
                        <a:pt x="5478" y="5352"/>
                      </a:lnTo>
                      <a:lnTo>
                        <a:pt x="5475" y="5332"/>
                      </a:lnTo>
                      <a:lnTo>
                        <a:pt x="5473" y="5311"/>
                      </a:lnTo>
                      <a:lnTo>
                        <a:pt x="5471" y="5296"/>
                      </a:lnTo>
                      <a:lnTo>
                        <a:pt x="5468" y="5283"/>
                      </a:lnTo>
                      <a:lnTo>
                        <a:pt x="5463" y="5272"/>
                      </a:lnTo>
                      <a:lnTo>
                        <a:pt x="5460" y="5267"/>
                      </a:lnTo>
                      <a:lnTo>
                        <a:pt x="5456" y="5264"/>
                      </a:lnTo>
                      <a:lnTo>
                        <a:pt x="5453" y="5260"/>
                      </a:lnTo>
                      <a:lnTo>
                        <a:pt x="5448" y="5258"/>
                      </a:lnTo>
                      <a:lnTo>
                        <a:pt x="5437" y="5254"/>
                      </a:lnTo>
                      <a:lnTo>
                        <a:pt x="5425" y="5248"/>
                      </a:lnTo>
                      <a:lnTo>
                        <a:pt x="5421" y="5245"/>
                      </a:lnTo>
                      <a:lnTo>
                        <a:pt x="5415" y="5241"/>
                      </a:lnTo>
                      <a:lnTo>
                        <a:pt x="5411" y="5235"/>
                      </a:lnTo>
                      <a:lnTo>
                        <a:pt x="5408" y="5228"/>
                      </a:lnTo>
                      <a:lnTo>
                        <a:pt x="5403" y="5213"/>
                      </a:lnTo>
                      <a:lnTo>
                        <a:pt x="5400" y="5198"/>
                      </a:lnTo>
                      <a:lnTo>
                        <a:pt x="5398" y="5191"/>
                      </a:lnTo>
                      <a:lnTo>
                        <a:pt x="5396" y="5184"/>
                      </a:lnTo>
                      <a:lnTo>
                        <a:pt x="5391" y="5177"/>
                      </a:lnTo>
                      <a:lnTo>
                        <a:pt x="5384" y="5169"/>
                      </a:lnTo>
                      <a:lnTo>
                        <a:pt x="5365" y="5153"/>
                      </a:lnTo>
                      <a:lnTo>
                        <a:pt x="5342" y="5139"/>
                      </a:lnTo>
                      <a:lnTo>
                        <a:pt x="5322" y="5126"/>
                      </a:lnTo>
                      <a:lnTo>
                        <a:pt x="5305" y="5115"/>
                      </a:lnTo>
                      <a:lnTo>
                        <a:pt x="5298" y="5110"/>
                      </a:lnTo>
                      <a:lnTo>
                        <a:pt x="5292" y="5106"/>
                      </a:lnTo>
                      <a:lnTo>
                        <a:pt x="5286" y="5100"/>
                      </a:lnTo>
                      <a:lnTo>
                        <a:pt x="5282" y="5094"/>
                      </a:lnTo>
                      <a:lnTo>
                        <a:pt x="5277" y="5088"/>
                      </a:lnTo>
                      <a:lnTo>
                        <a:pt x="5273" y="5081"/>
                      </a:lnTo>
                      <a:lnTo>
                        <a:pt x="5271" y="5074"/>
                      </a:lnTo>
                      <a:lnTo>
                        <a:pt x="5271" y="5067"/>
                      </a:lnTo>
                      <a:lnTo>
                        <a:pt x="5271" y="5051"/>
                      </a:lnTo>
                      <a:lnTo>
                        <a:pt x="5272" y="5038"/>
                      </a:lnTo>
                      <a:lnTo>
                        <a:pt x="5274" y="5032"/>
                      </a:lnTo>
                      <a:lnTo>
                        <a:pt x="5277" y="5027"/>
                      </a:lnTo>
                      <a:lnTo>
                        <a:pt x="5280" y="5025"/>
                      </a:lnTo>
                      <a:lnTo>
                        <a:pt x="5285" y="5023"/>
                      </a:lnTo>
                      <a:lnTo>
                        <a:pt x="5296" y="5020"/>
                      </a:lnTo>
                      <a:lnTo>
                        <a:pt x="5305" y="5017"/>
                      </a:lnTo>
                      <a:lnTo>
                        <a:pt x="5309" y="5015"/>
                      </a:lnTo>
                      <a:lnTo>
                        <a:pt x="5311" y="5012"/>
                      </a:lnTo>
                      <a:lnTo>
                        <a:pt x="5314" y="5008"/>
                      </a:lnTo>
                      <a:lnTo>
                        <a:pt x="5314" y="5004"/>
                      </a:lnTo>
                      <a:lnTo>
                        <a:pt x="5313" y="4990"/>
                      </a:lnTo>
                      <a:lnTo>
                        <a:pt x="5307" y="4974"/>
                      </a:lnTo>
                      <a:lnTo>
                        <a:pt x="5301" y="4958"/>
                      </a:lnTo>
                      <a:lnTo>
                        <a:pt x="5294" y="4948"/>
                      </a:lnTo>
                      <a:lnTo>
                        <a:pt x="5283" y="4932"/>
                      </a:lnTo>
                      <a:lnTo>
                        <a:pt x="5267" y="4910"/>
                      </a:lnTo>
                      <a:lnTo>
                        <a:pt x="5251" y="4886"/>
                      </a:lnTo>
                      <a:lnTo>
                        <a:pt x="5239" y="4868"/>
                      </a:lnTo>
                      <a:lnTo>
                        <a:pt x="5232" y="4854"/>
                      </a:lnTo>
                      <a:lnTo>
                        <a:pt x="5227" y="4842"/>
                      </a:lnTo>
                      <a:lnTo>
                        <a:pt x="5226" y="4831"/>
                      </a:lnTo>
                      <a:lnTo>
                        <a:pt x="5226" y="4823"/>
                      </a:lnTo>
                      <a:lnTo>
                        <a:pt x="5229" y="4816"/>
                      </a:lnTo>
                      <a:lnTo>
                        <a:pt x="5233" y="4810"/>
                      </a:lnTo>
                      <a:lnTo>
                        <a:pt x="5239" y="4805"/>
                      </a:lnTo>
                      <a:lnTo>
                        <a:pt x="5246" y="4801"/>
                      </a:lnTo>
                      <a:lnTo>
                        <a:pt x="5253" y="4799"/>
                      </a:lnTo>
                      <a:lnTo>
                        <a:pt x="5263" y="4797"/>
                      </a:lnTo>
                      <a:lnTo>
                        <a:pt x="5271" y="4796"/>
                      </a:lnTo>
                      <a:lnTo>
                        <a:pt x="5280" y="4794"/>
                      </a:lnTo>
                      <a:lnTo>
                        <a:pt x="5297" y="4793"/>
                      </a:lnTo>
                      <a:lnTo>
                        <a:pt x="5311" y="4792"/>
                      </a:lnTo>
                      <a:lnTo>
                        <a:pt x="5327" y="4790"/>
                      </a:lnTo>
                      <a:lnTo>
                        <a:pt x="5343" y="4784"/>
                      </a:lnTo>
                      <a:lnTo>
                        <a:pt x="5361" y="4776"/>
                      </a:lnTo>
                      <a:lnTo>
                        <a:pt x="5383" y="4765"/>
                      </a:lnTo>
                      <a:lnTo>
                        <a:pt x="5404" y="4753"/>
                      </a:lnTo>
                      <a:lnTo>
                        <a:pt x="5423" y="4743"/>
                      </a:lnTo>
                      <a:lnTo>
                        <a:pt x="5433" y="4740"/>
                      </a:lnTo>
                      <a:lnTo>
                        <a:pt x="5442" y="4737"/>
                      </a:lnTo>
                      <a:lnTo>
                        <a:pt x="5452" y="4736"/>
                      </a:lnTo>
                      <a:lnTo>
                        <a:pt x="5460" y="4736"/>
                      </a:lnTo>
                      <a:lnTo>
                        <a:pt x="5480" y="4738"/>
                      </a:lnTo>
                      <a:lnTo>
                        <a:pt x="5504" y="4740"/>
                      </a:lnTo>
                      <a:lnTo>
                        <a:pt x="5529" y="4741"/>
                      </a:lnTo>
                      <a:lnTo>
                        <a:pt x="5553" y="4740"/>
                      </a:lnTo>
                      <a:lnTo>
                        <a:pt x="5579" y="4738"/>
                      </a:lnTo>
                      <a:lnTo>
                        <a:pt x="5605" y="4737"/>
                      </a:lnTo>
                      <a:lnTo>
                        <a:pt x="5626" y="4736"/>
                      </a:lnTo>
                      <a:lnTo>
                        <a:pt x="5641" y="4734"/>
                      </a:lnTo>
                      <a:lnTo>
                        <a:pt x="5654" y="4730"/>
                      </a:lnTo>
                      <a:lnTo>
                        <a:pt x="5673" y="4723"/>
                      </a:lnTo>
                      <a:lnTo>
                        <a:pt x="5685" y="4718"/>
                      </a:lnTo>
                      <a:lnTo>
                        <a:pt x="5695" y="4715"/>
                      </a:lnTo>
                      <a:lnTo>
                        <a:pt x="5707" y="4712"/>
                      </a:lnTo>
                      <a:lnTo>
                        <a:pt x="5718" y="4710"/>
                      </a:lnTo>
                      <a:lnTo>
                        <a:pt x="5730" y="4710"/>
                      </a:lnTo>
                      <a:lnTo>
                        <a:pt x="5740" y="4710"/>
                      </a:lnTo>
                      <a:lnTo>
                        <a:pt x="5751" y="4710"/>
                      </a:lnTo>
                      <a:lnTo>
                        <a:pt x="5762" y="4711"/>
                      </a:lnTo>
                      <a:lnTo>
                        <a:pt x="5781" y="4715"/>
                      </a:lnTo>
                      <a:lnTo>
                        <a:pt x="5798" y="4717"/>
                      </a:lnTo>
                      <a:lnTo>
                        <a:pt x="5805" y="4717"/>
                      </a:lnTo>
                      <a:lnTo>
                        <a:pt x="5813" y="4717"/>
                      </a:lnTo>
                      <a:lnTo>
                        <a:pt x="5822" y="4716"/>
                      </a:lnTo>
                      <a:lnTo>
                        <a:pt x="5832" y="4714"/>
                      </a:lnTo>
                      <a:lnTo>
                        <a:pt x="5842" y="4712"/>
                      </a:lnTo>
                      <a:lnTo>
                        <a:pt x="5850" y="4709"/>
                      </a:lnTo>
                      <a:lnTo>
                        <a:pt x="5858" y="4705"/>
                      </a:lnTo>
                      <a:lnTo>
                        <a:pt x="5865" y="4702"/>
                      </a:lnTo>
                      <a:lnTo>
                        <a:pt x="5876" y="4696"/>
                      </a:lnTo>
                      <a:lnTo>
                        <a:pt x="5887" y="4691"/>
                      </a:lnTo>
                      <a:lnTo>
                        <a:pt x="5897" y="4690"/>
                      </a:lnTo>
                      <a:lnTo>
                        <a:pt x="5910" y="4689"/>
                      </a:lnTo>
                      <a:lnTo>
                        <a:pt x="5922" y="4689"/>
                      </a:lnTo>
                      <a:lnTo>
                        <a:pt x="5932" y="4687"/>
                      </a:lnTo>
                      <a:lnTo>
                        <a:pt x="5940" y="4686"/>
                      </a:lnTo>
                      <a:lnTo>
                        <a:pt x="5951" y="4681"/>
                      </a:lnTo>
                      <a:lnTo>
                        <a:pt x="5963" y="4677"/>
                      </a:lnTo>
                      <a:lnTo>
                        <a:pt x="5975" y="4674"/>
                      </a:lnTo>
                      <a:lnTo>
                        <a:pt x="5981" y="4674"/>
                      </a:lnTo>
                      <a:lnTo>
                        <a:pt x="5985" y="4674"/>
                      </a:lnTo>
                      <a:lnTo>
                        <a:pt x="5990" y="4674"/>
                      </a:lnTo>
                      <a:lnTo>
                        <a:pt x="5995" y="4675"/>
                      </a:lnTo>
                      <a:lnTo>
                        <a:pt x="6003" y="4678"/>
                      </a:lnTo>
                      <a:lnTo>
                        <a:pt x="6012" y="4680"/>
                      </a:lnTo>
                      <a:lnTo>
                        <a:pt x="6015" y="4680"/>
                      </a:lnTo>
                      <a:lnTo>
                        <a:pt x="6019" y="4679"/>
                      </a:lnTo>
                      <a:lnTo>
                        <a:pt x="6021" y="4678"/>
                      </a:lnTo>
                      <a:lnTo>
                        <a:pt x="6023" y="4674"/>
                      </a:lnTo>
                      <a:lnTo>
                        <a:pt x="6028" y="4668"/>
                      </a:lnTo>
                      <a:lnTo>
                        <a:pt x="6034" y="4664"/>
                      </a:lnTo>
                      <a:lnTo>
                        <a:pt x="6038" y="4661"/>
                      </a:lnTo>
                      <a:lnTo>
                        <a:pt x="6041" y="4659"/>
                      </a:lnTo>
                      <a:lnTo>
                        <a:pt x="6046" y="4659"/>
                      </a:lnTo>
                      <a:lnTo>
                        <a:pt x="6052" y="4659"/>
                      </a:lnTo>
                      <a:lnTo>
                        <a:pt x="6057" y="4659"/>
                      </a:lnTo>
                      <a:lnTo>
                        <a:pt x="6060" y="4656"/>
                      </a:lnTo>
                      <a:lnTo>
                        <a:pt x="6064" y="4655"/>
                      </a:lnTo>
                      <a:lnTo>
                        <a:pt x="6067" y="4652"/>
                      </a:lnTo>
                      <a:lnTo>
                        <a:pt x="6071" y="4649"/>
                      </a:lnTo>
                      <a:lnTo>
                        <a:pt x="6077" y="4648"/>
                      </a:lnTo>
                      <a:lnTo>
                        <a:pt x="6084" y="4646"/>
                      </a:lnTo>
                      <a:lnTo>
                        <a:pt x="6095" y="4646"/>
                      </a:lnTo>
                      <a:lnTo>
                        <a:pt x="6120" y="4647"/>
                      </a:lnTo>
                      <a:lnTo>
                        <a:pt x="6147" y="4647"/>
                      </a:lnTo>
                      <a:lnTo>
                        <a:pt x="6172" y="4648"/>
                      </a:lnTo>
                      <a:lnTo>
                        <a:pt x="6193" y="4648"/>
                      </a:lnTo>
                      <a:lnTo>
                        <a:pt x="6210" y="4649"/>
                      </a:lnTo>
                      <a:lnTo>
                        <a:pt x="6221" y="4649"/>
                      </a:lnTo>
                      <a:lnTo>
                        <a:pt x="6218" y="4641"/>
                      </a:lnTo>
                      <a:lnTo>
                        <a:pt x="6217" y="4624"/>
                      </a:lnTo>
                      <a:lnTo>
                        <a:pt x="6220" y="4609"/>
                      </a:lnTo>
                      <a:lnTo>
                        <a:pt x="6221" y="4595"/>
                      </a:lnTo>
                      <a:lnTo>
                        <a:pt x="6223" y="4582"/>
                      </a:lnTo>
                      <a:lnTo>
                        <a:pt x="6224" y="4572"/>
                      </a:lnTo>
                      <a:lnTo>
                        <a:pt x="6225" y="4565"/>
                      </a:lnTo>
                      <a:lnTo>
                        <a:pt x="6227" y="4558"/>
                      </a:lnTo>
                      <a:lnTo>
                        <a:pt x="6225" y="4549"/>
                      </a:lnTo>
                      <a:lnTo>
                        <a:pt x="6225" y="4541"/>
                      </a:lnTo>
                      <a:lnTo>
                        <a:pt x="6222" y="4523"/>
                      </a:lnTo>
                      <a:lnTo>
                        <a:pt x="6217" y="4504"/>
                      </a:lnTo>
                      <a:lnTo>
                        <a:pt x="6211" y="4484"/>
                      </a:lnTo>
                      <a:lnTo>
                        <a:pt x="6206" y="4460"/>
                      </a:lnTo>
                      <a:lnTo>
                        <a:pt x="6203" y="4437"/>
                      </a:lnTo>
                      <a:lnTo>
                        <a:pt x="6202" y="4414"/>
                      </a:lnTo>
                      <a:lnTo>
                        <a:pt x="6201" y="4391"/>
                      </a:lnTo>
                      <a:lnTo>
                        <a:pt x="6201" y="4368"/>
                      </a:lnTo>
                      <a:lnTo>
                        <a:pt x="6201" y="4356"/>
                      </a:lnTo>
                      <a:lnTo>
                        <a:pt x="6201" y="4345"/>
                      </a:lnTo>
                      <a:lnTo>
                        <a:pt x="6203" y="4337"/>
                      </a:lnTo>
                      <a:lnTo>
                        <a:pt x="6205" y="4328"/>
                      </a:lnTo>
                      <a:lnTo>
                        <a:pt x="6212" y="4314"/>
                      </a:lnTo>
                      <a:lnTo>
                        <a:pt x="6222" y="4300"/>
                      </a:lnTo>
                      <a:lnTo>
                        <a:pt x="6234" y="4284"/>
                      </a:lnTo>
                      <a:lnTo>
                        <a:pt x="6245" y="4271"/>
                      </a:lnTo>
                      <a:lnTo>
                        <a:pt x="6254" y="4258"/>
                      </a:lnTo>
                      <a:lnTo>
                        <a:pt x="6262" y="4246"/>
                      </a:lnTo>
                      <a:lnTo>
                        <a:pt x="6268" y="4234"/>
                      </a:lnTo>
                      <a:lnTo>
                        <a:pt x="6273" y="4224"/>
                      </a:lnTo>
                      <a:lnTo>
                        <a:pt x="6277" y="4210"/>
                      </a:lnTo>
                      <a:lnTo>
                        <a:pt x="6279" y="4191"/>
                      </a:lnTo>
                      <a:lnTo>
                        <a:pt x="6281" y="4170"/>
                      </a:lnTo>
                      <a:lnTo>
                        <a:pt x="6284" y="4155"/>
                      </a:lnTo>
                      <a:lnTo>
                        <a:pt x="6286" y="4138"/>
                      </a:lnTo>
                      <a:lnTo>
                        <a:pt x="6290" y="4119"/>
                      </a:lnTo>
                      <a:lnTo>
                        <a:pt x="6293" y="4098"/>
                      </a:lnTo>
                      <a:lnTo>
                        <a:pt x="6294" y="4078"/>
                      </a:lnTo>
                      <a:lnTo>
                        <a:pt x="6294" y="4069"/>
                      </a:lnTo>
                      <a:lnTo>
                        <a:pt x="6294" y="4062"/>
                      </a:lnTo>
                      <a:lnTo>
                        <a:pt x="6296" y="4057"/>
                      </a:lnTo>
                      <a:lnTo>
                        <a:pt x="6298" y="4054"/>
                      </a:lnTo>
                      <a:lnTo>
                        <a:pt x="6300" y="4053"/>
                      </a:lnTo>
                      <a:lnTo>
                        <a:pt x="6304" y="4053"/>
                      </a:lnTo>
                      <a:lnTo>
                        <a:pt x="6309" y="4054"/>
                      </a:lnTo>
                      <a:lnTo>
                        <a:pt x="6315" y="4057"/>
                      </a:lnTo>
                      <a:lnTo>
                        <a:pt x="6334" y="4067"/>
                      </a:lnTo>
                      <a:lnTo>
                        <a:pt x="6356" y="4078"/>
                      </a:lnTo>
                      <a:lnTo>
                        <a:pt x="6380" y="4088"/>
                      </a:lnTo>
                      <a:lnTo>
                        <a:pt x="6400" y="4097"/>
                      </a:lnTo>
                      <a:lnTo>
                        <a:pt x="6414" y="4101"/>
                      </a:lnTo>
                      <a:lnTo>
                        <a:pt x="6426" y="4103"/>
                      </a:lnTo>
                      <a:lnTo>
                        <a:pt x="6431" y="4103"/>
                      </a:lnTo>
                      <a:lnTo>
                        <a:pt x="6436" y="4101"/>
                      </a:lnTo>
                      <a:lnTo>
                        <a:pt x="6442" y="4099"/>
                      </a:lnTo>
                      <a:lnTo>
                        <a:pt x="6448" y="4095"/>
                      </a:lnTo>
                      <a:lnTo>
                        <a:pt x="6460" y="4088"/>
                      </a:lnTo>
                      <a:lnTo>
                        <a:pt x="6470" y="4081"/>
                      </a:lnTo>
                      <a:lnTo>
                        <a:pt x="6483" y="4074"/>
                      </a:lnTo>
                      <a:lnTo>
                        <a:pt x="6498" y="4068"/>
                      </a:lnTo>
                      <a:lnTo>
                        <a:pt x="6519" y="4065"/>
                      </a:lnTo>
                      <a:lnTo>
                        <a:pt x="6542" y="4062"/>
                      </a:lnTo>
                      <a:lnTo>
                        <a:pt x="6554" y="4061"/>
                      </a:lnTo>
                      <a:lnTo>
                        <a:pt x="6564" y="4059"/>
                      </a:lnTo>
                      <a:lnTo>
                        <a:pt x="6569" y="4056"/>
                      </a:lnTo>
                      <a:lnTo>
                        <a:pt x="6573" y="4055"/>
                      </a:lnTo>
                      <a:lnTo>
                        <a:pt x="6577" y="4051"/>
                      </a:lnTo>
                      <a:lnTo>
                        <a:pt x="6580" y="4049"/>
                      </a:lnTo>
                      <a:lnTo>
                        <a:pt x="6584" y="4042"/>
                      </a:lnTo>
                      <a:lnTo>
                        <a:pt x="6587" y="4034"/>
                      </a:lnTo>
                      <a:lnTo>
                        <a:pt x="6588" y="4025"/>
                      </a:lnTo>
                      <a:lnTo>
                        <a:pt x="6588" y="4017"/>
                      </a:lnTo>
                      <a:lnTo>
                        <a:pt x="6588" y="4007"/>
                      </a:lnTo>
                      <a:lnTo>
                        <a:pt x="6590" y="3999"/>
                      </a:lnTo>
                      <a:lnTo>
                        <a:pt x="6592" y="3994"/>
                      </a:lnTo>
                      <a:lnTo>
                        <a:pt x="6593" y="3990"/>
                      </a:lnTo>
                      <a:lnTo>
                        <a:pt x="6596" y="3985"/>
                      </a:lnTo>
                      <a:lnTo>
                        <a:pt x="6599" y="3980"/>
                      </a:lnTo>
                      <a:lnTo>
                        <a:pt x="6613" y="3962"/>
                      </a:lnTo>
                      <a:lnTo>
                        <a:pt x="6627" y="3946"/>
                      </a:lnTo>
                      <a:lnTo>
                        <a:pt x="6642" y="3929"/>
                      </a:lnTo>
                      <a:lnTo>
                        <a:pt x="6656" y="3916"/>
                      </a:lnTo>
                      <a:lnTo>
                        <a:pt x="6663" y="3910"/>
                      </a:lnTo>
                      <a:lnTo>
                        <a:pt x="6669" y="3904"/>
                      </a:lnTo>
                      <a:lnTo>
                        <a:pt x="6672" y="3898"/>
                      </a:lnTo>
                      <a:lnTo>
                        <a:pt x="6676" y="3893"/>
                      </a:lnTo>
                      <a:lnTo>
                        <a:pt x="6681" y="3883"/>
                      </a:lnTo>
                      <a:lnTo>
                        <a:pt x="6684" y="3873"/>
                      </a:lnTo>
                      <a:lnTo>
                        <a:pt x="6687" y="3868"/>
                      </a:lnTo>
                      <a:lnTo>
                        <a:pt x="6690" y="3862"/>
                      </a:lnTo>
                      <a:lnTo>
                        <a:pt x="6695" y="3857"/>
                      </a:lnTo>
                      <a:lnTo>
                        <a:pt x="6702" y="3849"/>
                      </a:lnTo>
                      <a:lnTo>
                        <a:pt x="6716" y="3838"/>
                      </a:lnTo>
                      <a:lnTo>
                        <a:pt x="6732" y="3826"/>
                      </a:lnTo>
                      <a:lnTo>
                        <a:pt x="6751" y="3810"/>
                      </a:lnTo>
                      <a:lnTo>
                        <a:pt x="6776" y="3791"/>
                      </a:lnTo>
                      <a:lnTo>
                        <a:pt x="6802" y="3771"/>
                      </a:lnTo>
                      <a:lnTo>
                        <a:pt x="6826" y="3753"/>
                      </a:lnTo>
                      <a:lnTo>
                        <a:pt x="6848" y="3738"/>
                      </a:lnTo>
                      <a:lnTo>
                        <a:pt x="6872" y="3721"/>
                      </a:lnTo>
                      <a:lnTo>
                        <a:pt x="6895" y="3707"/>
                      </a:lnTo>
                      <a:lnTo>
                        <a:pt x="6911" y="3697"/>
                      </a:lnTo>
                      <a:lnTo>
                        <a:pt x="6915" y="3696"/>
                      </a:lnTo>
                      <a:lnTo>
                        <a:pt x="6919" y="3696"/>
                      </a:lnTo>
                      <a:lnTo>
                        <a:pt x="6923" y="3696"/>
                      </a:lnTo>
                      <a:lnTo>
                        <a:pt x="6929" y="3697"/>
                      </a:lnTo>
                      <a:lnTo>
                        <a:pt x="6942" y="3701"/>
                      </a:lnTo>
                      <a:lnTo>
                        <a:pt x="6958" y="3706"/>
                      </a:lnTo>
                      <a:lnTo>
                        <a:pt x="6973" y="3709"/>
                      </a:lnTo>
                      <a:lnTo>
                        <a:pt x="6989" y="3713"/>
                      </a:lnTo>
                      <a:lnTo>
                        <a:pt x="6997" y="3713"/>
                      </a:lnTo>
                      <a:lnTo>
                        <a:pt x="7004" y="3713"/>
                      </a:lnTo>
                      <a:lnTo>
                        <a:pt x="7011" y="3712"/>
                      </a:lnTo>
                      <a:lnTo>
                        <a:pt x="7018" y="3709"/>
                      </a:lnTo>
                      <a:lnTo>
                        <a:pt x="7026" y="3707"/>
                      </a:lnTo>
                      <a:lnTo>
                        <a:pt x="7031" y="3702"/>
                      </a:lnTo>
                      <a:lnTo>
                        <a:pt x="7039" y="3697"/>
                      </a:lnTo>
                      <a:lnTo>
                        <a:pt x="7045" y="3691"/>
                      </a:lnTo>
                      <a:lnTo>
                        <a:pt x="7058" y="3677"/>
                      </a:lnTo>
                      <a:lnTo>
                        <a:pt x="7069" y="3663"/>
                      </a:lnTo>
                      <a:lnTo>
                        <a:pt x="7081" y="3649"/>
                      </a:lnTo>
                      <a:lnTo>
                        <a:pt x="7092" y="3637"/>
                      </a:lnTo>
                      <a:lnTo>
                        <a:pt x="7097" y="3631"/>
                      </a:lnTo>
                      <a:lnTo>
                        <a:pt x="7102" y="3627"/>
                      </a:lnTo>
                      <a:lnTo>
                        <a:pt x="7108" y="3624"/>
                      </a:lnTo>
                      <a:lnTo>
                        <a:pt x="7112" y="3622"/>
                      </a:lnTo>
                      <a:lnTo>
                        <a:pt x="7131" y="3619"/>
                      </a:lnTo>
                      <a:lnTo>
                        <a:pt x="7150" y="3616"/>
                      </a:lnTo>
                      <a:lnTo>
                        <a:pt x="7171" y="3614"/>
                      </a:lnTo>
                      <a:lnTo>
                        <a:pt x="7191" y="3612"/>
                      </a:lnTo>
                      <a:lnTo>
                        <a:pt x="7206" y="3609"/>
                      </a:lnTo>
                      <a:lnTo>
                        <a:pt x="7217" y="3609"/>
                      </a:lnTo>
                      <a:lnTo>
                        <a:pt x="7228" y="3609"/>
                      </a:lnTo>
                      <a:lnTo>
                        <a:pt x="7239" y="3612"/>
                      </a:lnTo>
                      <a:lnTo>
                        <a:pt x="7260" y="3619"/>
                      </a:lnTo>
                      <a:lnTo>
                        <a:pt x="7272" y="3625"/>
                      </a:lnTo>
                      <a:lnTo>
                        <a:pt x="7283" y="3626"/>
                      </a:lnTo>
                      <a:lnTo>
                        <a:pt x="7302" y="3625"/>
                      </a:lnTo>
                      <a:lnTo>
                        <a:pt x="7325" y="3622"/>
                      </a:lnTo>
                      <a:lnTo>
                        <a:pt x="7345" y="3619"/>
                      </a:lnTo>
                      <a:lnTo>
                        <a:pt x="7358" y="3615"/>
                      </a:lnTo>
                      <a:lnTo>
                        <a:pt x="7374" y="3610"/>
                      </a:lnTo>
                      <a:lnTo>
                        <a:pt x="7381" y="3608"/>
                      </a:lnTo>
                      <a:lnTo>
                        <a:pt x="7387" y="3605"/>
                      </a:lnTo>
                      <a:lnTo>
                        <a:pt x="7393" y="3601"/>
                      </a:lnTo>
                      <a:lnTo>
                        <a:pt x="7398" y="3597"/>
                      </a:lnTo>
                      <a:lnTo>
                        <a:pt x="7400" y="3594"/>
                      </a:lnTo>
                      <a:lnTo>
                        <a:pt x="7401" y="3590"/>
                      </a:lnTo>
                      <a:lnTo>
                        <a:pt x="7401" y="3587"/>
                      </a:lnTo>
                      <a:lnTo>
                        <a:pt x="7402" y="3583"/>
                      </a:lnTo>
                      <a:lnTo>
                        <a:pt x="7406" y="3559"/>
                      </a:lnTo>
                      <a:lnTo>
                        <a:pt x="7411" y="3525"/>
                      </a:lnTo>
                      <a:lnTo>
                        <a:pt x="7415" y="3488"/>
                      </a:lnTo>
                      <a:lnTo>
                        <a:pt x="7419" y="3460"/>
                      </a:lnTo>
                      <a:lnTo>
                        <a:pt x="7421" y="3432"/>
                      </a:lnTo>
                      <a:lnTo>
                        <a:pt x="7425" y="3398"/>
                      </a:lnTo>
                      <a:lnTo>
                        <a:pt x="7428" y="3367"/>
                      </a:lnTo>
                      <a:lnTo>
                        <a:pt x="7431" y="3344"/>
                      </a:lnTo>
                      <a:lnTo>
                        <a:pt x="7431" y="3335"/>
                      </a:lnTo>
                      <a:lnTo>
                        <a:pt x="7431" y="3326"/>
                      </a:lnTo>
                      <a:lnTo>
                        <a:pt x="7431" y="3322"/>
                      </a:lnTo>
                      <a:lnTo>
                        <a:pt x="7432" y="3317"/>
                      </a:lnTo>
                      <a:lnTo>
                        <a:pt x="7433" y="3313"/>
                      </a:lnTo>
                      <a:lnTo>
                        <a:pt x="7436" y="3310"/>
                      </a:lnTo>
                      <a:lnTo>
                        <a:pt x="7439" y="3306"/>
                      </a:lnTo>
                      <a:lnTo>
                        <a:pt x="7446" y="3303"/>
                      </a:lnTo>
                      <a:lnTo>
                        <a:pt x="7452" y="3300"/>
                      </a:lnTo>
                      <a:lnTo>
                        <a:pt x="7459" y="3298"/>
                      </a:lnTo>
                      <a:lnTo>
                        <a:pt x="7475" y="3291"/>
                      </a:lnTo>
                      <a:lnTo>
                        <a:pt x="7492" y="3284"/>
                      </a:lnTo>
                      <a:lnTo>
                        <a:pt x="7508" y="3279"/>
                      </a:lnTo>
                      <a:lnTo>
                        <a:pt x="7521" y="3274"/>
                      </a:lnTo>
                      <a:lnTo>
                        <a:pt x="7537" y="3271"/>
                      </a:lnTo>
                      <a:lnTo>
                        <a:pt x="7546" y="3269"/>
                      </a:lnTo>
                      <a:lnTo>
                        <a:pt x="7555" y="3267"/>
                      </a:lnTo>
                      <a:lnTo>
                        <a:pt x="7557" y="3266"/>
                      </a:lnTo>
                      <a:lnTo>
                        <a:pt x="7557" y="3260"/>
                      </a:lnTo>
                      <a:lnTo>
                        <a:pt x="7557" y="3250"/>
                      </a:lnTo>
                      <a:close/>
                    </a:path>
                  </a:pathLst>
                </a:custGeom>
                <a:solidFill>
                  <a:srgbClr val="DDEBF7"/>
                </a:solidFill>
                <a:ln w="9525">
                  <a:solidFill>
                    <a:srgbClr val="AFABAB"/>
                  </a:solidFill>
                  <a:round/>
                  <a:headEnd/>
                  <a:tailEnd/>
                </a:ln>
              </p:spPr>
              <p:txBody>
                <a:bodyPr/>
                <a:lstStyle/>
                <a:p>
                  <a:endParaRPr lang="zh-CN" altLang="en-US"/>
                </a:p>
              </p:txBody>
            </p:sp>
            <p:sp>
              <p:nvSpPr>
                <p:cNvPr id="62" name="宁夏">
                  <a:extLst>
                    <a:ext uri="{FF2B5EF4-FFF2-40B4-BE49-F238E27FC236}">
                      <a16:creationId xmlns:a16="http://schemas.microsoft.com/office/drawing/2014/main" id="{27326069-6C04-457B-A18F-7FCBE2303D72}"/>
                    </a:ext>
                  </a:extLst>
                </p:cNvPr>
                <p:cNvSpPr>
                  <a:spLocks/>
                </p:cNvSpPr>
                <p:nvPr/>
              </p:nvSpPr>
              <p:spPr bwMode="auto">
                <a:xfrm>
                  <a:off x="2609883" y="1686013"/>
                  <a:ext cx="314329" cy="485801"/>
                </a:xfrm>
                <a:custGeom>
                  <a:avLst/>
                  <a:gdLst>
                    <a:gd name="T0" fmla="*/ 2147483646 w 1159"/>
                    <a:gd name="T1" fmla="*/ 2147483646 h 1815"/>
                    <a:gd name="T2" fmla="*/ 2147483646 w 1159"/>
                    <a:gd name="T3" fmla="*/ 2147483646 h 1815"/>
                    <a:gd name="T4" fmla="*/ 2147483646 w 1159"/>
                    <a:gd name="T5" fmla="*/ 2147483646 h 1815"/>
                    <a:gd name="T6" fmla="*/ 2147483646 w 1159"/>
                    <a:gd name="T7" fmla="*/ 2147483646 h 1815"/>
                    <a:gd name="T8" fmla="*/ 2147483646 w 1159"/>
                    <a:gd name="T9" fmla="*/ 2147483646 h 1815"/>
                    <a:gd name="T10" fmla="*/ 2147483646 w 1159"/>
                    <a:gd name="T11" fmla="*/ 2147483646 h 1815"/>
                    <a:gd name="T12" fmla="*/ 2147483646 w 1159"/>
                    <a:gd name="T13" fmla="*/ 2147483646 h 1815"/>
                    <a:gd name="T14" fmla="*/ 2147483646 w 1159"/>
                    <a:gd name="T15" fmla="*/ 2147483646 h 1815"/>
                    <a:gd name="T16" fmla="*/ 2147483646 w 1159"/>
                    <a:gd name="T17" fmla="*/ 2147483646 h 1815"/>
                    <a:gd name="T18" fmla="*/ 2147483646 w 1159"/>
                    <a:gd name="T19" fmla="*/ 2147483646 h 1815"/>
                    <a:gd name="T20" fmla="*/ 2147483646 w 1159"/>
                    <a:gd name="T21" fmla="*/ 2147483646 h 1815"/>
                    <a:gd name="T22" fmla="*/ 2147483646 w 1159"/>
                    <a:gd name="T23" fmla="*/ 2147483646 h 1815"/>
                    <a:gd name="T24" fmla="*/ 2147483646 w 1159"/>
                    <a:gd name="T25" fmla="*/ 2147483646 h 1815"/>
                    <a:gd name="T26" fmla="*/ 2147483646 w 1159"/>
                    <a:gd name="T27" fmla="*/ 2147483646 h 1815"/>
                    <a:gd name="T28" fmla="*/ 2147483646 w 1159"/>
                    <a:gd name="T29" fmla="*/ 2147483646 h 1815"/>
                    <a:gd name="T30" fmla="*/ 2147483646 w 1159"/>
                    <a:gd name="T31" fmla="*/ 2147483646 h 1815"/>
                    <a:gd name="T32" fmla="*/ 2147483646 w 1159"/>
                    <a:gd name="T33" fmla="*/ 2147483646 h 1815"/>
                    <a:gd name="T34" fmla="*/ 2147483646 w 1159"/>
                    <a:gd name="T35" fmla="*/ 2147483646 h 1815"/>
                    <a:gd name="T36" fmla="*/ 2147483646 w 1159"/>
                    <a:gd name="T37" fmla="*/ 2147483646 h 1815"/>
                    <a:gd name="T38" fmla="*/ 2147483646 w 1159"/>
                    <a:gd name="T39" fmla="*/ 2147483646 h 1815"/>
                    <a:gd name="T40" fmla="*/ 2147483646 w 1159"/>
                    <a:gd name="T41" fmla="*/ 2147483646 h 1815"/>
                    <a:gd name="T42" fmla="*/ 2147483646 w 1159"/>
                    <a:gd name="T43" fmla="*/ 2147483646 h 1815"/>
                    <a:gd name="T44" fmla="*/ 2147483646 w 1159"/>
                    <a:gd name="T45" fmla="*/ 2147483646 h 1815"/>
                    <a:gd name="T46" fmla="*/ 2147483646 w 1159"/>
                    <a:gd name="T47" fmla="*/ 2147483646 h 1815"/>
                    <a:gd name="T48" fmla="*/ 2147483646 w 1159"/>
                    <a:gd name="T49" fmla="*/ 2147483646 h 1815"/>
                    <a:gd name="T50" fmla="*/ 2147483646 w 1159"/>
                    <a:gd name="T51" fmla="*/ 2147483646 h 1815"/>
                    <a:gd name="T52" fmla="*/ 2147483646 w 1159"/>
                    <a:gd name="T53" fmla="*/ 2147483646 h 1815"/>
                    <a:gd name="T54" fmla="*/ 2147483646 w 1159"/>
                    <a:gd name="T55" fmla="*/ 2147483646 h 1815"/>
                    <a:gd name="T56" fmla="*/ 2147483646 w 1159"/>
                    <a:gd name="T57" fmla="*/ 2147483646 h 1815"/>
                    <a:gd name="T58" fmla="*/ 2147483646 w 1159"/>
                    <a:gd name="T59" fmla="*/ 2147483646 h 1815"/>
                    <a:gd name="T60" fmla="*/ 2147483646 w 1159"/>
                    <a:gd name="T61" fmla="*/ 2147483646 h 1815"/>
                    <a:gd name="T62" fmla="*/ 2147483646 w 1159"/>
                    <a:gd name="T63" fmla="*/ 2147483646 h 1815"/>
                    <a:gd name="T64" fmla="*/ 2147483646 w 1159"/>
                    <a:gd name="T65" fmla="*/ 2147483646 h 1815"/>
                    <a:gd name="T66" fmla="*/ 2147483646 w 1159"/>
                    <a:gd name="T67" fmla="*/ 2147483646 h 1815"/>
                    <a:gd name="T68" fmla="*/ 2147483646 w 1159"/>
                    <a:gd name="T69" fmla="*/ 2147483646 h 1815"/>
                    <a:gd name="T70" fmla="*/ 2147483646 w 1159"/>
                    <a:gd name="T71" fmla="*/ 2147483646 h 1815"/>
                    <a:gd name="T72" fmla="*/ 2147483646 w 1159"/>
                    <a:gd name="T73" fmla="*/ 2147483646 h 1815"/>
                    <a:gd name="T74" fmla="*/ 2147483646 w 1159"/>
                    <a:gd name="T75" fmla="*/ 2147483646 h 1815"/>
                    <a:gd name="T76" fmla="*/ 2147483646 w 1159"/>
                    <a:gd name="T77" fmla="*/ 2147483646 h 1815"/>
                    <a:gd name="T78" fmla="*/ 2147483646 w 1159"/>
                    <a:gd name="T79" fmla="*/ 2147483646 h 1815"/>
                    <a:gd name="T80" fmla="*/ 2147483646 w 1159"/>
                    <a:gd name="T81" fmla="*/ 2147483646 h 1815"/>
                    <a:gd name="T82" fmla="*/ 2147483646 w 1159"/>
                    <a:gd name="T83" fmla="*/ 2147483646 h 1815"/>
                    <a:gd name="T84" fmla="*/ 2147483646 w 1159"/>
                    <a:gd name="T85" fmla="*/ 2147483646 h 1815"/>
                    <a:gd name="T86" fmla="*/ 2147483646 w 1159"/>
                    <a:gd name="T87" fmla="*/ 2147483646 h 1815"/>
                    <a:gd name="T88" fmla="*/ 2147483646 w 1159"/>
                    <a:gd name="T89" fmla="*/ 2147483646 h 1815"/>
                    <a:gd name="T90" fmla="*/ 2147483646 w 1159"/>
                    <a:gd name="T91" fmla="*/ 2147483646 h 1815"/>
                    <a:gd name="T92" fmla="*/ 2147483646 w 1159"/>
                    <a:gd name="T93" fmla="*/ 2147483646 h 1815"/>
                    <a:gd name="T94" fmla="*/ 2147483646 w 1159"/>
                    <a:gd name="T95" fmla="*/ 2147483646 h 1815"/>
                    <a:gd name="T96" fmla="*/ 2147483646 w 1159"/>
                    <a:gd name="T97" fmla="*/ 2147483646 h 1815"/>
                    <a:gd name="T98" fmla="*/ 2147483646 w 1159"/>
                    <a:gd name="T99" fmla="*/ 2147483646 h 1815"/>
                    <a:gd name="T100" fmla="*/ 2147483646 w 1159"/>
                    <a:gd name="T101" fmla="*/ 2147483646 h 1815"/>
                    <a:gd name="T102" fmla="*/ 2147483646 w 1159"/>
                    <a:gd name="T103" fmla="*/ 2147483646 h 1815"/>
                    <a:gd name="T104" fmla="*/ 2147483646 w 1159"/>
                    <a:gd name="T105" fmla="*/ 2147483646 h 1815"/>
                    <a:gd name="T106" fmla="*/ 2147483646 w 1159"/>
                    <a:gd name="T107" fmla="*/ 2147483646 h 1815"/>
                    <a:gd name="T108" fmla="*/ 2147483646 w 1159"/>
                    <a:gd name="T109" fmla="*/ 2147483646 h 1815"/>
                    <a:gd name="T110" fmla="*/ 2147483646 w 1159"/>
                    <a:gd name="T111" fmla="*/ 2147483646 h 1815"/>
                    <a:gd name="T112" fmla="*/ 2147483646 w 1159"/>
                    <a:gd name="T113" fmla="*/ 2147483646 h 1815"/>
                    <a:gd name="T114" fmla="*/ 2147483646 w 1159"/>
                    <a:gd name="T115" fmla="*/ 2147483646 h 1815"/>
                    <a:gd name="T116" fmla="*/ 2147483646 w 1159"/>
                    <a:gd name="T117" fmla="*/ 2147483646 h 1815"/>
                    <a:gd name="T118" fmla="*/ 2147483646 w 1159"/>
                    <a:gd name="T119" fmla="*/ 2147483646 h 1815"/>
                    <a:gd name="T120" fmla="*/ 2147483646 w 1159"/>
                    <a:gd name="T121" fmla="*/ 2147483646 h 181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159" h="1815">
                      <a:moveTo>
                        <a:pt x="920" y="986"/>
                      </a:moveTo>
                      <a:lnTo>
                        <a:pt x="933" y="984"/>
                      </a:lnTo>
                      <a:lnTo>
                        <a:pt x="943" y="982"/>
                      </a:lnTo>
                      <a:lnTo>
                        <a:pt x="953" y="978"/>
                      </a:lnTo>
                      <a:lnTo>
                        <a:pt x="964" y="977"/>
                      </a:lnTo>
                      <a:lnTo>
                        <a:pt x="970" y="977"/>
                      </a:lnTo>
                      <a:lnTo>
                        <a:pt x="976" y="977"/>
                      </a:lnTo>
                      <a:lnTo>
                        <a:pt x="983" y="978"/>
                      </a:lnTo>
                      <a:lnTo>
                        <a:pt x="990" y="978"/>
                      </a:lnTo>
                      <a:lnTo>
                        <a:pt x="996" y="979"/>
                      </a:lnTo>
                      <a:lnTo>
                        <a:pt x="1002" y="982"/>
                      </a:lnTo>
                      <a:lnTo>
                        <a:pt x="1007" y="984"/>
                      </a:lnTo>
                      <a:lnTo>
                        <a:pt x="1011" y="988"/>
                      </a:lnTo>
                      <a:lnTo>
                        <a:pt x="1014" y="989"/>
                      </a:lnTo>
                      <a:lnTo>
                        <a:pt x="1018" y="990"/>
                      </a:lnTo>
                      <a:lnTo>
                        <a:pt x="1020" y="990"/>
                      </a:lnTo>
                      <a:lnTo>
                        <a:pt x="1021" y="990"/>
                      </a:lnTo>
                      <a:lnTo>
                        <a:pt x="1025" y="990"/>
                      </a:lnTo>
                      <a:lnTo>
                        <a:pt x="1030" y="990"/>
                      </a:lnTo>
                      <a:lnTo>
                        <a:pt x="1032" y="989"/>
                      </a:lnTo>
                      <a:lnTo>
                        <a:pt x="1033" y="988"/>
                      </a:lnTo>
                      <a:lnTo>
                        <a:pt x="1033" y="985"/>
                      </a:lnTo>
                      <a:lnTo>
                        <a:pt x="1033" y="984"/>
                      </a:lnTo>
                      <a:lnTo>
                        <a:pt x="1034" y="983"/>
                      </a:lnTo>
                      <a:lnTo>
                        <a:pt x="1035" y="982"/>
                      </a:lnTo>
                      <a:lnTo>
                        <a:pt x="1035" y="980"/>
                      </a:lnTo>
                      <a:lnTo>
                        <a:pt x="1037" y="980"/>
                      </a:lnTo>
                      <a:lnTo>
                        <a:pt x="1038" y="980"/>
                      </a:lnTo>
                      <a:lnTo>
                        <a:pt x="1039" y="979"/>
                      </a:lnTo>
                      <a:lnTo>
                        <a:pt x="1040" y="979"/>
                      </a:lnTo>
                      <a:lnTo>
                        <a:pt x="1041" y="978"/>
                      </a:lnTo>
                      <a:lnTo>
                        <a:pt x="1043" y="978"/>
                      </a:lnTo>
                      <a:lnTo>
                        <a:pt x="1044" y="977"/>
                      </a:lnTo>
                      <a:lnTo>
                        <a:pt x="1045" y="977"/>
                      </a:lnTo>
                      <a:lnTo>
                        <a:pt x="1047" y="973"/>
                      </a:lnTo>
                      <a:lnTo>
                        <a:pt x="1049" y="971"/>
                      </a:lnTo>
                      <a:lnTo>
                        <a:pt x="1049" y="969"/>
                      </a:lnTo>
                      <a:lnTo>
                        <a:pt x="1049" y="967"/>
                      </a:lnTo>
                      <a:lnTo>
                        <a:pt x="1049" y="966"/>
                      </a:lnTo>
                      <a:lnTo>
                        <a:pt x="1047" y="964"/>
                      </a:lnTo>
                      <a:lnTo>
                        <a:pt x="1045" y="960"/>
                      </a:lnTo>
                      <a:lnTo>
                        <a:pt x="1043" y="958"/>
                      </a:lnTo>
                      <a:lnTo>
                        <a:pt x="1040" y="956"/>
                      </a:lnTo>
                      <a:lnTo>
                        <a:pt x="1037" y="954"/>
                      </a:lnTo>
                      <a:lnTo>
                        <a:pt x="1035" y="952"/>
                      </a:lnTo>
                      <a:lnTo>
                        <a:pt x="1032" y="951"/>
                      </a:lnTo>
                      <a:lnTo>
                        <a:pt x="1028" y="948"/>
                      </a:lnTo>
                      <a:lnTo>
                        <a:pt x="1026" y="946"/>
                      </a:lnTo>
                      <a:lnTo>
                        <a:pt x="1025" y="944"/>
                      </a:lnTo>
                      <a:lnTo>
                        <a:pt x="1025" y="941"/>
                      </a:lnTo>
                      <a:lnTo>
                        <a:pt x="1026" y="939"/>
                      </a:lnTo>
                      <a:lnTo>
                        <a:pt x="1027" y="937"/>
                      </a:lnTo>
                      <a:lnTo>
                        <a:pt x="1030" y="935"/>
                      </a:lnTo>
                      <a:lnTo>
                        <a:pt x="1031" y="934"/>
                      </a:lnTo>
                      <a:lnTo>
                        <a:pt x="1032" y="933"/>
                      </a:lnTo>
                      <a:lnTo>
                        <a:pt x="1033" y="931"/>
                      </a:lnTo>
                      <a:lnTo>
                        <a:pt x="1034" y="929"/>
                      </a:lnTo>
                      <a:lnTo>
                        <a:pt x="1034" y="928"/>
                      </a:lnTo>
                      <a:lnTo>
                        <a:pt x="1034" y="927"/>
                      </a:lnTo>
                      <a:lnTo>
                        <a:pt x="1034" y="926"/>
                      </a:lnTo>
                      <a:lnTo>
                        <a:pt x="1033" y="925"/>
                      </a:lnTo>
                      <a:lnTo>
                        <a:pt x="1032" y="922"/>
                      </a:lnTo>
                      <a:lnTo>
                        <a:pt x="1030" y="919"/>
                      </a:lnTo>
                      <a:lnTo>
                        <a:pt x="1027" y="916"/>
                      </a:lnTo>
                      <a:lnTo>
                        <a:pt x="1025" y="913"/>
                      </a:lnTo>
                      <a:lnTo>
                        <a:pt x="1024" y="909"/>
                      </a:lnTo>
                      <a:lnTo>
                        <a:pt x="1024" y="907"/>
                      </a:lnTo>
                      <a:lnTo>
                        <a:pt x="1024" y="903"/>
                      </a:lnTo>
                      <a:lnTo>
                        <a:pt x="1024" y="897"/>
                      </a:lnTo>
                      <a:lnTo>
                        <a:pt x="1024" y="893"/>
                      </a:lnTo>
                      <a:lnTo>
                        <a:pt x="1024" y="885"/>
                      </a:lnTo>
                      <a:lnTo>
                        <a:pt x="1024" y="875"/>
                      </a:lnTo>
                      <a:lnTo>
                        <a:pt x="1024" y="871"/>
                      </a:lnTo>
                      <a:lnTo>
                        <a:pt x="1024" y="868"/>
                      </a:lnTo>
                      <a:lnTo>
                        <a:pt x="1024" y="863"/>
                      </a:lnTo>
                      <a:lnTo>
                        <a:pt x="1025" y="856"/>
                      </a:lnTo>
                      <a:lnTo>
                        <a:pt x="1026" y="850"/>
                      </a:lnTo>
                      <a:lnTo>
                        <a:pt x="1027" y="843"/>
                      </a:lnTo>
                      <a:lnTo>
                        <a:pt x="1030" y="838"/>
                      </a:lnTo>
                      <a:lnTo>
                        <a:pt x="1032" y="833"/>
                      </a:lnTo>
                      <a:lnTo>
                        <a:pt x="1035" y="830"/>
                      </a:lnTo>
                      <a:lnTo>
                        <a:pt x="1038" y="826"/>
                      </a:lnTo>
                      <a:lnTo>
                        <a:pt x="1045" y="820"/>
                      </a:lnTo>
                      <a:lnTo>
                        <a:pt x="1050" y="814"/>
                      </a:lnTo>
                      <a:lnTo>
                        <a:pt x="1051" y="809"/>
                      </a:lnTo>
                      <a:lnTo>
                        <a:pt x="1051" y="805"/>
                      </a:lnTo>
                      <a:lnTo>
                        <a:pt x="1050" y="802"/>
                      </a:lnTo>
                      <a:lnTo>
                        <a:pt x="1049" y="801"/>
                      </a:lnTo>
                      <a:lnTo>
                        <a:pt x="1046" y="799"/>
                      </a:lnTo>
                      <a:lnTo>
                        <a:pt x="1044" y="796"/>
                      </a:lnTo>
                      <a:lnTo>
                        <a:pt x="1041" y="794"/>
                      </a:lnTo>
                      <a:lnTo>
                        <a:pt x="1038" y="789"/>
                      </a:lnTo>
                      <a:lnTo>
                        <a:pt x="1038" y="786"/>
                      </a:lnTo>
                      <a:lnTo>
                        <a:pt x="1039" y="782"/>
                      </a:lnTo>
                      <a:lnTo>
                        <a:pt x="1041" y="778"/>
                      </a:lnTo>
                      <a:lnTo>
                        <a:pt x="1043" y="776"/>
                      </a:lnTo>
                      <a:lnTo>
                        <a:pt x="1046" y="774"/>
                      </a:lnTo>
                      <a:lnTo>
                        <a:pt x="1050" y="770"/>
                      </a:lnTo>
                      <a:lnTo>
                        <a:pt x="1055" y="765"/>
                      </a:lnTo>
                      <a:lnTo>
                        <a:pt x="1059" y="761"/>
                      </a:lnTo>
                      <a:lnTo>
                        <a:pt x="1063" y="757"/>
                      </a:lnTo>
                      <a:lnTo>
                        <a:pt x="1065" y="755"/>
                      </a:lnTo>
                      <a:lnTo>
                        <a:pt x="1069" y="752"/>
                      </a:lnTo>
                      <a:lnTo>
                        <a:pt x="1072" y="750"/>
                      </a:lnTo>
                      <a:lnTo>
                        <a:pt x="1077" y="746"/>
                      </a:lnTo>
                      <a:lnTo>
                        <a:pt x="1079" y="745"/>
                      </a:lnTo>
                      <a:lnTo>
                        <a:pt x="1082" y="744"/>
                      </a:lnTo>
                      <a:lnTo>
                        <a:pt x="1084" y="743"/>
                      </a:lnTo>
                      <a:lnTo>
                        <a:pt x="1087" y="742"/>
                      </a:lnTo>
                      <a:lnTo>
                        <a:pt x="1089" y="739"/>
                      </a:lnTo>
                      <a:lnTo>
                        <a:pt x="1091" y="736"/>
                      </a:lnTo>
                      <a:lnTo>
                        <a:pt x="1093" y="732"/>
                      </a:lnTo>
                      <a:lnTo>
                        <a:pt x="1095" y="727"/>
                      </a:lnTo>
                      <a:lnTo>
                        <a:pt x="1097" y="724"/>
                      </a:lnTo>
                      <a:lnTo>
                        <a:pt x="1102" y="720"/>
                      </a:lnTo>
                      <a:lnTo>
                        <a:pt x="1108" y="715"/>
                      </a:lnTo>
                      <a:lnTo>
                        <a:pt x="1115" y="712"/>
                      </a:lnTo>
                      <a:lnTo>
                        <a:pt x="1129" y="708"/>
                      </a:lnTo>
                      <a:lnTo>
                        <a:pt x="1142" y="704"/>
                      </a:lnTo>
                      <a:lnTo>
                        <a:pt x="1150" y="700"/>
                      </a:lnTo>
                      <a:lnTo>
                        <a:pt x="1156" y="694"/>
                      </a:lnTo>
                      <a:lnTo>
                        <a:pt x="1158" y="686"/>
                      </a:lnTo>
                      <a:lnTo>
                        <a:pt x="1159" y="680"/>
                      </a:lnTo>
                      <a:lnTo>
                        <a:pt x="1158" y="676"/>
                      </a:lnTo>
                      <a:lnTo>
                        <a:pt x="1158" y="674"/>
                      </a:lnTo>
                      <a:lnTo>
                        <a:pt x="1157" y="671"/>
                      </a:lnTo>
                      <a:lnTo>
                        <a:pt x="1154" y="668"/>
                      </a:lnTo>
                      <a:lnTo>
                        <a:pt x="1148" y="664"/>
                      </a:lnTo>
                      <a:lnTo>
                        <a:pt x="1139" y="661"/>
                      </a:lnTo>
                      <a:lnTo>
                        <a:pt x="1135" y="658"/>
                      </a:lnTo>
                      <a:lnTo>
                        <a:pt x="1129" y="655"/>
                      </a:lnTo>
                      <a:lnTo>
                        <a:pt x="1123" y="651"/>
                      </a:lnTo>
                      <a:lnTo>
                        <a:pt x="1118" y="648"/>
                      </a:lnTo>
                      <a:lnTo>
                        <a:pt x="1108" y="642"/>
                      </a:lnTo>
                      <a:lnTo>
                        <a:pt x="1100" y="635"/>
                      </a:lnTo>
                      <a:lnTo>
                        <a:pt x="1097" y="631"/>
                      </a:lnTo>
                      <a:lnTo>
                        <a:pt x="1095" y="626"/>
                      </a:lnTo>
                      <a:lnTo>
                        <a:pt x="1090" y="617"/>
                      </a:lnTo>
                      <a:lnTo>
                        <a:pt x="1088" y="607"/>
                      </a:lnTo>
                      <a:lnTo>
                        <a:pt x="1084" y="598"/>
                      </a:lnTo>
                      <a:lnTo>
                        <a:pt x="1078" y="589"/>
                      </a:lnTo>
                      <a:lnTo>
                        <a:pt x="1070" y="581"/>
                      </a:lnTo>
                      <a:lnTo>
                        <a:pt x="1060" y="574"/>
                      </a:lnTo>
                      <a:lnTo>
                        <a:pt x="1050" y="566"/>
                      </a:lnTo>
                      <a:lnTo>
                        <a:pt x="1038" y="560"/>
                      </a:lnTo>
                      <a:lnTo>
                        <a:pt x="1022" y="554"/>
                      </a:lnTo>
                      <a:lnTo>
                        <a:pt x="1012" y="551"/>
                      </a:lnTo>
                      <a:lnTo>
                        <a:pt x="1006" y="550"/>
                      </a:lnTo>
                      <a:lnTo>
                        <a:pt x="1002" y="550"/>
                      </a:lnTo>
                      <a:lnTo>
                        <a:pt x="996" y="550"/>
                      </a:lnTo>
                      <a:lnTo>
                        <a:pt x="989" y="550"/>
                      </a:lnTo>
                      <a:lnTo>
                        <a:pt x="971" y="553"/>
                      </a:lnTo>
                      <a:lnTo>
                        <a:pt x="957" y="555"/>
                      </a:lnTo>
                      <a:lnTo>
                        <a:pt x="951" y="556"/>
                      </a:lnTo>
                      <a:lnTo>
                        <a:pt x="943" y="556"/>
                      </a:lnTo>
                      <a:lnTo>
                        <a:pt x="938" y="556"/>
                      </a:lnTo>
                      <a:lnTo>
                        <a:pt x="933" y="556"/>
                      </a:lnTo>
                      <a:lnTo>
                        <a:pt x="928" y="555"/>
                      </a:lnTo>
                      <a:lnTo>
                        <a:pt x="924" y="553"/>
                      </a:lnTo>
                      <a:lnTo>
                        <a:pt x="888" y="537"/>
                      </a:lnTo>
                      <a:lnTo>
                        <a:pt x="850" y="517"/>
                      </a:lnTo>
                      <a:lnTo>
                        <a:pt x="837" y="510"/>
                      </a:lnTo>
                      <a:lnTo>
                        <a:pt x="825" y="503"/>
                      </a:lnTo>
                      <a:lnTo>
                        <a:pt x="812" y="494"/>
                      </a:lnTo>
                      <a:lnTo>
                        <a:pt x="800" y="487"/>
                      </a:lnTo>
                      <a:lnTo>
                        <a:pt x="794" y="482"/>
                      </a:lnTo>
                      <a:lnTo>
                        <a:pt x="789" y="478"/>
                      </a:lnTo>
                      <a:lnTo>
                        <a:pt x="786" y="474"/>
                      </a:lnTo>
                      <a:lnTo>
                        <a:pt x="785" y="471"/>
                      </a:lnTo>
                      <a:lnTo>
                        <a:pt x="783" y="468"/>
                      </a:lnTo>
                      <a:lnTo>
                        <a:pt x="783" y="465"/>
                      </a:lnTo>
                      <a:lnTo>
                        <a:pt x="785" y="461"/>
                      </a:lnTo>
                      <a:lnTo>
                        <a:pt x="786" y="458"/>
                      </a:lnTo>
                      <a:lnTo>
                        <a:pt x="788" y="453"/>
                      </a:lnTo>
                      <a:lnTo>
                        <a:pt x="791" y="448"/>
                      </a:lnTo>
                      <a:lnTo>
                        <a:pt x="794" y="443"/>
                      </a:lnTo>
                      <a:lnTo>
                        <a:pt x="798" y="440"/>
                      </a:lnTo>
                      <a:lnTo>
                        <a:pt x="807" y="433"/>
                      </a:lnTo>
                      <a:lnTo>
                        <a:pt x="817" y="424"/>
                      </a:lnTo>
                      <a:lnTo>
                        <a:pt x="819" y="422"/>
                      </a:lnTo>
                      <a:lnTo>
                        <a:pt x="823" y="418"/>
                      </a:lnTo>
                      <a:lnTo>
                        <a:pt x="826" y="414"/>
                      </a:lnTo>
                      <a:lnTo>
                        <a:pt x="830" y="408"/>
                      </a:lnTo>
                      <a:lnTo>
                        <a:pt x="831" y="404"/>
                      </a:lnTo>
                      <a:lnTo>
                        <a:pt x="832" y="399"/>
                      </a:lnTo>
                      <a:lnTo>
                        <a:pt x="833" y="395"/>
                      </a:lnTo>
                      <a:lnTo>
                        <a:pt x="833" y="391"/>
                      </a:lnTo>
                      <a:lnTo>
                        <a:pt x="833" y="387"/>
                      </a:lnTo>
                      <a:lnTo>
                        <a:pt x="833" y="383"/>
                      </a:lnTo>
                      <a:lnTo>
                        <a:pt x="832" y="372"/>
                      </a:lnTo>
                      <a:lnTo>
                        <a:pt x="830" y="360"/>
                      </a:lnTo>
                      <a:lnTo>
                        <a:pt x="827" y="354"/>
                      </a:lnTo>
                      <a:lnTo>
                        <a:pt x="825" y="347"/>
                      </a:lnTo>
                      <a:lnTo>
                        <a:pt x="824" y="343"/>
                      </a:lnTo>
                      <a:lnTo>
                        <a:pt x="823" y="341"/>
                      </a:lnTo>
                      <a:lnTo>
                        <a:pt x="823" y="340"/>
                      </a:lnTo>
                      <a:lnTo>
                        <a:pt x="823" y="337"/>
                      </a:lnTo>
                      <a:lnTo>
                        <a:pt x="822" y="330"/>
                      </a:lnTo>
                      <a:lnTo>
                        <a:pt x="822" y="326"/>
                      </a:lnTo>
                      <a:lnTo>
                        <a:pt x="824" y="321"/>
                      </a:lnTo>
                      <a:lnTo>
                        <a:pt x="825" y="317"/>
                      </a:lnTo>
                      <a:lnTo>
                        <a:pt x="827" y="314"/>
                      </a:lnTo>
                      <a:lnTo>
                        <a:pt x="829" y="310"/>
                      </a:lnTo>
                      <a:lnTo>
                        <a:pt x="832" y="307"/>
                      </a:lnTo>
                      <a:lnTo>
                        <a:pt x="836" y="302"/>
                      </a:lnTo>
                      <a:lnTo>
                        <a:pt x="849" y="286"/>
                      </a:lnTo>
                      <a:lnTo>
                        <a:pt x="852" y="282"/>
                      </a:lnTo>
                      <a:lnTo>
                        <a:pt x="855" y="276"/>
                      </a:lnTo>
                      <a:lnTo>
                        <a:pt x="856" y="273"/>
                      </a:lnTo>
                      <a:lnTo>
                        <a:pt x="858" y="270"/>
                      </a:lnTo>
                      <a:lnTo>
                        <a:pt x="862" y="261"/>
                      </a:lnTo>
                      <a:lnTo>
                        <a:pt x="867" y="253"/>
                      </a:lnTo>
                      <a:lnTo>
                        <a:pt x="873" y="245"/>
                      </a:lnTo>
                      <a:lnTo>
                        <a:pt x="877" y="239"/>
                      </a:lnTo>
                      <a:lnTo>
                        <a:pt x="888" y="229"/>
                      </a:lnTo>
                      <a:lnTo>
                        <a:pt x="898" y="221"/>
                      </a:lnTo>
                      <a:lnTo>
                        <a:pt x="908" y="211"/>
                      </a:lnTo>
                      <a:lnTo>
                        <a:pt x="919" y="202"/>
                      </a:lnTo>
                      <a:lnTo>
                        <a:pt x="928" y="194"/>
                      </a:lnTo>
                      <a:lnTo>
                        <a:pt x="938" y="185"/>
                      </a:lnTo>
                      <a:lnTo>
                        <a:pt x="945" y="172"/>
                      </a:lnTo>
                      <a:lnTo>
                        <a:pt x="953" y="159"/>
                      </a:lnTo>
                      <a:lnTo>
                        <a:pt x="952" y="154"/>
                      </a:lnTo>
                      <a:lnTo>
                        <a:pt x="952" y="150"/>
                      </a:lnTo>
                      <a:lnTo>
                        <a:pt x="948" y="148"/>
                      </a:lnTo>
                      <a:lnTo>
                        <a:pt x="943" y="147"/>
                      </a:lnTo>
                      <a:lnTo>
                        <a:pt x="921" y="135"/>
                      </a:lnTo>
                      <a:lnTo>
                        <a:pt x="913" y="129"/>
                      </a:lnTo>
                      <a:lnTo>
                        <a:pt x="906" y="125"/>
                      </a:lnTo>
                      <a:lnTo>
                        <a:pt x="901" y="120"/>
                      </a:lnTo>
                      <a:lnTo>
                        <a:pt x="899" y="118"/>
                      </a:lnTo>
                      <a:lnTo>
                        <a:pt x="899" y="114"/>
                      </a:lnTo>
                      <a:lnTo>
                        <a:pt x="899" y="112"/>
                      </a:lnTo>
                      <a:lnTo>
                        <a:pt x="898" y="102"/>
                      </a:lnTo>
                      <a:lnTo>
                        <a:pt x="894" y="90"/>
                      </a:lnTo>
                      <a:lnTo>
                        <a:pt x="892" y="82"/>
                      </a:lnTo>
                      <a:lnTo>
                        <a:pt x="888" y="71"/>
                      </a:lnTo>
                      <a:lnTo>
                        <a:pt x="886" y="61"/>
                      </a:lnTo>
                      <a:lnTo>
                        <a:pt x="885" y="50"/>
                      </a:lnTo>
                      <a:lnTo>
                        <a:pt x="886" y="32"/>
                      </a:lnTo>
                      <a:lnTo>
                        <a:pt x="889" y="19"/>
                      </a:lnTo>
                      <a:lnTo>
                        <a:pt x="888" y="14"/>
                      </a:lnTo>
                      <a:lnTo>
                        <a:pt x="887" y="8"/>
                      </a:lnTo>
                      <a:lnTo>
                        <a:pt x="886" y="5"/>
                      </a:lnTo>
                      <a:lnTo>
                        <a:pt x="883" y="2"/>
                      </a:lnTo>
                      <a:lnTo>
                        <a:pt x="881" y="1"/>
                      </a:lnTo>
                      <a:lnTo>
                        <a:pt x="876" y="0"/>
                      </a:lnTo>
                      <a:lnTo>
                        <a:pt x="865" y="0"/>
                      </a:lnTo>
                      <a:lnTo>
                        <a:pt x="855" y="0"/>
                      </a:lnTo>
                      <a:lnTo>
                        <a:pt x="844" y="1"/>
                      </a:lnTo>
                      <a:lnTo>
                        <a:pt x="837" y="1"/>
                      </a:lnTo>
                      <a:lnTo>
                        <a:pt x="826" y="5"/>
                      </a:lnTo>
                      <a:lnTo>
                        <a:pt x="817" y="8"/>
                      </a:lnTo>
                      <a:lnTo>
                        <a:pt x="810" y="13"/>
                      </a:lnTo>
                      <a:lnTo>
                        <a:pt x="804" y="18"/>
                      </a:lnTo>
                      <a:lnTo>
                        <a:pt x="799" y="21"/>
                      </a:lnTo>
                      <a:lnTo>
                        <a:pt x="794" y="22"/>
                      </a:lnTo>
                      <a:lnTo>
                        <a:pt x="787" y="24"/>
                      </a:lnTo>
                      <a:lnTo>
                        <a:pt x="780" y="24"/>
                      </a:lnTo>
                      <a:lnTo>
                        <a:pt x="764" y="24"/>
                      </a:lnTo>
                      <a:lnTo>
                        <a:pt x="749" y="24"/>
                      </a:lnTo>
                      <a:lnTo>
                        <a:pt x="742" y="25"/>
                      </a:lnTo>
                      <a:lnTo>
                        <a:pt x="736" y="27"/>
                      </a:lnTo>
                      <a:lnTo>
                        <a:pt x="731" y="31"/>
                      </a:lnTo>
                      <a:lnTo>
                        <a:pt x="728" y="37"/>
                      </a:lnTo>
                      <a:lnTo>
                        <a:pt x="725" y="43"/>
                      </a:lnTo>
                      <a:lnTo>
                        <a:pt x="723" y="50"/>
                      </a:lnTo>
                      <a:lnTo>
                        <a:pt x="722" y="58"/>
                      </a:lnTo>
                      <a:lnTo>
                        <a:pt x="722" y="68"/>
                      </a:lnTo>
                      <a:lnTo>
                        <a:pt x="722" y="75"/>
                      </a:lnTo>
                      <a:lnTo>
                        <a:pt x="719" y="81"/>
                      </a:lnTo>
                      <a:lnTo>
                        <a:pt x="718" y="84"/>
                      </a:lnTo>
                      <a:lnTo>
                        <a:pt x="715" y="87"/>
                      </a:lnTo>
                      <a:lnTo>
                        <a:pt x="710" y="88"/>
                      </a:lnTo>
                      <a:lnTo>
                        <a:pt x="704" y="88"/>
                      </a:lnTo>
                      <a:lnTo>
                        <a:pt x="698" y="87"/>
                      </a:lnTo>
                      <a:lnTo>
                        <a:pt x="691" y="85"/>
                      </a:lnTo>
                      <a:lnTo>
                        <a:pt x="682" y="84"/>
                      </a:lnTo>
                      <a:lnTo>
                        <a:pt x="678" y="85"/>
                      </a:lnTo>
                      <a:lnTo>
                        <a:pt x="673" y="87"/>
                      </a:lnTo>
                      <a:lnTo>
                        <a:pt x="669" y="89"/>
                      </a:lnTo>
                      <a:lnTo>
                        <a:pt x="665" y="97"/>
                      </a:lnTo>
                      <a:lnTo>
                        <a:pt x="661" y="107"/>
                      </a:lnTo>
                      <a:lnTo>
                        <a:pt x="655" y="121"/>
                      </a:lnTo>
                      <a:lnTo>
                        <a:pt x="647" y="141"/>
                      </a:lnTo>
                      <a:lnTo>
                        <a:pt x="637" y="162"/>
                      </a:lnTo>
                      <a:lnTo>
                        <a:pt x="628" y="177"/>
                      </a:lnTo>
                      <a:lnTo>
                        <a:pt x="618" y="190"/>
                      </a:lnTo>
                      <a:lnTo>
                        <a:pt x="608" y="206"/>
                      </a:lnTo>
                      <a:lnTo>
                        <a:pt x="597" y="221"/>
                      </a:lnTo>
                      <a:lnTo>
                        <a:pt x="590" y="236"/>
                      </a:lnTo>
                      <a:lnTo>
                        <a:pt x="587" y="254"/>
                      </a:lnTo>
                      <a:lnTo>
                        <a:pt x="585" y="274"/>
                      </a:lnTo>
                      <a:lnTo>
                        <a:pt x="585" y="285"/>
                      </a:lnTo>
                      <a:lnTo>
                        <a:pt x="584" y="295"/>
                      </a:lnTo>
                      <a:lnTo>
                        <a:pt x="581" y="303"/>
                      </a:lnTo>
                      <a:lnTo>
                        <a:pt x="578" y="310"/>
                      </a:lnTo>
                      <a:lnTo>
                        <a:pt x="574" y="316"/>
                      </a:lnTo>
                      <a:lnTo>
                        <a:pt x="572" y="322"/>
                      </a:lnTo>
                      <a:lnTo>
                        <a:pt x="571" y="328"/>
                      </a:lnTo>
                      <a:lnTo>
                        <a:pt x="569" y="335"/>
                      </a:lnTo>
                      <a:lnTo>
                        <a:pt x="568" y="348"/>
                      </a:lnTo>
                      <a:lnTo>
                        <a:pt x="567" y="360"/>
                      </a:lnTo>
                      <a:lnTo>
                        <a:pt x="567" y="389"/>
                      </a:lnTo>
                      <a:lnTo>
                        <a:pt x="568" y="412"/>
                      </a:lnTo>
                      <a:lnTo>
                        <a:pt x="568" y="423"/>
                      </a:lnTo>
                      <a:lnTo>
                        <a:pt x="567" y="435"/>
                      </a:lnTo>
                      <a:lnTo>
                        <a:pt x="564" y="447"/>
                      </a:lnTo>
                      <a:lnTo>
                        <a:pt x="556" y="460"/>
                      </a:lnTo>
                      <a:lnTo>
                        <a:pt x="549" y="474"/>
                      </a:lnTo>
                      <a:lnTo>
                        <a:pt x="545" y="492"/>
                      </a:lnTo>
                      <a:lnTo>
                        <a:pt x="542" y="500"/>
                      </a:lnTo>
                      <a:lnTo>
                        <a:pt x="541" y="510"/>
                      </a:lnTo>
                      <a:lnTo>
                        <a:pt x="541" y="519"/>
                      </a:lnTo>
                      <a:lnTo>
                        <a:pt x="541" y="528"/>
                      </a:lnTo>
                      <a:lnTo>
                        <a:pt x="543" y="551"/>
                      </a:lnTo>
                      <a:lnTo>
                        <a:pt x="545" y="581"/>
                      </a:lnTo>
                      <a:lnTo>
                        <a:pt x="545" y="597"/>
                      </a:lnTo>
                      <a:lnTo>
                        <a:pt x="543" y="612"/>
                      </a:lnTo>
                      <a:lnTo>
                        <a:pt x="541" y="627"/>
                      </a:lnTo>
                      <a:lnTo>
                        <a:pt x="536" y="642"/>
                      </a:lnTo>
                      <a:lnTo>
                        <a:pt x="533" y="652"/>
                      </a:lnTo>
                      <a:lnTo>
                        <a:pt x="528" y="660"/>
                      </a:lnTo>
                      <a:lnTo>
                        <a:pt x="524" y="664"/>
                      </a:lnTo>
                      <a:lnTo>
                        <a:pt x="522" y="666"/>
                      </a:lnTo>
                      <a:lnTo>
                        <a:pt x="515" y="664"/>
                      </a:lnTo>
                      <a:lnTo>
                        <a:pt x="508" y="663"/>
                      </a:lnTo>
                      <a:lnTo>
                        <a:pt x="496" y="663"/>
                      </a:lnTo>
                      <a:lnTo>
                        <a:pt x="480" y="664"/>
                      </a:lnTo>
                      <a:lnTo>
                        <a:pt x="473" y="666"/>
                      </a:lnTo>
                      <a:lnTo>
                        <a:pt x="468" y="667"/>
                      </a:lnTo>
                      <a:lnTo>
                        <a:pt x="464" y="669"/>
                      </a:lnTo>
                      <a:lnTo>
                        <a:pt x="463" y="671"/>
                      </a:lnTo>
                      <a:lnTo>
                        <a:pt x="464" y="679"/>
                      </a:lnTo>
                      <a:lnTo>
                        <a:pt x="465" y="686"/>
                      </a:lnTo>
                      <a:lnTo>
                        <a:pt x="464" y="688"/>
                      </a:lnTo>
                      <a:lnTo>
                        <a:pt x="464" y="692"/>
                      </a:lnTo>
                      <a:lnTo>
                        <a:pt x="463" y="693"/>
                      </a:lnTo>
                      <a:lnTo>
                        <a:pt x="460" y="695"/>
                      </a:lnTo>
                      <a:lnTo>
                        <a:pt x="453" y="696"/>
                      </a:lnTo>
                      <a:lnTo>
                        <a:pt x="446" y="696"/>
                      </a:lnTo>
                      <a:lnTo>
                        <a:pt x="438" y="695"/>
                      </a:lnTo>
                      <a:lnTo>
                        <a:pt x="427" y="693"/>
                      </a:lnTo>
                      <a:lnTo>
                        <a:pt x="413" y="689"/>
                      </a:lnTo>
                      <a:lnTo>
                        <a:pt x="397" y="685"/>
                      </a:lnTo>
                      <a:lnTo>
                        <a:pt x="389" y="682"/>
                      </a:lnTo>
                      <a:lnTo>
                        <a:pt x="382" y="681"/>
                      </a:lnTo>
                      <a:lnTo>
                        <a:pt x="376" y="682"/>
                      </a:lnTo>
                      <a:lnTo>
                        <a:pt x="370" y="683"/>
                      </a:lnTo>
                      <a:lnTo>
                        <a:pt x="358" y="690"/>
                      </a:lnTo>
                      <a:lnTo>
                        <a:pt x="342" y="700"/>
                      </a:lnTo>
                      <a:lnTo>
                        <a:pt x="334" y="706"/>
                      </a:lnTo>
                      <a:lnTo>
                        <a:pt x="325" y="711"/>
                      </a:lnTo>
                      <a:lnTo>
                        <a:pt x="315" y="714"/>
                      </a:lnTo>
                      <a:lnTo>
                        <a:pt x="304" y="718"/>
                      </a:lnTo>
                      <a:lnTo>
                        <a:pt x="295" y="721"/>
                      </a:lnTo>
                      <a:lnTo>
                        <a:pt x="287" y="725"/>
                      </a:lnTo>
                      <a:lnTo>
                        <a:pt x="281" y="729"/>
                      </a:lnTo>
                      <a:lnTo>
                        <a:pt x="275" y="732"/>
                      </a:lnTo>
                      <a:lnTo>
                        <a:pt x="265" y="740"/>
                      </a:lnTo>
                      <a:lnTo>
                        <a:pt x="254" y="748"/>
                      </a:lnTo>
                      <a:lnTo>
                        <a:pt x="244" y="755"/>
                      </a:lnTo>
                      <a:lnTo>
                        <a:pt x="233" y="761"/>
                      </a:lnTo>
                      <a:lnTo>
                        <a:pt x="228" y="763"/>
                      </a:lnTo>
                      <a:lnTo>
                        <a:pt x="222" y="764"/>
                      </a:lnTo>
                      <a:lnTo>
                        <a:pt x="215" y="765"/>
                      </a:lnTo>
                      <a:lnTo>
                        <a:pt x="207" y="765"/>
                      </a:lnTo>
                      <a:lnTo>
                        <a:pt x="187" y="765"/>
                      </a:lnTo>
                      <a:lnTo>
                        <a:pt x="167" y="765"/>
                      </a:lnTo>
                      <a:lnTo>
                        <a:pt x="147" y="765"/>
                      </a:lnTo>
                      <a:lnTo>
                        <a:pt x="128" y="764"/>
                      </a:lnTo>
                      <a:lnTo>
                        <a:pt x="119" y="762"/>
                      </a:lnTo>
                      <a:lnTo>
                        <a:pt x="108" y="762"/>
                      </a:lnTo>
                      <a:lnTo>
                        <a:pt x="98" y="762"/>
                      </a:lnTo>
                      <a:lnTo>
                        <a:pt x="88" y="762"/>
                      </a:lnTo>
                      <a:lnTo>
                        <a:pt x="79" y="763"/>
                      </a:lnTo>
                      <a:lnTo>
                        <a:pt x="70" y="765"/>
                      </a:lnTo>
                      <a:lnTo>
                        <a:pt x="62" y="768"/>
                      </a:lnTo>
                      <a:lnTo>
                        <a:pt x="57" y="771"/>
                      </a:lnTo>
                      <a:lnTo>
                        <a:pt x="54" y="775"/>
                      </a:lnTo>
                      <a:lnTo>
                        <a:pt x="51" y="778"/>
                      </a:lnTo>
                      <a:lnTo>
                        <a:pt x="51" y="783"/>
                      </a:lnTo>
                      <a:lnTo>
                        <a:pt x="51" y="788"/>
                      </a:lnTo>
                      <a:lnTo>
                        <a:pt x="50" y="792"/>
                      </a:lnTo>
                      <a:lnTo>
                        <a:pt x="49" y="795"/>
                      </a:lnTo>
                      <a:lnTo>
                        <a:pt x="45" y="797"/>
                      </a:lnTo>
                      <a:lnTo>
                        <a:pt x="38" y="797"/>
                      </a:lnTo>
                      <a:lnTo>
                        <a:pt x="30" y="799"/>
                      </a:lnTo>
                      <a:lnTo>
                        <a:pt x="20" y="801"/>
                      </a:lnTo>
                      <a:lnTo>
                        <a:pt x="12" y="803"/>
                      </a:lnTo>
                      <a:lnTo>
                        <a:pt x="4" y="809"/>
                      </a:lnTo>
                      <a:lnTo>
                        <a:pt x="0" y="812"/>
                      </a:lnTo>
                      <a:lnTo>
                        <a:pt x="0" y="814"/>
                      </a:lnTo>
                      <a:lnTo>
                        <a:pt x="2" y="815"/>
                      </a:lnTo>
                      <a:lnTo>
                        <a:pt x="6" y="815"/>
                      </a:lnTo>
                      <a:lnTo>
                        <a:pt x="17" y="815"/>
                      </a:lnTo>
                      <a:lnTo>
                        <a:pt x="29" y="815"/>
                      </a:lnTo>
                      <a:lnTo>
                        <a:pt x="44" y="815"/>
                      </a:lnTo>
                      <a:lnTo>
                        <a:pt x="61" y="815"/>
                      </a:lnTo>
                      <a:lnTo>
                        <a:pt x="69" y="815"/>
                      </a:lnTo>
                      <a:lnTo>
                        <a:pt x="77" y="816"/>
                      </a:lnTo>
                      <a:lnTo>
                        <a:pt x="86" y="816"/>
                      </a:lnTo>
                      <a:lnTo>
                        <a:pt x="93" y="819"/>
                      </a:lnTo>
                      <a:lnTo>
                        <a:pt x="108" y="822"/>
                      </a:lnTo>
                      <a:lnTo>
                        <a:pt x="123" y="824"/>
                      </a:lnTo>
                      <a:lnTo>
                        <a:pt x="137" y="824"/>
                      </a:lnTo>
                      <a:lnTo>
                        <a:pt x="149" y="824"/>
                      </a:lnTo>
                      <a:lnTo>
                        <a:pt x="155" y="822"/>
                      </a:lnTo>
                      <a:lnTo>
                        <a:pt x="159" y="822"/>
                      </a:lnTo>
                      <a:lnTo>
                        <a:pt x="164" y="822"/>
                      </a:lnTo>
                      <a:lnTo>
                        <a:pt x="168" y="825"/>
                      </a:lnTo>
                      <a:lnTo>
                        <a:pt x="169" y="827"/>
                      </a:lnTo>
                      <a:lnTo>
                        <a:pt x="170" y="833"/>
                      </a:lnTo>
                      <a:lnTo>
                        <a:pt x="170" y="837"/>
                      </a:lnTo>
                      <a:lnTo>
                        <a:pt x="170" y="840"/>
                      </a:lnTo>
                      <a:lnTo>
                        <a:pt x="169" y="843"/>
                      </a:lnTo>
                      <a:lnTo>
                        <a:pt x="168" y="845"/>
                      </a:lnTo>
                      <a:lnTo>
                        <a:pt x="156" y="855"/>
                      </a:lnTo>
                      <a:lnTo>
                        <a:pt x="146" y="863"/>
                      </a:lnTo>
                      <a:lnTo>
                        <a:pt x="132" y="872"/>
                      </a:lnTo>
                      <a:lnTo>
                        <a:pt x="118" y="881"/>
                      </a:lnTo>
                      <a:lnTo>
                        <a:pt x="114" y="883"/>
                      </a:lnTo>
                      <a:lnTo>
                        <a:pt x="113" y="884"/>
                      </a:lnTo>
                      <a:lnTo>
                        <a:pt x="112" y="887"/>
                      </a:lnTo>
                      <a:lnTo>
                        <a:pt x="113" y="889"/>
                      </a:lnTo>
                      <a:lnTo>
                        <a:pt x="115" y="893"/>
                      </a:lnTo>
                      <a:lnTo>
                        <a:pt x="119" y="897"/>
                      </a:lnTo>
                      <a:lnTo>
                        <a:pt x="126" y="907"/>
                      </a:lnTo>
                      <a:lnTo>
                        <a:pt x="133" y="916"/>
                      </a:lnTo>
                      <a:lnTo>
                        <a:pt x="137" y="920"/>
                      </a:lnTo>
                      <a:lnTo>
                        <a:pt x="140" y="921"/>
                      </a:lnTo>
                      <a:lnTo>
                        <a:pt x="144" y="922"/>
                      </a:lnTo>
                      <a:lnTo>
                        <a:pt x="147" y="921"/>
                      </a:lnTo>
                      <a:lnTo>
                        <a:pt x="155" y="918"/>
                      </a:lnTo>
                      <a:lnTo>
                        <a:pt x="162" y="912"/>
                      </a:lnTo>
                      <a:lnTo>
                        <a:pt x="170" y="907"/>
                      </a:lnTo>
                      <a:lnTo>
                        <a:pt x="178" y="903"/>
                      </a:lnTo>
                      <a:lnTo>
                        <a:pt x="183" y="903"/>
                      </a:lnTo>
                      <a:lnTo>
                        <a:pt x="188" y="904"/>
                      </a:lnTo>
                      <a:lnTo>
                        <a:pt x="193" y="907"/>
                      </a:lnTo>
                      <a:lnTo>
                        <a:pt x="196" y="912"/>
                      </a:lnTo>
                      <a:lnTo>
                        <a:pt x="205" y="925"/>
                      </a:lnTo>
                      <a:lnTo>
                        <a:pt x="213" y="941"/>
                      </a:lnTo>
                      <a:lnTo>
                        <a:pt x="216" y="950"/>
                      </a:lnTo>
                      <a:lnTo>
                        <a:pt x="221" y="958"/>
                      </a:lnTo>
                      <a:lnTo>
                        <a:pt x="226" y="965"/>
                      </a:lnTo>
                      <a:lnTo>
                        <a:pt x="232" y="972"/>
                      </a:lnTo>
                      <a:lnTo>
                        <a:pt x="239" y="979"/>
                      </a:lnTo>
                      <a:lnTo>
                        <a:pt x="247" y="985"/>
                      </a:lnTo>
                      <a:lnTo>
                        <a:pt x="257" y="991"/>
                      </a:lnTo>
                      <a:lnTo>
                        <a:pt x="268" y="997"/>
                      </a:lnTo>
                      <a:lnTo>
                        <a:pt x="277" y="1003"/>
                      </a:lnTo>
                      <a:lnTo>
                        <a:pt x="284" y="1009"/>
                      </a:lnTo>
                      <a:lnTo>
                        <a:pt x="291" y="1014"/>
                      </a:lnTo>
                      <a:lnTo>
                        <a:pt x="295" y="1019"/>
                      </a:lnTo>
                      <a:lnTo>
                        <a:pt x="298" y="1027"/>
                      </a:lnTo>
                      <a:lnTo>
                        <a:pt x="301" y="1036"/>
                      </a:lnTo>
                      <a:lnTo>
                        <a:pt x="302" y="1041"/>
                      </a:lnTo>
                      <a:lnTo>
                        <a:pt x="304" y="1047"/>
                      </a:lnTo>
                      <a:lnTo>
                        <a:pt x="307" y="1053"/>
                      </a:lnTo>
                      <a:lnTo>
                        <a:pt x="312" y="1059"/>
                      </a:lnTo>
                      <a:lnTo>
                        <a:pt x="322" y="1067"/>
                      </a:lnTo>
                      <a:lnTo>
                        <a:pt x="332" y="1074"/>
                      </a:lnTo>
                      <a:lnTo>
                        <a:pt x="336" y="1078"/>
                      </a:lnTo>
                      <a:lnTo>
                        <a:pt x="341" y="1082"/>
                      </a:lnTo>
                      <a:lnTo>
                        <a:pt x="346" y="1086"/>
                      </a:lnTo>
                      <a:lnTo>
                        <a:pt x="350" y="1092"/>
                      </a:lnTo>
                      <a:lnTo>
                        <a:pt x="352" y="1099"/>
                      </a:lnTo>
                      <a:lnTo>
                        <a:pt x="354" y="1105"/>
                      </a:lnTo>
                      <a:lnTo>
                        <a:pt x="356" y="1111"/>
                      </a:lnTo>
                      <a:lnTo>
                        <a:pt x="356" y="1116"/>
                      </a:lnTo>
                      <a:lnTo>
                        <a:pt x="354" y="1120"/>
                      </a:lnTo>
                      <a:lnTo>
                        <a:pt x="352" y="1124"/>
                      </a:lnTo>
                      <a:lnTo>
                        <a:pt x="348" y="1128"/>
                      </a:lnTo>
                      <a:lnTo>
                        <a:pt x="344" y="1131"/>
                      </a:lnTo>
                      <a:lnTo>
                        <a:pt x="333" y="1137"/>
                      </a:lnTo>
                      <a:lnTo>
                        <a:pt x="321" y="1142"/>
                      </a:lnTo>
                      <a:lnTo>
                        <a:pt x="315" y="1145"/>
                      </a:lnTo>
                      <a:lnTo>
                        <a:pt x="312" y="1148"/>
                      </a:lnTo>
                      <a:lnTo>
                        <a:pt x="308" y="1153"/>
                      </a:lnTo>
                      <a:lnTo>
                        <a:pt x="308" y="1160"/>
                      </a:lnTo>
                      <a:lnTo>
                        <a:pt x="308" y="1167"/>
                      </a:lnTo>
                      <a:lnTo>
                        <a:pt x="309" y="1173"/>
                      </a:lnTo>
                      <a:lnTo>
                        <a:pt x="312" y="1179"/>
                      </a:lnTo>
                      <a:lnTo>
                        <a:pt x="314" y="1184"/>
                      </a:lnTo>
                      <a:lnTo>
                        <a:pt x="320" y="1194"/>
                      </a:lnTo>
                      <a:lnTo>
                        <a:pt x="323" y="1206"/>
                      </a:lnTo>
                      <a:lnTo>
                        <a:pt x="327" y="1212"/>
                      </a:lnTo>
                      <a:lnTo>
                        <a:pt x="332" y="1218"/>
                      </a:lnTo>
                      <a:lnTo>
                        <a:pt x="338" y="1224"/>
                      </a:lnTo>
                      <a:lnTo>
                        <a:pt x="345" y="1229"/>
                      </a:lnTo>
                      <a:lnTo>
                        <a:pt x="352" y="1235"/>
                      </a:lnTo>
                      <a:lnTo>
                        <a:pt x="358" y="1240"/>
                      </a:lnTo>
                      <a:lnTo>
                        <a:pt x="363" y="1244"/>
                      </a:lnTo>
                      <a:lnTo>
                        <a:pt x="366" y="1250"/>
                      </a:lnTo>
                      <a:lnTo>
                        <a:pt x="371" y="1263"/>
                      </a:lnTo>
                      <a:lnTo>
                        <a:pt x="377" y="1280"/>
                      </a:lnTo>
                      <a:lnTo>
                        <a:pt x="383" y="1298"/>
                      </a:lnTo>
                      <a:lnTo>
                        <a:pt x="388" y="1311"/>
                      </a:lnTo>
                      <a:lnTo>
                        <a:pt x="392" y="1319"/>
                      </a:lnTo>
                      <a:lnTo>
                        <a:pt x="394" y="1326"/>
                      </a:lnTo>
                      <a:lnTo>
                        <a:pt x="394" y="1334"/>
                      </a:lnTo>
                      <a:lnTo>
                        <a:pt x="392" y="1343"/>
                      </a:lnTo>
                      <a:lnTo>
                        <a:pt x="389" y="1354"/>
                      </a:lnTo>
                      <a:lnTo>
                        <a:pt x="388" y="1361"/>
                      </a:lnTo>
                      <a:lnTo>
                        <a:pt x="389" y="1364"/>
                      </a:lnTo>
                      <a:lnTo>
                        <a:pt x="390" y="1368"/>
                      </a:lnTo>
                      <a:lnTo>
                        <a:pt x="392" y="1370"/>
                      </a:lnTo>
                      <a:lnTo>
                        <a:pt x="396" y="1373"/>
                      </a:lnTo>
                      <a:lnTo>
                        <a:pt x="399" y="1376"/>
                      </a:lnTo>
                      <a:lnTo>
                        <a:pt x="402" y="1380"/>
                      </a:lnTo>
                      <a:lnTo>
                        <a:pt x="403" y="1385"/>
                      </a:lnTo>
                      <a:lnTo>
                        <a:pt x="404" y="1391"/>
                      </a:lnTo>
                      <a:lnTo>
                        <a:pt x="404" y="1397"/>
                      </a:lnTo>
                      <a:lnTo>
                        <a:pt x="403" y="1402"/>
                      </a:lnTo>
                      <a:lnTo>
                        <a:pt x="401" y="1407"/>
                      </a:lnTo>
                      <a:lnTo>
                        <a:pt x="398" y="1411"/>
                      </a:lnTo>
                      <a:lnTo>
                        <a:pt x="391" y="1418"/>
                      </a:lnTo>
                      <a:lnTo>
                        <a:pt x="383" y="1426"/>
                      </a:lnTo>
                      <a:lnTo>
                        <a:pt x="378" y="1430"/>
                      </a:lnTo>
                      <a:lnTo>
                        <a:pt x="372" y="1432"/>
                      </a:lnTo>
                      <a:lnTo>
                        <a:pt x="366" y="1436"/>
                      </a:lnTo>
                      <a:lnTo>
                        <a:pt x="359" y="1438"/>
                      </a:lnTo>
                      <a:lnTo>
                        <a:pt x="352" y="1440"/>
                      </a:lnTo>
                      <a:lnTo>
                        <a:pt x="346" y="1443"/>
                      </a:lnTo>
                      <a:lnTo>
                        <a:pt x="342" y="1445"/>
                      </a:lnTo>
                      <a:lnTo>
                        <a:pt x="339" y="1449"/>
                      </a:lnTo>
                      <a:lnTo>
                        <a:pt x="335" y="1452"/>
                      </a:lnTo>
                      <a:lnTo>
                        <a:pt x="334" y="1457"/>
                      </a:lnTo>
                      <a:lnTo>
                        <a:pt x="333" y="1463"/>
                      </a:lnTo>
                      <a:lnTo>
                        <a:pt x="333" y="1470"/>
                      </a:lnTo>
                      <a:lnTo>
                        <a:pt x="334" y="1486"/>
                      </a:lnTo>
                      <a:lnTo>
                        <a:pt x="336" y="1502"/>
                      </a:lnTo>
                      <a:lnTo>
                        <a:pt x="340" y="1519"/>
                      </a:lnTo>
                      <a:lnTo>
                        <a:pt x="342" y="1533"/>
                      </a:lnTo>
                      <a:lnTo>
                        <a:pt x="344" y="1539"/>
                      </a:lnTo>
                      <a:lnTo>
                        <a:pt x="345" y="1545"/>
                      </a:lnTo>
                      <a:lnTo>
                        <a:pt x="346" y="1549"/>
                      </a:lnTo>
                      <a:lnTo>
                        <a:pt x="347" y="1551"/>
                      </a:lnTo>
                      <a:lnTo>
                        <a:pt x="350" y="1552"/>
                      </a:lnTo>
                      <a:lnTo>
                        <a:pt x="352" y="1553"/>
                      </a:lnTo>
                      <a:lnTo>
                        <a:pt x="356" y="1553"/>
                      </a:lnTo>
                      <a:lnTo>
                        <a:pt x="360" y="1552"/>
                      </a:lnTo>
                      <a:lnTo>
                        <a:pt x="364" y="1551"/>
                      </a:lnTo>
                      <a:lnTo>
                        <a:pt x="367" y="1550"/>
                      </a:lnTo>
                      <a:lnTo>
                        <a:pt x="371" y="1551"/>
                      </a:lnTo>
                      <a:lnTo>
                        <a:pt x="373" y="1551"/>
                      </a:lnTo>
                      <a:lnTo>
                        <a:pt x="376" y="1553"/>
                      </a:lnTo>
                      <a:lnTo>
                        <a:pt x="377" y="1556"/>
                      </a:lnTo>
                      <a:lnTo>
                        <a:pt x="379" y="1561"/>
                      </a:lnTo>
                      <a:lnTo>
                        <a:pt x="380" y="1566"/>
                      </a:lnTo>
                      <a:lnTo>
                        <a:pt x="382" y="1572"/>
                      </a:lnTo>
                      <a:lnTo>
                        <a:pt x="384" y="1577"/>
                      </a:lnTo>
                      <a:lnTo>
                        <a:pt x="386" y="1582"/>
                      </a:lnTo>
                      <a:lnTo>
                        <a:pt x="390" y="1585"/>
                      </a:lnTo>
                      <a:lnTo>
                        <a:pt x="394" y="1589"/>
                      </a:lnTo>
                      <a:lnTo>
                        <a:pt x="397" y="1591"/>
                      </a:lnTo>
                      <a:lnTo>
                        <a:pt x="401" y="1594"/>
                      </a:lnTo>
                      <a:lnTo>
                        <a:pt x="405" y="1595"/>
                      </a:lnTo>
                      <a:lnTo>
                        <a:pt x="409" y="1595"/>
                      </a:lnTo>
                      <a:lnTo>
                        <a:pt x="413" y="1595"/>
                      </a:lnTo>
                      <a:lnTo>
                        <a:pt x="417" y="1594"/>
                      </a:lnTo>
                      <a:lnTo>
                        <a:pt x="421" y="1591"/>
                      </a:lnTo>
                      <a:lnTo>
                        <a:pt x="432" y="1588"/>
                      </a:lnTo>
                      <a:lnTo>
                        <a:pt x="447" y="1584"/>
                      </a:lnTo>
                      <a:lnTo>
                        <a:pt x="463" y="1583"/>
                      </a:lnTo>
                      <a:lnTo>
                        <a:pt x="472" y="1583"/>
                      </a:lnTo>
                      <a:lnTo>
                        <a:pt x="476" y="1584"/>
                      </a:lnTo>
                      <a:lnTo>
                        <a:pt x="478" y="1585"/>
                      </a:lnTo>
                      <a:lnTo>
                        <a:pt x="480" y="1588"/>
                      </a:lnTo>
                      <a:lnTo>
                        <a:pt x="482" y="1590"/>
                      </a:lnTo>
                      <a:lnTo>
                        <a:pt x="484" y="1594"/>
                      </a:lnTo>
                      <a:lnTo>
                        <a:pt x="484" y="1597"/>
                      </a:lnTo>
                      <a:lnTo>
                        <a:pt x="482" y="1600"/>
                      </a:lnTo>
                      <a:lnTo>
                        <a:pt x="477" y="1600"/>
                      </a:lnTo>
                      <a:lnTo>
                        <a:pt x="471" y="1601"/>
                      </a:lnTo>
                      <a:lnTo>
                        <a:pt x="466" y="1603"/>
                      </a:lnTo>
                      <a:lnTo>
                        <a:pt x="465" y="1606"/>
                      </a:lnTo>
                      <a:lnTo>
                        <a:pt x="464" y="1608"/>
                      </a:lnTo>
                      <a:lnTo>
                        <a:pt x="465" y="1610"/>
                      </a:lnTo>
                      <a:lnTo>
                        <a:pt x="466" y="1614"/>
                      </a:lnTo>
                      <a:lnTo>
                        <a:pt x="472" y="1622"/>
                      </a:lnTo>
                      <a:lnTo>
                        <a:pt x="479" y="1631"/>
                      </a:lnTo>
                      <a:lnTo>
                        <a:pt x="487" y="1641"/>
                      </a:lnTo>
                      <a:lnTo>
                        <a:pt x="496" y="1653"/>
                      </a:lnTo>
                      <a:lnTo>
                        <a:pt x="501" y="1664"/>
                      </a:lnTo>
                      <a:lnTo>
                        <a:pt x="504" y="1670"/>
                      </a:lnTo>
                      <a:lnTo>
                        <a:pt x="505" y="1675"/>
                      </a:lnTo>
                      <a:lnTo>
                        <a:pt x="505" y="1679"/>
                      </a:lnTo>
                      <a:lnTo>
                        <a:pt x="506" y="1683"/>
                      </a:lnTo>
                      <a:lnTo>
                        <a:pt x="508" y="1685"/>
                      </a:lnTo>
                      <a:lnTo>
                        <a:pt x="509" y="1687"/>
                      </a:lnTo>
                      <a:lnTo>
                        <a:pt x="511" y="1687"/>
                      </a:lnTo>
                      <a:lnTo>
                        <a:pt x="516" y="1685"/>
                      </a:lnTo>
                      <a:lnTo>
                        <a:pt x="522" y="1681"/>
                      </a:lnTo>
                      <a:lnTo>
                        <a:pt x="527" y="1676"/>
                      </a:lnTo>
                      <a:lnTo>
                        <a:pt x="529" y="1672"/>
                      </a:lnTo>
                      <a:lnTo>
                        <a:pt x="531" y="1671"/>
                      </a:lnTo>
                      <a:lnTo>
                        <a:pt x="535" y="1672"/>
                      </a:lnTo>
                      <a:lnTo>
                        <a:pt x="540" y="1673"/>
                      </a:lnTo>
                      <a:lnTo>
                        <a:pt x="547" y="1676"/>
                      </a:lnTo>
                      <a:lnTo>
                        <a:pt x="559" y="1681"/>
                      </a:lnTo>
                      <a:lnTo>
                        <a:pt x="564" y="1685"/>
                      </a:lnTo>
                      <a:lnTo>
                        <a:pt x="565" y="1687"/>
                      </a:lnTo>
                      <a:lnTo>
                        <a:pt x="565" y="1689"/>
                      </a:lnTo>
                      <a:lnTo>
                        <a:pt x="565" y="1691"/>
                      </a:lnTo>
                      <a:lnTo>
                        <a:pt x="562" y="1694"/>
                      </a:lnTo>
                      <a:lnTo>
                        <a:pt x="550" y="1704"/>
                      </a:lnTo>
                      <a:lnTo>
                        <a:pt x="536" y="1717"/>
                      </a:lnTo>
                      <a:lnTo>
                        <a:pt x="535" y="1720"/>
                      </a:lnTo>
                      <a:lnTo>
                        <a:pt x="534" y="1723"/>
                      </a:lnTo>
                      <a:lnTo>
                        <a:pt x="534" y="1726"/>
                      </a:lnTo>
                      <a:lnTo>
                        <a:pt x="535" y="1727"/>
                      </a:lnTo>
                      <a:lnTo>
                        <a:pt x="537" y="1728"/>
                      </a:lnTo>
                      <a:lnTo>
                        <a:pt x="541" y="1728"/>
                      </a:lnTo>
                      <a:lnTo>
                        <a:pt x="545" y="1728"/>
                      </a:lnTo>
                      <a:lnTo>
                        <a:pt x="549" y="1727"/>
                      </a:lnTo>
                      <a:lnTo>
                        <a:pt x="566" y="1719"/>
                      </a:lnTo>
                      <a:lnTo>
                        <a:pt x="578" y="1710"/>
                      </a:lnTo>
                      <a:lnTo>
                        <a:pt x="580" y="1709"/>
                      </a:lnTo>
                      <a:lnTo>
                        <a:pt x="583" y="1709"/>
                      </a:lnTo>
                      <a:lnTo>
                        <a:pt x="584" y="1710"/>
                      </a:lnTo>
                      <a:lnTo>
                        <a:pt x="585" y="1711"/>
                      </a:lnTo>
                      <a:lnTo>
                        <a:pt x="587" y="1716"/>
                      </a:lnTo>
                      <a:lnTo>
                        <a:pt x="587" y="1725"/>
                      </a:lnTo>
                      <a:lnTo>
                        <a:pt x="589" y="1728"/>
                      </a:lnTo>
                      <a:lnTo>
                        <a:pt x="590" y="1733"/>
                      </a:lnTo>
                      <a:lnTo>
                        <a:pt x="591" y="1736"/>
                      </a:lnTo>
                      <a:lnTo>
                        <a:pt x="594" y="1740"/>
                      </a:lnTo>
                      <a:lnTo>
                        <a:pt x="599" y="1747"/>
                      </a:lnTo>
                      <a:lnTo>
                        <a:pt x="604" y="1751"/>
                      </a:lnTo>
                      <a:lnTo>
                        <a:pt x="606" y="1752"/>
                      </a:lnTo>
                      <a:lnTo>
                        <a:pt x="609" y="1752"/>
                      </a:lnTo>
                      <a:lnTo>
                        <a:pt x="610" y="1751"/>
                      </a:lnTo>
                      <a:lnTo>
                        <a:pt x="612" y="1750"/>
                      </a:lnTo>
                      <a:lnTo>
                        <a:pt x="617" y="1744"/>
                      </a:lnTo>
                      <a:lnTo>
                        <a:pt x="622" y="1736"/>
                      </a:lnTo>
                      <a:lnTo>
                        <a:pt x="624" y="1733"/>
                      </a:lnTo>
                      <a:lnTo>
                        <a:pt x="628" y="1730"/>
                      </a:lnTo>
                      <a:lnTo>
                        <a:pt x="631" y="1728"/>
                      </a:lnTo>
                      <a:lnTo>
                        <a:pt x="636" y="1728"/>
                      </a:lnTo>
                      <a:lnTo>
                        <a:pt x="641" y="1729"/>
                      </a:lnTo>
                      <a:lnTo>
                        <a:pt x="644" y="1732"/>
                      </a:lnTo>
                      <a:lnTo>
                        <a:pt x="648" y="1734"/>
                      </a:lnTo>
                      <a:lnTo>
                        <a:pt x="649" y="1740"/>
                      </a:lnTo>
                      <a:lnTo>
                        <a:pt x="652" y="1750"/>
                      </a:lnTo>
                      <a:lnTo>
                        <a:pt x="654" y="1760"/>
                      </a:lnTo>
                      <a:lnTo>
                        <a:pt x="657" y="1770"/>
                      </a:lnTo>
                      <a:lnTo>
                        <a:pt x="665" y="1782"/>
                      </a:lnTo>
                      <a:lnTo>
                        <a:pt x="672" y="1793"/>
                      </a:lnTo>
                      <a:lnTo>
                        <a:pt x="678" y="1803"/>
                      </a:lnTo>
                      <a:lnTo>
                        <a:pt x="682" y="1810"/>
                      </a:lnTo>
                      <a:lnTo>
                        <a:pt x="687" y="1814"/>
                      </a:lnTo>
                      <a:lnTo>
                        <a:pt x="690" y="1815"/>
                      </a:lnTo>
                      <a:lnTo>
                        <a:pt x="693" y="1814"/>
                      </a:lnTo>
                      <a:lnTo>
                        <a:pt x="698" y="1813"/>
                      </a:lnTo>
                      <a:lnTo>
                        <a:pt x="701" y="1810"/>
                      </a:lnTo>
                      <a:lnTo>
                        <a:pt x="711" y="1803"/>
                      </a:lnTo>
                      <a:lnTo>
                        <a:pt x="719" y="1796"/>
                      </a:lnTo>
                      <a:lnTo>
                        <a:pt x="723" y="1792"/>
                      </a:lnTo>
                      <a:lnTo>
                        <a:pt x="726" y="1786"/>
                      </a:lnTo>
                      <a:lnTo>
                        <a:pt x="729" y="1780"/>
                      </a:lnTo>
                      <a:lnTo>
                        <a:pt x="731" y="1773"/>
                      </a:lnTo>
                      <a:lnTo>
                        <a:pt x="735" y="1757"/>
                      </a:lnTo>
                      <a:lnTo>
                        <a:pt x="737" y="1740"/>
                      </a:lnTo>
                      <a:lnTo>
                        <a:pt x="738" y="1730"/>
                      </a:lnTo>
                      <a:lnTo>
                        <a:pt x="738" y="1723"/>
                      </a:lnTo>
                      <a:lnTo>
                        <a:pt x="737" y="1716"/>
                      </a:lnTo>
                      <a:lnTo>
                        <a:pt x="736" y="1709"/>
                      </a:lnTo>
                      <a:lnTo>
                        <a:pt x="732" y="1697"/>
                      </a:lnTo>
                      <a:lnTo>
                        <a:pt x="731" y="1685"/>
                      </a:lnTo>
                      <a:lnTo>
                        <a:pt x="731" y="1672"/>
                      </a:lnTo>
                      <a:lnTo>
                        <a:pt x="732" y="1659"/>
                      </a:lnTo>
                      <a:lnTo>
                        <a:pt x="734" y="1647"/>
                      </a:lnTo>
                      <a:lnTo>
                        <a:pt x="732" y="1638"/>
                      </a:lnTo>
                      <a:lnTo>
                        <a:pt x="729" y="1629"/>
                      </a:lnTo>
                      <a:lnTo>
                        <a:pt x="726" y="1620"/>
                      </a:lnTo>
                      <a:lnTo>
                        <a:pt x="725" y="1615"/>
                      </a:lnTo>
                      <a:lnTo>
                        <a:pt x="724" y="1610"/>
                      </a:lnTo>
                      <a:lnTo>
                        <a:pt x="725" y="1606"/>
                      </a:lnTo>
                      <a:lnTo>
                        <a:pt x="728" y="1600"/>
                      </a:lnTo>
                      <a:lnTo>
                        <a:pt x="730" y="1595"/>
                      </a:lnTo>
                      <a:lnTo>
                        <a:pt x="735" y="1591"/>
                      </a:lnTo>
                      <a:lnTo>
                        <a:pt x="741" y="1589"/>
                      </a:lnTo>
                      <a:lnTo>
                        <a:pt x="747" y="1587"/>
                      </a:lnTo>
                      <a:lnTo>
                        <a:pt x="753" y="1587"/>
                      </a:lnTo>
                      <a:lnTo>
                        <a:pt x="759" y="1588"/>
                      </a:lnTo>
                      <a:lnTo>
                        <a:pt x="763" y="1590"/>
                      </a:lnTo>
                      <a:lnTo>
                        <a:pt x="768" y="1594"/>
                      </a:lnTo>
                      <a:lnTo>
                        <a:pt x="775" y="1602"/>
                      </a:lnTo>
                      <a:lnTo>
                        <a:pt x="783" y="1608"/>
                      </a:lnTo>
                      <a:lnTo>
                        <a:pt x="787" y="1612"/>
                      </a:lnTo>
                      <a:lnTo>
                        <a:pt x="792" y="1614"/>
                      </a:lnTo>
                      <a:lnTo>
                        <a:pt x="798" y="1615"/>
                      </a:lnTo>
                      <a:lnTo>
                        <a:pt x="804" y="1616"/>
                      </a:lnTo>
                      <a:lnTo>
                        <a:pt x="808" y="1616"/>
                      </a:lnTo>
                      <a:lnTo>
                        <a:pt x="812" y="1616"/>
                      </a:lnTo>
                      <a:lnTo>
                        <a:pt x="816" y="1615"/>
                      </a:lnTo>
                      <a:lnTo>
                        <a:pt x="817" y="1613"/>
                      </a:lnTo>
                      <a:lnTo>
                        <a:pt x="819" y="1608"/>
                      </a:lnTo>
                      <a:lnTo>
                        <a:pt x="822" y="1602"/>
                      </a:lnTo>
                      <a:lnTo>
                        <a:pt x="824" y="1599"/>
                      </a:lnTo>
                      <a:lnTo>
                        <a:pt x="827" y="1595"/>
                      </a:lnTo>
                      <a:lnTo>
                        <a:pt x="833" y="1594"/>
                      </a:lnTo>
                      <a:lnTo>
                        <a:pt x="841" y="1594"/>
                      </a:lnTo>
                      <a:lnTo>
                        <a:pt x="850" y="1595"/>
                      </a:lnTo>
                      <a:lnTo>
                        <a:pt x="861" y="1594"/>
                      </a:lnTo>
                      <a:lnTo>
                        <a:pt x="864" y="1593"/>
                      </a:lnTo>
                      <a:lnTo>
                        <a:pt x="869" y="1590"/>
                      </a:lnTo>
                      <a:lnTo>
                        <a:pt x="873" y="1587"/>
                      </a:lnTo>
                      <a:lnTo>
                        <a:pt x="876" y="1581"/>
                      </a:lnTo>
                      <a:lnTo>
                        <a:pt x="877" y="1576"/>
                      </a:lnTo>
                      <a:lnTo>
                        <a:pt x="877" y="1570"/>
                      </a:lnTo>
                      <a:lnTo>
                        <a:pt x="876" y="1565"/>
                      </a:lnTo>
                      <a:lnTo>
                        <a:pt x="874" y="1561"/>
                      </a:lnTo>
                      <a:lnTo>
                        <a:pt x="867" y="1552"/>
                      </a:lnTo>
                      <a:lnTo>
                        <a:pt x="860" y="1544"/>
                      </a:lnTo>
                      <a:lnTo>
                        <a:pt x="858" y="1542"/>
                      </a:lnTo>
                      <a:lnTo>
                        <a:pt x="857" y="1538"/>
                      </a:lnTo>
                      <a:lnTo>
                        <a:pt x="856" y="1536"/>
                      </a:lnTo>
                      <a:lnTo>
                        <a:pt x="857" y="1532"/>
                      </a:lnTo>
                      <a:lnTo>
                        <a:pt x="861" y="1526"/>
                      </a:lnTo>
                      <a:lnTo>
                        <a:pt x="868" y="1520"/>
                      </a:lnTo>
                      <a:lnTo>
                        <a:pt x="875" y="1514"/>
                      </a:lnTo>
                      <a:lnTo>
                        <a:pt x="880" y="1507"/>
                      </a:lnTo>
                      <a:lnTo>
                        <a:pt x="882" y="1499"/>
                      </a:lnTo>
                      <a:lnTo>
                        <a:pt x="886" y="1484"/>
                      </a:lnTo>
                      <a:lnTo>
                        <a:pt x="890" y="1469"/>
                      </a:lnTo>
                      <a:lnTo>
                        <a:pt x="892" y="1452"/>
                      </a:lnTo>
                      <a:lnTo>
                        <a:pt x="892" y="1445"/>
                      </a:lnTo>
                      <a:lnTo>
                        <a:pt x="892" y="1438"/>
                      </a:lnTo>
                      <a:lnTo>
                        <a:pt x="889" y="1431"/>
                      </a:lnTo>
                      <a:lnTo>
                        <a:pt x="887" y="1425"/>
                      </a:lnTo>
                      <a:lnTo>
                        <a:pt x="880" y="1412"/>
                      </a:lnTo>
                      <a:lnTo>
                        <a:pt x="873" y="1401"/>
                      </a:lnTo>
                      <a:lnTo>
                        <a:pt x="868" y="1397"/>
                      </a:lnTo>
                      <a:lnTo>
                        <a:pt x="864" y="1392"/>
                      </a:lnTo>
                      <a:lnTo>
                        <a:pt x="861" y="1389"/>
                      </a:lnTo>
                      <a:lnTo>
                        <a:pt x="857" y="1387"/>
                      </a:lnTo>
                      <a:lnTo>
                        <a:pt x="850" y="1385"/>
                      </a:lnTo>
                      <a:lnTo>
                        <a:pt x="839" y="1382"/>
                      </a:lnTo>
                      <a:lnTo>
                        <a:pt x="829" y="1379"/>
                      </a:lnTo>
                      <a:lnTo>
                        <a:pt x="818" y="1375"/>
                      </a:lnTo>
                      <a:lnTo>
                        <a:pt x="814" y="1374"/>
                      </a:lnTo>
                      <a:lnTo>
                        <a:pt x="811" y="1373"/>
                      </a:lnTo>
                      <a:lnTo>
                        <a:pt x="799" y="1366"/>
                      </a:lnTo>
                      <a:lnTo>
                        <a:pt x="788" y="1358"/>
                      </a:lnTo>
                      <a:lnTo>
                        <a:pt x="782" y="1355"/>
                      </a:lnTo>
                      <a:lnTo>
                        <a:pt x="778" y="1353"/>
                      </a:lnTo>
                      <a:lnTo>
                        <a:pt x="774" y="1351"/>
                      </a:lnTo>
                      <a:lnTo>
                        <a:pt x="770" y="1350"/>
                      </a:lnTo>
                      <a:lnTo>
                        <a:pt x="764" y="1350"/>
                      </a:lnTo>
                      <a:lnTo>
                        <a:pt x="760" y="1351"/>
                      </a:lnTo>
                      <a:lnTo>
                        <a:pt x="757" y="1353"/>
                      </a:lnTo>
                      <a:lnTo>
                        <a:pt x="754" y="1355"/>
                      </a:lnTo>
                      <a:lnTo>
                        <a:pt x="749" y="1357"/>
                      </a:lnTo>
                      <a:lnTo>
                        <a:pt x="747" y="1357"/>
                      </a:lnTo>
                      <a:lnTo>
                        <a:pt x="745" y="1355"/>
                      </a:lnTo>
                      <a:lnTo>
                        <a:pt x="744" y="1353"/>
                      </a:lnTo>
                      <a:lnTo>
                        <a:pt x="744" y="1348"/>
                      </a:lnTo>
                      <a:lnTo>
                        <a:pt x="744" y="1342"/>
                      </a:lnTo>
                      <a:lnTo>
                        <a:pt x="747" y="1326"/>
                      </a:lnTo>
                      <a:lnTo>
                        <a:pt x="749" y="1312"/>
                      </a:lnTo>
                      <a:lnTo>
                        <a:pt x="751" y="1298"/>
                      </a:lnTo>
                      <a:lnTo>
                        <a:pt x="753" y="1285"/>
                      </a:lnTo>
                      <a:lnTo>
                        <a:pt x="753" y="1279"/>
                      </a:lnTo>
                      <a:lnTo>
                        <a:pt x="753" y="1274"/>
                      </a:lnTo>
                      <a:lnTo>
                        <a:pt x="751" y="1269"/>
                      </a:lnTo>
                      <a:lnTo>
                        <a:pt x="749" y="1265"/>
                      </a:lnTo>
                      <a:lnTo>
                        <a:pt x="747" y="1261"/>
                      </a:lnTo>
                      <a:lnTo>
                        <a:pt x="743" y="1257"/>
                      </a:lnTo>
                      <a:lnTo>
                        <a:pt x="737" y="1254"/>
                      </a:lnTo>
                      <a:lnTo>
                        <a:pt x="731" y="1249"/>
                      </a:lnTo>
                      <a:lnTo>
                        <a:pt x="718" y="1242"/>
                      </a:lnTo>
                      <a:lnTo>
                        <a:pt x="710" y="1235"/>
                      </a:lnTo>
                      <a:lnTo>
                        <a:pt x="707" y="1232"/>
                      </a:lnTo>
                      <a:lnTo>
                        <a:pt x="707" y="1230"/>
                      </a:lnTo>
                      <a:lnTo>
                        <a:pt x="710" y="1229"/>
                      </a:lnTo>
                      <a:lnTo>
                        <a:pt x="715" y="1228"/>
                      </a:lnTo>
                      <a:lnTo>
                        <a:pt x="724" y="1227"/>
                      </a:lnTo>
                      <a:lnTo>
                        <a:pt x="735" y="1227"/>
                      </a:lnTo>
                      <a:lnTo>
                        <a:pt x="738" y="1225"/>
                      </a:lnTo>
                      <a:lnTo>
                        <a:pt x="742" y="1224"/>
                      </a:lnTo>
                      <a:lnTo>
                        <a:pt x="744" y="1221"/>
                      </a:lnTo>
                      <a:lnTo>
                        <a:pt x="744" y="1217"/>
                      </a:lnTo>
                      <a:lnTo>
                        <a:pt x="744" y="1204"/>
                      </a:lnTo>
                      <a:lnTo>
                        <a:pt x="743" y="1188"/>
                      </a:lnTo>
                      <a:lnTo>
                        <a:pt x="743" y="1181"/>
                      </a:lnTo>
                      <a:lnTo>
                        <a:pt x="744" y="1173"/>
                      </a:lnTo>
                      <a:lnTo>
                        <a:pt x="745" y="1167"/>
                      </a:lnTo>
                      <a:lnTo>
                        <a:pt x="748" y="1161"/>
                      </a:lnTo>
                      <a:lnTo>
                        <a:pt x="751" y="1156"/>
                      </a:lnTo>
                      <a:lnTo>
                        <a:pt x="755" y="1154"/>
                      </a:lnTo>
                      <a:lnTo>
                        <a:pt x="760" y="1152"/>
                      </a:lnTo>
                      <a:lnTo>
                        <a:pt x="763" y="1152"/>
                      </a:lnTo>
                      <a:lnTo>
                        <a:pt x="773" y="1150"/>
                      </a:lnTo>
                      <a:lnTo>
                        <a:pt x="781" y="1150"/>
                      </a:lnTo>
                      <a:lnTo>
                        <a:pt x="787" y="1149"/>
                      </a:lnTo>
                      <a:lnTo>
                        <a:pt x="792" y="1148"/>
                      </a:lnTo>
                      <a:lnTo>
                        <a:pt x="794" y="1143"/>
                      </a:lnTo>
                      <a:lnTo>
                        <a:pt x="794" y="1136"/>
                      </a:lnTo>
                      <a:lnTo>
                        <a:pt x="794" y="1128"/>
                      </a:lnTo>
                      <a:lnTo>
                        <a:pt x="795" y="1120"/>
                      </a:lnTo>
                      <a:lnTo>
                        <a:pt x="798" y="1112"/>
                      </a:lnTo>
                      <a:lnTo>
                        <a:pt x="801" y="1106"/>
                      </a:lnTo>
                      <a:lnTo>
                        <a:pt x="802" y="1104"/>
                      </a:lnTo>
                      <a:lnTo>
                        <a:pt x="805" y="1099"/>
                      </a:lnTo>
                      <a:lnTo>
                        <a:pt x="805" y="1096"/>
                      </a:lnTo>
                      <a:lnTo>
                        <a:pt x="805" y="1091"/>
                      </a:lnTo>
                      <a:lnTo>
                        <a:pt x="805" y="1086"/>
                      </a:lnTo>
                      <a:lnTo>
                        <a:pt x="804" y="1083"/>
                      </a:lnTo>
                      <a:lnTo>
                        <a:pt x="801" y="1079"/>
                      </a:lnTo>
                      <a:lnTo>
                        <a:pt x="800" y="1077"/>
                      </a:lnTo>
                      <a:lnTo>
                        <a:pt x="792" y="1074"/>
                      </a:lnTo>
                      <a:lnTo>
                        <a:pt x="783" y="1072"/>
                      </a:lnTo>
                      <a:lnTo>
                        <a:pt x="779" y="1071"/>
                      </a:lnTo>
                      <a:lnTo>
                        <a:pt x="774" y="1068"/>
                      </a:lnTo>
                      <a:lnTo>
                        <a:pt x="772" y="1066"/>
                      </a:lnTo>
                      <a:lnTo>
                        <a:pt x="769" y="1063"/>
                      </a:lnTo>
                      <a:lnTo>
                        <a:pt x="768" y="1058"/>
                      </a:lnTo>
                      <a:lnTo>
                        <a:pt x="767" y="1053"/>
                      </a:lnTo>
                      <a:lnTo>
                        <a:pt x="768" y="1049"/>
                      </a:lnTo>
                      <a:lnTo>
                        <a:pt x="768" y="1045"/>
                      </a:lnTo>
                      <a:lnTo>
                        <a:pt x="770" y="1041"/>
                      </a:lnTo>
                      <a:lnTo>
                        <a:pt x="773" y="1040"/>
                      </a:lnTo>
                      <a:lnTo>
                        <a:pt x="775" y="1040"/>
                      </a:lnTo>
                      <a:lnTo>
                        <a:pt x="779" y="1042"/>
                      </a:lnTo>
                      <a:lnTo>
                        <a:pt x="782" y="1045"/>
                      </a:lnTo>
                      <a:lnTo>
                        <a:pt x="786" y="1046"/>
                      </a:lnTo>
                      <a:lnTo>
                        <a:pt x="788" y="1047"/>
                      </a:lnTo>
                      <a:lnTo>
                        <a:pt x="792" y="1046"/>
                      </a:lnTo>
                      <a:lnTo>
                        <a:pt x="794" y="1045"/>
                      </a:lnTo>
                      <a:lnTo>
                        <a:pt x="797" y="1042"/>
                      </a:lnTo>
                      <a:lnTo>
                        <a:pt x="799" y="1038"/>
                      </a:lnTo>
                      <a:lnTo>
                        <a:pt x="800" y="1033"/>
                      </a:lnTo>
                      <a:lnTo>
                        <a:pt x="801" y="1028"/>
                      </a:lnTo>
                      <a:lnTo>
                        <a:pt x="802" y="1022"/>
                      </a:lnTo>
                      <a:lnTo>
                        <a:pt x="801" y="1016"/>
                      </a:lnTo>
                      <a:lnTo>
                        <a:pt x="801" y="1011"/>
                      </a:lnTo>
                      <a:lnTo>
                        <a:pt x="799" y="1001"/>
                      </a:lnTo>
                      <a:lnTo>
                        <a:pt x="797" y="991"/>
                      </a:lnTo>
                      <a:lnTo>
                        <a:pt x="795" y="986"/>
                      </a:lnTo>
                      <a:lnTo>
                        <a:pt x="795" y="984"/>
                      </a:lnTo>
                      <a:lnTo>
                        <a:pt x="797" y="982"/>
                      </a:lnTo>
                      <a:lnTo>
                        <a:pt x="798" y="979"/>
                      </a:lnTo>
                      <a:lnTo>
                        <a:pt x="802" y="978"/>
                      </a:lnTo>
                      <a:lnTo>
                        <a:pt x="811" y="979"/>
                      </a:lnTo>
                      <a:lnTo>
                        <a:pt x="816" y="979"/>
                      </a:lnTo>
                      <a:lnTo>
                        <a:pt x="819" y="980"/>
                      </a:lnTo>
                      <a:lnTo>
                        <a:pt x="825" y="980"/>
                      </a:lnTo>
                      <a:lnTo>
                        <a:pt x="829" y="980"/>
                      </a:lnTo>
                      <a:lnTo>
                        <a:pt x="832" y="979"/>
                      </a:lnTo>
                      <a:lnTo>
                        <a:pt x="837" y="977"/>
                      </a:lnTo>
                      <a:lnTo>
                        <a:pt x="843" y="971"/>
                      </a:lnTo>
                      <a:lnTo>
                        <a:pt x="850" y="967"/>
                      </a:lnTo>
                      <a:lnTo>
                        <a:pt x="855" y="966"/>
                      </a:lnTo>
                      <a:lnTo>
                        <a:pt x="858" y="966"/>
                      </a:lnTo>
                      <a:lnTo>
                        <a:pt x="862" y="967"/>
                      </a:lnTo>
                      <a:lnTo>
                        <a:pt x="867" y="971"/>
                      </a:lnTo>
                      <a:lnTo>
                        <a:pt x="875" y="977"/>
                      </a:lnTo>
                      <a:lnTo>
                        <a:pt x="885" y="982"/>
                      </a:lnTo>
                      <a:lnTo>
                        <a:pt x="895" y="984"/>
                      </a:lnTo>
                      <a:lnTo>
                        <a:pt x="906" y="986"/>
                      </a:lnTo>
                      <a:lnTo>
                        <a:pt x="913" y="986"/>
                      </a:lnTo>
                      <a:lnTo>
                        <a:pt x="920" y="986"/>
                      </a:lnTo>
                      <a:close/>
                    </a:path>
                  </a:pathLst>
                </a:custGeom>
                <a:solidFill>
                  <a:srgbClr val="FFFFFF"/>
                </a:solidFill>
                <a:ln w="9525">
                  <a:solidFill>
                    <a:srgbClr val="AFABAB"/>
                  </a:solidFill>
                  <a:round/>
                  <a:headEnd/>
                  <a:tailEnd/>
                </a:ln>
              </p:spPr>
              <p:txBody>
                <a:bodyPr/>
                <a:lstStyle/>
                <a:p>
                  <a:endParaRPr lang="zh-CN" altLang="en-US"/>
                </a:p>
              </p:txBody>
            </p:sp>
            <p:sp>
              <p:nvSpPr>
                <p:cNvPr id="63" name="甘肃">
                  <a:extLst>
                    <a:ext uri="{FF2B5EF4-FFF2-40B4-BE49-F238E27FC236}">
                      <a16:creationId xmlns:a16="http://schemas.microsoft.com/office/drawing/2014/main" id="{07A7381D-C3DC-4B3D-ADC9-BB5720DAC808}"/>
                    </a:ext>
                  </a:extLst>
                </p:cNvPr>
                <p:cNvSpPr>
                  <a:spLocks/>
                </p:cNvSpPr>
                <p:nvPr/>
              </p:nvSpPr>
              <p:spPr bwMode="auto">
                <a:xfrm>
                  <a:off x="1590696" y="1219264"/>
                  <a:ext cx="1419243" cy="1257366"/>
                </a:xfrm>
                <a:custGeom>
                  <a:avLst/>
                  <a:gdLst>
                    <a:gd name="T0" fmla="*/ 2147483646 w 5358"/>
                    <a:gd name="T1" fmla="*/ 2147483646 h 4735"/>
                    <a:gd name="T2" fmla="*/ 2147483646 w 5358"/>
                    <a:gd name="T3" fmla="*/ 2147483646 h 4735"/>
                    <a:gd name="T4" fmla="*/ 2147483646 w 5358"/>
                    <a:gd name="T5" fmla="*/ 2147483646 h 4735"/>
                    <a:gd name="T6" fmla="*/ 2147483646 w 5358"/>
                    <a:gd name="T7" fmla="*/ 2147483646 h 4735"/>
                    <a:gd name="T8" fmla="*/ 2147483646 w 5358"/>
                    <a:gd name="T9" fmla="*/ 2147483646 h 4735"/>
                    <a:gd name="T10" fmla="*/ 2147483646 w 5358"/>
                    <a:gd name="T11" fmla="*/ 2147483646 h 4735"/>
                    <a:gd name="T12" fmla="*/ 2147483646 w 5358"/>
                    <a:gd name="T13" fmla="*/ 2147483646 h 4735"/>
                    <a:gd name="T14" fmla="*/ 2147483646 w 5358"/>
                    <a:gd name="T15" fmla="*/ 2147483646 h 4735"/>
                    <a:gd name="T16" fmla="*/ 2147483646 w 5358"/>
                    <a:gd name="T17" fmla="*/ 2147483646 h 4735"/>
                    <a:gd name="T18" fmla="*/ 2147483646 w 5358"/>
                    <a:gd name="T19" fmla="*/ 2147483646 h 4735"/>
                    <a:gd name="T20" fmla="*/ 2147483646 w 5358"/>
                    <a:gd name="T21" fmla="*/ 2147483646 h 4735"/>
                    <a:gd name="T22" fmla="*/ 2147483646 w 5358"/>
                    <a:gd name="T23" fmla="*/ 2147483646 h 4735"/>
                    <a:gd name="T24" fmla="*/ 2147483646 w 5358"/>
                    <a:gd name="T25" fmla="*/ 2147483646 h 4735"/>
                    <a:gd name="T26" fmla="*/ 2147483646 w 5358"/>
                    <a:gd name="T27" fmla="*/ 2147483646 h 4735"/>
                    <a:gd name="T28" fmla="*/ 2147483646 w 5358"/>
                    <a:gd name="T29" fmla="*/ 2147483646 h 4735"/>
                    <a:gd name="T30" fmla="*/ 2147483646 w 5358"/>
                    <a:gd name="T31" fmla="*/ 2147483646 h 4735"/>
                    <a:gd name="T32" fmla="*/ 2147483646 w 5358"/>
                    <a:gd name="T33" fmla="*/ 2147483646 h 4735"/>
                    <a:gd name="T34" fmla="*/ 2147483646 w 5358"/>
                    <a:gd name="T35" fmla="*/ 2147483646 h 4735"/>
                    <a:gd name="T36" fmla="*/ 2147483646 w 5358"/>
                    <a:gd name="T37" fmla="*/ 2147483646 h 4735"/>
                    <a:gd name="T38" fmla="*/ 2147483646 w 5358"/>
                    <a:gd name="T39" fmla="*/ 2147483646 h 4735"/>
                    <a:gd name="T40" fmla="*/ 2147483646 w 5358"/>
                    <a:gd name="T41" fmla="*/ 2147483646 h 4735"/>
                    <a:gd name="T42" fmla="*/ 2147483646 w 5358"/>
                    <a:gd name="T43" fmla="*/ 2147483646 h 4735"/>
                    <a:gd name="T44" fmla="*/ 2147483646 w 5358"/>
                    <a:gd name="T45" fmla="*/ 2147483646 h 4735"/>
                    <a:gd name="T46" fmla="*/ 2147483646 w 5358"/>
                    <a:gd name="T47" fmla="*/ 2147483646 h 4735"/>
                    <a:gd name="T48" fmla="*/ 2147483646 w 5358"/>
                    <a:gd name="T49" fmla="*/ 2147483646 h 4735"/>
                    <a:gd name="T50" fmla="*/ 2147483646 w 5358"/>
                    <a:gd name="T51" fmla="*/ 2147483646 h 4735"/>
                    <a:gd name="T52" fmla="*/ 2147483646 w 5358"/>
                    <a:gd name="T53" fmla="*/ 2147483646 h 4735"/>
                    <a:gd name="T54" fmla="*/ 2147483646 w 5358"/>
                    <a:gd name="T55" fmla="*/ 2147483646 h 4735"/>
                    <a:gd name="T56" fmla="*/ 2147483646 w 5358"/>
                    <a:gd name="T57" fmla="*/ 2147483646 h 4735"/>
                    <a:gd name="T58" fmla="*/ 2147483646 w 5358"/>
                    <a:gd name="T59" fmla="*/ 2147483646 h 4735"/>
                    <a:gd name="T60" fmla="*/ 2147483646 w 5358"/>
                    <a:gd name="T61" fmla="*/ 2147483646 h 4735"/>
                    <a:gd name="T62" fmla="*/ 2147483646 w 5358"/>
                    <a:gd name="T63" fmla="*/ 2147483646 h 4735"/>
                    <a:gd name="T64" fmla="*/ 2147483646 w 5358"/>
                    <a:gd name="T65" fmla="*/ 2147483646 h 4735"/>
                    <a:gd name="T66" fmla="*/ 2147483646 w 5358"/>
                    <a:gd name="T67" fmla="*/ 2147483646 h 4735"/>
                    <a:gd name="T68" fmla="*/ 2147483646 w 5358"/>
                    <a:gd name="T69" fmla="*/ 2147483646 h 4735"/>
                    <a:gd name="T70" fmla="*/ 2147483646 w 5358"/>
                    <a:gd name="T71" fmla="*/ 2147483646 h 4735"/>
                    <a:gd name="T72" fmla="*/ 2147483646 w 5358"/>
                    <a:gd name="T73" fmla="*/ 2147483646 h 4735"/>
                    <a:gd name="T74" fmla="*/ 2147483646 w 5358"/>
                    <a:gd name="T75" fmla="*/ 2147483646 h 4735"/>
                    <a:gd name="T76" fmla="*/ 2147483646 w 5358"/>
                    <a:gd name="T77" fmla="*/ 2147483646 h 4735"/>
                    <a:gd name="T78" fmla="*/ 2147483646 w 5358"/>
                    <a:gd name="T79" fmla="*/ 2147483646 h 4735"/>
                    <a:gd name="T80" fmla="*/ 2147483646 w 5358"/>
                    <a:gd name="T81" fmla="*/ 2147483646 h 4735"/>
                    <a:gd name="T82" fmla="*/ 2147483646 w 5358"/>
                    <a:gd name="T83" fmla="*/ 2147483646 h 4735"/>
                    <a:gd name="T84" fmla="*/ 2147483646 w 5358"/>
                    <a:gd name="T85" fmla="*/ 2147483646 h 4735"/>
                    <a:gd name="T86" fmla="*/ 2147483646 w 5358"/>
                    <a:gd name="T87" fmla="*/ 2147483646 h 4735"/>
                    <a:gd name="T88" fmla="*/ 2147483646 w 5358"/>
                    <a:gd name="T89" fmla="*/ 2147483646 h 4735"/>
                    <a:gd name="T90" fmla="*/ 2147483646 w 5358"/>
                    <a:gd name="T91" fmla="*/ 2147483646 h 4735"/>
                    <a:gd name="T92" fmla="*/ 2147483646 w 5358"/>
                    <a:gd name="T93" fmla="*/ 2147483646 h 4735"/>
                    <a:gd name="T94" fmla="*/ 2147483646 w 5358"/>
                    <a:gd name="T95" fmla="*/ 2147483646 h 4735"/>
                    <a:gd name="T96" fmla="*/ 2147483646 w 5358"/>
                    <a:gd name="T97" fmla="*/ 2147483646 h 4735"/>
                    <a:gd name="T98" fmla="*/ 2147483646 w 5358"/>
                    <a:gd name="T99" fmla="*/ 2147483646 h 4735"/>
                    <a:gd name="T100" fmla="*/ 2147483646 w 5358"/>
                    <a:gd name="T101" fmla="*/ 2147483646 h 4735"/>
                    <a:gd name="T102" fmla="*/ 2147483646 w 5358"/>
                    <a:gd name="T103" fmla="*/ 2147483646 h 4735"/>
                    <a:gd name="T104" fmla="*/ 2147483646 w 5358"/>
                    <a:gd name="T105" fmla="*/ 2147483646 h 4735"/>
                    <a:gd name="T106" fmla="*/ 2147483646 w 5358"/>
                    <a:gd name="T107" fmla="*/ 2147483646 h 4735"/>
                    <a:gd name="T108" fmla="*/ 2147483646 w 5358"/>
                    <a:gd name="T109" fmla="*/ 2147483646 h 4735"/>
                    <a:gd name="T110" fmla="*/ 2147483646 w 5358"/>
                    <a:gd name="T111" fmla="*/ 2147483646 h 4735"/>
                    <a:gd name="T112" fmla="*/ 2147483646 w 5358"/>
                    <a:gd name="T113" fmla="*/ 2147483646 h 4735"/>
                    <a:gd name="T114" fmla="*/ 2147483646 w 5358"/>
                    <a:gd name="T115" fmla="*/ 2147483646 h 4735"/>
                    <a:gd name="T116" fmla="*/ 2147483646 w 5358"/>
                    <a:gd name="T117" fmla="*/ 2147483646 h 4735"/>
                    <a:gd name="T118" fmla="*/ 2147483646 w 5358"/>
                    <a:gd name="T119" fmla="*/ 2147483646 h 4735"/>
                    <a:gd name="T120" fmla="*/ 2147483646 w 5358"/>
                    <a:gd name="T121" fmla="*/ 2147483646 h 4735"/>
                    <a:gd name="T122" fmla="*/ 2147483646 w 5358"/>
                    <a:gd name="T123" fmla="*/ 2147483646 h 4735"/>
                    <a:gd name="T124" fmla="*/ 2147483646 w 5358"/>
                    <a:gd name="T125" fmla="*/ 2147483646 h 473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5358" h="4735">
                      <a:moveTo>
                        <a:pt x="4783" y="2762"/>
                      </a:moveTo>
                      <a:lnTo>
                        <a:pt x="4788" y="2761"/>
                      </a:lnTo>
                      <a:lnTo>
                        <a:pt x="4797" y="2759"/>
                      </a:lnTo>
                      <a:lnTo>
                        <a:pt x="4806" y="2755"/>
                      </a:lnTo>
                      <a:lnTo>
                        <a:pt x="4818" y="2754"/>
                      </a:lnTo>
                      <a:lnTo>
                        <a:pt x="4832" y="2753"/>
                      </a:lnTo>
                      <a:lnTo>
                        <a:pt x="4846" y="2753"/>
                      </a:lnTo>
                      <a:lnTo>
                        <a:pt x="4851" y="2754"/>
                      </a:lnTo>
                      <a:lnTo>
                        <a:pt x="4856" y="2755"/>
                      </a:lnTo>
                      <a:lnTo>
                        <a:pt x="4861" y="2756"/>
                      </a:lnTo>
                      <a:lnTo>
                        <a:pt x="4865" y="2759"/>
                      </a:lnTo>
                      <a:lnTo>
                        <a:pt x="4871" y="2764"/>
                      </a:lnTo>
                      <a:lnTo>
                        <a:pt x="4878" y="2770"/>
                      </a:lnTo>
                      <a:lnTo>
                        <a:pt x="4880" y="2773"/>
                      </a:lnTo>
                      <a:lnTo>
                        <a:pt x="4882" y="2777"/>
                      </a:lnTo>
                      <a:lnTo>
                        <a:pt x="4884" y="2780"/>
                      </a:lnTo>
                      <a:lnTo>
                        <a:pt x="4885" y="2784"/>
                      </a:lnTo>
                      <a:lnTo>
                        <a:pt x="4882" y="2798"/>
                      </a:lnTo>
                      <a:lnTo>
                        <a:pt x="4878" y="2812"/>
                      </a:lnTo>
                      <a:lnTo>
                        <a:pt x="4876" y="2822"/>
                      </a:lnTo>
                      <a:lnTo>
                        <a:pt x="4876" y="2830"/>
                      </a:lnTo>
                      <a:lnTo>
                        <a:pt x="4876" y="2837"/>
                      </a:lnTo>
                      <a:lnTo>
                        <a:pt x="4878" y="2843"/>
                      </a:lnTo>
                      <a:lnTo>
                        <a:pt x="4878" y="2849"/>
                      </a:lnTo>
                      <a:lnTo>
                        <a:pt x="4879" y="2854"/>
                      </a:lnTo>
                      <a:lnTo>
                        <a:pt x="4879" y="2855"/>
                      </a:lnTo>
                      <a:lnTo>
                        <a:pt x="4880" y="2856"/>
                      </a:lnTo>
                      <a:lnTo>
                        <a:pt x="4891" y="2859"/>
                      </a:lnTo>
                      <a:lnTo>
                        <a:pt x="4907" y="2859"/>
                      </a:lnTo>
                      <a:lnTo>
                        <a:pt x="4917" y="2859"/>
                      </a:lnTo>
                      <a:lnTo>
                        <a:pt x="4929" y="2860"/>
                      </a:lnTo>
                      <a:lnTo>
                        <a:pt x="4941" y="2862"/>
                      </a:lnTo>
                      <a:lnTo>
                        <a:pt x="4954" y="2866"/>
                      </a:lnTo>
                      <a:lnTo>
                        <a:pt x="4956" y="2871"/>
                      </a:lnTo>
                      <a:lnTo>
                        <a:pt x="4958" y="2878"/>
                      </a:lnTo>
                      <a:lnTo>
                        <a:pt x="4960" y="2880"/>
                      </a:lnTo>
                      <a:lnTo>
                        <a:pt x="4960" y="2884"/>
                      </a:lnTo>
                      <a:lnTo>
                        <a:pt x="4962" y="2888"/>
                      </a:lnTo>
                      <a:lnTo>
                        <a:pt x="4964" y="2891"/>
                      </a:lnTo>
                      <a:lnTo>
                        <a:pt x="4968" y="2893"/>
                      </a:lnTo>
                      <a:lnTo>
                        <a:pt x="4970" y="2894"/>
                      </a:lnTo>
                      <a:lnTo>
                        <a:pt x="4975" y="2896"/>
                      </a:lnTo>
                      <a:lnTo>
                        <a:pt x="4980" y="2894"/>
                      </a:lnTo>
                      <a:lnTo>
                        <a:pt x="4987" y="2894"/>
                      </a:lnTo>
                      <a:lnTo>
                        <a:pt x="4994" y="2893"/>
                      </a:lnTo>
                      <a:lnTo>
                        <a:pt x="5002" y="2892"/>
                      </a:lnTo>
                      <a:lnTo>
                        <a:pt x="5011" y="2892"/>
                      </a:lnTo>
                      <a:lnTo>
                        <a:pt x="5024" y="2898"/>
                      </a:lnTo>
                      <a:lnTo>
                        <a:pt x="5036" y="2905"/>
                      </a:lnTo>
                      <a:lnTo>
                        <a:pt x="5055" y="2916"/>
                      </a:lnTo>
                      <a:lnTo>
                        <a:pt x="5071" y="2925"/>
                      </a:lnTo>
                      <a:lnTo>
                        <a:pt x="5076" y="2929"/>
                      </a:lnTo>
                      <a:lnTo>
                        <a:pt x="5081" y="2932"/>
                      </a:lnTo>
                      <a:lnTo>
                        <a:pt x="5084" y="2936"/>
                      </a:lnTo>
                      <a:lnTo>
                        <a:pt x="5088" y="2941"/>
                      </a:lnTo>
                      <a:lnTo>
                        <a:pt x="5089" y="2944"/>
                      </a:lnTo>
                      <a:lnTo>
                        <a:pt x="5089" y="2949"/>
                      </a:lnTo>
                      <a:lnTo>
                        <a:pt x="5090" y="2955"/>
                      </a:lnTo>
                      <a:lnTo>
                        <a:pt x="5093" y="2962"/>
                      </a:lnTo>
                      <a:lnTo>
                        <a:pt x="5095" y="2967"/>
                      </a:lnTo>
                      <a:lnTo>
                        <a:pt x="5099" y="2970"/>
                      </a:lnTo>
                      <a:lnTo>
                        <a:pt x="5104" y="2972"/>
                      </a:lnTo>
                      <a:lnTo>
                        <a:pt x="5107" y="2970"/>
                      </a:lnTo>
                      <a:lnTo>
                        <a:pt x="5111" y="2969"/>
                      </a:lnTo>
                      <a:lnTo>
                        <a:pt x="5115" y="2968"/>
                      </a:lnTo>
                      <a:lnTo>
                        <a:pt x="5118" y="2968"/>
                      </a:lnTo>
                      <a:lnTo>
                        <a:pt x="5121" y="2969"/>
                      </a:lnTo>
                      <a:lnTo>
                        <a:pt x="5123" y="2970"/>
                      </a:lnTo>
                      <a:lnTo>
                        <a:pt x="5125" y="2974"/>
                      </a:lnTo>
                      <a:lnTo>
                        <a:pt x="5127" y="2980"/>
                      </a:lnTo>
                      <a:lnTo>
                        <a:pt x="5128" y="2987"/>
                      </a:lnTo>
                      <a:lnTo>
                        <a:pt x="5131" y="2992"/>
                      </a:lnTo>
                      <a:lnTo>
                        <a:pt x="5133" y="2997"/>
                      </a:lnTo>
                      <a:lnTo>
                        <a:pt x="5139" y="3004"/>
                      </a:lnTo>
                      <a:lnTo>
                        <a:pt x="5144" y="3010"/>
                      </a:lnTo>
                      <a:lnTo>
                        <a:pt x="5151" y="3014"/>
                      </a:lnTo>
                      <a:lnTo>
                        <a:pt x="5158" y="3019"/>
                      </a:lnTo>
                      <a:lnTo>
                        <a:pt x="5164" y="3020"/>
                      </a:lnTo>
                      <a:lnTo>
                        <a:pt x="5170" y="3022"/>
                      </a:lnTo>
                      <a:lnTo>
                        <a:pt x="5172" y="3020"/>
                      </a:lnTo>
                      <a:lnTo>
                        <a:pt x="5176" y="3019"/>
                      </a:lnTo>
                      <a:lnTo>
                        <a:pt x="5177" y="3017"/>
                      </a:lnTo>
                      <a:lnTo>
                        <a:pt x="5178" y="3016"/>
                      </a:lnTo>
                      <a:lnTo>
                        <a:pt x="5180" y="3013"/>
                      </a:lnTo>
                      <a:lnTo>
                        <a:pt x="5182" y="3010"/>
                      </a:lnTo>
                      <a:lnTo>
                        <a:pt x="5184" y="3007"/>
                      </a:lnTo>
                      <a:lnTo>
                        <a:pt x="5188" y="3007"/>
                      </a:lnTo>
                      <a:lnTo>
                        <a:pt x="5195" y="3011"/>
                      </a:lnTo>
                      <a:lnTo>
                        <a:pt x="5202" y="3018"/>
                      </a:lnTo>
                      <a:lnTo>
                        <a:pt x="5210" y="3022"/>
                      </a:lnTo>
                      <a:lnTo>
                        <a:pt x="5220" y="3025"/>
                      </a:lnTo>
                      <a:lnTo>
                        <a:pt x="5230" y="3030"/>
                      </a:lnTo>
                      <a:lnTo>
                        <a:pt x="5240" y="3037"/>
                      </a:lnTo>
                      <a:lnTo>
                        <a:pt x="5249" y="3050"/>
                      </a:lnTo>
                      <a:lnTo>
                        <a:pt x="5257" y="3064"/>
                      </a:lnTo>
                      <a:lnTo>
                        <a:pt x="5259" y="3067"/>
                      </a:lnTo>
                      <a:lnTo>
                        <a:pt x="5262" y="3068"/>
                      </a:lnTo>
                      <a:lnTo>
                        <a:pt x="5264" y="3068"/>
                      </a:lnTo>
                      <a:lnTo>
                        <a:pt x="5268" y="3069"/>
                      </a:lnTo>
                      <a:lnTo>
                        <a:pt x="5275" y="3068"/>
                      </a:lnTo>
                      <a:lnTo>
                        <a:pt x="5282" y="3068"/>
                      </a:lnTo>
                      <a:lnTo>
                        <a:pt x="5289" y="3067"/>
                      </a:lnTo>
                      <a:lnTo>
                        <a:pt x="5297" y="3067"/>
                      </a:lnTo>
                      <a:lnTo>
                        <a:pt x="5304" y="3069"/>
                      </a:lnTo>
                      <a:lnTo>
                        <a:pt x="5312" y="3073"/>
                      </a:lnTo>
                      <a:lnTo>
                        <a:pt x="5325" y="3081"/>
                      </a:lnTo>
                      <a:lnTo>
                        <a:pt x="5337" y="3089"/>
                      </a:lnTo>
                      <a:lnTo>
                        <a:pt x="5344" y="3094"/>
                      </a:lnTo>
                      <a:lnTo>
                        <a:pt x="5350" y="3099"/>
                      </a:lnTo>
                      <a:lnTo>
                        <a:pt x="5354" y="3105"/>
                      </a:lnTo>
                      <a:lnTo>
                        <a:pt x="5358" y="3111"/>
                      </a:lnTo>
                      <a:lnTo>
                        <a:pt x="5358" y="3115"/>
                      </a:lnTo>
                      <a:lnTo>
                        <a:pt x="5358" y="3121"/>
                      </a:lnTo>
                      <a:lnTo>
                        <a:pt x="5357" y="3126"/>
                      </a:lnTo>
                      <a:lnTo>
                        <a:pt x="5356" y="3132"/>
                      </a:lnTo>
                      <a:lnTo>
                        <a:pt x="5347" y="3143"/>
                      </a:lnTo>
                      <a:lnTo>
                        <a:pt x="5341" y="3152"/>
                      </a:lnTo>
                      <a:lnTo>
                        <a:pt x="5340" y="3158"/>
                      </a:lnTo>
                      <a:lnTo>
                        <a:pt x="5340" y="3163"/>
                      </a:lnTo>
                      <a:lnTo>
                        <a:pt x="5340" y="3168"/>
                      </a:lnTo>
                      <a:lnTo>
                        <a:pt x="5341" y="3171"/>
                      </a:lnTo>
                      <a:lnTo>
                        <a:pt x="5344" y="3176"/>
                      </a:lnTo>
                      <a:lnTo>
                        <a:pt x="5347" y="3182"/>
                      </a:lnTo>
                      <a:lnTo>
                        <a:pt x="5350" y="3190"/>
                      </a:lnTo>
                      <a:lnTo>
                        <a:pt x="5352" y="3200"/>
                      </a:lnTo>
                      <a:lnTo>
                        <a:pt x="5354" y="3216"/>
                      </a:lnTo>
                      <a:lnTo>
                        <a:pt x="5356" y="3233"/>
                      </a:lnTo>
                      <a:lnTo>
                        <a:pt x="5356" y="3240"/>
                      </a:lnTo>
                      <a:lnTo>
                        <a:pt x="5354" y="3249"/>
                      </a:lnTo>
                      <a:lnTo>
                        <a:pt x="5353" y="3256"/>
                      </a:lnTo>
                      <a:lnTo>
                        <a:pt x="5351" y="3262"/>
                      </a:lnTo>
                      <a:lnTo>
                        <a:pt x="5347" y="3269"/>
                      </a:lnTo>
                      <a:lnTo>
                        <a:pt x="5344" y="3275"/>
                      </a:lnTo>
                      <a:lnTo>
                        <a:pt x="5339" y="3279"/>
                      </a:lnTo>
                      <a:lnTo>
                        <a:pt x="5333" y="3285"/>
                      </a:lnTo>
                      <a:lnTo>
                        <a:pt x="5322" y="3295"/>
                      </a:lnTo>
                      <a:lnTo>
                        <a:pt x="5310" y="3304"/>
                      </a:lnTo>
                      <a:lnTo>
                        <a:pt x="5304" y="3309"/>
                      </a:lnTo>
                      <a:lnTo>
                        <a:pt x="5298" y="3315"/>
                      </a:lnTo>
                      <a:lnTo>
                        <a:pt x="5295" y="3321"/>
                      </a:lnTo>
                      <a:lnTo>
                        <a:pt x="5291" y="3328"/>
                      </a:lnTo>
                      <a:lnTo>
                        <a:pt x="5290" y="3341"/>
                      </a:lnTo>
                      <a:lnTo>
                        <a:pt x="5290" y="3356"/>
                      </a:lnTo>
                      <a:lnTo>
                        <a:pt x="5290" y="3372"/>
                      </a:lnTo>
                      <a:lnTo>
                        <a:pt x="5293" y="3388"/>
                      </a:lnTo>
                      <a:lnTo>
                        <a:pt x="5293" y="3394"/>
                      </a:lnTo>
                      <a:lnTo>
                        <a:pt x="5293" y="3400"/>
                      </a:lnTo>
                      <a:lnTo>
                        <a:pt x="5296" y="3417"/>
                      </a:lnTo>
                      <a:lnTo>
                        <a:pt x="5298" y="3433"/>
                      </a:lnTo>
                      <a:lnTo>
                        <a:pt x="5301" y="3440"/>
                      </a:lnTo>
                      <a:lnTo>
                        <a:pt x="5303" y="3446"/>
                      </a:lnTo>
                      <a:lnTo>
                        <a:pt x="5304" y="3447"/>
                      </a:lnTo>
                      <a:lnTo>
                        <a:pt x="5306" y="3448"/>
                      </a:lnTo>
                      <a:lnTo>
                        <a:pt x="5307" y="3449"/>
                      </a:lnTo>
                      <a:lnTo>
                        <a:pt x="5308" y="3451"/>
                      </a:lnTo>
                      <a:lnTo>
                        <a:pt x="5310" y="3452"/>
                      </a:lnTo>
                      <a:lnTo>
                        <a:pt x="5313" y="3457"/>
                      </a:lnTo>
                      <a:lnTo>
                        <a:pt x="5315" y="3461"/>
                      </a:lnTo>
                      <a:lnTo>
                        <a:pt x="5316" y="3467"/>
                      </a:lnTo>
                      <a:lnTo>
                        <a:pt x="5317" y="3473"/>
                      </a:lnTo>
                      <a:lnTo>
                        <a:pt x="5319" y="3486"/>
                      </a:lnTo>
                      <a:lnTo>
                        <a:pt x="5319" y="3498"/>
                      </a:lnTo>
                      <a:lnTo>
                        <a:pt x="5320" y="3514"/>
                      </a:lnTo>
                      <a:lnTo>
                        <a:pt x="5321" y="3523"/>
                      </a:lnTo>
                      <a:lnTo>
                        <a:pt x="5320" y="3531"/>
                      </a:lnTo>
                      <a:lnTo>
                        <a:pt x="5319" y="3541"/>
                      </a:lnTo>
                      <a:lnTo>
                        <a:pt x="5316" y="3547"/>
                      </a:lnTo>
                      <a:lnTo>
                        <a:pt x="5313" y="3553"/>
                      </a:lnTo>
                      <a:lnTo>
                        <a:pt x="5308" y="3558"/>
                      </a:lnTo>
                      <a:lnTo>
                        <a:pt x="5304" y="3561"/>
                      </a:lnTo>
                      <a:lnTo>
                        <a:pt x="5301" y="3565"/>
                      </a:lnTo>
                      <a:lnTo>
                        <a:pt x="5297" y="3567"/>
                      </a:lnTo>
                      <a:lnTo>
                        <a:pt x="5290" y="3572"/>
                      </a:lnTo>
                      <a:lnTo>
                        <a:pt x="5283" y="3577"/>
                      </a:lnTo>
                      <a:lnTo>
                        <a:pt x="5276" y="3580"/>
                      </a:lnTo>
                      <a:lnTo>
                        <a:pt x="5268" y="3584"/>
                      </a:lnTo>
                      <a:lnTo>
                        <a:pt x="5262" y="3586"/>
                      </a:lnTo>
                      <a:lnTo>
                        <a:pt x="5254" y="3589"/>
                      </a:lnTo>
                      <a:lnTo>
                        <a:pt x="5240" y="3590"/>
                      </a:lnTo>
                      <a:lnTo>
                        <a:pt x="5224" y="3590"/>
                      </a:lnTo>
                      <a:lnTo>
                        <a:pt x="5212" y="3589"/>
                      </a:lnTo>
                      <a:lnTo>
                        <a:pt x="5200" y="3586"/>
                      </a:lnTo>
                      <a:lnTo>
                        <a:pt x="5193" y="3585"/>
                      </a:lnTo>
                      <a:lnTo>
                        <a:pt x="5188" y="3581"/>
                      </a:lnTo>
                      <a:lnTo>
                        <a:pt x="5184" y="3579"/>
                      </a:lnTo>
                      <a:lnTo>
                        <a:pt x="5180" y="3575"/>
                      </a:lnTo>
                      <a:lnTo>
                        <a:pt x="5176" y="3574"/>
                      </a:lnTo>
                      <a:lnTo>
                        <a:pt x="5170" y="3573"/>
                      </a:lnTo>
                      <a:lnTo>
                        <a:pt x="5167" y="3573"/>
                      </a:lnTo>
                      <a:lnTo>
                        <a:pt x="5162" y="3573"/>
                      </a:lnTo>
                      <a:lnTo>
                        <a:pt x="5152" y="3575"/>
                      </a:lnTo>
                      <a:lnTo>
                        <a:pt x="5140" y="3580"/>
                      </a:lnTo>
                      <a:lnTo>
                        <a:pt x="5131" y="3585"/>
                      </a:lnTo>
                      <a:lnTo>
                        <a:pt x="5120" y="3592"/>
                      </a:lnTo>
                      <a:lnTo>
                        <a:pt x="5112" y="3596"/>
                      </a:lnTo>
                      <a:lnTo>
                        <a:pt x="5104" y="3602"/>
                      </a:lnTo>
                      <a:lnTo>
                        <a:pt x="5100" y="3605"/>
                      </a:lnTo>
                      <a:lnTo>
                        <a:pt x="5095" y="3608"/>
                      </a:lnTo>
                      <a:lnTo>
                        <a:pt x="5090" y="3610"/>
                      </a:lnTo>
                      <a:lnTo>
                        <a:pt x="5088" y="3611"/>
                      </a:lnTo>
                      <a:lnTo>
                        <a:pt x="5086" y="3610"/>
                      </a:lnTo>
                      <a:lnTo>
                        <a:pt x="5084" y="3608"/>
                      </a:lnTo>
                      <a:lnTo>
                        <a:pt x="5084" y="3604"/>
                      </a:lnTo>
                      <a:lnTo>
                        <a:pt x="5083" y="3600"/>
                      </a:lnTo>
                      <a:lnTo>
                        <a:pt x="5082" y="3597"/>
                      </a:lnTo>
                      <a:lnTo>
                        <a:pt x="5080" y="3594"/>
                      </a:lnTo>
                      <a:lnTo>
                        <a:pt x="5079" y="3593"/>
                      </a:lnTo>
                      <a:lnTo>
                        <a:pt x="5077" y="3593"/>
                      </a:lnTo>
                      <a:lnTo>
                        <a:pt x="5076" y="3592"/>
                      </a:lnTo>
                      <a:lnTo>
                        <a:pt x="5075" y="3592"/>
                      </a:lnTo>
                      <a:lnTo>
                        <a:pt x="5067" y="3590"/>
                      </a:lnTo>
                      <a:lnTo>
                        <a:pt x="5057" y="3587"/>
                      </a:lnTo>
                      <a:lnTo>
                        <a:pt x="5049" y="3584"/>
                      </a:lnTo>
                      <a:lnTo>
                        <a:pt x="5041" y="3579"/>
                      </a:lnTo>
                      <a:lnTo>
                        <a:pt x="5036" y="3574"/>
                      </a:lnTo>
                      <a:lnTo>
                        <a:pt x="5031" y="3571"/>
                      </a:lnTo>
                      <a:lnTo>
                        <a:pt x="5029" y="3568"/>
                      </a:lnTo>
                      <a:lnTo>
                        <a:pt x="5027" y="3567"/>
                      </a:lnTo>
                      <a:lnTo>
                        <a:pt x="5026" y="3567"/>
                      </a:lnTo>
                      <a:lnTo>
                        <a:pt x="5026" y="3566"/>
                      </a:lnTo>
                      <a:lnTo>
                        <a:pt x="5025" y="3567"/>
                      </a:lnTo>
                      <a:lnTo>
                        <a:pt x="5024" y="3567"/>
                      </a:lnTo>
                      <a:lnTo>
                        <a:pt x="5024" y="3568"/>
                      </a:lnTo>
                      <a:lnTo>
                        <a:pt x="5023" y="3568"/>
                      </a:lnTo>
                      <a:lnTo>
                        <a:pt x="5021" y="3571"/>
                      </a:lnTo>
                      <a:lnTo>
                        <a:pt x="5020" y="3573"/>
                      </a:lnTo>
                      <a:lnTo>
                        <a:pt x="5017" y="3579"/>
                      </a:lnTo>
                      <a:lnTo>
                        <a:pt x="5013" y="3585"/>
                      </a:lnTo>
                      <a:lnTo>
                        <a:pt x="5008" y="3591"/>
                      </a:lnTo>
                      <a:lnTo>
                        <a:pt x="5001" y="3597"/>
                      </a:lnTo>
                      <a:lnTo>
                        <a:pt x="4998" y="3598"/>
                      </a:lnTo>
                      <a:lnTo>
                        <a:pt x="4994" y="3600"/>
                      </a:lnTo>
                      <a:lnTo>
                        <a:pt x="4992" y="3603"/>
                      </a:lnTo>
                      <a:lnTo>
                        <a:pt x="4988" y="3608"/>
                      </a:lnTo>
                      <a:lnTo>
                        <a:pt x="4988" y="3610"/>
                      </a:lnTo>
                      <a:lnTo>
                        <a:pt x="4989" y="3611"/>
                      </a:lnTo>
                      <a:lnTo>
                        <a:pt x="4991" y="3613"/>
                      </a:lnTo>
                      <a:lnTo>
                        <a:pt x="4994" y="3616"/>
                      </a:lnTo>
                      <a:lnTo>
                        <a:pt x="5000" y="3618"/>
                      </a:lnTo>
                      <a:lnTo>
                        <a:pt x="5006" y="3622"/>
                      </a:lnTo>
                      <a:lnTo>
                        <a:pt x="5007" y="3627"/>
                      </a:lnTo>
                      <a:lnTo>
                        <a:pt x="5007" y="3632"/>
                      </a:lnTo>
                      <a:lnTo>
                        <a:pt x="5007" y="3638"/>
                      </a:lnTo>
                      <a:lnTo>
                        <a:pt x="5007" y="3647"/>
                      </a:lnTo>
                      <a:lnTo>
                        <a:pt x="5008" y="3652"/>
                      </a:lnTo>
                      <a:lnTo>
                        <a:pt x="5010" y="3656"/>
                      </a:lnTo>
                      <a:lnTo>
                        <a:pt x="5011" y="3660"/>
                      </a:lnTo>
                      <a:lnTo>
                        <a:pt x="5014" y="3666"/>
                      </a:lnTo>
                      <a:lnTo>
                        <a:pt x="5019" y="3671"/>
                      </a:lnTo>
                      <a:lnTo>
                        <a:pt x="5024" y="3676"/>
                      </a:lnTo>
                      <a:lnTo>
                        <a:pt x="5031" y="3682"/>
                      </a:lnTo>
                      <a:lnTo>
                        <a:pt x="5038" y="3690"/>
                      </a:lnTo>
                      <a:lnTo>
                        <a:pt x="5041" y="3693"/>
                      </a:lnTo>
                      <a:lnTo>
                        <a:pt x="5043" y="3697"/>
                      </a:lnTo>
                      <a:lnTo>
                        <a:pt x="5045" y="3703"/>
                      </a:lnTo>
                      <a:lnTo>
                        <a:pt x="5046" y="3709"/>
                      </a:lnTo>
                      <a:lnTo>
                        <a:pt x="5046" y="3713"/>
                      </a:lnTo>
                      <a:lnTo>
                        <a:pt x="5045" y="3718"/>
                      </a:lnTo>
                      <a:lnTo>
                        <a:pt x="5044" y="3720"/>
                      </a:lnTo>
                      <a:lnTo>
                        <a:pt x="5042" y="3723"/>
                      </a:lnTo>
                      <a:lnTo>
                        <a:pt x="5041" y="3725"/>
                      </a:lnTo>
                      <a:lnTo>
                        <a:pt x="5038" y="3726"/>
                      </a:lnTo>
                      <a:lnTo>
                        <a:pt x="5035" y="3729"/>
                      </a:lnTo>
                      <a:lnTo>
                        <a:pt x="5031" y="3730"/>
                      </a:lnTo>
                      <a:lnTo>
                        <a:pt x="5024" y="3732"/>
                      </a:lnTo>
                      <a:lnTo>
                        <a:pt x="5017" y="3734"/>
                      </a:lnTo>
                      <a:lnTo>
                        <a:pt x="5007" y="3734"/>
                      </a:lnTo>
                      <a:lnTo>
                        <a:pt x="4997" y="3734"/>
                      </a:lnTo>
                      <a:lnTo>
                        <a:pt x="4992" y="3732"/>
                      </a:lnTo>
                      <a:lnTo>
                        <a:pt x="4987" y="3732"/>
                      </a:lnTo>
                      <a:lnTo>
                        <a:pt x="4982" y="3731"/>
                      </a:lnTo>
                      <a:lnTo>
                        <a:pt x="4976" y="3730"/>
                      </a:lnTo>
                      <a:lnTo>
                        <a:pt x="4972" y="3730"/>
                      </a:lnTo>
                      <a:lnTo>
                        <a:pt x="4967" y="3730"/>
                      </a:lnTo>
                      <a:lnTo>
                        <a:pt x="4960" y="3730"/>
                      </a:lnTo>
                      <a:lnTo>
                        <a:pt x="4956" y="3731"/>
                      </a:lnTo>
                      <a:lnTo>
                        <a:pt x="4948" y="3735"/>
                      </a:lnTo>
                      <a:lnTo>
                        <a:pt x="4941" y="3739"/>
                      </a:lnTo>
                      <a:lnTo>
                        <a:pt x="4932" y="3743"/>
                      </a:lnTo>
                      <a:lnTo>
                        <a:pt x="4924" y="3745"/>
                      </a:lnTo>
                      <a:lnTo>
                        <a:pt x="4918" y="3745"/>
                      </a:lnTo>
                      <a:lnTo>
                        <a:pt x="4912" y="3744"/>
                      </a:lnTo>
                      <a:lnTo>
                        <a:pt x="4907" y="3743"/>
                      </a:lnTo>
                      <a:lnTo>
                        <a:pt x="4901" y="3741"/>
                      </a:lnTo>
                      <a:lnTo>
                        <a:pt x="4893" y="3737"/>
                      </a:lnTo>
                      <a:lnTo>
                        <a:pt x="4884" y="3736"/>
                      </a:lnTo>
                      <a:lnTo>
                        <a:pt x="4878" y="3735"/>
                      </a:lnTo>
                      <a:lnTo>
                        <a:pt x="4871" y="3735"/>
                      </a:lnTo>
                      <a:lnTo>
                        <a:pt x="4865" y="3736"/>
                      </a:lnTo>
                      <a:lnTo>
                        <a:pt x="4860" y="3736"/>
                      </a:lnTo>
                      <a:lnTo>
                        <a:pt x="4851" y="3739"/>
                      </a:lnTo>
                      <a:lnTo>
                        <a:pt x="4842" y="3747"/>
                      </a:lnTo>
                      <a:lnTo>
                        <a:pt x="4840" y="3748"/>
                      </a:lnTo>
                      <a:lnTo>
                        <a:pt x="4838" y="3750"/>
                      </a:lnTo>
                      <a:lnTo>
                        <a:pt x="4836" y="3751"/>
                      </a:lnTo>
                      <a:lnTo>
                        <a:pt x="4834" y="3754"/>
                      </a:lnTo>
                      <a:lnTo>
                        <a:pt x="4830" y="3755"/>
                      </a:lnTo>
                      <a:lnTo>
                        <a:pt x="4827" y="3756"/>
                      </a:lnTo>
                      <a:lnTo>
                        <a:pt x="4825" y="3756"/>
                      </a:lnTo>
                      <a:lnTo>
                        <a:pt x="4824" y="3755"/>
                      </a:lnTo>
                      <a:lnTo>
                        <a:pt x="4821" y="3754"/>
                      </a:lnTo>
                      <a:lnTo>
                        <a:pt x="4818" y="3751"/>
                      </a:lnTo>
                      <a:lnTo>
                        <a:pt x="4813" y="3745"/>
                      </a:lnTo>
                      <a:lnTo>
                        <a:pt x="4810" y="3738"/>
                      </a:lnTo>
                      <a:lnTo>
                        <a:pt x="4806" y="3735"/>
                      </a:lnTo>
                      <a:lnTo>
                        <a:pt x="4804" y="3730"/>
                      </a:lnTo>
                      <a:lnTo>
                        <a:pt x="4791" y="3713"/>
                      </a:lnTo>
                      <a:lnTo>
                        <a:pt x="4780" y="3700"/>
                      </a:lnTo>
                      <a:lnTo>
                        <a:pt x="4773" y="3692"/>
                      </a:lnTo>
                      <a:lnTo>
                        <a:pt x="4765" y="3685"/>
                      </a:lnTo>
                      <a:lnTo>
                        <a:pt x="4755" y="3678"/>
                      </a:lnTo>
                      <a:lnTo>
                        <a:pt x="4746" y="3672"/>
                      </a:lnTo>
                      <a:lnTo>
                        <a:pt x="4736" y="3667"/>
                      </a:lnTo>
                      <a:lnTo>
                        <a:pt x="4725" y="3662"/>
                      </a:lnTo>
                      <a:lnTo>
                        <a:pt x="4714" y="3659"/>
                      </a:lnTo>
                      <a:lnTo>
                        <a:pt x="4702" y="3656"/>
                      </a:lnTo>
                      <a:lnTo>
                        <a:pt x="4691" y="3654"/>
                      </a:lnTo>
                      <a:lnTo>
                        <a:pt x="4678" y="3654"/>
                      </a:lnTo>
                      <a:lnTo>
                        <a:pt x="4654" y="3654"/>
                      </a:lnTo>
                      <a:lnTo>
                        <a:pt x="4633" y="3657"/>
                      </a:lnTo>
                      <a:lnTo>
                        <a:pt x="4622" y="3660"/>
                      </a:lnTo>
                      <a:lnTo>
                        <a:pt x="4614" y="3662"/>
                      </a:lnTo>
                      <a:lnTo>
                        <a:pt x="4608" y="3665"/>
                      </a:lnTo>
                      <a:lnTo>
                        <a:pt x="4603" y="3668"/>
                      </a:lnTo>
                      <a:lnTo>
                        <a:pt x="4598" y="3674"/>
                      </a:lnTo>
                      <a:lnTo>
                        <a:pt x="4596" y="3682"/>
                      </a:lnTo>
                      <a:lnTo>
                        <a:pt x="4595" y="3692"/>
                      </a:lnTo>
                      <a:lnTo>
                        <a:pt x="4594" y="3704"/>
                      </a:lnTo>
                      <a:lnTo>
                        <a:pt x="4594" y="3728"/>
                      </a:lnTo>
                      <a:lnTo>
                        <a:pt x="4596" y="3751"/>
                      </a:lnTo>
                      <a:lnTo>
                        <a:pt x="4598" y="3769"/>
                      </a:lnTo>
                      <a:lnTo>
                        <a:pt x="4601" y="3786"/>
                      </a:lnTo>
                      <a:lnTo>
                        <a:pt x="4599" y="3792"/>
                      </a:lnTo>
                      <a:lnTo>
                        <a:pt x="4598" y="3799"/>
                      </a:lnTo>
                      <a:lnTo>
                        <a:pt x="4596" y="3804"/>
                      </a:lnTo>
                      <a:lnTo>
                        <a:pt x="4591" y="3810"/>
                      </a:lnTo>
                      <a:lnTo>
                        <a:pt x="4580" y="3820"/>
                      </a:lnTo>
                      <a:lnTo>
                        <a:pt x="4569" y="3832"/>
                      </a:lnTo>
                      <a:lnTo>
                        <a:pt x="4554" y="3844"/>
                      </a:lnTo>
                      <a:lnTo>
                        <a:pt x="4540" y="3856"/>
                      </a:lnTo>
                      <a:lnTo>
                        <a:pt x="4536" y="3860"/>
                      </a:lnTo>
                      <a:lnTo>
                        <a:pt x="4534" y="3863"/>
                      </a:lnTo>
                      <a:lnTo>
                        <a:pt x="4532" y="3867"/>
                      </a:lnTo>
                      <a:lnTo>
                        <a:pt x="4529" y="3871"/>
                      </a:lnTo>
                      <a:lnTo>
                        <a:pt x="4528" y="3879"/>
                      </a:lnTo>
                      <a:lnTo>
                        <a:pt x="4527" y="3886"/>
                      </a:lnTo>
                      <a:lnTo>
                        <a:pt x="4528" y="3892"/>
                      </a:lnTo>
                      <a:lnTo>
                        <a:pt x="4532" y="3896"/>
                      </a:lnTo>
                      <a:lnTo>
                        <a:pt x="4536" y="3901"/>
                      </a:lnTo>
                      <a:lnTo>
                        <a:pt x="4546" y="3905"/>
                      </a:lnTo>
                      <a:lnTo>
                        <a:pt x="4558" y="3907"/>
                      </a:lnTo>
                      <a:lnTo>
                        <a:pt x="4571" y="3909"/>
                      </a:lnTo>
                      <a:lnTo>
                        <a:pt x="4578" y="3911"/>
                      </a:lnTo>
                      <a:lnTo>
                        <a:pt x="4584" y="3914"/>
                      </a:lnTo>
                      <a:lnTo>
                        <a:pt x="4590" y="3918"/>
                      </a:lnTo>
                      <a:lnTo>
                        <a:pt x="4594" y="3923"/>
                      </a:lnTo>
                      <a:lnTo>
                        <a:pt x="4601" y="3933"/>
                      </a:lnTo>
                      <a:lnTo>
                        <a:pt x="4607" y="3942"/>
                      </a:lnTo>
                      <a:lnTo>
                        <a:pt x="4613" y="3949"/>
                      </a:lnTo>
                      <a:lnTo>
                        <a:pt x="4621" y="3956"/>
                      </a:lnTo>
                      <a:lnTo>
                        <a:pt x="4629" y="3962"/>
                      </a:lnTo>
                      <a:lnTo>
                        <a:pt x="4638" y="3968"/>
                      </a:lnTo>
                      <a:lnTo>
                        <a:pt x="4642" y="3970"/>
                      </a:lnTo>
                      <a:lnTo>
                        <a:pt x="4645" y="3974"/>
                      </a:lnTo>
                      <a:lnTo>
                        <a:pt x="4647" y="3976"/>
                      </a:lnTo>
                      <a:lnTo>
                        <a:pt x="4647" y="3980"/>
                      </a:lnTo>
                      <a:lnTo>
                        <a:pt x="4646" y="3985"/>
                      </a:lnTo>
                      <a:lnTo>
                        <a:pt x="4641" y="3993"/>
                      </a:lnTo>
                      <a:lnTo>
                        <a:pt x="4636" y="3999"/>
                      </a:lnTo>
                      <a:lnTo>
                        <a:pt x="4633" y="4006"/>
                      </a:lnTo>
                      <a:lnTo>
                        <a:pt x="4629" y="4009"/>
                      </a:lnTo>
                      <a:lnTo>
                        <a:pt x="4626" y="4012"/>
                      </a:lnTo>
                      <a:lnTo>
                        <a:pt x="4621" y="4014"/>
                      </a:lnTo>
                      <a:lnTo>
                        <a:pt x="4615" y="4015"/>
                      </a:lnTo>
                      <a:lnTo>
                        <a:pt x="4603" y="4015"/>
                      </a:lnTo>
                      <a:lnTo>
                        <a:pt x="4591" y="4016"/>
                      </a:lnTo>
                      <a:lnTo>
                        <a:pt x="4588" y="4018"/>
                      </a:lnTo>
                      <a:lnTo>
                        <a:pt x="4586" y="4020"/>
                      </a:lnTo>
                      <a:lnTo>
                        <a:pt x="4588" y="4022"/>
                      </a:lnTo>
                      <a:lnTo>
                        <a:pt x="4590" y="4025"/>
                      </a:lnTo>
                      <a:lnTo>
                        <a:pt x="4598" y="4031"/>
                      </a:lnTo>
                      <a:lnTo>
                        <a:pt x="4605" y="4037"/>
                      </a:lnTo>
                      <a:lnTo>
                        <a:pt x="4608" y="4040"/>
                      </a:lnTo>
                      <a:lnTo>
                        <a:pt x="4608" y="4046"/>
                      </a:lnTo>
                      <a:lnTo>
                        <a:pt x="4608" y="4052"/>
                      </a:lnTo>
                      <a:lnTo>
                        <a:pt x="4607" y="4059"/>
                      </a:lnTo>
                      <a:lnTo>
                        <a:pt x="4602" y="4073"/>
                      </a:lnTo>
                      <a:lnTo>
                        <a:pt x="4595" y="4087"/>
                      </a:lnTo>
                      <a:lnTo>
                        <a:pt x="4585" y="4097"/>
                      </a:lnTo>
                      <a:lnTo>
                        <a:pt x="4576" y="4107"/>
                      </a:lnTo>
                      <a:lnTo>
                        <a:pt x="4572" y="4111"/>
                      </a:lnTo>
                      <a:lnTo>
                        <a:pt x="4569" y="4116"/>
                      </a:lnTo>
                      <a:lnTo>
                        <a:pt x="4566" y="4121"/>
                      </a:lnTo>
                      <a:lnTo>
                        <a:pt x="4565" y="4127"/>
                      </a:lnTo>
                      <a:lnTo>
                        <a:pt x="4564" y="4136"/>
                      </a:lnTo>
                      <a:lnTo>
                        <a:pt x="4561" y="4145"/>
                      </a:lnTo>
                      <a:lnTo>
                        <a:pt x="4558" y="4152"/>
                      </a:lnTo>
                      <a:lnTo>
                        <a:pt x="4552" y="4160"/>
                      </a:lnTo>
                      <a:lnTo>
                        <a:pt x="4548" y="4165"/>
                      </a:lnTo>
                      <a:lnTo>
                        <a:pt x="4546" y="4170"/>
                      </a:lnTo>
                      <a:lnTo>
                        <a:pt x="4545" y="4174"/>
                      </a:lnTo>
                      <a:lnTo>
                        <a:pt x="4545" y="4179"/>
                      </a:lnTo>
                      <a:lnTo>
                        <a:pt x="4546" y="4184"/>
                      </a:lnTo>
                      <a:lnTo>
                        <a:pt x="4550" y="4188"/>
                      </a:lnTo>
                      <a:lnTo>
                        <a:pt x="4555" y="4190"/>
                      </a:lnTo>
                      <a:lnTo>
                        <a:pt x="4563" y="4191"/>
                      </a:lnTo>
                      <a:lnTo>
                        <a:pt x="4567" y="4191"/>
                      </a:lnTo>
                      <a:lnTo>
                        <a:pt x="4570" y="4192"/>
                      </a:lnTo>
                      <a:lnTo>
                        <a:pt x="4572" y="4194"/>
                      </a:lnTo>
                      <a:lnTo>
                        <a:pt x="4572" y="4195"/>
                      </a:lnTo>
                      <a:lnTo>
                        <a:pt x="4572" y="4198"/>
                      </a:lnTo>
                      <a:lnTo>
                        <a:pt x="4569" y="4204"/>
                      </a:lnTo>
                      <a:lnTo>
                        <a:pt x="4565" y="4210"/>
                      </a:lnTo>
                      <a:lnTo>
                        <a:pt x="4560" y="4217"/>
                      </a:lnTo>
                      <a:lnTo>
                        <a:pt x="4558" y="4226"/>
                      </a:lnTo>
                      <a:lnTo>
                        <a:pt x="4557" y="4235"/>
                      </a:lnTo>
                      <a:lnTo>
                        <a:pt x="4558" y="4243"/>
                      </a:lnTo>
                      <a:lnTo>
                        <a:pt x="4561" y="4251"/>
                      </a:lnTo>
                      <a:lnTo>
                        <a:pt x="4565" y="4256"/>
                      </a:lnTo>
                      <a:lnTo>
                        <a:pt x="4570" y="4262"/>
                      </a:lnTo>
                      <a:lnTo>
                        <a:pt x="4580" y="4271"/>
                      </a:lnTo>
                      <a:lnTo>
                        <a:pt x="4589" y="4278"/>
                      </a:lnTo>
                      <a:lnTo>
                        <a:pt x="4592" y="4283"/>
                      </a:lnTo>
                      <a:lnTo>
                        <a:pt x="4595" y="4290"/>
                      </a:lnTo>
                      <a:lnTo>
                        <a:pt x="4596" y="4299"/>
                      </a:lnTo>
                      <a:lnTo>
                        <a:pt x="4596" y="4308"/>
                      </a:lnTo>
                      <a:lnTo>
                        <a:pt x="4595" y="4317"/>
                      </a:lnTo>
                      <a:lnTo>
                        <a:pt x="4594" y="4325"/>
                      </a:lnTo>
                      <a:lnTo>
                        <a:pt x="4591" y="4333"/>
                      </a:lnTo>
                      <a:lnTo>
                        <a:pt x="4589" y="4339"/>
                      </a:lnTo>
                      <a:lnTo>
                        <a:pt x="4585" y="4341"/>
                      </a:lnTo>
                      <a:lnTo>
                        <a:pt x="4580" y="4343"/>
                      </a:lnTo>
                      <a:lnTo>
                        <a:pt x="4576" y="4343"/>
                      </a:lnTo>
                      <a:lnTo>
                        <a:pt x="4571" y="4342"/>
                      </a:lnTo>
                      <a:lnTo>
                        <a:pt x="4565" y="4340"/>
                      </a:lnTo>
                      <a:lnTo>
                        <a:pt x="4560" y="4336"/>
                      </a:lnTo>
                      <a:lnTo>
                        <a:pt x="4555" y="4333"/>
                      </a:lnTo>
                      <a:lnTo>
                        <a:pt x="4552" y="4328"/>
                      </a:lnTo>
                      <a:lnTo>
                        <a:pt x="4545" y="4316"/>
                      </a:lnTo>
                      <a:lnTo>
                        <a:pt x="4541" y="4306"/>
                      </a:lnTo>
                      <a:lnTo>
                        <a:pt x="4539" y="4303"/>
                      </a:lnTo>
                      <a:lnTo>
                        <a:pt x="4536" y="4300"/>
                      </a:lnTo>
                      <a:lnTo>
                        <a:pt x="4534" y="4300"/>
                      </a:lnTo>
                      <a:lnTo>
                        <a:pt x="4531" y="4302"/>
                      </a:lnTo>
                      <a:lnTo>
                        <a:pt x="4523" y="4308"/>
                      </a:lnTo>
                      <a:lnTo>
                        <a:pt x="4517" y="4311"/>
                      </a:lnTo>
                      <a:lnTo>
                        <a:pt x="4515" y="4312"/>
                      </a:lnTo>
                      <a:lnTo>
                        <a:pt x="4512" y="4312"/>
                      </a:lnTo>
                      <a:lnTo>
                        <a:pt x="4509" y="4312"/>
                      </a:lnTo>
                      <a:lnTo>
                        <a:pt x="4506" y="4310"/>
                      </a:lnTo>
                      <a:lnTo>
                        <a:pt x="4503" y="4309"/>
                      </a:lnTo>
                      <a:lnTo>
                        <a:pt x="4500" y="4308"/>
                      </a:lnTo>
                      <a:lnTo>
                        <a:pt x="4496" y="4308"/>
                      </a:lnTo>
                      <a:lnTo>
                        <a:pt x="4492" y="4309"/>
                      </a:lnTo>
                      <a:lnTo>
                        <a:pt x="4483" y="4312"/>
                      </a:lnTo>
                      <a:lnTo>
                        <a:pt x="4471" y="4319"/>
                      </a:lnTo>
                      <a:lnTo>
                        <a:pt x="4464" y="4322"/>
                      </a:lnTo>
                      <a:lnTo>
                        <a:pt x="4457" y="4323"/>
                      </a:lnTo>
                      <a:lnTo>
                        <a:pt x="4450" y="4323"/>
                      </a:lnTo>
                      <a:lnTo>
                        <a:pt x="4443" y="4321"/>
                      </a:lnTo>
                      <a:lnTo>
                        <a:pt x="4426" y="4314"/>
                      </a:lnTo>
                      <a:lnTo>
                        <a:pt x="4406" y="4304"/>
                      </a:lnTo>
                      <a:lnTo>
                        <a:pt x="4395" y="4300"/>
                      </a:lnTo>
                      <a:lnTo>
                        <a:pt x="4387" y="4299"/>
                      </a:lnTo>
                      <a:lnTo>
                        <a:pt x="4378" y="4300"/>
                      </a:lnTo>
                      <a:lnTo>
                        <a:pt x="4371" y="4303"/>
                      </a:lnTo>
                      <a:lnTo>
                        <a:pt x="4365" y="4308"/>
                      </a:lnTo>
                      <a:lnTo>
                        <a:pt x="4358" y="4315"/>
                      </a:lnTo>
                      <a:lnTo>
                        <a:pt x="4351" y="4323"/>
                      </a:lnTo>
                      <a:lnTo>
                        <a:pt x="4343" y="4334"/>
                      </a:lnTo>
                      <a:lnTo>
                        <a:pt x="4336" y="4343"/>
                      </a:lnTo>
                      <a:lnTo>
                        <a:pt x="4330" y="4352"/>
                      </a:lnTo>
                      <a:lnTo>
                        <a:pt x="4327" y="4359"/>
                      </a:lnTo>
                      <a:lnTo>
                        <a:pt x="4325" y="4363"/>
                      </a:lnTo>
                      <a:lnTo>
                        <a:pt x="4324" y="4373"/>
                      </a:lnTo>
                      <a:lnTo>
                        <a:pt x="4323" y="4384"/>
                      </a:lnTo>
                      <a:lnTo>
                        <a:pt x="4320" y="4390"/>
                      </a:lnTo>
                      <a:lnTo>
                        <a:pt x="4318" y="4393"/>
                      </a:lnTo>
                      <a:lnTo>
                        <a:pt x="4314" y="4396"/>
                      </a:lnTo>
                      <a:lnTo>
                        <a:pt x="4311" y="4398"/>
                      </a:lnTo>
                      <a:lnTo>
                        <a:pt x="4307" y="4398"/>
                      </a:lnTo>
                      <a:lnTo>
                        <a:pt x="4302" y="4398"/>
                      </a:lnTo>
                      <a:lnTo>
                        <a:pt x="4298" y="4397"/>
                      </a:lnTo>
                      <a:lnTo>
                        <a:pt x="4293" y="4394"/>
                      </a:lnTo>
                      <a:lnTo>
                        <a:pt x="4290" y="4394"/>
                      </a:lnTo>
                      <a:lnTo>
                        <a:pt x="4288" y="4394"/>
                      </a:lnTo>
                      <a:lnTo>
                        <a:pt x="4287" y="4396"/>
                      </a:lnTo>
                      <a:lnTo>
                        <a:pt x="4286" y="4397"/>
                      </a:lnTo>
                      <a:lnTo>
                        <a:pt x="4284" y="4402"/>
                      </a:lnTo>
                      <a:lnTo>
                        <a:pt x="4284" y="4407"/>
                      </a:lnTo>
                      <a:lnTo>
                        <a:pt x="4284" y="4415"/>
                      </a:lnTo>
                      <a:lnTo>
                        <a:pt x="4287" y="4423"/>
                      </a:lnTo>
                      <a:lnTo>
                        <a:pt x="4289" y="4430"/>
                      </a:lnTo>
                      <a:lnTo>
                        <a:pt x="4293" y="4437"/>
                      </a:lnTo>
                      <a:lnTo>
                        <a:pt x="4298" y="4443"/>
                      </a:lnTo>
                      <a:lnTo>
                        <a:pt x="4302" y="4448"/>
                      </a:lnTo>
                      <a:lnTo>
                        <a:pt x="4308" y="4451"/>
                      </a:lnTo>
                      <a:lnTo>
                        <a:pt x="4314" y="4455"/>
                      </a:lnTo>
                      <a:lnTo>
                        <a:pt x="4326" y="4460"/>
                      </a:lnTo>
                      <a:lnTo>
                        <a:pt x="4338" y="4462"/>
                      </a:lnTo>
                      <a:lnTo>
                        <a:pt x="4349" y="4464"/>
                      </a:lnTo>
                      <a:lnTo>
                        <a:pt x="4359" y="4469"/>
                      </a:lnTo>
                      <a:lnTo>
                        <a:pt x="4364" y="4472"/>
                      </a:lnTo>
                      <a:lnTo>
                        <a:pt x="4369" y="4475"/>
                      </a:lnTo>
                      <a:lnTo>
                        <a:pt x="4372" y="4481"/>
                      </a:lnTo>
                      <a:lnTo>
                        <a:pt x="4375" y="4487"/>
                      </a:lnTo>
                      <a:lnTo>
                        <a:pt x="4377" y="4493"/>
                      </a:lnTo>
                      <a:lnTo>
                        <a:pt x="4378" y="4499"/>
                      </a:lnTo>
                      <a:lnTo>
                        <a:pt x="4377" y="4504"/>
                      </a:lnTo>
                      <a:lnTo>
                        <a:pt x="4376" y="4506"/>
                      </a:lnTo>
                      <a:lnTo>
                        <a:pt x="4375" y="4508"/>
                      </a:lnTo>
                      <a:lnTo>
                        <a:pt x="4372" y="4510"/>
                      </a:lnTo>
                      <a:lnTo>
                        <a:pt x="4370" y="4508"/>
                      </a:lnTo>
                      <a:lnTo>
                        <a:pt x="4369" y="4506"/>
                      </a:lnTo>
                      <a:lnTo>
                        <a:pt x="4365" y="4500"/>
                      </a:lnTo>
                      <a:lnTo>
                        <a:pt x="4362" y="4497"/>
                      </a:lnTo>
                      <a:lnTo>
                        <a:pt x="4358" y="4495"/>
                      </a:lnTo>
                      <a:lnTo>
                        <a:pt x="4353" y="4495"/>
                      </a:lnTo>
                      <a:lnTo>
                        <a:pt x="4352" y="4497"/>
                      </a:lnTo>
                      <a:lnTo>
                        <a:pt x="4351" y="4501"/>
                      </a:lnTo>
                      <a:lnTo>
                        <a:pt x="4351" y="4507"/>
                      </a:lnTo>
                      <a:lnTo>
                        <a:pt x="4352" y="4516"/>
                      </a:lnTo>
                      <a:lnTo>
                        <a:pt x="4355" y="4533"/>
                      </a:lnTo>
                      <a:lnTo>
                        <a:pt x="4355" y="4551"/>
                      </a:lnTo>
                      <a:lnTo>
                        <a:pt x="4355" y="4560"/>
                      </a:lnTo>
                      <a:lnTo>
                        <a:pt x="4353" y="4566"/>
                      </a:lnTo>
                      <a:lnTo>
                        <a:pt x="4352" y="4571"/>
                      </a:lnTo>
                      <a:lnTo>
                        <a:pt x="4350" y="4576"/>
                      </a:lnTo>
                      <a:lnTo>
                        <a:pt x="4347" y="4580"/>
                      </a:lnTo>
                      <a:lnTo>
                        <a:pt x="4344" y="4582"/>
                      </a:lnTo>
                      <a:lnTo>
                        <a:pt x="4340" y="4583"/>
                      </a:lnTo>
                      <a:lnTo>
                        <a:pt x="4336" y="4585"/>
                      </a:lnTo>
                      <a:lnTo>
                        <a:pt x="4326" y="4586"/>
                      </a:lnTo>
                      <a:lnTo>
                        <a:pt x="4314" y="4589"/>
                      </a:lnTo>
                      <a:lnTo>
                        <a:pt x="4300" y="4595"/>
                      </a:lnTo>
                      <a:lnTo>
                        <a:pt x="4284" y="4604"/>
                      </a:lnTo>
                      <a:lnTo>
                        <a:pt x="4275" y="4608"/>
                      </a:lnTo>
                      <a:lnTo>
                        <a:pt x="4264" y="4612"/>
                      </a:lnTo>
                      <a:lnTo>
                        <a:pt x="4254" y="4614"/>
                      </a:lnTo>
                      <a:lnTo>
                        <a:pt x="4243" y="4615"/>
                      </a:lnTo>
                      <a:lnTo>
                        <a:pt x="4233" y="4615"/>
                      </a:lnTo>
                      <a:lnTo>
                        <a:pt x="4224" y="4614"/>
                      </a:lnTo>
                      <a:lnTo>
                        <a:pt x="4217" y="4612"/>
                      </a:lnTo>
                      <a:lnTo>
                        <a:pt x="4210" y="4608"/>
                      </a:lnTo>
                      <a:lnTo>
                        <a:pt x="4204" y="4605"/>
                      </a:lnTo>
                      <a:lnTo>
                        <a:pt x="4198" y="4601"/>
                      </a:lnTo>
                      <a:lnTo>
                        <a:pt x="4192" y="4599"/>
                      </a:lnTo>
                      <a:lnTo>
                        <a:pt x="4186" y="4596"/>
                      </a:lnTo>
                      <a:lnTo>
                        <a:pt x="4179" y="4596"/>
                      </a:lnTo>
                      <a:lnTo>
                        <a:pt x="4173" y="4598"/>
                      </a:lnTo>
                      <a:lnTo>
                        <a:pt x="4166" y="4600"/>
                      </a:lnTo>
                      <a:lnTo>
                        <a:pt x="4160" y="4606"/>
                      </a:lnTo>
                      <a:lnTo>
                        <a:pt x="4155" y="4612"/>
                      </a:lnTo>
                      <a:lnTo>
                        <a:pt x="4151" y="4618"/>
                      </a:lnTo>
                      <a:lnTo>
                        <a:pt x="4150" y="4625"/>
                      </a:lnTo>
                      <a:lnTo>
                        <a:pt x="4149" y="4632"/>
                      </a:lnTo>
                      <a:lnTo>
                        <a:pt x="4150" y="4639"/>
                      </a:lnTo>
                      <a:lnTo>
                        <a:pt x="4151" y="4646"/>
                      </a:lnTo>
                      <a:lnTo>
                        <a:pt x="4155" y="4652"/>
                      </a:lnTo>
                      <a:lnTo>
                        <a:pt x="4158" y="4658"/>
                      </a:lnTo>
                      <a:lnTo>
                        <a:pt x="4161" y="4664"/>
                      </a:lnTo>
                      <a:lnTo>
                        <a:pt x="4163" y="4669"/>
                      </a:lnTo>
                      <a:lnTo>
                        <a:pt x="4164" y="4675"/>
                      </a:lnTo>
                      <a:lnTo>
                        <a:pt x="4163" y="4680"/>
                      </a:lnTo>
                      <a:lnTo>
                        <a:pt x="4161" y="4683"/>
                      </a:lnTo>
                      <a:lnTo>
                        <a:pt x="4158" y="4686"/>
                      </a:lnTo>
                      <a:lnTo>
                        <a:pt x="4154" y="4688"/>
                      </a:lnTo>
                      <a:lnTo>
                        <a:pt x="4149" y="4690"/>
                      </a:lnTo>
                      <a:lnTo>
                        <a:pt x="4139" y="4695"/>
                      </a:lnTo>
                      <a:lnTo>
                        <a:pt x="4130" y="4699"/>
                      </a:lnTo>
                      <a:lnTo>
                        <a:pt x="4118" y="4705"/>
                      </a:lnTo>
                      <a:lnTo>
                        <a:pt x="4107" y="4712"/>
                      </a:lnTo>
                      <a:lnTo>
                        <a:pt x="4103" y="4714"/>
                      </a:lnTo>
                      <a:lnTo>
                        <a:pt x="4098" y="4715"/>
                      </a:lnTo>
                      <a:lnTo>
                        <a:pt x="4093" y="4715"/>
                      </a:lnTo>
                      <a:lnTo>
                        <a:pt x="4090" y="4713"/>
                      </a:lnTo>
                      <a:lnTo>
                        <a:pt x="4087" y="4711"/>
                      </a:lnTo>
                      <a:lnTo>
                        <a:pt x="4085" y="4708"/>
                      </a:lnTo>
                      <a:lnTo>
                        <a:pt x="4082" y="4708"/>
                      </a:lnTo>
                      <a:lnTo>
                        <a:pt x="4080" y="4708"/>
                      </a:lnTo>
                      <a:lnTo>
                        <a:pt x="4076" y="4712"/>
                      </a:lnTo>
                      <a:lnTo>
                        <a:pt x="4070" y="4719"/>
                      </a:lnTo>
                      <a:lnTo>
                        <a:pt x="4067" y="4725"/>
                      </a:lnTo>
                      <a:lnTo>
                        <a:pt x="4062" y="4730"/>
                      </a:lnTo>
                      <a:lnTo>
                        <a:pt x="4057" y="4732"/>
                      </a:lnTo>
                      <a:lnTo>
                        <a:pt x="4049" y="4735"/>
                      </a:lnTo>
                      <a:lnTo>
                        <a:pt x="4046" y="4735"/>
                      </a:lnTo>
                      <a:lnTo>
                        <a:pt x="4042" y="4735"/>
                      </a:lnTo>
                      <a:lnTo>
                        <a:pt x="4038" y="4733"/>
                      </a:lnTo>
                      <a:lnTo>
                        <a:pt x="4036" y="4731"/>
                      </a:lnTo>
                      <a:lnTo>
                        <a:pt x="4031" y="4725"/>
                      </a:lnTo>
                      <a:lnTo>
                        <a:pt x="4027" y="4716"/>
                      </a:lnTo>
                      <a:lnTo>
                        <a:pt x="4023" y="4713"/>
                      </a:lnTo>
                      <a:lnTo>
                        <a:pt x="4019" y="4711"/>
                      </a:lnTo>
                      <a:lnTo>
                        <a:pt x="4013" y="4711"/>
                      </a:lnTo>
                      <a:lnTo>
                        <a:pt x="4007" y="4711"/>
                      </a:lnTo>
                      <a:lnTo>
                        <a:pt x="3996" y="4713"/>
                      </a:lnTo>
                      <a:lnTo>
                        <a:pt x="3985" y="4718"/>
                      </a:lnTo>
                      <a:lnTo>
                        <a:pt x="3981" y="4720"/>
                      </a:lnTo>
                      <a:lnTo>
                        <a:pt x="3978" y="4721"/>
                      </a:lnTo>
                      <a:lnTo>
                        <a:pt x="3974" y="4722"/>
                      </a:lnTo>
                      <a:lnTo>
                        <a:pt x="3972" y="4721"/>
                      </a:lnTo>
                      <a:lnTo>
                        <a:pt x="3968" y="4721"/>
                      </a:lnTo>
                      <a:lnTo>
                        <a:pt x="3966" y="4719"/>
                      </a:lnTo>
                      <a:lnTo>
                        <a:pt x="3964" y="4715"/>
                      </a:lnTo>
                      <a:lnTo>
                        <a:pt x="3960" y="4712"/>
                      </a:lnTo>
                      <a:lnTo>
                        <a:pt x="3956" y="4708"/>
                      </a:lnTo>
                      <a:lnTo>
                        <a:pt x="3954" y="4706"/>
                      </a:lnTo>
                      <a:lnTo>
                        <a:pt x="3949" y="4703"/>
                      </a:lnTo>
                      <a:lnTo>
                        <a:pt x="3946" y="4703"/>
                      </a:lnTo>
                      <a:lnTo>
                        <a:pt x="3939" y="4703"/>
                      </a:lnTo>
                      <a:lnTo>
                        <a:pt x="3930" y="4705"/>
                      </a:lnTo>
                      <a:lnTo>
                        <a:pt x="3922" y="4705"/>
                      </a:lnTo>
                      <a:lnTo>
                        <a:pt x="3912" y="4705"/>
                      </a:lnTo>
                      <a:lnTo>
                        <a:pt x="3902" y="4703"/>
                      </a:lnTo>
                      <a:lnTo>
                        <a:pt x="3892" y="4700"/>
                      </a:lnTo>
                      <a:lnTo>
                        <a:pt x="3883" y="4695"/>
                      </a:lnTo>
                      <a:lnTo>
                        <a:pt x="3874" y="4689"/>
                      </a:lnTo>
                      <a:lnTo>
                        <a:pt x="3871" y="4686"/>
                      </a:lnTo>
                      <a:lnTo>
                        <a:pt x="3867" y="4681"/>
                      </a:lnTo>
                      <a:lnTo>
                        <a:pt x="3864" y="4676"/>
                      </a:lnTo>
                      <a:lnTo>
                        <a:pt x="3861" y="4670"/>
                      </a:lnTo>
                      <a:lnTo>
                        <a:pt x="3859" y="4665"/>
                      </a:lnTo>
                      <a:lnTo>
                        <a:pt x="3855" y="4662"/>
                      </a:lnTo>
                      <a:lnTo>
                        <a:pt x="3852" y="4659"/>
                      </a:lnTo>
                      <a:lnTo>
                        <a:pt x="3848" y="4657"/>
                      </a:lnTo>
                      <a:lnTo>
                        <a:pt x="3840" y="4656"/>
                      </a:lnTo>
                      <a:lnTo>
                        <a:pt x="3830" y="4655"/>
                      </a:lnTo>
                      <a:lnTo>
                        <a:pt x="3822" y="4652"/>
                      </a:lnTo>
                      <a:lnTo>
                        <a:pt x="3814" y="4649"/>
                      </a:lnTo>
                      <a:lnTo>
                        <a:pt x="3804" y="4642"/>
                      </a:lnTo>
                      <a:lnTo>
                        <a:pt x="3794" y="4632"/>
                      </a:lnTo>
                      <a:lnTo>
                        <a:pt x="3780" y="4620"/>
                      </a:lnTo>
                      <a:lnTo>
                        <a:pt x="3770" y="4611"/>
                      </a:lnTo>
                      <a:lnTo>
                        <a:pt x="3765" y="4606"/>
                      </a:lnTo>
                      <a:lnTo>
                        <a:pt x="3763" y="4600"/>
                      </a:lnTo>
                      <a:lnTo>
                        <a:pt x="3760" y="4595"/>
                      </a:lnTo>
                      <a:lnTo>
                        <a:pt x="3759" y="4589"/>
                      </a:lnTo>
                      <a:lnTo>
                        <a:pt x="3759" y="4583"/>
                      </a:lnTo>
                      <a:lnTo>
                        <a:pt x="3759" y="4579"/>
                      </a:lnTo>
                      <a:lnTo>
                        <a:pt x="3760" y="4575"/>
                      </a:lnTo>
                      <a:lnTo>
                        <a:pt x="3761" y="4573"/>
                      </a:lnTo>
                      <a:lnTo>
                        <a:pt x="3766" y="4568"/>
                      </a:lnTo>
                      <a:lnTo>
                        <a:pt x="3773" y="4564"/>
                      </a:lnTo>
                      <a:lnTo>
                        <a:pt x="3780" y="4562"/>
                      </a:lnTo>
                      <a:lnTo>
                        <a:pt x="3788" y="4558"/>
                      </a:lnTo>
                      <a:lnTo>
                        <a:pt x="3796" y="4554"/>
                      </a:lnTo>
                      <a:lnTo>
                        <a:pt x="3803" y="4547"/>
                      </a:lnTo>
                      <a:lnTo>
                        <a:pt x="3805" y="4542"/>
                      </a:lnTo>
                      <a:lnTo>
                        <a:pt x="3808" y="4539"/>
                      </a:lnTo>
                      <a:lnTo>
                        <a:pt x="3809" y="4536"/>
                      </a:lnTo>
                      <a:lnTo>
                        <a:pt x="3809" y="4533"/>
                      </a:lnTo>
                      <a:lnTo>
                        <a:pt x="3808" y="4531"/>
                      </a:lnTo>
                      <a:lnTo>
                        <a:pt x="3807" y="4529"/>
                      </a:lnTo>
                      <a:lnTo>
                        <a:pt x="3804" y="4527"/>
                      </a:lnTo>
                      <a:lnTo>
                        <a:pt x="3801" y="4526"/>
                      </a:lnTo>
                      <a:lnTo>
                        <a:pt x="3795" y="4525"/>
                      </a:lnTo>
                      <a:lnTo>
                        <a:pt x="3791" y="4522"/>
                      </a:lnTo>
                      <a:lnTo>
                        <a:pt x="3790" y="4519"/>
                      </a:lnTo>
                      <a:lnTo>
                        <a:pt x="3789" y="4517"/>
                      </a:lnTo>
                      <a:lnTo>
                        <a:pt x="3790" y="4514"/>
                      </a:lnTo>
                      <a:lnTo>
                        <a:pt x="3791" y="4510"/>
                      </a:lnTo>
                      <a:lnTo>
                        <a:pt x="3794" y="4504"/>
                      </a:lnTo>
                      <a:lnTo>
                        <a:pt x="3795" y="4499"/>
                      </a:lnTo>
                      <a:lnTo>
                        <a:pt x="3796" y="4493"/>
                      </a:lnTo>
                      <a:lnTo>
                        <a:pt x="3795" y="4484"/>
                      </a:lnTo>
                      <a:lnTo>
                        <a:pt x="3792" y="4469"/>
                      </a:lnTo>
                      <a:lnTo>
                        <a:pt x="3788" y="4454"/>
                      </a:lnTo>
                      <a:lnTo>
                        <a:pt x="3783" y="4438"/>
                      </a:lnTo>
                      <a:lnTo>
                        <a:pt x="3779" y="4424"/>
                      </a:lnTo>
                      <a:lnTo>
                        <a:pt x="3779" y="4418"/>
                      </a:lnTo>
                      <a:lnTo>
                        <a:pt x="3779" y="4415"/>
                      </a:lnTo>
                      <a:lnTo>
                        <a:pt x="3779" y="4411"/>
                      </a:lnTo>
                      <a:lnTo>
                        <a:pt x="3780" y="4410"/>
                      </a:lnTo>
                      <a:lnTo>
                        <a:pt x="3786" y="4407"/>
                      </a:lnTo>
                      <a:lnTo>
                        <a:pt x="3794" y="4409"/>
                      </a:lnTo>
                      <a:lnTo>
                        <a:pt x="3802" y="4409"/>
                      </a:lnTo>
                      <a:lnTo>
                        <a:pt x="3809" y="4409"/>
                      </a:lnTo>
                      <a:lnTo>
                        <a:pt x="3811" y="4409"/>
                      </a:lnTo>
                      <a:lnTo>
                        <a:pt x="3814" y="4407"/>
                      </a:lnTo>
                      <a:lnTo>
                        <a:pt x="3816" y="4405"/>
                      </a:lnTo>
                      <a:lnTo>
                        <a:pt x="3816" y="4403"/>
                      </a:lnTo>
                      <a:lnTo>
                        <a:pt x="3815" y="4400"/>
                      </a:lnTo>
                      <a:lnTo>
                        <a:pt x="3815" y="4398"/>
                      </a:lnTo>
                      <a:lnTo>
                        <a:pt x="3814" y="4396"/>
                      </a:lnTo>
                      <a:lnTo>
                        <a:pt x="3811" y="4394"/>
                      </a:lnTo>
                      <a:lnTo>
                        <a:pt x="3805" y="4392"/>
                      </a:lnTo>
                      <a:lnTo>
                        <a:pt x="3797" y="4391"/>
                      </a:lnTo>
                      <a:lnTo>
                        <a:pt x="3788" y="4388"/>
                      </a:lnTo>
                      <a:lnTo>
                        <a:pt x="3780" y="4386"/>
                      </a:lnTo>
                      <a:lnTo>
                        <a:pt x="3774" y="4382"/>
                      </a:lnTo>
                      <a:lnTo>
                        <a:pt x="3769" y="4375"/>
                      </a:lnTo>
                      <a:lnTo>
                        <a:pt x="3760" y="4368"/>
                      </a:lnTo>
                      <a:lnTo>
                        <a:pt x="3752" y="4359"/>
                      </a:lnTo>
                      <a:lnTo>
                        <a:pt x="3747" y="4354"/>
                      </a:lnTo>
                      <a:lnTo>
                        <a:pt x="3744" y="4347"/>
                      </a:lnTo>
                      <a:lnTo>
                        <a:pt x="3739" y="4340"/>
                      </a:lnTo>
                      <a:lnTo>
                        <a:pt x="3735" y="4330"/>
                      </a:lnTo>
                      <a:lnTo>
                        <a:pt x="3732" y="4321"/>
                      </a:lnTo>
                      <a:lnTo>
                        <a:pt x="3731" y="4314"/>
                      </a:lnTo>
                      <a:lnTo>
                        <a:pt x="3729" y="4306"/>
                      </a:lnTo>
                      <a:lnTo>
                        <a:pt x="3729" y="4300"/>
                      </a:lnTo>
                      <a:lnTo>
                        <a:pt x="3731" y="4289"/>
                      </a:lnTo>
                      <a:lnTo>
                        <a:pt x="3732" y="4278"/>
                      </a:lnTo>
                      <a:lnTo>
                        <a:pt x="3731" y="4271"/>
                      </a:lnTo>
                      <a:lnTo>
                        <a:pt x="3728" y="4265"/>
                      </a:lnTo>
                      <a:lnTo>
                        <a:pt x="3725" y="4258"/>
                      </a:lnTo>
                      <a:lnTo>
                        <a:pt x="3720" y="4252"/>
                      </a:lnTo>
                      <a:lnTo>
                        <a:pt x="3714" y="4246"/>
                      </a:lnTo>
                      <a:lnTo>
                        <a:pt x="3707" y="4240"/>
                      </a:lnTo>
                      <a:lnTo>
                        <a:pt x="3698" y="4236"/>
                      </a:lnTo>
                      <a:lnTo>
                        <a:pt x="3690" y="4233"/>
                      </a:lnTo>
                      <a:lnTo>
                        <a:pt x="3681" y="4230"/>
                      </a:lnTo>
                      <a:lnTo>
                        <a:pt x="3672" y="4229"/>
                      </a:lnTo>
                      <a:lnTo>
                        <a:pt x="3663" y="4229"/>
                      </a:lnTo>
                      <a:lnTo>
                        <a:pt x="3653" y="4229"/>
                      </a:lnTo>
                      <a:lnTo>
                        <a:pt x="3634" y="4232"/>
                      </a:lnTo>
                      <a:lnTo>
                        <a:pt x="3619" y="4233"/>
                      </a:lnTo>
                      <a:lnTo>
                        <a:pt x="3603" y="4233"/>
                      </a:lnTo>
                      <a:lnTo>
                        <a:pt x="3587" y="4233"/>
                      </a:lnTo>
                      <a:lnTo>
                        <a:pt x="3580" y="4232"/>
                      </a:lnTo>
                      <a:lnTo>
                        <a:pt x="3572" y="4229"/>
                      </a:lnTo>
                      <a:lnTo>
                        <a:pt x="3566" y="4227"/>
                      </a:lnTo>
                      <a:lnTo>
                        <a:pt x="3563" y="4223"/>
                      </a:lnTo>
                      <a:lnTo>
                        <a:pt x="3559" y="4220"/>
                      </a:lnTo>
                      <a:lnTo>
                        <a:pt x="3555" y="4217"/>
                      </a:lnTo>
                      <a:lnTo>
                        <a:pt x="3551" y="4216"/>
                      </a:lnTo>
                      <a:lnTo>
                        <a:pt x="3547" y="4215"/>
                      </a:lnTo>
                      <a:lnTo>
                        <a:pt x="3543" y="4214"/>
                      </a:lnTo>
                      <a:lnTo>
                        <a:pt x="3539" y="4215"/>
                      </a:lnTo>
                      <a:lnTo>
                        <a:pt x="3536" y="4215"/>
                      </a:lnTo>
                      <a:lnTo>
                        <a:pt x="3532" y="4217"/>
                      </a:lnTo>
                      <a:lnTo>
                        <a:pt x="3526" y="4220"/>
                      </a:lnTo>
                      <a:lnTo>
                        <a:pt x="3518" y="4222"/>
                      </a:lnTo>
                      <a:lnTo>
                        <a:pt x="3513" y="4221"/>
                      </a:lnTo>
                      <a:lnTo>
                        <a:pt x="3509" y="4221"/>
                      </a:lnTo>
                      <a:lnTo>
                        <a:pt x="3506" y="4218"/>
                      </a:lnTo>
                      <a:lnTo>
                        <a:pt x="3503" y="4216"/>
                      </a:lnTo>
                      <a:lnTo>
                        <a:pt x="3501" y="4211"/>
                      </a:lnTo>
                      <a:lnTo>
                        <a:pt x="3500" y="4208"/>
                      </a:lnTo>
                      <a:lnTo>
                        <a:pt x="3500" y="4203"/>
                      </a:lnTo>
                      <a:lnTo>
                        <a:pt x="3501" y="4198"/>
                      </a:lnTo>
                      <a:lnTo>
                        <a:pt x="3503" y="4188"/>
                      </a:lnTo>
                      <a:lnTo>
                        <a:pt x="3507" y="4177"/>
                      </a:lnTo>
                      <a:lnTo>
                        <a:pt x="3509" y="4172"/>
                      </a:lnTo>
                      <a:lnTo>
                        <a:pt x="3509" y="4169"/>
                      </a:lnTo>
                      <a:lnTo>
                        <a:pt x="3509" y="4166"/>
                      </a:lnTo>
                      <a:lnTo>
                        <a:pt x="3508" y="4165"/>
                      </a:lnTo>
                      <a:lnTo>
                        <a:pt x="3506" y="4164"/>
                      </a:lnTo>
                      <a:lnTo>
                        <a:pt x="3503" y="4165"/>
                      </a:lnTo>
                      <a:lnTo>
                        <a:pt x="3500" y="4166"/>
                      </a:lnTo>
                      <a:lnTo>
                        <a:pt x="3496" y="4169"/>
                      </a:lnTo>
                      <a:lnTo>
                        <a:pt x="3489" y="4176"/>
                      </a:lnTo>
                      <a:lnTo>
                        <a:pt x="3482" y="4180"/>
                      </a:lnTo>
                      <a:lnTo>
                        <a:pt x="3478" y="4182"/>
                      </a:lnTo>
                      <a:lnTo>
                        <a:pt x="3475" y="4183"/>
                      </a:lnTo>
                      <a:lnTo>
                        <a:pt x="3469" y="4184"/>
                      </a:lnTo>
                      <a:lnTo>
                        <a:pt x="3463" y="4185"/>
                      </a:lnTo>
                      <a:lnTo>
                        <a:pt x="3455" y="4185"/>
                      </a:lnTo>
                      <a:lnTo>
                        <a:pt x="3445" y="4184"/>
                      </a:lnTo>
                      <a:lnTo>
                        <a:pt x="3436" y="4182"/>
                      </a:lnTo>
                      <a:lnTo>
                        <a:pt x="3425" y="4178"/>
                      </a:lnTo>
                      <a:lnTo>
                        <a:pt x="3414" y="4174"/>
                      </a:lnTo>
                      <a:lnTo>
                        <a:pt x="3405" y="4171"/>
                      </a:lnTo>
                      <a:lnTo>
                        <a:pt x="3396" y="4167"/>
                      </a:lnTo>
                      <a:lnTo>
                        <a:pt x="3392" y="4164"/>
                      </a:lnTo>
                      <a:lnTo>
                        <a:pt x="3388" y="4159"/>
                      </a:lnTo>
                      <a:lnTo>
                        <a:pt x="3386" y="4155"/>
                      </a:lnTo>
                      <a:lnTo>
                        <a:pt x="3385" y="4151"/>
                      </a:lnTo>
                      <a:lnTo>
                        <a:pt x="3385" y="4146"/>
                      </a:lnTo>
                      <a:lnTo>
                        <a:pt x="3386" y="4135"/>
                      </a:lnTo>
                      <a:lnTo>
                        <a:pt x="3388" y="4126"/>
                      </a:lnTo>
                      <a:lnTo>
                        <a:pt x="3389" y="4122"/>
                      </a:lnTo>
                      <a:lnTo>
                        <a:pt x="3389" y="4119"/>
                      </a:lnTo>
                      <a:lnTo>
                        <a:pt x="3389" y="4115"/>
                      </a:lnTo>
                      <a:lnTo>
                        <a:pt x="3388" y="4111"/>
                      </a:lnTo>
                      <a:lnTo>
                        <a:pt x="3382" y="4103"/>
                      </a:lnTo>
                      <a:lnTo>
                        <a:pt x="3376" y="4094"/>
                      </a:lnTo>
                      <a:lnTo>
                        <a:pt x="3373" y="4089"/>
                      </a:lnTo>
                      <a:lnTo>
                        <a:pt x="3372" y="4084"/>
                      </a:lnTo>
                      <a:lnTo>
                        <a:pt x="3370" y="4079"/>
                      </a:lnTo>
                      <a:lnTo>
                        <a:pt x="3372" y="4075"/>
                      </a:lnTo>
                      <a:lnTo>
                        <a:pt x="3373" y="4070"/>
                      </a:lnTo>
                      <a:lnTo>
                        <a:pt x="3374" y="4066"/>
                      </a:lnTo>
                      <a:lnTo>
                        <a:pt x="3377" y="4062"/>
                      </a:lnTo>
                      <a:lnTo>
                        <a:pt x="3381" y="4058"/>
                      </a:lnTo>
                      <a:lnTo>
                        <a:pt x="3383" y="4054"/>
                      </a:lnTo>
                      <a:lnTo>
                        <a:pt x="3386" y="4051"/>
                      </a:lnTo>
                      <a:lnTo>
                        <a:pt x="3387" y="4047"/>
                      </a:lnTo>
                      <a:lnTo>
                        <a:pt x="3388" y="4044"/>
                      </a:lnTo>
                      <a:lnTo>
                        <a:pt x="3387" y="4034"/>
                      </a:lnTo>
                      <a:lnTo>
                        <a:pt x="3386" y="4021"/>
                      </a:lnTo>
                      <a:lnTo>
                        <a:pt x="3385" y="4013"/>
                      </a:lnTo>
                      <a:lnTo>
                        <a:pt x="3382" y="4007"/>
                      </a:lnTo>
                      <a:lnTo>
                        <a:pt x="3377" y="4003"/>
                      </a:lnTo>
                      <a:lnTo>
                        <a:pt x="3374" y="4000"/>
                      </a:lnTo>
                      <a:lnTo>
                        <a:pt x="3362" y="3994"/>
                      </a:lnTo>
                      <a:lnTo>
                        <a:pt x="3350" y="3987"/>
                      </a:lnTo>
                      <a:lnTo>
                        <a:pt x="3344" y="3983"/>
                      </a:lnTo>
                      <a:lnTo>
                        <a:pt x="3339" y="3978"/>
                      </a:lnTo>
                      <a:lnTo>
                        <a:pt x="3336" y="3975"/>
                      </a:lnTo>
                      <a:lnTo>
                        <a:pt x="3333" y="3971"/>
                      </a:lnTo>
                      <a:lnTo>
                        <a:pt x="3330" y="3962"/>
                      </a:lnTo>
                      <a:lnTo>
                        <a:pt x="3326" y="3950"/>
                      </a:lnTo>
                      <a:lnTo>
                        <a:pt x="3324" y="3944"/>
                      </a:lnTo>
                      <a:lnTo>
                        <a:pt x="3320" y="3938"/>
                      </a:lnTo>
                      <a:lnTo>
                        <a:pt x="3317" y="3932"/>
                      </a:lnTo>
                      <a:lnTo>
                        <a:pt x="3312" y="3927"/>
                      </a:lnTo>
                      <a:lnTo>
                        <a:pt x="3306" y="3924"/>
                      </a:lnTo>
                      <a:lnTo>
                        <a:pt x="3301" y="3923"/>
                      </a:lnTo>
                      <a:lnTo>
                        <a:pt x="3297" y="3923"/>
                      </a:lnTo>
                      <a:lnTo>
                        <a:pt x="3293" y="3925"/>
                      </a:lnTo>
                      <a:lnTo>
                        <a:pt x="3287" y="3931"/>
                      </a:lnTo>
                      <a:lnTo>
                        <a:pt x="3282" y="3936"/>
                      </a:lnTo>
                      <a:lnTo>
                        <a:pt x="3280" y="3937"/>
                      </a:lnTo>
                      <a:lnTo>
                        <a:pt x="3278" y="3938"/>
                      </a:lnTo>
                      <a:lnTo>
                        <a:pt x="3274" y="3939"/>
                      </a:lnTo>
                      <a:lnTo>
                        <a:pt x="3269" y="3938"/>
                      </a:lnTo>
                      <a:lnTo>
                        <a:pt x="3263" y="3938"/>
                      </a:lnTo>
                      <a:lnTo>
                        <a:pt x="3260" y="3939"/>
                      </a:lnTo>
                      <a:lnTo>
                        <a:pt x="3256" y="3940"/>
                      </a:lnTo>
                      <a:lnTo>
                        <a:pt x="3254" y="3943"/>
                      </a:lnTo>
                      <a:lnTo>
                        <a:pt x="3247" y="3951"/>
                      </a:lnTo>
                      <a:lnTo>
                        <a:pt x="3238" y="3966"/>
                      </a:lnTo>
                      <a:lnTo>
                        <a:pt x="3231" y="3975"/>
                      </a:lnTo>
                      <a:lnTo>
                        <a:pt x="3223" y="3982"/>
                      </a:lnTo>
                      <a:lnTo>
                        <a:pt x="3216" y="3985"/>
                      </a:lnTo>
                      <a:lnTo>
                        <a:pt x="3209" y="3989"/>
                      </a:lnTo>
                      <a:lnTo>
                        <a:pt x="3207" y="3990"/>
                      </a:lnTo>
                      <a:lnTo>
                        <a:pt x="3207" y="3993"/>
                      </a:lnTo>
                      <a:lnTo>
                        <a:pt x="3207" y="3995"/>
                      </a:lnTo>
                      <a:lnTo>
                        <a:pt x="3209" y="3999"/>
                      </a:lnTo>
                      <a:lnTo>
                        <a:pt x="3210" y="4005"/>
                      </a:lnTo>
                      <a:lnTo>
                        <a:pt x="3211" y="4010"/>
                      </a:lnTo>
                      <a:lnTo>
                        <a:pt x="3210" y="4015"/>
                      </a:lnTo>
                      <a:lnTo>
                        <a:pt x="3206" y="4019"/>
                      </a:lnTo>
                      <a:lnTo>
                        <a:pt x="3202" y="4020"/>
                      </a:lnTo>
                      <a:lnTo>
                        <a:pt x="3197" y="4021"/>
                      </a:lnTo>
                      <a:lnTo>
                        <a:pt x="3182" y="4019"/>
                      </a:lnTo>
                      <a:lnTo>
                        <a:pt x="3166" y="4015"/>
                      </a:lnTo>
                      <a:lnTo>
                        <a:pt x="3159" y="4014"/>
                      </a:lnTo>
                      <a:lnTo>
                        <a:pt x="3152" y="4015"/>
                      </a:lnTo>
                      <a:lnTo>
                        <a:pt x="3147" y="4016"/>
                      </a:lnTo>
                      <a:lnTo>
                        <a:pt x="3142" y="4019"/>
                      </a:lnTo>
                      <a:lnTo>
                        <a:pt x="3137" y="4022"/>
                      </a:lnTo>
                      <a:lnTo>
                        <a:pt x="3134" y="4027"/>
                      </a:lnTo>
                      <a:lnTo>
                        <a:pt x="3130" y="4032"/>
                      </a:lnTo>
                      <a:lnTo>
                        <a:pt x="3127" y="4038"/>
                      </a:lnTo>
                      <a:lnTo>
                        <a:pt x="3121" y="4050"/>
                      </a:lnTo>
                      <a:lnTo>
                        <a:pt x="3115" y="4059"/>
                      </a:lnTo>
                      <a:lnTo>
                        <a:pt x="3111" y="4064"/>
                      </a:lnTo>
                      <a:lnTo>
                        <a:pt x="3106" y="4066"/>
                      </a:lnTo>
                      <a:lnTo>
                        <a:pt x="3100" y="4069"/>
                      </a:lnTo>
                      <a:lnTo>
                        <a:pt x="3093" y="4070"/>
                      </a:lnTo>
                      <a:lnTo>
                        <a:pt x="3090" y="4070"/>
                      </a:lnTo>
                      <a:lnTo>
                        <a:pt x="3086" y="4071"/>
                      </a:lnTo>
                      <a:lnTo>
                        <a:pt x="3083" y="4072"/>
                      </a:lnTo>
                      <a:lnTo>
                        <a:pt x="3080" y="4075"/>
                      </a:lnTo>
                      <a:lnTo>
                        <a:pt x="3074" y="4081"/>
                      </a:lnTo>
                      <a:lnTo>
                        <a:pt x="3071" y="4088"/>
                      </a:lnTo>
                      <a:lnTo>
                        <a:pt x="3068" y="4097"/>
                      </a:lnTo>
                      <a:lnTo>
                        <a:pt x="3067" y="4108"/>
                      </a:lnTo>
                      <a:lnTo>
                        <a:pt x="3067" y="4120"/>
                      </a:lnTo>
                      <a:lnTo>
                        <a:pt x="3068" y="4133"/>
                      </a:lnTo>
                      <a:lnTo>
                        <a:pt x="3074" y="4145"/>
                      </a:lnTo>
                      <a:lnTo>
                        <a:pt x="3083" y="4155"/>
                      </a:lnTo>
                      <a:lnTo>
                        <a:pt x="3084" y="4166"/>
                      </a:lnTo>
                      <a:lnTo>
                        <a:pt x="3084" y="4178"/>
                      </a:lnTo>
                      <a:lnTo>
                        <a:pt x="3083" y="4190"/>
                      </a:lnTo>
                      <a:lnTo>
                        <a:pt x="3083" y="4201"/>
                      </a:lnTo>
                      <a:lnTo>
                        <a:pt x="3083" y="4205"/>
                      </a:lnTo>
                      <a:lnTo>
                        <a:pt x="3085" y="4209"/>
                      </a:lnTo>
                      <a:lnTo>
                        <a:pt x="3087" y="4213"/>
                      </a:lnTo>
                      <a:lnTo>
                        <a:pt x="3092" y="4216"/>
                      </a:lnTo>
                      <a:lnTo>
                        <a:pt x="3102" y="4221"/>
                      </a:lnTo>
                      <a:lnTo>
                        <a:pt x="3115" y="4227"/>
                      </a:lnTo>
                      <a:lnTo>
                        <a:pt x="3119" y="4230"/>
                      </a:lnTo>
                      <a:lnTo>
                        <a:pt x="3123" y="4234"/>
                      </a:lnTo>
                      <a:lnTo>
                        <a:pt x="3127" y="4237"/>
                      </a:lnTo>
                      <a:lnTo>
                        <a:pt x="3128" y="4242"/>
                      </a:lnTo>
                      <a:lnTo>
                        <a:pt x="3128" y="4251"/>
                      </a:lnTo>
                      <a:lnTo>
                        <a:pt x="3125" y="4259"/>
                      </a:lnTo>
                      <a:lnTo>
                        <a:pt x="3123" y="4270"/>
                      </a:lnTo>
                      <a:lnTo>
                        <a:pt x="3118" y="4280"/>
                      </a:lnTo>
                      <a:lnTo>
                        <a:pt x="3114" y="4291"/>
                      </a:lnTo>
                      <a:lnTo>
                        <a:pt x="3110" y="4299"/>
                      </a:lnTo>
                      <a:lnTo>
                        <a:pt x="3108" y="4303"/>
                      </a:lnTo>
                      <a:lnTo>
                        <a:pt x="3103" y="4304"/>
                      </a:lnTo>
                      <a:lnTo>
                        <a:pt x="3098" y="4305"/>
                      </a:lnTo>
                      <a:lnTo>
                        <a:pt x="3092" y="4306"/>
                      </a:lnTo>
                      <a:lnTo>
                        <a:pt x="3078" y="4306"/>
                      </a:lnTo>
                      <a:lnTo>
                        <a:pt x="3062" y="4305"/>
                      </a:lnTo>
                      <a:lnTo>
                        <a:pt x="3056" y="4306"/>
                      </a:lnTo>
                      <a:lnTo>
                        <a:pt x="3051" y="4308"/>
                      </a:lnTo>
                      <a:lnTo>
                        <a:pt x="3046" y="4309"/>
                      </a:lnTo>
                      <a:lnTo>
                        <a:pt x="3042" y="4311"/>
                      </a:lnTo>
                      <a:lnTo>
                        <a:pt x="3040" y="4314"/>
                      </a:lnTo>
                      <a:lnTo>
                        <a:pt x="3037" y="4317"/>
                      </a:lnTo>
                      <a:lnTo>
                        <a:pt x="3036" y="4321"/>
                      </a:lnTo>
                      <a:lnTo>
                        <a:pt x="3035" y="4324"/>
                      </a:lnTo>
                      <a:lnTo>
                        <a:pt x="3035" y="4336"/>
                      </a:lnTo>
                      <a:lnTo>
                        <a:pt x="3035" y="4353"/>
                      </a:lnTo>
                      <a:lnTo>
                        <a:pt x="3034" y="4361"/>
                      </a:lnTo>
                      <a:lnTo>
                        <a:pt x="3033" y="4369"/>
                      </a:lnTo>
                      <a:lnTo>
                        <a:pt x="3032" y="4373"/>
                      </a:lnTo>
                      <a:lnTo>
                        <a:pt x="3030" y="4375"/>
                      </a:lnTo>
                      <a:lnTo>
                        <a:pt x="3029" y="4378"/>
                      </a:lnTo>
                      <a:lnTo>
                        <a:pt x="3027" y="4380"/>
                      </a:lnTo>
                      <a:lnTo>
                        <a:pt x="3024" y="4381"/>
                      </a:lnTo>
                      <a:lnTo>
                        <a:pt x="3022" y="4381"/>
                      </a:lnTo>
                      <a:lnTo>
                        <a:pt x="3020" y="4380"/>
                      </a:lnTo>
                      <a:lnTo>
                        <a:pt x="3017" y="4380"/>
                      </a:lnTo>
                      <a:lnTo>
                        <a:pt x="3015" y="4375"/>
                      </a:lnTo>
                      <a:lnTo>
                        <a:pt x="3011" y="4371"/>
                      </a:lnTo>
                      <a:lnTo>
                        <a:pt x="3005" y="4359"/>
                      </a:lnTo>
                      <a:lnTo>
                        <a:pt x="2998" y="4349"/>
                      </a:lnTo>
                      <a:lnTo>
                        <a:pt x="2995" y="4347"/>
                      </a:lnTo>
                      <a:lnTo>
                        <a:pt x="2991" y="4346"/>
                      </a:lnTo>
                      <a:lnTo>
                        <a:pt x="2989" y="4346"/>
                      </a:lnTo>
                      <a:lnTo>
                        <a:pt x="2986" y="4347"/>
                      </a:lnTo>
                      <a:lnTo>
                        <a:pt x="2984" y="4353"/>
                      </a:lnTo>
                      <a:lnTo>
                        <a:pt x="2984" y="4360"/>
                      </a:lnTo>
                      <a:lnTo>
                        <a:pt x="2984" y="4369"/>
                      </a:lnTo>
                      <a:lnTo>
                        <a:pt x="2983" y="4379"/>
                      </a:lnTo>
                      <a:lnTo>
                        <a:pt x="2983" y="4382"/>
                      </a:lnTo>
                      <a:lnTo>
                        <a:pt x="2982" y="4386"/>
                      </a:lnTo>
                      <a:lnTo>
                        <a:pt x="2979" y="4390"/>
                      </a:lnTo>
                      <a:lnTo>
                        <a:pt x="2977" y="4391"/>
                      </a:lnTo>
                      <a:lnTo>
                        <a:pt x="2966" y="4392"/>
                      </a:lnTo>
                      <a:lnTo>
                        <a:pt x="2944" y="4397"/>
                      </a:lnTo>
                      <a:lnTo>
                        <a:pt x="2936" y="4399"/>
                      </a:lnTo>
                      <a:lnTo>
                        <a:pt x="2929" y="4404"/>
                      </a:lnTo>
                      <a:lnTo>
                        <a:pt x="2923" y="4407"/>
                      </a:lnTo>
                      <a:lnTo>
                        <a:pt x="2920" y="4412"/>
                      </a:lnTo>
                      <a:lnTo>
                        <a:pt x="2916" y="4417"/>
                      </a:lnTo>
                      <a:lnTo>
                        <a:pt x="2913" y="4421"/>
                      </a:lnTo>
                      <a:lnTo>
                        <a:pt x="2909" y="4423"/>
                      </a:lnTo>
                      <a:lnTo>
                        <a:pt x="2906" y="4423"/>
                      </a:lnTo>
                      <a:lnTo>
                        <a:pt x="2903" y="4423"/>
                      </a:lnTo>
                      <a:lnTo>
                        <a:pt x="2901" y="4422"/>
                      </a:lnTo>
                      <a:lnTo>
                        <a:pt x="2900" y="4421"/>
                      </a:lnTo>
                      <a:lnTo>
                        <a:pt x="2898" y="4418"/>
                      </a:lnTo>
                      <a:lnTo>
                        <a:pt x="2898" y="4412"/>
                      </a:lnTo>
                      <a:lnTo>
                        <a:pt x="2900" y="4402"/>
                      </a:lnTo>
                      <a:lnTo>
                        <a:pt x="2900" y="4396"/>
                      </a:lnTo>
                      <a:lnTo>
                        <a:pt x="2900" y="4391"/>
                      </a:lnTo>
                      <a:lnTo>
                        <a:pt x="2897" y="4386"/>
                      </a:lnTo>
                      <a:lnTo>
                        <a:pt x="2895" y="4382"/>
                      </a:lnTo>
                      <a:lnTo>
                        <a:pt x="2889" y="4375"/>
                      </a:lnTo>
                      <a:lnTo>
                        <a:pt x="2883" y="4369"/>
                      </a:lnTo>
                      <a:lnTo>
                        <a:pt x="2879" y="4367"/>
                      </a:lnTo>
                      <a:lnTo>
                        <a:pt x="2879" y="4363"/>
                      </a:lnTo>
                      <a:lnTo>
                        <a:pt x="2879" y="4361"/>
                      </a:lnTo>
                      <a:lnTo>
                        <a:pt x="2882" y="4358"/>
                      </a:lnTo>
                      <a:lnTo>
                        <a:pt x="2889" y="4352"/>
                      </a:lnTo>
                      <a:lnTo>
                        <a:pt x="2898" y="4344"/>
                      </a:lnTo>
                      <a:lnTo>
                        <a:pt x="2907" y="4336"/>
                      </a:lnTo>
                      <a:lnTo>
                        <a:pt x="2913" y="4328"/>
                      </a:lnTo>
                      <a:lnTo>
                        <a:pt x="2916" y="4318"/>
                      </a:lnTo>
                      <a:lnTo>
                        <a:pt x="2920" y="4306"/>
                      </a:lnTo>
                      <a:lnTo>
                        <a:pt x="2922" y="4299"/>
                      </a:lnTo>
                      <a:lnTo>
                        <a:pt x="2927" y="4293"/>
                      </a:lnTo>
                      <a:lnTo>
                        <a:pt x="2930" y="4287"/>
                      </a:lnTo>
                      <a:lnTo>
                        <a:pt x="2935" y="4281"/>
                      </a:lnTo>
                      <a:lnTo>
                        <a:pt x="2939" y="4278"/>
                      </a:lnTo>
                      <a:lnTo>
                        <a:pt x="2940" y="4276"/>
                      </a:lnTo>
                      <a:lnTo>
                        <a:pt x="2939" y="4273"/>
                      </a:lnTo>
                      <a:lnTo>
                        <a:pt x="2936" y="4267"/>
                      </a:lnTo>
                      <a:lnTo>
                        <a:pt x="2933" y="4253"/>
                      </a:lnTo>
                      <a:lnTo>
                        <a:pt x="2932" y="4239"/>
                      </a:lnTo>
                      <a:lnTo>
                        <a:pt x="2930" y="4233"/>
                      </a:lnTo>
                      <a:lnTo>
                        <a:pt x="2929" y="4228"/>
                      </a:lnTo>
                      <a:lnTo>
                        <a:pt x="2927" y="4223"/>
                      </a:lnTo>
                      <a:lnTo>
                        <a:pt x="2925" y="4220"/>
                      </a:lnTo>
                      <a:lnTo>
                        <a:pt x="2920" y="4211"/>
                      </a:lnTo>
                      <a:lnTo>
                        <a:pt x="2914" y="4204"/>
                      </a:lnTo>
                      <a:lnTo>
                        <a:pt x="2911" y="4199"/>
                      </a:lnTo>
                      <a:lnTo>
                        <a:pt x="2909" y="4195"/>
                      </a:lnTo>
                      <a:lnTo>
                        <a:pt x="2908" y="4194"/>
                      </a:lnTo>
                      <a:lnTo>
                        <a:pt x="2907" y="4194"/>
                      </a:lnTo>
                      <a:lnTo>
                        <a:pt x="2906" y="4195"/>
                      </a:lnTo>
                      <a:lnTo>
                        <a:pt x="2904" y="4197"/>
                      </a:lnTo>
                      <a:lnTo>
                        <a:pt x="2898" y="4203"/>
                      </a:lnTo>
                      <a:lnTo>
                        <a:pt x="2892" y="4211"/>
                      </a:lnTo>
                      <a:lnTo>
                        <a:pt x="2889" y="4222"/>
                      </a:lnTo>
                      <a:lnTo>
                        <a:pt x="2889" y="4229"/>
                      </a:lnTo>
                      <a:lnTo>
                        <a:pt x="2888" y="4233"/>
                      </a:lnTo>
                      <a:lnTo>
                        <a:pt x="2888" y="4235"/>
                      </a:lnTo>
                      <a:lnTo>
                        <a:pt x="2885" y="4237"/>
                      </a:lnTo>
                      <a:lnTo>
                        <a:pt x="2883" y="4241"/>
                      </a:lnTo>
                      <a:lnTo>
                        <a:pt x="2877" y="4246"/>
                      </a:lnTo>
                      <a:lnTo>
                        <a:pt x="2870" y="4249"/>
                      </a:lnTo>
                      <a:lnTo>
                        <a:pt x="2862" y="4252"/>
                      </a:lnTo>
                      <a:lnTo>
                        <a:pt x="2854" y="4254"/>
                      </a:lnTo>
                      <a:lnTo>
                        <a:pt x="2846" y="4255"/>
                      </a:lnTo>
                      <a:lnTo>
                        <a:pt x="2840" y="4255"/>
                      </a:lnTo>
                      <a:lnTo>
                        <a:pt x="2834" y="4254"/>
                      </a:lnTo>
                      <a:lnTo>
                        <a:pt x="2831" y="4253"/>
                      </a:lnTo>
                      <a:lnTo>
                        <a:pt x="2827" y="4249"/>
                      </a:lnTo>
                      <a:lnTo>
                        <a:pt x="2826" y="4246"/>
                      </a:lnTo>
                      <a:lnTo>
                        <a:pt x="2825" y="4242"/>
                      </a:lnTo>
                      <a:lnTo>
                        <a:pt x="2825" y="4237"/>
                      </a:lnTo>
                      <a:lnTo>
                        <a:pt x="2825" y="4227"/>
                      </a:lnTo>
                      <a:lnTo>
                        <a:pt x="2828" y="4217"/>
                      </a:lnTo>
                      <a:lnTo>
                        <a:pt x="2829" y="4210"/>
                      </a:lnTo>
                      <a:lnTo>
                        <a:pt x="2829" y="4203"/>
                      </a:lnTo>
                      <a:lnTo>
                        <a:pt x="2827" y="4196"/>
                      </a:lnTo>
                      <a:lnTo>
                        <a:pt x="2823" y="4188"/>
                      </a:lnTo>
                      <a:lnTo>
                        <a:pt x="2820" y="4180"/>
                      </a:lnTo>
                      <a:lnTo>
                        <a:pt x="2820" y="4172"/>
                      </a:lnTo>
                      <a:lnTo>
                        <a:pt x="2820" y="4166"/>
                      </a:lnTo>
                      <a:lnTo>
                        <a:pt x="2820" y="4163"/>
                      </a:lnTo>
                      <a:lnTo>
                        <a:pt x="2819" y="4161"/>
                      </a:lnTo>
                      <a:lnTo>
                        <a:pt x="2812" y="4159"/>
                      </a:lnTo>
                      <a:lnTo>
                        <a:pt x="2806" y="4158"/>
                      </a:lnTo>
                      <a:lnTo>
                        <a:pt x="2797" y="4157"/>
                      </a:lnTo>
                      <a:lnTo>
                        <a:pt x="2785" y="4158"/>
                      </a:lnTo>
                      <a:lnTo>
                        <a:pt x="2771" y="4158"/>
                      </a:lnTo>
                      <a:lnTo>
                        <a:pt x="2763" y="4158"/>
                      </a:lnTo>
                      <a:lnTo>
                        <a:pt x="2759" y="4159"/>
                      </a:lnTo>
                      <a:lnTo>
                        <a:pt x="2757" y="4160"/>
                      </a:lnTo>
                      <a:lnTo>
                        <a:pt x="2752" y="4166"/>
                      </a:lnTo>
                      <a:lnTo>
                        <a:pt x="2749" y="4170"/>
                      </a:lnTo>
                      <a:lnTo>
                        <a:pt x="2744" y="4172"/>
                      </a:lnTo>
                      <a:lnTo>
                        <a:pt x="2736" y="4173"/>
                      </a:lnTo>
                      <a:lnTo>
                        <a:pt x="2727" y="4173"/>
                      </a:lnTo>
                      <a:lnTo>
                        <a:pt x="2720" y="4172"/>
                      </a:lnTo>
                      <a:lnTo>
                        <a:pt x="2713" y="4170"/>
                      </a:lnTo>
                      <a:lnTo>
                        <a:pt x="2707" y="4167"/>
                      </a:lnTo>
                      <a:lnTo>
                        <a:pt x="2701" y="4166"/>
                      </a:lnTo>
                      <a:lnTo>
                        <a:pt x="2694" y="4165"/>
                      </a:lnTo>
                      <a:lnTo>
                        <a:pt x="2684" y="4166"/>
                      </a:lnTo>
                      <a:lnTo>
                        <a:pt x="2680" y="4166"/>
                      </a:lnTo>
                      <a:lnTo>
                        <a:pt x="2676" y="4165"/>
                      </a:lnTo>
                      <a:lnTo>
                        <a:pt x="2674" y="4164"/>
                      </a:lnTo>
                      <a:lnTo>
                        <a:pt x="2673" y="4161"/>
                      </a:lnTo>
                      <a:lnTo>
                        <a:pt x="2673" y="4155"/>
                      </a:lnTo>
                      <a:lnTo>
                        <a:pt x="2675" y="4147"/>
                      </a:lnTo>
                      <a:lnTo>
                        <a:pt x="2681" y="4134"/>
                      </a:lnTo>
                      <a:lnTo>
                        <a:pt x="2690" y="4120"/>
                      </a:lnTo>
                      <a:lnTo>
                        <a:pt x="2693" y="4115"/>
                      </a:lnTo>
                      <a:lnTo>
                        <a:pt x="2694" y="4110"/>
                      </a:lnTo>
                      <a:lnTo>
                        <a:pt x="2692" y="4107"/>
                      </a:lnTo>
                      <a:lnTo>
                        <a:pt x="2689" y="4101"/>
                      </a:lnTo>
                      <a:lnTo>
                        <a:pt x="2677" y="4087"/>
                      </a:lnTo>
                      <a:lnTo>
                        <a:pt x="2662" y="4072"/>
                      </a:lnTo>
                      <a:lnTo>
                        <a:pt x="2656" y="4066"/>
                      </a:lnTo>
                      <a:lnTo>
                        <a:pt x="2649" y="4062"/>
                      </a:lnTo>
                      <a:lnTo>
                        <a:pt x="2645" y="4059"/>
                      </a:lnTo>
                      <a:lnTo>
                        <a:pt x="2642" y="4058"/>
                      </a:lnTo>
                      <a:lnTo>
                        <a:pt x="2638" y="4057"/>
                      </a:lnTo>
                      <a:lnTo>
                        <a:pt x="2634" y="4057"/>
                      </a:lnTo>
                      <a:lnTo>
                        <a:pt x="2631" y="4058"/>
                      </a:lnTo>
                      <a:lnTo>
                        <a:pt x="2629" y="4058"/>
                      </a:lnTo>
                      <a:lnTo>
                        <a:pt x="2626" y="4057"/>
                      </a:lnTo>
                      <a:lnTo>
                        <a:pt x="2625" y="4056"/>
                      </a:lnTo>
                      <a:lnTo>
                        <a:pt x="2623" y="4051"/>
                      </a:lnTo>
                      <a:lnTo>
                        <a:pt x="2620" y="4046"/>
                      </a:lnTo>
                      <a:lnTo>
                        <a:pt x="2610" y="4028"/>
                      </a:lnTo>
                      <a:lnTo>
                        <a:pt x="2600" y="4010"/>
                      </a:lnTo>
                      <a:lnTo>
                        <a:pt x="2595" y="3999"/>
                      </a:lnTo>
                      <a:lnTo>
                        <a:pt x="2593" y="3984"/>
                      </a:lnTo>
                      <a:lnTo>
                        <a:pt x="2589" y="3972"/>
                      </a:lnTo>
                      <a:lnTo>
                        <a:pt x="2587" y="3963"/>
                      </a:lnTo>
                      <a:lnTo>
                        <a:pt x="2581" y="3956"/>
                      </a:lnTo>
                      <a:lnTo>
                        <a:pt x="2573" y="3945"/>
                      </a:lnTo>
                      <a:lnTo>
                        <a:pt x="2564" y="3936"/>
                      </a:lnTo>
                      <a:lnTo>
                        <a:pt x="2557" y="3925"/>
                      </a:lnTo>
                      <a:lnTo>
                        <a:pt x="2556" y="3920"/>
                      </a:lnTo>
                      <a:lnTo>
                        <a:pt x="2555" y="3917"/>
                      </a:lnTo>
                      <a:lnTo>
                        <a:pt x="2555" y="3913"/>
                      </a:lnTo>
                      <a:lnTo>
                        <a:pt x="2556" y="3909"/>
                      </a:lnTo>
                      <a:lnTo>
                        <a:pt x="2558" y="3905"/>
                      </a:lnTo>
                      <a:lnTo>
                        <a:pt x="2563" y="3901"/>
                      </a:lnTo>
                      <a:lnTo>
                        <a:pt x="2566" y="3899"/>
                      </a:lnTo>
                      <a:lnTo>
                        <a:pt x="2568" y="3894"/>
                      </a:lnTo>
                      <a:lnTo>
                        <a:pt x="2569" y="3888"/>
                      </a:lnTo>
                      <a:lnTo>
                        <a:pt x="2568" y="3882"/>
                      </a:lnTo>
                      <a:lnTo>
                        <a:pt x="2569" y="3875"/>
                      </a:lnTo>
                      <a:lnTo>
                        <a:pt x="2573" y="3867"/>
                      </a:lnTo>
                      <a:lnTo>
                        <a:pt x="2575" y="3863"/>
                      </a:lnTo>
                      <a:lnTo>
                        <a:pt x="2577" y="3861"/>
                      </a:lnTo>
                      <a:lnTo>
                        <a:pt x="2581" y="3858"/>
                      </a:lnTo>
                      <a:lnTo>
                        <a:pt x="2585" y="3856"/>
                      </a:lnTo>
                      <a:lnTo>
                        <a:pt x="2592" y="3854"/>
                      </a:lnTo>
                      <a:lnTo>
                        <a:pt x="2598" y="3851"/>
                      </a:lnTo>
                      <a:lnTo>
                        <a:pt x="2604" y="3848"/>
                      </a:lnTo>
                      <a:lnTo>
                        <a:pt x="2610" y="3844"/>
                      </a:lnTo>
                      <a:lnTo>
                        <a:pt x="2612" y="3842"/>
                      </a:lnTo>
                      <a:lnTo>
                        <a:pt x="2615" y="3840"/>
                      </a:lnTo>
                      <a:lnTo>
                        <a:pt x="2620" y="3839"/>
                      </a:lnTo>
                      <a:lnTo>
                        <a:pt x="2624" y="3840"/>
                      </a:lnTo>
                      <a:lnTo>
                        <a:pt x="2629" y="3840"/>
                      </a:lnTo>
                      <a:lnTo>
                        <a:pt x="2633" y="3843"/>
                      </a:lnTo>
                      <a:lnTo>
                        <a:pt x="2637" y="3845"/>
                      </a:lnTo>
                      <a:lnTo>
                        <a:pt x="2642" y="3848"/>
                      </a:lnTo>
                      <a:lnTo>
                        <a:pt x="2648" y="3851"/>
                      </a:lnTo>
                      <a:lnTo>
                        <a:pt x="2653" y="3855"/>
                      </a:lnTo>
                      <a:lnTo>
                        <a:pt x="2661" y="3858"/>
                      </a:lnTo>
                      <a:lnTo>
                        <a:pt x="2668" y="3861"/>
                      </a:lnTo>
                      <a:lnTo>
                        <a:pt x="2684" y="3865"/>
                      </a:lnTo>
                      <a:lnTo>
                        <a:pt x="2701" y="3868"/>
                      </a:lnTo>
                      <a:lnTo>
                        <a:pt x="2708" y="3870"/>
                      </a:lnTo>
                      <a:lnTo>
                        <a:pt x="2713" y="3871"/>
                      </a:lnTo>
                      <a:lnTo>
                        <a:pt x="2718" y="3874"/>
                      </a:lnTo>
                      <a:lnTo>
                        <a:pt x="2721" y="3876"/>
                      </a:lnTo>
                      <a:lnTo>
                        <a:pt x="2727" y="3883"/>
                      </a:lnTo>
                      <a:lnTo>
                        <a:pt x="2736" y="3893"/>
                      </a:lnTo>
                      <a:lnTo>
                        <a:pt x="2740" y="3899"/>
                      </a:lnTo>
                      <a:lnTo>
                        <a:pt x="2745" y="3902"/>
                      </a:lnTo>
                      <a:lnTo>
                        <a:pt x="2750" y="3906"/>
                      </a:lnTo>
                      <a:lnTo>
                        <a:pt x="2755" y="3908"/>
                      </a:lnTo>
                      <a:lnTo>
                        <a:pt x="2763" y="3911"/>
                      </a:lnTo>
                      <a:lnTo>
                        <a:pt x="2771" y="3912"/>
                      </a:lnTo>
                      <a:lnTo>
                        <a:pt x="2778" y="3913"/>
                      </a:lnTo>
                      <a:lnTo>
                        <a:pt x="2785" y="3915"/>
                      </a:lnTo>
                      <a:lnTo>
                        <a:pt x="2793" y="3919"/>
                      </a:lnTo>
                      <a:lnTo>
                        <a:pt x="2800" y="3924"/>
                      </a:lnTo>
                      <a:lnTo>
                        <a:pt x="2807" y="3928"/>
                      </a:lnTo>
                      <a:lnTo>
                        <a:pt x="2813" y="3932"/>
                      </a:lnTo>
                      <a:lnTo>
                        <a:pt x="2820" y="3933"/>
                      </a:lnTo>
                      <a:lnTo>
                        <a:pt x="2828" y="3934"/>
                      </a:lnTo>
                      <a:lnTo>
                        <a:pt x="2833" y="3934"/>
                      </a:lnTo>
                      <a:lnTo>
                        <a:pt x="2837" y="3937"/>
                      </a:lnTo>
                      <a:lnTo>
                        <a:pt x="2841" y="3939"/>
                      </a:lnTo>
                      <a:lnTo>
                        <a:pt x="2846" y="3943"/>
                      </a:lnTo>
                      <a:lnTo>
                        <a:pt x="2850" y="3947"/>
                      </a:lnTo>
                      <a:lnTo>
                        <a:pt x="2852" y="3952"/>
                      </a:lnTo>
                      <a:lnTo>
                        <a:pt x="2854" y="3957"/>
                      </a:lnTo>
                      <a:lnTo>
                        <a:pt x="2857" y="3962"/>
                      </a:lnTo>
                      <a:lnTo>
                        <a:pt x="2858" y="3966"/>
                      </a:lnTo>
                      <a:lnTo>
                        <a:pt x="2860" y="3970"/>
                      </a:lnTo>
                      <a:lnTo>
                        <a:pt x="2864" y="3975"/>
                      </a:lnTo>
                      <a:lnTo>
                        <a:pt x="2867" y="3978"/>
                      </a:lnTo>
                      <a:lnTo>
                        <a:pt x="2876" y="3984"/>
                      </a:lnTo>
                      <a:lnTo>
                        <a:pt x="2884" y="3989"/>
                      </a:lnTo>
                      <a:lnTo>
                        <a:pt x="2891" y="3994"/>
                      </a:lnTo>
                      <a:lnTo>
                        <a:pt x="2898" y="4000"/>
                      </a:lnTo>
                      <a:lnTo>
                        <a:pt x="2903" y="4002"/>
                      </a:lnTo>
                      <a:lnTo>
                        <a:pt x="2906" y="4003"/>
                      </a:lnTo>
                      <a:lnTo>
                        <a:pt x="2908" y="4005"/>
                      </a:lnTo>
                      <a:lnTo>
                        <a:pt x="2910" y="4003"/>
                      </a:lnTo>
                      <a:lnTo>
                        <a:pt x="2914" y="4001"/>
                      </a:lnTo>
                      <a:lnTo>
                        <a:pt x="2917" y="3995"/>
                      </a:lnTo>
                      <a:lnTo>
                        <a:pt x="2926" y="3987"/>
                      </a:lnTo>
                      <a:lnTo>
                        <a:pt x="2932" y="3978"/>
                      </a:lnTo>
                      <a:lnTo>
                        <a:pt x="2938" y="3974"/>
                      </a:lnTo>
                      <a:lnTo>
                        <a:pt x="2942" y="3972"/>
                      </a:lnTo>
                      <a:lnTo>
                        <a:pt x="2947" y="3972"/>
                      </a:lnTo>
                      <a:lnTo>
                        <a:pt x="2953" y="3976"/>
                      </a:lnTo>
                      <a:lnTo>
                        <a:pt x="2960" y="3980"/>
                      </a:lnTo>
                      <a:lnTo>
                        <a:pt x="2966" y="3981"/>
                      </a:lnTo>
                      <a:lnTo>
                        <a:pt x="2971" y="3981"/>
                      </a:lnTo>
                      <a:lnTo>
                        <a:pt x="2974" y="3980"/>
                      </a:lnTo>
                      <a:lnTo>
                        <a:pt x="2978" y="3977"/>
                      </a:lnTo>
                      <a:lnTo>
                        <a:pt x="2983" y="3974"/>
                      </a:lnTo>
                      <a:lnTo>
                        <a:pt x="2990" y="3965"/>
                      </a:lnTo>
                      <a:lnTo>
                        <a:pt x="2998" y="3956"/>
                      </a:lnTo>
                      <a:lnTo>
                        <a:pt x="3004" y="3946"/>
                      </a:lnTo>
                      <a:lnTo>
                        <a:pt x="3007" y="3936"/>
                      </a:lnTo>
                      <a:lnTo>
                        <a:pt x="3009" y="3931"/>
                      </a:lnTo>
                      <a:lnTo>
                        <a:pt x="3010" y="3926"/>
                      </a:lnTo>
                      <a:lnTo>
                        <a:pt x="3013" y="3923"/>
                      </a:lnTo>
                      <a:lnTo>
                        <a:pt x="3016" y="3920"/>
                      </a:lnTo>
                      <a:lnTo>
                        <a:pt x="3020" y="3919"/>
                      </a:lnTo>
                      <a:lnTo>
                        <a:pt x="3023" y="3918"/>
                      </a:lnTo>
                      <a:lnTo>
                        <a:pt x="3028" y="3917"/>
                      </a:lnTo>
                      <a:lnTo>
                        <a:pt x="3033" y="3918"/>
                      </a:lnTo>
                      <a:lnTo>
                        <a:pt x="3037" y="3918"/>
                      </a:lnTo>
                      <a:lnTo>
                        <a:pt x="3041" y="3918"/>
                      </a:lnTo>
                      <a:lnTo>
                        <a:pt x="3045" y="3917"/>
                      </a:lnTo>
                      <a:lnTo>
                        <a:pt x="3047" y="3915"/>
                      </a:lnTo>
                      <a:lnTo>
                        <a:pt x="3049" y="3913"/>
                      </a:lnTo>
                      <a:lnTo>
                        <a:pt x="3051" y="3911"/>
                      </a:lnTo>
                      <a:lnTo>
                        <a:pt x="3051" y="3907"/>
                      </a:lnTo>
                      <a:lnTo>
                        <a:pt x="3052" y="3903"/>
                      </a:lnTo>
                      <a:lnTo>
                        <a:pt x="3052" y="3896"/>
                      </a:lnTo>
                      <a:lnTo>
                        <a:pt x="3055" y="3892"/>
                      </a:lnTo>
                      <a:lnTo>
                        <a:pt x="3056" y="3890"/>
                      </a:lnTo>
                      <a:lnTo>
                        <a:pt x="3059" y="3889"/>
                      </a:lnTo>
                      <a:lnTo>
                        <a:pt x="3061" y="3889"/>
                      </a:lnTo>
                      <a:lnTo>
                        <a:pt x="3065" y="3889"/>
                      </a:lnTo>
                      <a:lnTo>
                        <a:pt x="3071" y="3893"/>
                      </a:lnTo>
                      <a:lnTo>
                        <a:pt x="3076" y="3896"/>
                      </a:lnTo>
                      <a:lnTo>
                        <a:pt x="3078" y="3898"/>
                      </a:lnTo>
                      <a:lnTo>
                        <a:pt x="3080" y="3899"/>
                      </a:lnTo>
                      <a:lnTo>
                        <a:pt x="3081" y="3899"/>
                      </a:lnTo>
                      <a:lnTo>
                        <a:pt x="3084" y="3898"/>
                      </a:lnTo>
                      <a:lnTo>
                        <a:pt x="3085" y="3896"/>
                      </a:lnTo>
                      <a:lnTo>
                        <a:pt x="3086" y="3895"/>
                      </a:lnTo>
                      <a:lnTo>
                        <a:pt x="3086" y="3893"/>
                      </a:lnTo>
                      <a:lnTo>
                        <a:pt x="3086" y="3889"/>
                      </a:lnTo>
                      <a:lnTo>
                        <a:pt x="3084" y="3881"/>
                      </a:lnTo>
                      <a:lnTo>
                        <a:pt x="3080" y="3867"/>
                      </a:lnTo>
                      <a:lnTo>
                        <a:pt x="3077" y="3860"/>
                      </a:lnTo>
                      <a:lnTo>
                        <a:pt x="3074" y="3852"/>
                      </a:lnTo>
                      <a:lnTo>
                        <a:pt x="3070" y="3846"/>
                      </a:lnTo>
                      <a:lnTo>
                        <a:pt x="3065" y="3840"/>
                      </a:lnTo>
                      <a:lnTo>
                        <a:pt x="3060" y="3836"/>
                      </a:lnTo>
                      <a:lnTo>
                        <a:pt x="3054" y="3831"/>
                      </a:lnTo>
                      <a:lnTo>
                        <a:pt x="3048" y="3826"/>
                      </a:lnTo>
                      <a:lnTo>
                        <a:pt x="3042" y="3823"/>
                      </a:lnTo>
                      <a:lnTo>
                        <a:pt x="3026" y="3817"/>
                      </a:lnTo>
                      <a:lnTo>
                        <a:pt x="3009" y="3812"/>
                      </a:lnTo>
                      <a:lnTo>
                        <a:pt x="3001" y="3810"/>
                      </a:lnTo>
                      <a:lnTo>
                        <a:pt x="2996" y="3806"/>
                      </a:lnTo>
                      <a:lnTo>
                        <a:pt x="2993" y="3805"/>
                      </a:lnTo>
                      <a:lnTo>
                        <a:pt x="2992" y="3802"/>
                      </a:lnTo>
                      <a:lnTo>
                        <a:pt x="2992" y="3800"/>
                      </a:lnTo>
                      <a:lnTo>
                        <a:pt x="2993" y="3798"/>
                      </a:lnTo>
                      <a:lnTo>
                        <a:pt x="2996" y="3791"/>
                      </a:lnTo>
                      <a:lnTo>
                        <a:pt x="2996" y="3782"/>
                      </a:lnTo>
                      <a:lnTo>
                        <a:pt x="2996" y="3773"/>
                      </a:lnTo>
                      <a:lnTo>
                        <a:pt x="2995" y="3763"/>
                      </a:lnTo>
                      <a:lnTo>
                        <a:pt x="2990" y="3742"/>
                      </a:lnTo>
                      <a:lnTo>
                        <a:pt x="2985" y="3720"/>
                      </a:lnTo>
                      <a:lnTo>
                        <a:pt x="2983" y="3710"/>
                      </a:lnTo>
                      <a:lnTo>
                        <a:pt x="2982" y="3699"/>
                      </a:lnTo>
                      <a:lnTo>
                        <a:pt x="2980" y="3688"/>
                      </a:lnTo>
                      <a:lnTo>
                        <a:pt x="2980" y="3680"/>
                      </a:lnTo>
                      <a:lnTo>
                        <a:pt x="2982" y="3671"/>
                      </a:lnTo>
                      <a:lnTo>
                        <a:pt x="2985" y="3663"/>
                      </a:lnTo>
                      <a:lnTo>
                        <a:pt x="2990" y="3656"/>
                      </a:lnTo>
                      <a:lnTo>
                        <a:pt x="2996" y="3652"/>
                      </a:lnTo>
                      <a:lnTo>
                        <a:pt x="3001" y="3646"/>
                      </a:lnTo>
                      <a:lnTo>
                        <a:pt x="3004" y="3638"/>
                      </a:lnTo>
                      <a:lnTo>
                        <a:pt x="3007" y="3634"/>
                      </a:lnTo>
                      <a:lnTo>
                        <a:pt x="3010" y="3629"/>
                      </a:lnTo>
                      <a:lnTo>
                        <a:pt x="3015" y="3624"/>
                      </a:lnTo>
                      <a:lnTo>
                        <a:pt x="3021" y="3619"/>
                      </a:lnTo>
                      <a:lnTo>
                        <a:pt x="3040" y="3609"/>
                      </a:lnTo>
                      <a:lnTo>
                        <a:pt x="3065" y="3597"/>
                      </a:lnTo>
                      <a:lnTo>
                        <a:pt x="3089" y="3587"/>
                      </a:lnTo>
                      <a:lnTo>
                        <a:pt x="3108" y="3578"/>
                      </a:lnTo>
                      <a:lnTo>
                        <a:pt x="3116" y="3572"/>
                      </a:lnTo>
                      <a:lnTo>
                        <a:pt x="3123" y="3566"/>
                      </a:lnTo>
                      <a:lnTo>
                        <a:pt x="3131" y="3559"/>
                      </a:lnTo>
                      <a:lnTo>
                        <a:pt x="3139" y="3550"/>
                      </a:lnTo>
                      <a:lnTo>
                        <a:pt x="3144" y="3543"/>
                      </a:lnTo>
                      <a:lnTo>
                        <a:pt x="3149" y="3535"/>
                      </a:lnTo>
                      <a:lnTo>
                        <a:pt x="3154" y="3529"/>
                      </a:lnTo>
                      <a:lnTo>
                        <a:pt x="3155" y="3523"/>
                      </a:lnTo>
                      <a:lnTo>
                        <a:pt x="3158" y="3511"/>
                      </a:lnTo>
                      <a:lnTo>
                        <a:pt x="3160" y="3501"/>
                      </a:lnTo>
                      <a:lnTo>
                        <a:pt x="3159" y="3496"/>
                      </a:lnTo>
                      <a:lnTo>
                        <a:pt x="3158" y="3491"/>
                      </a:lnTo>
                      <a:lnTo>
                        <a:pt x="3156" y="3487"/>
                      </a:lnTo>
                      <a:lnTo>
                        <a:pt x="3153" y="3484"/>
                      </a:lnTo>
                      <a:lnTo>
                        <a:pt x="3149" y="3482"/>
                      </a:lnTo>
                      <a:lnTo>
                        <a:pt x="3147" y="3478"/>
                      </a:lnTo>
                      <a:lnTo>
                        <a:pt x="3146" y="3476"/>
                      </a:lnTo>
                      <a:lnTo>
                        <a:pt x="3146" y="3471"/>
                      </a:lnTo>
                      <a:lnTo>
                        <a:pt x="3146" y="3461"/>
                      </a:lnTo>
                      <a:lnTo>
                        <a:pt x="3144" y="3449"/>
                      </a:lnTo>
                      <a:lnTo>
                        <a:pt x="3144" y="3442"/>
                      </a:lnTo>
                      <a:lnTo>
                        <a:pt x="3144" y="3438"/>
                      </a:lnTo>
                      <a:lnTo>
                        <a:pt x="3146" y="3435"/>
                      </a:lnTo>
                      <a:lnTo>
                        <a:pt x="3148" y="3433"/>
                      </a:lnTo>
                      <a:lnTo>
                        <a:pt x="3153" y="3432"/>
                      </a:lnTo>
                      <a:lnTo>
                        <a:pt x="3160" y="3432"/>
                      </a:lnTo>
                      <a:lnTo>
                        <a:pt x="3166" y="3432"/>
                      </a:lnTo>
                      <a:lnTo>
                        <a:pt x="3172" y="3430"/>
                      </a:lnTo>
                      <a:lnTo>
                        <a:pt x="3178" y="3427"/>
                      </a:lnTo>
                      <a:lnTo>
                        <a:pt x="3187" y="3422"/>
                      </a:lnTo>
                      <a:lnTo>
                        <a:pt x="3191" y="3419"/>
                      </a:lnTo>
                      <a:lnTo>
                        <a:pt x="3194" y="3414"/>
                      </a:lnTo>
                      <a:lnTo>
                        <a:pt x="3198" y="3409"/>
                      </a:lnTo>
                      <a:lnTo>
                        <a:pt x="3200" y="3402"/>
                      </a:lnTo>
                      <a:lnTo>
                        <a:pt x="3204" y="3389"/>
                      </a:lnTo>
                      <a:lnTo>
                        <a:pt x="3209" y="3377"/>
                      </a:lnTo>
                      <a:lnTo>
                        <a:pt x="3211" y="3372"/>
                      </a:lnTo>
                      <a:lnTo>
                        <a:pt x="3215" y="3370"/>
                      </a:lnTo>
                      <a:lnTo>
                        <a:pt x="3219" y="3369"/>
                      </a:lnTo>
                      <a:lnTo>
                        <a:pt x="3224" y="3367"/>
                      </a:lnTo>
                      <a:lnTo>
                        <a:pt x="3229" y="3369"/>
                      </a:lnTo>
                      <a:lnTo>
                        <a:pt x="3234" y="3370"/>
                      </a:lnTo>
                      <a:lnTo>
                        <a:pt x="3238" y="3372"/>
                      </a:lnTo>
                      <a:lnTo>
                        <a:pt x="3243" y="3375"/>
                      </a:lnTo>
                      <a:lnTo>
                        <a:pt x="3251" y="3379"/>
                      </a:lnTo>
                      <a:lnTo>
                        <a:pt x="3259" y="3384"/>
                      </a:lnTo>
                      <a:lnTo>
                        <a:pt x="3262" y="3385"/>
                      </a:lnTo>
                      <a:lnTo>
                        <a:pt x="3266" y="3386"/>
                      </a:lnTo>
                      <a:lnTo>
                        <a:pt x="3270" y="3386"/>
                      </a:lnTo>
                      <a:lnTo>
                        <a:pt x="3274" y="3385"/>
                      </a:lnTo>
                      <a:lnTo>
                        <a:pt x="3278" y="3383"/>
                      </a:lnTo>
                      <a:lnTo>
                        <a:pt x="3281" y="3379"/>
                      </a:lnTo>
                      <a:lnTo>
                        <a:pt x="3285" y="3375"/>
                      </a:lnTo>
                      <a:lnTo>
                        <a:pt x="3288" y="3370"/>
                      </a:lnTo>
                      <a:lnTo>
                        <a:pt x="3292" y="3364"/>
                      </a:lnTo>
                      <a:lnTo>
                        <a:pt x="3294" y="3358"/>
                      </a:lnTo>
                      <a:lnTo>
                        <a:pt x="3297" y="3352"/>
                      </a:lnTo>
                      <a:lnTo>
                        <a:pt x="3298" y="3347"/>
                      </a:lnTo>
                      <a:lnTo>
                        <a:pt x="3298" y="3341"/>
                      </a:lnTo>
                      <a:lnTo>
                        <a:pt x="3297" y="3337"/>
                      </a:lnTo>
                      <a:lnTo>
                        <a:pt x="3294" y="3331"/>
                      </a:lnTo>
                      <a:lnTo>
                        <a:pt x="3292" y="3326"/>
                      </a:lnTo>
                      <a:lnTo>
                        <a:pt x="3287" y="3314"/>
                      </a:lnTo>
                      <a:lnTo>
                        <a:pt x="3282" y="3300"/>
                      </a:lnTo>
                      <a:lnTo>
                        <a:pt x="3281" y="3289"/>
                      </a:lnTo>
                      <a:lnTo>
                        <a:pt x="3281" y="3279"/>
                      </a:lnTo>
                      <a:lnTo>
                        <a:pt x="3281" y="3270"/>
                      </a:lnTo>
                      <a:lnTo>
                        <a:pt x="3282" y="3263"/>
                      </a:lnTo>
                      <a:lnTo>
                        <a:pt x="3284" y="3257"/>
                      </a:lnTo>
                      <a:lnTo>
                        <a:pt x="3285" y="3255"/>
                      </a:lnTo>
                      <a:lnTo>
                        <a:pt x="3287" y="3253"/>
                      </a:lnTo>
                      <a:lnTo>
                        <a:pt x="3292" y="3253"/>
                      </a:lnTo>
                      <a:lnTo>
                        <a:pt x="3298" y="3253"/>
                      </a:lnTo>
                      <a:lnTo>
                        <a:pt x="3303" y="3252"/>
                      </a:lnTo>
                      <a:lnTo>
                        <a:pt x="3310" y="3250"/>
                      </a:lnTo>
                      <a:lnTo>
                        <a:pt x="3317" y="3246"/>
                      </a:lnTo>
                      <a:lnTo>
                        <a:pt x="3324" y="3243"/>
                      </a:lnTo>
                      <a:lnTo>
                        <a:pt x="3329" y="3240"/>
                      </a:lnTo>
                      <a:lnTo>
                        <a:pt x="3333" y="3239"/>
                      </a:lnTo>
                      <a:lnTo>
                        <a:pt x="3339" y="3238"/>
                      </a:lnTo>
                      <a:lnTo>
                        <a:pt x="3344" y="3239"/>
                      </a:lnTo>
                      <a:lnTo>
                        <a:pt x="3348" y="3241"/>
                      </a:lnTo>
                      <a:lnTo>
                        <a:pt x="3351" y="3243"/>
                      </a:lnTo>
                      <a:lnTo>
                        <a:pt x="3354" y="3245"/>
                      </a:lnTo>
                      <a:lnTo>
                        <a:pt x="3358" y="3247"/>
                      </a:lnTo>
                      <a:lnTo>
                        <a:pt x="3362" y="3249"/>
                      </a:lnTo>
                      <a:lnTo>
                        <a:pt x="3366" y="3246"/>
                      </a:lnTo>
                      <a:lnTo>
                        <a:pt x="3368" y="3244"/>
                      </a:lnTo>
                      <a:lnTo>
                        <a:pt x="3372" y="3235"/>
                      </a:lnTo>
                      <a:lnTo>
                        <a:pt x="3374" y="3227"/>
                      </a:lnTo>
                      <a:lnTo>
                        <a:pt x="3376" y="3218"/>
                      </a:lnTo>
                      <a:lnTo>
                        <a:pt x="3379" y="3208"/>
                      </a:lnTo>
                      <a:lnTo>
                        <a:pt x="3379" y="3200"/>
                      </a:lnTo>
                      <a:lnTo>
                        <a:pt x="3379" y="3193"/>
                      </a:lnTo>
                      <a:lnTo>
                        <a:pt x="3379" y="3187"/>
                      </a:lnTo>
                      <a:lnTo>
                        <a:pt x="3376" y="3181"/>
                      </a:lnTo>
                      <a:lnTo>
                        <a:pt x="3374" y="3175"/>
                      </a:lnTo>
                      <a:lnTo>
                        <a:pt x="3372" y="3169"/>
                      </a:lnTo>
                      <a:lnTo>
                        <a:pt x="3366" y="3159"/>
                      </a:lnTo>
                      <a:lnTo>
                        <a:pt x="3362" y="3151"/>
                      </a:lnTo>
                      <a:lnTo>
                        <a:pt x="3361" y="3148"/>
                      </a:lnTo>
                      <a:lnTo>
                        <a:pt x="3362" y="3143"/>
                      </a:lnTo>
                      <a:lnTo>
                        <a:pt x="3364" y="3139"/>
                      </a:lnTo>
                      <a:lnTo>
                        <a:pt x="3367" y="3136"/>
                      </a:lnTo>
                      <a:lnTo>
                        <a:pt x="3375" y="3126"/>
                      </a:lnTo>
                      <a:lnTo>
                        <a:pt x="3383" y="3118"/>
                      </a:lnTo>
                      <a:lnTo>
                        <a:pt x="3391" y="3112"/>
                      </a:lnTo>
                      <a:lnTo>
                        <a:pt x="3398" y="3106"/>
                      </a:lnTo>
                      <a:lnTo>
                        <a:pt x="3407" y="3100"/>
                      </a:lnTo>
                      <a:lnTo>
                        <a:pt x="3415" y="3095"/>
                      </a:lnTo>
                      <a:lnTo>
                        <a:pt x="3420" y="3092"/>
                      </a:lnTo>
                      <a:lnTo>
                        <a:pt x="3423" y="3089"/>
                      </a:lnTo>
                      <a:lnTo>
                        <a:pt x="3421" y="3087"/>
                      </a:lnTo>
                      <a:lnTo>
                        <a:pt x="3415" y="3085"/>
                      </a:lnTo>
                      <a:lnTo>
                        <a:pt x="3410" y="3082"/>
                      </a:lnTo>
                      <a:lnTo>
                        <a:pt x="3402" y="3080"/>
                      </a:lnTo>
                      <a:lnTo>
                        <a:pt x="3396" y="3075"/>
                      </a:lnTo>
                      <a:lnTo>
                        <a:pt x="3392" y="3071"/>
                      </a:lnTo>
                      <a:lnTo>
                        <a:pt x="3383" y="3061"/>
                      </a:lnTo>
                      <a:lnTo>
                        <a:pt x="3379" y="3052"/>
                      </a:lnTo>
                      <a:lnTo>
                        <a:pt x="3373" y="3045"/>
                      </a:lnTo>
                      <a:lnTo>
                        <a:pt x="3366" y="3039"/>
                      </a:lnTo>
                      <a:lnTo>
                        <a:pt x="3360" y="3035"/>
                      </a:lnTo>
                      <a:lnTo>
                        <a:pt x="3352" y="3026"/>
                      </a:lnTo>
                      <a:lnTo>
                        <a:pt x="3348" y="3019"/>
                      </a:lnTo>
                      <a:lnTo>
                        <a:pt x="3344" y="3013"/>
                      </a:lnTo>
                      <a:lnTo>
                        <a:pt x="3342" y="3005"/>
                      </a:lnTo>
                      <a:lnTo>
                        <a:pt x="3341" y="2989"/>
                      </a:lnTo>
                      <a:lnTo>
                        <a:pt x="3339" y="2976"/>
                      </a:lnTo>
                      <a:lnTo>
                        <a:pt x="3337" y="2962"/>
                      </a:lnTo>
                      <a:lnTo>
                        <a:pt x="3333" y="2948"/>
                      </a:lnTo>
                      <a:lnTo>
                        <a:pt x="3329" y="2935"/>
                      </a:lnTo>
                      <a:lnTo>
                        <a:pt x="3324" y="2926"/>
                      </a:lnTo>
                      <a:lnTo>
                        <a:pt x="3319" y="2921"/>
                      </a:lnTo>
                      <a:lnTo>
                        <a:pt x="3314" y="2915"/>
                      </a:lnTo>
                      <a:lnTo>
                        <a:pt x="3308" y="2910"/>
                      </a:lnTo>
                      <a:lnTo>
                        <a:pt x="3298" y="2903"/>
                      </a:lnTo>
                      <a:lnTo>
                        <a:pt x="3288" y="2896"/>
                      </a:lnTo>
                      <a:lnTo>
                        <a:pt x="3284" y="2891"/>
                      </a:lnTo>
                      <a:lnTo>
                        <a:pt x="3281" y="2886"/>
                      </a:lnTo>
                      <a:lnTo>
                        <a:pt x="3279" y="2880"/>
                      </a:lnTo>
                      <a:lnTo>
                        <a:pt x="3278" y="2875"/>
                      </a:lnTo>
                      <a:lnTo>
                        <a:pt x="3278" y="2869"/>
                      </a:lnTo>
                      <a:lnTo>
                        <a:pt x="3279" y="2865"/>
                      </a:lnTo>
                      <a:lnTo>
                        <a:pt x="3282" y="2860"/>
                      </a:lnTo>
                      <a:lnTo>
                        <a:pt x="3286" y="2856"/>
                      </a:lnTo>
                      <a:lnTo>
                        <a:pt x="3299" y="2850"/>
                      </a:lnTo>
                      <a:lnTo>
                        <a:pt x="3313" y="2846"/>
                      </a:lnTo>
                      <a:lnTo>
                        <a:pt x="3319" y="2844"/>
                      </a:lnTo>
                      <a:lnTo>
                        <a:pt x="3323" y="2842"/>
                      </a:lnTo>
                      <a:lnTo>
                        <a:pt x="3324" y="2841"/>
                      </a:lnTo>
                      <a:lnTo>
                        <a:pt x="3325" y="2840"/>
                      </a:lnTo>
                      <a:lnTo>
                        <a:pt x="3325" y="2837"/>
                      </a:lnTo>
                      <a:lnTo>
                        <a:pt x="3325" y="2836"/>
                      </a:lnTo>
                      <a:lnTo>
                        <a:pt x="3319" y="2822"/>
                      </a:lnTo>
                      <a:lnTo>
                        <a:pt x="3314" y="2808"/>
                      </a:lnTo>
                      <a:lnTo>
                        <a:pt x="3311" y="2802"/>
                      </a:lnTo>
                      <a:lnTo>
                        <a:pt x="3305" y="2793"/>
                      </a:lnTo>
                      <a:lnTo>
                        <a:pt x="3299" y="2786"/>
                      </a:lnTo>
                      <a:lnTo>
                        <a:pt x="3293" y="2780"/>
                      </a:lnTo>
                      <a:lnTo>
                        <a:pt x="3280" y="2768"/>
                      </a:lnTo>
                      <a:lnTo>
                        <a:pt x="3263" y="2753"/>
                      </a:lnTo>
                      <a:lnTo>
                        <a:pt x="3260" y="2748"/>
                      </a:lnTo>
                      <a:lnTo>
                        <a:pt x="3257" y="2745"/>
                      </a:lnTo>
                      <a:lnTo>
                        <a:pt x="3255" y="2740"/>
                      </a:lnTo>
                      <a:lnTo>
                        <a:pt x="3255" y="2736"/>
                      </a:lnTo>
                      <a:lnTo>
                        <a:pt x="3255" y="2728"/>
                      </a:lnTo>
                      <a:lnTo>
                        <a:pt x="3255" y="2716"/>
                      </a:lnTo>
                      <a:lnTo>
                        <a:pt x="3255" y="2708"/>
                      </a:lnTo>
                      <a:lnTo>
                        <a:pt x="3255" y="2701"/>
                      </a:lnTo>
                      <a:lnTo>
                        <a:pt x="3256" y="2698"/>
                      </a:lnTo>
                      <a:lnTo>
                        <a:pt x="3257" y="2696"/>
                      </a:lnTo>
                      <a:lnTo>
                        <a:pt x="3259" y="2695"/>
                      </a:lnTo>
                      <a:lnTo>
                        <a:pt x="3261" y="2694"/>
                      </a:lnTo>
                      <a:lnTo>
                        <a:pt x="3267" y="2694"/>
                      </a:lnTo>
                      <a:lnTo>
                        <a:pt x="3273" y="2694"/>
                      </a:lnTo>
                      <a:lnTo>
                        <a:pt x="3278" y="2692"/>
                      </a:lnTo>
                      <a:lnTo>
                        <a:pt x="3282" y="2690"/>
                      </a:lnTo>
                      <a:lnTo>
                        <a:pt x="3286" y="2685"/>
                      </a:lnTo>
                      <a:lnTo>
                        <a:pt x="3287" y="2678"/>
                      </a:lnTo>
                      <a:lnTo>
                        <a:pt x="3287" y="2674"/>
                      </a:lnTo>
                      <a:lnTo>
                        <a:pt x="3286" y="2670"/>
                      </a:lnTo>
                      <a:lnTo>
                        <a:pt x="3285" y="2666"/>
                      </a:lnTo>
                      <a:lnTo>
                        <a:pt x="3282" y="2660"/>
                      </a:lnTo>
                      <a:lnTo>
                        <a:pt x="3268" y="2650"/>
                      </a:lnTo>
                      <a:lnTo>
                        <a:pt x="3256" y="2638"/>
                      </a:lnTo>
                      <a:lnTo>
                        <a:pt x="3253" y="2628"/>
                      </a:lnTo>
                      <a:lnTo>
                        <a:pt x="3248" y="2621"/>
                      </a:lnTo>
                      <a:lnTo>
                        <a:pt x="3244" y="2617"/>
                      </a:lnTo>
                      <a:lnTo>
                        <a:pt x="3242" y="2614"/>
                      </a:lnTo>
                      <a:lnTo>
                        <a:pt x="3237" y="2611"/>
                      </a:lnTo>
                      <a:lnTo>
                        <a:pt x="3232" y="2609"/>
                      </a:lnTo>
                      <a:lnTo>
                        <a:pt x="3224" y="2604"/>
                      </a:lnTo>
                      <a:lnTo>
                        <a:pt x="3217" y="2600"/>
                      </a:lnTo>
                      <a:lnTo>
                        <a:pt x="3212" y="2594"/>
                      </a:lnTo>
                      <a:lnTo>
                        <a:pt x="3206" y="2585"/>
                      </a:lnTo>
                      <a:lnTo>
                        <a:pt x="3198" y="2576"/>
                      </a:lnTo>
                      <a:lnTo>
                        <a:pt x="3186" y="2565"/>
                      </a:lnTo>
                      <a:lnTo>
                        <a:pt x="3173" y="2556"/>
                      </a:lnTo>
                      <a:lnTo>
                        <a:pt x="3161" y="2547"/>
                      </a:lnTo>
                      <a:lnTo>
                        <a:pt x="3149" y="2537"/>
                      </a:lnTo>
                      <a:lnTo>
                        <a:pt x="3142" y="2527"/>
                      </a:lnTo>
                      <a:lnTo>
                        <a:pt x="3140" y="2525"/>
                      </a:lnTo>
                      <a:lnTo>
                        <a:pt x="3139" y="2521"/>
                      </a:lnTo>
                      <a:lnTo>
                        <a:pt x="3139" y="2518"/>
                      </a:lnTo>
                      <a:lnTo>
                        <a:pt x="3140" y="2513"/>
                      </a:lnTo>
                      <a:lnTo>
                        <a:pt x="3141" y="2503"/>
                      </a:lnTo>
                      <a:lnTo>
                        <a:pt x="3143" y="2493"/>
                      </a:lnTo>
                      <a:lnTo>
                        <a:pt x="3144" y="2487"/>
                      </a:lnTo>
                      <a:lnTo>
                        <a:pt x="3142" y="2481"/>
                      </a:lnTo>
                      <a:lnTo>
                        <a:pt x="3140" y="2475"/>
                      </a:lnTo>
                      <a:lnTo>
                        <a:pt x="3137" y="2469"/>
                      </a:lnTo>
                      <a:lnTo>
                        <a:pt x="3130" y="2458"/>
                      </a:lnTo>
                      <a:lnTo>
                        <a:pt x="3124" y="2450"/>
                      </a:lnTo>
                      <a:lnTo>
                        <a:pt x="3121" y="2442"/>
                      </a:lnTo>
                      <a:lnTo>
                        <a:pt x="3116" y="2433"/>
                      </a:lnTo>
                      <a:lnTo>
                        <a:pt x="3112" y="2424"/>
                      </a:lnTo>
                      <a:lnTo>
                        <a:pt x="3111" y="2414"/>
                      </a:lnTo>
                      <a:lnTo>
                        <a:pt x="3111" y="2406"/>
                      </a:lnTo>
                      <a:lnTo>
                        <a:pt x="3109" y="2399"/>
                      </a:lnTo>
                      <a:lnTo>
                        <a:pt x="3108" y="2395"/>
                      </a:lnTo>
                      <a:lnTo>
                        <a:pt x="3106" y="2393"/>
                      </a:lnTo>
                      <a:lnTo>
                        <a:pt x="3104" y="2392"/>
                      </a:lnTo>
                      <a:lnTo>
                        <a:pt x="3102" y="2392"/>
                      </a:lnTo>
                      <a:lnTo>
                        <a:pt x="3099" y="2392"/>
                      </a:lnTo>
                      <a:lnTo>
                        <a:pt x="3097" y="2393"/>
                      </a:lnTo>
                      <a:lnTo>
                        <a:pt x="3095" y="2394"/>
                      </a:lnTo>
                      <a:lnTo>
                        <a:pt x="3092" y="2396"/>
                      </a:lnTo>
                      <a:lnTo>
                        <a:pt x="3086" y="2403"/>
                      </a:lnTo>
                      <a:lnTo>
                        <a:pt x="3077" y="2414"/>
                      </a:lnTo>
                      <a:lnTo>
                        <a:pt x="3070" y="2424"/>
                      </a:lnTo>
                      <a:lnTo>
                        <a:pt x="3066" y="2427"/>
                      </a:lnTo>
                      <a:lnTo>
                        <a:pt x="3062" y="2430"/>
                      </a:lnTo>
                      <a:lnTo>
                        <a:pt x="3056" y="2434"/>
                      </a:lnTo>
                      <a:lnTo>
                        <a:pt x="3049" y="2439"/>
                      </a:lnTo>
                      <a:lnTo>
                        <a:pt x="3046" y="2442"/>
                      </a:lnTo>
                      <a:lnTo>
                        <a:pt x="3043" y="2442"/>
                      </a:lnTo>
                      <a:lnTo>
                        <a:pt x="3039" y="2439"/>
                      </a:lnTo>
                      <a:lnTo>
                        <a:pt x="3032" y="2436"/>
                      </a:lnTo>
                      <a:lnTo>
                        <a:pt x="3024" y="2430"/>
                      </a:lnTo>
                      <a:lnTo>
                        <a:pt x="3016" y="2423"/>
                      </a:lnTo>
                      <a:lnTo>
                        <a:pt x="3007" y="2414"/>
                      </a:lnTo>
                      <a:lnTo>
                        <a:pt x="2996" y="2406"/>
                      </a:lnTo>
                      <a:lnTo>
                        <a:pt x="2986" y="2398"/>
                      </a:lnTo>
                      <a:lnTo>
                        <a:pt x="2990" y="2392"/>
                      </a:lnTo>
                      <a:lnTo>
                        <a:pt x="2996" y="2383"/>
                      </a:lnTo>
                      <a:lnTo>
                        <a:pt x="2993" y="2377"/>
                      </a:lnTo>
                      <a:lnTo>
                        <a:pt x="2988" y="2370"/>
                      </a:lnTo>
                      <a:lnTo>
                        <a:pt x="2982" y="2363"/>
                      </a:lnTo>
                      <a:lnTo>
                        <a:pt x="2976" y="2357"/>
                      </a:lnTo>
                      <a:lnTo>
                        <a:pt x="2969" y="2350"/>
                      </a:lnTo>
                      <a:lnTo>
                        <a:pt x="2957" y="2343"/>
                      </a:lnTo>
                      <a:lnTo>
                        <a:pt x="2946" y="2336"/>
                      </a:lnTo>
                      <a:lnTo>
                        <a:pt x="2938" y="2332"/>
                      </a:lnTo>
                      <a:lnTo>
                        <a:pt x="2934" y="2332"/>
                      </a:lnTo>
                      <a:lnTo>
                        <a:pt x="2928" y="2335"/>
                      </a:lnTo>
                      <a:lnTo>
                        <a:pt x="2922" y="2338"/>
                      </a:lnTo>
                      <a:lnTo>
                        <a:pt x="2915" y="2342"/>
                      </a:lnTo>
                      <a:lnTo>
                        <a:pt x="2908" y="2346"/>
                      </a:lnTo>
                      <a:lnTo>
                        <a:pt x="2902" y="2349"/>
                      </a:lnTo>
                      <a:lnTo>
                        <a:pt x="2896" y="2351"/>
                      </a:lnTo>
                      <a:lnTo>
                        <a:pt x="2892" y="2350"/>
                      </a:lnTo>
                      <a:lnTo>
                        <a:pt x="2877" y="2340"/>
                      </a:lnTo>
                      <a:lnTo>
                        <a:pt x="2864" y="2333"/>
                      </a:lnTo>
                      <a:lnTo>
                        <a:pt x="2856" y="2329"/>
                      </a:lnTo>
                      <a:lnTo>
                        <a:pt x="2850" y="2323"/>
                      </a:lnTo>
                      <a:lnTo>
                        <a:pt x="2844" y="2316"/>
                      </a:lnTo>
                      <a:lnTo>
                        <a:pt x="2837" y="2304"/>
                      </a:lnTo>
                      <a:lnTo>
                        <a:pt x="2828" y="2292"/>
                      </a:lnTo>
                      <a:lnTo>
                        <a:pt x="2820" y="2283"/>
                      </a:lnTo>
                      <a:lnTo>
                        <a:pt x="2812" y="2276"/>
                      </a:lnTo>
                      <a:lnTo>
                        <a:pt x="2800" y="2268"/>
                      </a:lnTo>
                      <a:lnTo>
                        <a:pt x="2789" y="2261"/>
                      </a:lnTo>
                      <a:lnTo>
                        <a:pt x="2778" y="2256"/>
                      </a:lnTo>
                      <a:lnTo>
                        <a:pt x="2770" y="2254"/>
                      </a:lnTo>
                      <a:lnTo>
                        <a:pt x="2764" y="2253"/>
                      </a:lnTo>
                      <a:lnTo>
                        <a:pt x="2757" y="2251"/>
                      </a:lnTo>
                      <a:lnTo>
                        <a:pt x="2749" y="2247"/>
                      </a:lnTo>
                      <a:lnTo>
                        <a:pt x="2738" y="2241"/>
                      </a:lnTo>
                      <a:lnTo>
                        <a:pt x="2727" y="2230"/>
                      </a:lnTo>
                      <a:lnTo>
                        <a:pt x="2721" y="2225"/>
                      </a:lnTo>
                      <a:lnTo>
                        <a:pt x="2715" y="2220"/>
                      </a:lnTo>
                      <a:lnTo>
                        <a:pt x="2708" y="2216"/>
                      </a:lnTo>
                      <a:lnTo>
                        <a:pt x="2702" y="2212"/>
                      </a:lnTo>
                      <a:lnTo>
                        <a:pt x="2689" y="2206"/>
                      </a:lnTo>
                      <a:lnTo>
                        <a:pt x="2680" y="2203"/>
                      </a:lnTo>
                      <a:lnTo>
                        <a:pt x="2676" y="2200"/>
                      </a:lnTo>
                      <a:lnTo>
                        <a:pt x="2673" y="2197"/>
                      </a:lnTo>
                      <a:lnTo>
                        <a:pt x="2671" y="2193"/>
                      </a:lnTo>
                      <a:lnTo>
                        <a:pt x="2670" y="2190"/>
                      </a:lnTo>
                      <a:lnTo>
                        <a:pt x="2669" y="2181"/>
                      </a:lnTo>
                      <a:lnTo>
                        <a:pt x="2669" y="2172"/>
                      </a:lnTo>
                      <a:lnTo>
                        <a:pt x="2669" y="2161"/>
                      </a:lnTo>
                      <a:lnTo>
                        <a:pt x="2667" y="2150"/>
                      </a:lnTo>
                      <a:lnTo>
                        <a:pt x="2664" y="2144"/>
                      </a:lnTo>
                      <a:lnTo>
                        <a:pt x="2662" y="2140"/>
                      </a:lnTo>
                      <a:lnTo>
                        <a:pt x="2657" y="2134"/>
                      </a:lnTo>
                      <a:lnTo>
                        <a:pt x="2652" y="2129"/>
                      </a:lnTo>
                      <a:lnTo>
                        <a:pt x="2645" y="2125"/>
                      </a:lnTo>
                      <a:lnTo>
                        <a:pt x="2639" y="2123"/>
                      </a:lnTo>
                      <a:lnTo>
                        <a:pt x="2632" y="2122"/>
                      </a:lnTo>
                      <a:lnTo>
                        <a:pt x="2626" y="2121"/>
                      </a:lnTo>
                      <a:lnTo>
                        <a:pt x="2613" y="2121"/>
                      </a:lnTo>
                      <a:lnTo>
                        <a:pt x="2602" y="2119"/>
                      </a:lnTo>
                      <a:lnTo>
                        <a:pt x="2598" y="2117"/>
                      </a:lnTo>
                      <a:lnTo>
                        <a:pt x="2593" y="2113"/>
                      </a:lnTo>
                      <a:lnTo>
                        <a:pt x="2588" y="2109"/>
                      </a:lnTo>
                      <a:lnTo>
                        <a:pt x="2583" y="2104"/>
                      </a:lnTo>
                      <a:lnTo>
                        <a:pt x="2580" y="2099"/>
                      </a:lnTo>
                      <a:lnTo>
                        <a:pt x="2577" y="2094"/>
                      </a:lnTo>
                      <a:lnTo>
                        <a:pt x="2575" y="2090"/>
                      </a:lnTo>
                      <a:lnTo>
                        <a:pt x="2574" y="2085"/>
                      </a:lnTo>
                      <a:lnTo>
                        <a:pt x="2573" y="2078"/>
                      </a:lnTo>
                      <a:lnTo>
                        <a:pt x="2570" y="2072"/>
                      </a:lnTo>
                      <a:lnTo>
                        <a:pt x="2569" y="2071"/>
                      </a:lnTo>
                      <a:lnTo>
                        <a:pt x="2567" y="2068"/>
                      </a:lnTo>
                      <a:lnTo>
                        <a:pt x="2564" y="2068"/>
                      </a:lnTo>
                      <a:lnTo>
                        <a:pt x="2561" y="2068"/>
                      </a:lnTo>
                      <a:lnTo>
                        <a:pt x="2557" y="2068"/>
                      </a:lnTo>
                      <a:lnTo>
                        <a:pt x="2554" y="2067"/>
                      </a:lnTo>
                      <a:lnTo>
                        <a:pt x="2552" y="2066"/>
                      </a:lnTo>
                      <a:lnTo>
                        <a:pt x="2551" y="2064"/>
                      </a:lnTo>
                      <a:lnTo>
                        <a:pt x="2550" y="2058"/>
                      </a:lnTo>
                      <a:lnTo>
                        <a:pt x="2550" y="2048"/>
                      </a:lnTo>
                      <a:lnTo>
                        <a:pt x="2549" y="2043"/>
                      </a:lnTo>
                      <a:lnTo>
                        <a:pt x="2548" y="2039"/>
                      </a:lnTo>
                      <a:lnTo>
                        <a:pt x="2547" y="2034"/>
                      </a:lnTo>
                      <a:lnTo>
                        <a:pt x="2544" y="2030"/>
                      </a:lnTo>
                      <a:lnTo>
                        <a:pt x="2538" y="2023"/>
                      </a:lnTo>
                      <a:lnTo>
                        <a:pt x="2530" y="2016"/>
                      </a:lnTo>
                      <a:lnTo>
                        <a:pt x="2522" y="2009"/>
                      </a:lnTo>
                      <a:lnTo>
                        <a:pt x="2512" y="2004"/>
                      </a:lnTo>
                      <a:lnTo>
                        <a:pt x="2506" y="2003"/>
                      </a:lnTo>
                      <a:lnTo>
                        <a:pt x="2501" y="2002"/>
                      </a:lnTo>
                      <a:lnTo>
                        <a:pt x="2497" y="2003"/>
                      </a:lnTo>
                      <a:lnTo>
                        <a:pt x="2493" y="2005"/>
                      </a:lnTo>
                      <a:lnTo>
                        <a:pt x="2489" y="2008"/>
                      </a:lnTo>
                      <a:lnTo>
                        <a:pt x="2488" y="2011"/>
                      </a:lnTo>
                      <a:lnTo>
                        <a:pt x="2488" y="2015"/>
                      </a:lnTo>
                      <a:lnTo>
                        <a:pt x="2487" y="2020"/>
                      </a:lnTo>
                      <a:lnTo>
                        <a:pt x="2487" y="2028"/>
                      </a:lnTo>
                      <a:lnTo>
                        <a:pt x="2492" y="2042"/>
                      </a:lnTo>
                      <a:lnTo>
                        <a:pt x="2498" y="2058"/>
                      </a:lnTo>
                      <a:lnTo>
                        <a:pt x="2503" y="2068"/>
                      </a:lnTo>
                      <a:lnTo>
                        <a:pt x="2511" y="2083"/>
                      </a:lnTo>
                      <a:lnTo>
                        <a:pt x="2518" y="2098"/>
                      </a:lnTo>
                      <a:lnTo>
                        <a:pt x="2520" y="2105"/>
                      </a:lnTo>
                      <a:lnTo>
                        <a:pt x="2522" y="2110"/>
                      </a:lnTo>
                      <a:lnTo>
                        <a:pt x="2522" y="2115"/>
                      </a:lnTo>
                      <a:lnTo>
                        <a:pt x="2520" y="2117"/>
                      </a:lnTo>
                      <a:lnTo>
                        <a:pt x="2519" y="2118"/>
                      </a:lnTo>
                      <a:lnTo>
                        <a:pt x="2516" y="2118"/>
                      </a:lnTo>
                      <a:lnTo>
                        <a:pt x="2512" y="2117"/>
                      </a:lnTo>
                      <a:lnTo>
                        <a:pt x="2506" y="2115"/>
                      </a:lnTo>
                      <a:lnTo>
                        <a:pt x="2494" y="2108"/>
                      </a:lnTo>
                      <a:lnTo>
                        <a:pt x="2482" y="2102"/>
                      </a:lnTo>
                      <a:lnTo>
                        <a:pt x="2470" y="2094"/>
                      </a:lnTo>
                      <a:lnTo>
                        <a:pt x="2460" y="2087"/>
                      </a:lnTo>
                      <a:lnTo>
                        <a:pt x="2445" y="2079"/>
                      </a:lnTo>
                      <a:lnTo>
                        <a:pt x="2429" y="2069"/>
                      </a:lnTo>
                      <a:lnTo>
                        <a:pt x="2413" y="2060"/>
                      </a:lnTo>
                      <a:lnTo>
                        <a:pt x="2400" y="2052"/>
                      </a:lnTo>
                      <a:lnTo>
                        <a:pt x="2387" y="2042"/>
                      </a:lnTo>
                      <a:lnTo>
                        <a:pt x="2372" y="2030"/>
                      </a:lnTo>
                      <a:lnTo>
                        <a:pt x="2356" y="2018"/>
                      </a:lnTo>
                      <a:lnTo>
                        <a:pt x="2346" y="2009"/>
                      </a:lnTo>
                      <a:lnTo>
                        <a:pt x="2338" y="1999"/>
                      </a:lnTo>
                      <a:lnTo>
                        <a:pt x="2331" y="1987"/>
                      </a:lnTo>
                      <a:lnTo>
                        <a:pt x="2325" y="1976"/>
                      </a:lnTo>
                      <a:lnTo>
                        <a:pt x="2322" y="1966"/>
                      </a:lnTo>
                      <a:lnTo>
                        <a:pt x="2321" y="1960"/>
                      </a:lnTo>
                      <a:lnTo>
                        <a:pt x="2319" y="1955"/>
                      </a:lnTo>
                      <a:lnTo>
                        <a:pt x="2316" y="1951"/>
                      </a:lnTo>
                      <a:lnTo>
                        <a:pt x="2309" y="1944"/>
                      </a:lnTo>
                      <a:lnTo>
                        <a:pt x="2300" y="1935"/>
                      </a:lnTo>
                      <a:lnTo>
                        <a:pt x="2293" y="1926"/>
                      </a:lnTo>
                      <a:lnTo>
                        <a:pt x="2287" y="1915"/>
                      </a:lnTo>
                      <a:lnTo>
                        <a:pt x="2280" y="1902"/>
                      </a:lnTo>
                      <a:lnTo>
                        <a:pt x="2277" y="1896"/>
                      </a:lnTo>
                      <a:lnTo>
                        <a:pt x="2272" y="1889"/>
                      </a:lnTo>
                      <a:lnTo>
                        <a:pt x="2266" y="1883"/>
                      </a:lnTo>
                      <a:lnTo>
                        <a:pt x="2259" y="1876"/>
                      </a:lnTo>
                      <a:lnTo>
                        <a:pt x="2245" y="1864"/>
                      </a:lnTo>
                      <a:lnTo>
                        <a:pt x="2231" y="1853"/>
                      </a:lnTo>
                      <a:lnTo>
                        <a:pt x="2218" y="1842"/>
                      </a:lnTo>
                      <a:lnTo>
                        <a:pt x="2203" y="1831"/>
                      </a:lnTo>
                      <a:lnTo>
                        <a:pt x="2190" y="1820"/>
                      </a:lnTo>
                      <a:lnTo>
                        <a:pt x="2180" y="1812"/>
                      </a:lnTo>
                      <a:lnTo>
                        <a:pt x="2177" y="1808"/>
                      </a:lnTo>
                      <a:lnTo>
                        <a:pt x="2176" y="1804"/>
                      </a:lnTo>
                      <a:lnTo>
                        <a:pt x="2176" y="1802"/>
                      </a:lnTo>
                      <a:lnTo>
                        <a:pt x="2176" y="1800"/>
                      </a:lnTo>
                      <a:lnTo>
                        <a:pt x="2177" y="1795"/>
                      </a:lnTo>
                      <a:lnTo>
                        <a:pt x="2180" y="1789"/>
                      </a:lnTo>
                      <a:lnTo>
                        <a:pt x="2182" y="1787"/>
                      </a:lnTo>
                      <a:lnTo>
                        <a:pt x="2180" y="1783"/>
                      </a:lnTo>
                      <a:lnTo>
                        <a:pt x="2179" y="1781"/>
                      </a:lnTo>
                      <a:lnTo>
                        <a:pt x="2178" y="1778"/>
                      </a:lnTo>
                      <a:lnTo>
                        <a:pt x="2172" y="1775"/>
                      </a:lnTo>
                      <a:lnTo>
                        <a:pt x="2164" y="1772"/>
                      </a:lnTo>
                      <a:lnTo>
                        <a:pt x="2153" y="1770"/>
                      </a:lnTo>
                      <a:lnTo>
                        <a:pt x="2142" y="1766"/>
                      </a:lnTo>
                      <a:lnTo>
                        <a:pt x="2136" y="1763"/>
                      </a:lnTo>
                      <a:lnTo>
                        <a:pt x="2132" y="1760"/>
                      </a:lnTo>
                      <a:lnTo>
                        <a:pt x="2126" y="1757"/>
                      </a:lnTo>
                      <a:lnTo>
                        <a:pt x="2121" y="1752"/>
                      </a:lnTo>
                      <a:lnTo>
                        <a:pt x="2117" y="1747"/>
                      </a:lnTo>
                      <a:lnTo>
                        <a:pt x="2115" y="1743"/>
                      </a:lnTo>
                      <a:lnTo>
                        <a:pt x="2113" y="1738"/>
                      </a:lnTo>
                      <a:lnTo>
                        <a:pt x="2111" y="1732"/>
                      </a:lnTo>
                      <a:lnTo>
                        <a:pt x="2108" y="1722"/>
                      </a:lnTo>
                      <a:lnTo>
                        <a:pt x="2103" y="1713"/>
                      </a:lnTo>
                      <a:lnTo>
                        <a:pt x="2100" y="1709"/>
                      </a:lnTo>
                      <a:lnTo>
                        <a:pt x="2096" y="1707"/>
                      </a:lnTo>
                      <a:lnTo>
                        <a:pt x="2091" y="1706"/>
                      </a:lnTo>
                      <a:lnTo>
                        <a:pt x="2088" y="1705"/>
                      </a:lnTo>
                      <a:lnTo>
                        <a:pt x="2083" y="1706"/>
                      </a:lnTo>
                      <a:lnTo>
                        <a:pt x="2078" y="1708"/>
                      </a:lnTo>
                      <a:lnTo>
                        <a:pt x="2073" y="1711"/>
                      </a:lnTo>
                      <a:lnTo>
                        <a:pt x="2069" y="1715"/>
                      </a:lnTo>
                      <a:lnTo>
                        <a:pt x="2059" y="1727"/>
                      </a:lnTo>
                      <a:lnTo>
                        <a:pt x="2048" y="1741"/>
                      </a:lnTo>
                      <a:lnTo>
                        <a:pt x="2038" y="1753"/>
                      </a:lnTo>
                      <a:lnTo>
                        <a:pt x="2028" y="1763"/>
                      </a:lnTo>
                      <a:lnTo>
                        <a:pt x="2023" y="1765"/>
                      </a:lnTo>
                      <a:lnTo>
                        <a:pt x="2019" y="1765"/>
                      </a:lnTo>
                      <a:lnTo>
                        <a:pt x="2013" y="1765"/>
                      </a:lnTo>
                      <a:lnTo>
                        <a:pt x="2006" y="1764"/>
                      </a:lnTo>
                      <a:lnTo>
                        <a:pt x="1994" y="1760"/>
                      </a:lnTo>
                      <a:lnTo>
                        <a:pt x="1983" y="1756"/>
                      </a:lnTo>
                      <a:lnTo>
                        <a:pt x="1979" y="1755"/>
                      </a:lnTo>
                      <a:lnTo>
                        <a:pt x="1977" y="1752"/>
                      </a:lnTo>
                      <a:lnTo>
                        <a:pt x="1975" y="1749"/>
                      </a:lnTo>
                      <a:lnTo>
                        <a:pt x="1974" y="1746"/>
                      </a:lnTo>
                      <a:lnTo>
                        <a:pt x="1972" y="1738"/>
                      </a:lnTo>
                      <a:lnTo>
                        <a:pt x="1972" y="1727"/>
                      </a:lnTo>
                      <a:lnTo>
                        <a:pt x="1971" y="1721"/>
                      </a:lnTo>
                      <a:lnTo>
                        <a:pt x="1968" y="1718"/>
                      </a:lnTo>
                      <a:lnTo>
                        <a:pt x="1963" y="1714"/>
                      </a:lnTo>
                      <a:lnTo>
                        <a:pt x="1957" y="1712"/>
                      </a:lnTo>
                      <a:lnTo>
                        <a:pt x="1950" y="1711"/>
                      </a:lnTo>
                      <a:lnTo>
                        <a:pt x="1944" y="1711"/>
                      </a:lnTo>
                      <a:lnTo>
                        <a:pt x="1937" y="1711"/>
                      </a:lnTo>
                      <a:lnTo>
                        <a:pt x="1932" y="1712"/>
                      </a:lnTo>
                      <a:lnTo>
                        <a:pt x="1927" y="1714"/>
                      </a:lnTo>
                      <a:lnTo>
                        <a:pt x="1925" y="1716"/>
                      </a:lnTo>
                      <a:lnTo>
                        <a:pt x="1922" y="1720"/>
                      </a:lnTo>
                      <a:lnTo>
                        <a:pt x="1922" y="1724"/>
                      </a:lnTo>
                      <a:lnTo>
                        <a:pt x="1922" y="1733"/>
                      </a:lnTo>
                      <a:lnTo>
                        <a:pt x="1922" y="1743"/>
                      </a:lnTo>
                      <a:lnTo>
                        <a:pt x="1921" y="1747"/>
                      </a:lnTo>
                      <a:lnTo>
                        <a:pt x="1920" y="1751"/>
                      </a:lnTo>
                      <a:lnTo>
                        <a:pt x="1916" y="1755"/>
                      </a:lnTo>
                      <a:lnTo>
                        <a:pt x="1912" y="1759"/>
                      </a:lnTo>
                      <a:lnTo>
                        <a:pt x="1899" y="1768"/>
                      </a:lnTo>
                      <a:lnTo>
                        <a:pt x="1883" y="1778"/>
                      </a:lnTo>
                      <a:lnTo>
                        <a:pt x="1876" y="1783"/>
                      </a:lnTo>
                      <a:lnTo>
                        <a:pt x="1870" y="1788"/>
                      </a:lnTo>
                      <a:lnTo>
                        <a:pt x="1867" y="1791"/>
                      </a:lnTo>
                      <a:lnTo>
                        <a:pt x="1864" y="1795"/>
                      </a:lnTo>
                      <a:lnTo>
                        <a:pt x="1863" y="1801"/>
                      </a:lnTo>
                      <a:lnTo>
                        <a:pt x="1861" y="1807"/>
                      </a:lnTo>
                      <a:lnTo>
                        <a:pt x="1858" y="1810"/>
                      </a:lnTo>
                      <a:lnTo>
                        <a:pt x="1856" y="1813"/>
                      </a:lnTo>
                      <a:lnTo>
                        <a:pt x="1853" y="1814"/>
                      </a:lnTo>
                      <a:lnTo>
                        <a:pt x="1852" y="1814"/>
                      </a:lnTo>
                      <a:lnTo>
                        <a:pt x="1850" y="1814"/>
                      </a:lnTo>
                      <a:lnTo>
                        <a:pt x="1848" y="1812"/>
                      </a:lnTo>
                      <a:lnTo>
                        <a:pt x="1845" y="1809"/>
                      </a:lnTo>
                      <a:lnTo>
                        <a:pt x="1843" y="1806"/>
                      </a:lnTo>
                      <a:lnTo>
                        <a:pt x="1839" y="1798"/>
                      </a:lnTo>
                      <a:lnTo>
                        <a:pt x="1834" y="1790"/>
                      </a:lnTo>
                      <a:lnTo>
                        <a:pt x="1830" y="1783"/>
                      </a:lnTo>
                      <a:lnTo>
                        <a:pt x="1821" y="1777"/>
                      </a:lnTo>
                      <a:lnTo>
                        <a:pt x="1812" y="1771"/>
                      </a:lnTo>
                      <a:lnTo>
                        <a:pt x="1802" y="1765"/>
                      </a:lnTo>
                      <a:lnTo>
                        <a:pt x="1793" y="1758"/>
                      </a:lnTo>
                      <a:lnTo>
                        <a:pt x="1783" y="1751"/>
                      </a:lnTo>
                      <a:lnTo>
                        <a:pt x="1774" y="1743"/>
                      </a:lnTo>
                      <a:lnTo>
                        <a:pt x="1763" y="1735"/>
                      </a:lnTo>
                      <a:lnTo>
                        <a:pt x="1757" y="1733"/>
                      </a:lnTo>
                      <a:lnTo>
                        <a:pt x="1751" y="1731"/>
                      </a:lnTo>
                      <a:lnTo>
                        <a:pt x="1746" y="1728"/>
                      </a:lnTo>
                      <a:lnTo>
                        <a:pt x="1742" y="1728"/>
                      </a:lnTo>
                      <a:lnTo>
                        <a:pt x="1737" y="1727"/>
                      </a:lnTo>
                      <a:lnTo>
                        <a:pt x="1735" y="1727"/>
                      </a:lnTo>
                      <a:lnTo>
                        <a:pt x="1732" y="1726"/>
                      </a:lnTo>
                      <a:lnTo>
                        <a:pt x="1730" y="1725"/>
                      </a:lnTo>
                      <a:lnTo>
                        <a:pt x="1729" y="1720"/>
                      </a:lnTo>
                      <a:lnTo>
                        <a:pt x="1729" y="1713"/>
                      </a:lnTo>
                      <a:lnTo>
                        <a:pt x="1727" y="1708"/>
                      </a:lnTo>
                      <a:lnTo>
                        <a:pt x="1725" y="1705"/>
                      </a:lnTo>
                      <a:lnTo>
                        <a:pt x="1723" y="1701"/>
                      </a:lnTo>
                      <a:lnTo>
                        <a:pt x="1719" y="1697"/>
                      </a:lnTo>
                      <a:lnTo>
                        <a:pt x="1710" y="1689"/>
                      </a:lnTo>
                      <a:lnTo>
                        <a:pt x="1700" y="1681"/>
                      </a:lnTo>
                      <a:lnTo>
                        <a:pt x="1692" y="1671"/>
                      </a:lnTo>
                      <a:lnTo>
                        <a:pt x="1681" y="1661"/>
                      </a:lnTo>
                      <a:lnTo>
                        <a:pt x="1672" y="1651"/>
                      </a:lnTo>
                      <a:lnTo>
                        <a:pt x="1663" y="1643"/>
                      </a:lnTo>
                      <a:lnTo>
                        <a:pt x="1657" y="1636"/>
                      </a:lnTo>
                      <a:lnTo>
                        <a:pt x="1651" y="1629"/>
                      </a:lnTo>
                      <a:lnTo>
                        <a:pt x="1647" y="1624"/>
                      </a:lnTo>
                      <a:lnTo>
                        <a:pt x="1641" y="1621"/>
                      </a:lnTo>
                      <a:lnTo>
                        <a:pt x="1636" y="1621"/>
                      </a:lnTo>
                      <a:lnTo>
                        <a:pt x="1632" y="1620"/>
                      </a:lnTo>
                      <a:lnTo>
                        <a:pt x="1628" y="1618"/>
                      </a:lnTo>
                      <a:lnTo>
                        <a:pt x="1623" y="1611"/>
                      </a:lnTo>
                      <a:lnTo>
                        <a:pt x="1619" y="1607"/>
                      </a:lnTo>
                      <a:lnTo>
                        <a:pt x="1613" y="1604"/>
                      </a:lnTo>
                      <a:lnTo>
                        <a:pt x="1606" y="1600"/>
                      </a:lnTo>
                      <a:lnTo>
                        <a:pt x="1599" y="1596"/>
                      </a:lnTo>
                      <a:lnTo>
                        <a:pt x="1582" y="1592"/>
                      </a:lnTo>
                      <a:lnTo>
                        <a:pt x="1568" y="1586"/>
                      </a:lnTo>
                      <a:lnTo>
                        <a:pt x="1561" y="1583"/>
                      </a:lnTo>
                      <a:lnTo>
                        <a:pt x="1554" y="1582"/>
                      </a:lnTo>
                      <a:lnTo>
                        <a:pt x="1547" y="1582"/>
                      </a:lnTo>
                      <a:lnTo>
                        <a:pt x="1538" y="1582"/>
                      </a:lnTo>
                      <a:lnTo>
                        <a:pt x="1530" y="1583"/>
                      </a:lnTo>
                      <a:lnTo>
                        <a:pt x="1523" y="1586"/>
                      </a:lnTo>
                      <a:lnTo>
                        <a:pt x="1516" y="1589"/>
                      </a:lnTo>
                      <a:lnTo>
                        <a:pt x="1510" y="1594"/>
                      </a:lnTo>
                      <a:lnTo>
                        <a:pt x="1505" y="1600"/>
                      </a:lnTo>
                      <a:lnTo>
                        <a:pt x="1500" y="1606"/>
                      </a:lnTo>
                      <a:lnTo>
                        <a:pt x="1497" y="1611"/>
                      </a:lnTo>
                      <a:lnTo>
                        <a:pt x="1494" y="1617"/>
                      </a:lnTo>
                      <a:lnTo>
                        <a:pt x="1493" y="1623"/>
                      </a:lnTo>
                      <a:lnTo>
                        <a:pt x="1493" y="1629"/>
                      </a:lnTo>
                      <a:lnTo>
                        <a:pt x="1494" y="1633"/>
                      </a:lnTo>
                      <a:lnTo>
                        <a:pt x="1496" y="1639"/>
                      </a:lnTo>
                      <a:lnTo>
                        <a:pt x="1498" y="1645"/>
                      </a:lnTo>
                      <a:lnTo>
                        <a:pt x="1500" y="1652"/>
                      </a:lnTo>
                      <a:lnTo>
                        <a:pt x="1502" y="1661"/>
                      </a:lnTo>
                      <a:lnTo>
                        <a:pt x="1502" y="1669"/>
                      </a:lnTo>
                      <a:lnTo>
                        <a:pt x="1502" y="1677"/>
                      </a:lnTo>
                      <a:lnTo>
                        <a:pt x="1500" y="1684"/>
                      </a:lnTo>
                      <a:lnTo>
                        <a:pt x="1499" y="1692"/>
                      </a:lnTo>
                      <a:lnTo>
                        <a:pt x="1497" y="1699"/>
                      </a:lnTo>
                      <a:lnTo>
                        <a:pt x="1494" y="1705"/>
                      </a:lnTo>
                      <a:lnTo>
                        <a:pt x="1492" y="1713"/>
                      </a:lnTo>
                      <a:lnTo>
                        <a:pt x="1491" y="1721"/>
                      </a:lnTo>
                      <a:lnTo>
                        <a:pt x="1491" y="1732"/>
                      </a:lnTo>
                      <a:lnTo>
                        <a:pt x="1491" y="1752"/>
                      </a:lnTo>
                      <a:lnTo>
                        <a:pt x="1492" y="1772"/>
                      </a:lnTo>
                      <a:lnTo>
                        <a:pt x="1492" y="1788"/>
                      </a:lnTo>
                      <a:lnTo>
                        <a:pt x="1494" y="1800"/>
                      </a:lnTo>
                      <a:lnTo>
                        <a:pt x="1498" y="1812"/>
                      </a:lnTo>
                      <a:lnTo>
                        <a:pt x="1502" y="1825"/>
                      </a:lnTo>
                      <a:lnTo>
                        <a:pt x="1503" y="1833"/>
                      </a:lnTo>
                      <a:lnTo>
                        <a:pt x="1503" y="1842"/>
                      </a:lnTo>
                      <a:lnTo>
                        <a:pt x="1500" y="1851"/>
                      </a:lnTo>
                      <a:lnTo>
                        <a:pt x="1497" y="1858"/>
                      </a:lnTo>
                      <a:lnTo>
                        <a:pt x="1493" y="1860"/>
                      </a:lnTo>
                      <a:lnTo>
                        <a:pt x="1491" y="1864"/>
                      </a:lnTo>
                      <a:lnTo>
                        <a:pt x="1487" y="1866"/>
                      </a:lnTo>
                      <a:lnTo>
                        <a:pt x="1484" y="1867"/>
                      </a:lnTo>
                      <a:lnTo>
                        <a:pt x="1480" y="1869"/>
                      </a:lnTo>
                      <a:lnTo>
                        <a:pt x="1475" y="1870"/>
                      </a:lnTo>
                      <a:lnTo>
                        <a:pt x="1471" y="1870"/>
                      </a:lnTo>
                      <a:lnTo>
                        <a:pt x="1466" y="1869"/>
                      </a:lnTo>
                      <a:lnTo>
                        <a:pt x="1450" y="1861"/>
                      </a:lnTo>
                      <a:lnTo>
                        <a:pt x="1434" y="1851"/>
                      </a:lnTo>
                      <a:lnTo>
                        <a:pt x="1426" y="1845"/>
                      </a:lnTo>
                      <a:lnTo>
                        <a:pt x="1417" y="1841"/>
                      </a:lnTo>
                      <a:lnTo>
                        <a:pt x="1414" y="1840"/>
                      </a:lnTo>
                      <a:lnTo>
                        <a:pt x="1410" y="1840"/>
                      </a:lnTo>
                      <a:lnTo>
                        <a:pt x="1408" y="1840"/>
                      </a:lnTo>
                      <a:lnTo>
                        <a:pt x="1405" y="1841"/>
                      </a:lnTo>
                      <a:lnTo>
                        <a:pt x="1401" y="1845"/>
                      </a:lnTo>
                      <a:lnTo>
                        <a:pt x="1398" y="1851"/>
                      </a:lnTo>
                      <a:lnTo>
                        <a:pt x="1397" y="1858"/>
                      </a:lnTo>
                      <a:lnTo>
                        <a:pt x="1395" y="1865"/>
                      </a:lnTo>
                      <a:lnTo>
                        <a:pt x="1393" y="1872"/>
                      </a:lnTo>
                      <a:lnTo>
                        <a:pt x="1392" y="1878"/>
                      </a:lnTo>
                      <a:lnTo>
                        <a:pt x="1391" y="1881"/>
                      </a:lnTo>
                      <a:lnTo>
                        <a:pt x="1389" y="1883"/>
                      </a:lnTo>
                      <a:lnTo>
                        <a:pt x="1387" y="1884"/>
                      </a:lnTo>
                      <a:lnTo>
                        <a:pt x="1385" y="1885"/>
                      </a:lnTo>
                      <a:lnTo>
                        <a:pt x="1377" y="1886"/>
                      </a:lnTo>
                      <a:lnTo>
                        <a:pt x="1371" y="1888"/>
                      </a:lnTo>
                      <a:lnTo>
                        <a:pt x="1368" y="1888"/>
                      </a:lnTo>
                      <a:lnTo>
                        <a:pt x="1367" y="1889"/>
                      </a:lnTo>
                      <a:lnTo>
                        <a:pt x="1366" y="1891"/>
                      </a:lnTo>
                      <a:lnTo>
                        <a:pt x="1365" y="1895"/>
                      </a:lnTo>
                      <a:lnTo>
                        <a:pt x="1366" y="1903"/>
                      </a:lnTo>
                      <a:lnTo>
                        <a:pt x="1367" y="1911"/>
                      </a:lnTo>
                      <a:lnTo>
                        <a:pt x="1368" y="1915"/>
                      </a:lnTo>
                      <a:lnTo>
                        <a:pt x="1367" y="1920"/>
                      </a:lnTo>
                      <a:lnTo>
                        <a:pt x="1366" y="1926"/>
                      </a:lnTo>
                      <a:lnTo>
                        <a:pt x="1363" y="1932"/>
                      </a:lnTo>
                      <a:lnTo>
                        <a:pt x="1358" y="1938"/>
                      </a:lnTo>
                      <a:lnTo>
                        <a:pt x="1355" y="1944"/>
                      </a:lnTo>
                      <a:lnTo>
                        <a:pt x="1353" y="1948"/>
                      </a:lnTo>
                      <a:lnTo>
                        <a:pt x="1353" y="1952"/>
                      </a:lnTo>
                      <a:lnTo>
                        <a:pt x="1352" y="1960"/>
                      </a:lnTo>
                      <a:lnTo>
                        <a:pt x="1353" y="1967"/>
                      </a:lnTo>
                      <a:lnTo>
                        <a:pt x="1353" y="1978"/>
                      </a:lnTo>
                      <a:lnTo>
                        <a:pt x="1352" y="1991"/>
                      </a:lnTo>
                      <a:lnTo>
                        <a:pt x="1349" y="1998"/>
                      </a:lnTo>
                      <a:lnTo>
                        <a:pt x="1347" y="2004"/>
                      </a:lnTo>
                      <a:lnTo>
                        <a:pt x="1346" y="2006"/>
                      </a:lnTo>
                      <a:lnTo>
                        <a:pt x="1343" y="2008"/>
                      </a:lnTo>
                      <a:lnTo>
                        <a:pt x="1342" y="2009"/>
                      </a:lnTo>
                      <a:lnTo>
                        <a:pt x="1340" y="2009"/>
                      </a:lnTo>
                      <a:lnTo>
                        <a:pt x="1330" y="2009"/>
                      </a:lnTo>
                      <a:lnTo>
                        <a:pt x="1324" y="2009"/>
                      </a:lnTo>
                      <a:lnTo>
                        <a:pt x="1320" y="2006"/>
                      </a:lnTo>
                      <a:lnTo>
                        <a:pt x="1313" y="2001"/>
                      </a:lnTo>
                      <a:lnTo>
                        <a:pt x="1303" y="1991"/>
                      </a:lnTo>
                      <a:lnTo>
                        <a:pt x="1290" y="1983"/>
                      </a:lnTo>
                      <a:lnTo>
                        <a:pt x="1283" y="1979"/>
                      </a:lnTo>
                      <a:lnTo>
                        <a:pt x="1277" y="1976"/>
                      </a:lnTo>
                      <a:lnTo>
                        <a:pt x="1271" y="1974"/>
                      </a:lnTo>
                      <a:lnTo>
                        <a:pt x="1265" y="1973"/>
                      </a:lnTo>
                      <a:lnTo>
                        <a:pt x="1260" y="1974"/>
                      </a:lnTo>
                      <a:lnTo>
                        <a:pt x="1258" y="1976"/>
                      </a:lnTo>
                      <a:lnTo>
                        <a:pt x="1254" y="1978"/>
                      </a:lnTo>
                      <a:lnTo>
                        <a:pt x="1252" y="1982"/>
                      </a:lnTo>
                      <a:lnTo>
                        <a:pt x="1247" y="1991"/>
                      </a:lnTo>
                      <a:lnTo>
                        <a:pt x="1238" y="2005"/>
                      </a:lnTo>
                      <a:lnTo>
                        <a:pt x="1232" y="2011"/>
                      </a:lnTo>
                      <a:lnTo>
                        <a:pt x="1226" y="2015"/>
                      </a:lnTo>
                      <a:lnTo>
                        <a:pt x="1221" y="2017"/>
                      </a:lnTo>
                      <a:lnTo>
                        <a:pt x="1216" y="2017"/>
                      </a:lnTo>
                      <a:lnTo>
                        <a:pt x="1207" y="2012"/>
                      </a:lnTo>
                      <a:lnTo>
                        <a:pt x="1198" y="2008"/>
                      </a:lnTo>
                      <a:lnTo>
                        <a:pt x="1189" y="2003"/>
                      </a:lnTo>
                      <a:lnTo>
                        <a:pt x="1179" y="1997"/>
                      </a:lnTo>
                      <a:lnTo>
                        <a:pt x="1170" y="1992"/>
                      </a:lnTo>
                      <a:lnTo>
                        <a:pt x="1162" y="1989"/>
                      </a:lnTo>
                      <a:lnTo>
                        <a:pt x="1153" y="1985"/>
                      </a:lnTo>
                      <a:lnTo>
                        <a:pt x="1144" y="1980"/>
                      </a:lnTo>
                      <a:lnTo>
                        <a:pt x="1133" y="1973"/>
                      </a:lnTo>
                      <a:lnTo>
                        <a:pt x="1122" y="1965"/>
                      </a:lnTo>
                      <a:lnTo>
                        <a:pt x="1116" y="1960"/>
                      </a:lnTo>
                      <a:lnTo>
                        <a:pt x="1114" y="1955"/>
                      </a:lnTo>
                      <a:lnTo>
                        <a:pt x="1112" y="1949"/>
                      </a:lnTo>
                      <a:lnTo>
                        <a:pt x="1111" y="1945"/>
                      </a:lnTo>
                      <a:lnTo>
                        <a:pt x="1109" y="1940"/>
                      </a:lnTo>
                      <a:lnTo>
                        <a:pt x="1108" y="1935"/>
                      </a:lnTo>
                      <a:lnTo>
                        <a:pt x="1106" y="1929"/>
                      </a:lnTo>
                      <a:lnTo>
                        <a:pt x="1102" y="1923"/>
                      </a:lnTo>
                      <a:lnTo>
                        <a:pt x="1094" y="1913"/>
                      </a:lnTo>
                      <a:lnTo>
                        <a:pt x="1083" y="1902"/>
                      </a:lnTo>
                      <a:lnTo>
                        <a:pt x="1077" y="1898"/>
                      </a:lnTo>
                      <a:lnTo>
                        <a:pt x="1071" y="1894"/>
                      </a:lnTo>
                      <a:lnTo>
                        <a:pt x="1064" y="1891"/>
                      </a:lnTo>
                      <a:lnTo>
                        <a:pt x="1056" y="1888"/>
                      </a:lnTo>
                      <a:lnTo>
                        <a:pt x="1051" y="1888"/>
                      </a:lnTo>
                      <a:lnTo>
                        <a:pt x="1047" y="1888"/>
                      </a:lnTo>
                      <a:lnTo>
                        <a:pt x="1043" y="1889"/>
                      </a:lnTo>
                      <a:lnTo>
                        <a:pt x="1038" y="1891"/>
                      </a:lnTo>
                      <a:lnTo>
                        <a:pt x="1028" y="1896"/>
                      </a:lnTo>
                      <a:lnTo>
                        <a:pt x="1019" y="1903"/>
                      </a:lnTo>
                      <a:lnTo>
                        <a:pt x="1009" y="1910"/>
                      </a:lnTo>
                      <a:lnTo>
                        <a:pt x="1000" y="1916"/>
                      </a:lnTo>
                      <a:lnTo>
                        <a:pt x="995" y="1919"/>
                      </a:lnTo>
                      <a:lnTo>
                        <a:pt x="990" y="1921"/>
                      </a:lnTo>
                      <a:lnTo>
                        <a:pt x="986" y="1922"/>
                      </a:lnTo>
                      <a:lnTo>
                        <a:pt x="981" y="1922"/>
                      </a:lnTo>
                      <a:lnTo>
                        <a:pt x="971" y="1921"/>
                      </a:lnTo>
                      <a:lnTo>
                        <a:pt x="962" y="1917"/>
                      </a:lnTo>
                      <a:lnTo>
                        <a:pt x="954" y="1914"/>
                      </a:lnTo>
                      <a:lnTo>
                        <a:pt x="945" y="1910"/>
                      </a:lnTo>
                      <a:lnTo>
                        <a:pt x="937" y="1907"/>
                      </a:lnTo>
                      <a:lnTo>
                        <a:pt x="929" y="1904"/>
                      </a:lnTo>
                      <a:lnTo>
                        <a:pt x="925" y="1904"/>
                      </a:lnTo>
                      <a:lnTo>
                        <a:pt x="920" y="1905"/>
                      </a:lnTo>
                      <a:lnTo>
                        <a:pt x="917" y="1907"/>
                      </a:lnTo>
                      <a:lnTo>
                        <a:pt x="912" y="1909"/>
                      </a:lnTo>
                      <a:lnTo>
                        <a:pt x="908" y="1911"/>
                      </a:lnTo>
                      <a:lnTo>
                        <a:pt x="905" y="1911"/>
                      </a:lnTo>
                      <a:lnTo>
                        <a:pt x="901" y="1911"/>
                      </a:lnTo>
                      <a:lnTo>
                        <a:pt x="899" y="1909"/>
                      </a:lnTo>
                      <a:lnTo>
                        <a:pt x="893" y="1902"/>
                      </a:lnTo>
                      <a:lnTo>
                        <a:pt x="887" y="1892"/>
                      </a:lnTo>
                      <a:lnTo>
                        <a:pt x="879" y="1872"/>
                      </a:lnTo>
                      <a:lnTo>
                        <a:pt x="872" y="1859"/>
                      </a:lnTo>
                      <a:lnTo>
                        <a:pt x="860" y="1852"/>
                      </a:lnTo>
                      <a:lnTo>
                        <a:pt x="839" y="1844"/>
                      </a:lnTo>
                      <a:lnTo>
                        <a:pt x="818" y="1837"/>
                      </a:lnTo>
                      <a:lnTo>
                        <a:pt x="803" y="1832"/>
                      </a:lnTo>
                      <a:lnTo>
                        <a:pt x="798" y="1832"/>
                      </a:lnTo>
                      <a:lnTo>
                        <a:pt x="794" y="1834"/>
                      </a:lnTo>
                      <a:lnTo>
                        <a:pt x="791" y="1837"/>
                      </a:lnTo>
                      <a:lnTo>
                        <a:pt x="786" y="1840"/>
                      </a:lnTo>
                      <a:lnTo>
                        <a:pt x="782" y="1845"/>
                      </a:lnTo>
                      <a:lnTo>
                        <a:pt x="776" y="1847"/>
                      </a:lnTo>
                      <a:lnTo>
                        <a:pt x="771" y="1850"/>
                      </a:lnTo>
                      <a:lnTo>
                        <a:pt x="762" y="1850"/>
                      </a:lnTo>
                      <a:lnTo>
                        <a:pt x="741" y="1847"/>
                      </a:lnTo>
                      <a:lnTo>
                        <a:pt x="713" y="1845"/>
                      </a:lnTo>
                      <a:lnTo>
                        <a:pt x="700" y="1844"/>
                      </a:lnTo>
                      <a:lnTo>
                        <a:pt x="688" y="1842"/>
                      </a:lnTo>
                      <a:lnTo>
                        <a:pt x="678" y="1840"/>
                      </a:lnTo>
                      <a:lnTo>
                        <a:pt x="669" y="1839"/>
                      </a:lnTo>
                      <a:lnTo>
                        <a:pt x="666" y="1837"/>
                      </a:lnTo>
                      <a:lnTo>
                        <a:pt x="664" y="1833"/>
                      </a:lnTo>
                      <a:lnTo>
                        <a:pt x="660" y="1828"/>
                      </a:lnTo>
                      <a:lnTo>
                        <a:pt x="658" y="1822"/>
                      </a:lnTo>
                      <a:lnTo>
                        <a:pt x="654" y="1808"/>
                      </a:lnTo>
                      <a:lnTo>
                        <a:pt x="652" y="1791"/>
                      </a:lnTo>
                      <a:lnTo>
                        <a:pt x="646" y="1760"/>
                      </a:lnTo>
                      <a:lnTo>
                        <a:pt x="641" y="1738"/>
                      </a:lnTo>
                      <a:lnTo>
                        <a:pt x="639" y="1731"/>
                      </a:lnTo>
                      <a:lnTo>
                        <a:pt x="639" y="1720"/>
                      </a:lnTo>
                      <a:lnTo>
                        <a:pt x="639" y="1708"/>
                      </a:lnTo>
                      <a:lnTo>
                        <a:pt x="639" y="1695"/>
                      </a:lnTo>
                      <a:lnTo>
                        <a:pt x="639" y="1683"/>
                      </a:lnTo>
                      <a:lnTo>
                        <a:pt x="639" y="1673"/>
                      </a:lnTo>
                      <a:lnTo>
                        <a:pt x="637" y="1668"/>
                      </a:lnTo>
                      <a:lnTo>
                        <a:pt x="637" y="1664"/>
                      </a:lnTo>
                      <a:lnTo>
                        <a:pt x="636" y="1662"/>
                      </a:lnTo>
                      <a:lnTo>
                        <a:pt x="634" y="1661"/>
                      </a:lnTo>
                      <a:lnTo>
                        <a:pt x="627" y="1658"/>
                      </a:lnTo>
                      <a:lnTo>
                        <a:pt x="615" y="1656"/>
                      </a:lnTo>
                      <a:lnTo>
                        <a:pt x="601" y="1655"/>
                      </a:lnTo>
                      <a:lnTo>
                        <a:pt x="584" y="1653"/>
                      </a:lnTo>
                      <a:lnTo>
                        <a:pt x="564" y="1653"/>
                      </a:lnTo>
                      <a:lnTo>
                        <a:pt x="539" y="1655"/>
                      </a:lnTo>
                      <a:lnTo>
                        <a:pt x="511" y="1656"/>
                      </a:lnTo>
                      <a:lnTo>
                        <a:pt x="480" y="1658"/>
                      </a:lnTo>
                      <a:lnTo>
                        <a:pt x="476" y="1658"/>
                      </a:lnTo>
                      <a:lnTo>
                        <a:pt x="470" y="1658"/>
                      </a:lnTo>
                      <a:lnTo>
                        <a:pt x="465" y="1656"/>
                      </a:lnTo>
                      <a:lnTo>
                        <a:pt x="460" y="1655"/>
                      </a:lnTo>
                      <a:lnTo>
                        <a:pt x="451" y="1649"/>
                      </a:lnTo>
                      <a:lnTo>
                        <a:pt x="444" y="1642"/>
                      </a:lnTo>
                      <a:lnTo>
                        <a:pt x="436" y="1633"/>
                      </a:lnTo>
                      <a:lnTo>
                        <a:pt x="432" y="1626"/>
                      </a:lnTo>
                      <a:lnTo>
                        <a:pt x="429" y="1619"/>
                      </a:lnTo>
                      <a:lnTo>
                        <a:pt x="428" y="1615"/>
                      </a:lnTo>
                      <a:lnTo>
                        <a:pt x="428" y="1611"/>
                      </a:lnTo>
                      <a:lnTo>
                        <a:pt x="432" y="1607"/>
                      </a:lnTo>
                      <a:lnTo>
                        <a:pt x="435" y="1604"/>
                      </a:lnTo>
                      <a:lnTo>
                        <a:pt x="440" y="1602"/>
                      </a:lnTo>
                      <a:lnTo>
                        <a:pt x="452" y="1601"/>
                      </a:lnTo>
                      <a:lnTo>
                        <a:pt x="464" y="1599"/>
                      </a:lnTo>
                      <a:lnTo>
                        <a:pt x="467" y="1598"/>
                      </a:lnTo>
                      <a:lnTo>
                        <a:pt x="471" y="1596"/>
                      </a:lnTo>
                      <a:lnTo>
                        <a:pt x="473" y="1594"/>
                      </a:lnTo>
                      <a:lnTo>
                        <a:pt x="475" y="1592"/>
                      </a:lnTo>
                      <a:lnTo>
                        <a:pt x="477" y="1587"/>
                      </a:lnTo>
                      <a:lnTo>
                        <a:pt x="477" y="1582"/>
                      </a:lnTo>
                      <a:lnTo>
                        <a:pt x="475" y="1577"/>
                      </a:lnTo>
                      <a:lnTo>
                        <a:pt x="471" y="1573"/>
                      </a:lnTo>
                      <a:lnTo>
                        <a:pt x="467" y="1569"/>
                      </a:lnTo>
                      <a:lnTo>
                        <a:pt x="463" y="1566"/>
                      </a:lnTo>
                      <a:lnTo>
                        <a:pt x="453" y="1561"/>
                      </a:lnTo>
                      <a:lnTo>
                        <a:pt x="444" y="1555"/>
                      </a:lnTo>
                      <a:lnTo>
                        <a:pt x="428" y="1550"/>
                      </a:lnTo>
                      <a:lnTo>
                        <a:pt x="407" y="1543"/>
                      </a:lnTo>
                      <a:lnTo>
                        <a:pt x="382" y="1537"/>
                      </a:lnTo>
                      <a:lnTo>
                        <a:pt x="363" y="1533"/>
                      </a:lnTo>
                      <a:lnTo>
                        <a:pt x="341" y="1532"/>
                      </a:lnTo>
                      <a:lnTo>
                        <a:pt x="314" y="1531"/>
                      </a:lnTo>
                      <a:lnTo>
                        <a:pt x="301" y="1530"/>
                      </a:lnTo>
                      <a:lnTo>
                        <a:pt x="288" y="1529"/>
                      </a:lnTo>
                      <a:lnTo>
                        <a:pt x="277" y="1526"/>
                      </a:lnTo>
                      <a:lnTo>
                        <a:pt x="269" y="1524"/>
                      </a:lnTo>
                      <a:lnTo>
                        <a:pt x="263" y="1520"/>
                      </a:lnTo>
                      <a:lnTo>
                        <a:pt x="259" y="1517"/>
                      </a:lnTo>
                      <a:lnTo>
                        <a:pt x="258" y="1512"/>
                      </a:lnTo>
                      <a:lnTo>
                        <a:pt x="258" y="1507"/>
                      </a:lnTo>
                      <a:lnTo>
                        <a:pt x="261" y="1494"/>
                      </a:lnTo>
                      <a:lnTo>
                        <a:pt x="263" y="1478"/>
                      </a:lnTo>
                      <a:lnTo>
                        <a:pt x="264" y="1459"/>
                      </a:lnTo>
                      <a:lnTo>
                        <a:pt x="265" y="1444"/>
                      </a:lnTo>
                      <a:lnTo>
                        <a:pt x="265" y="1437"/>
                      </a:lnTo>
                      <a:lnTo>
                        <a:pt x="264" y="1431"/>
                      </a:lnTo>
                      <a:lnTo>
                        <a:pt x="263" y="1426"/>
                      </a:lnTo>
                      <a:lnTo>
                        <a:pt x="261" y="1422"/>
                      </a:lnTo>
                      <a:lnTo>
                        <a:pt x="257" y="1417"/>
                      </a:lnTo>
                      <a:lnTo>
                        <a:pt x="253" y="1413"/>
                      </a:lnTo>
                      <a:lnTo>
                        <a:pt x="247" y="1411"/>
                      </a:lnTo>
                      <a:lnTo>
                        <a:pt x="242" y="1407"/>
                      </a:lnTo>
                      <a:lnTo>
                        <a:pt x="236" y="1406"/>
                      </a:lnTo>
                      <a:lnTo>
                        <a:pt x="228" y="1405"/>
                      </a:lnTo>
                      <a:lnTo>
                        <a:pt x="223" y="1405"/>
                      </a:lnTo>
                      <a:lnTo>
                        <a:pt x="217" y="1405"/>
                      </a:lnTo>
                      <a:lnTo>
                        <a:pt x="212" y="1405"/>
                      </a:lnTo>
                      <a:lnTo>
                        <a:pt x="207" y="1405"/>
                      </a:lnTo>
                      <a:lnTo>
                        <a:pt x="202" y="1403"/>
                      </a:lnTo>
                      <a:lnTo>
                        <a:pt x="198" y="1402"/>
                      </a:lnTo>
                      <a:lnTo>
                        <a:pt x="183" y="1400"/>
                      </a:lnTo>
                      <a:lnTo>
                        <a:pt x="152" y="1398"/>
                      </a:lnTo>
                      <a:lnTo>
                        <a:pt x="114" y="1397"/>
                      </a:lnTo>
                      <a:lnTo>
                        <a:pt x="80" y="1397"/>
                      </a:lnTo>
                      <a:lnTo>
                        <a:pt x="66" y="1397"/>
                      </a:lnTo>
                      <a:lnTo>
                        <a:pt x="51" y="1399"/>
                      </a:lnTo>
                      <a:lnTo>
                        <a:pt x="38" y="1402"/>
                      </a:lnTo>
                      <a:lnTo>
                        <a:pt x="28" y="1405"/>
                      </a:lnTo>
                      <a:lnTo>
                        <a:pt x="11" y="1410"/>
                      </a:lnTo>
                      <a:lnTo>
                        <a:pt x="4" y="1411"/>
                      </a:lnTo>
                      <a:lnTo>
                        <a:pt x="3" y="1402"/>
                      </a:lnTo>
                      <a:lnTo>
                        <a:pt x="1" y="1390"/>
                      </a:lnTo>
                      <a:lnTo>
                        <a:pt x="0" y="1377"/>
                      </a:lnTo>
                      <a:lnTo>
                        <a:pt x="0" y="1363"/>
                      </a:lnTo>
                      <a:lnTo>
                        <a:pt x="1" y="1350"/>
                      </a:lnTo>
                      <a:lnTo>
                        <a:pt x="3" y="1340"/>
                      </a:lnTo>
                      <a:lnTo>
                        <a:pt x="4" y="1335"/>
                      </a:lnTo>
                      <a:lnTo>
                        <a:pt x="5" y="1331"/>
                      </a:lnTo>
                      <a:lnTo>
                        <a:pt x="6" y="1329"/>
                      </a:lnTo>
                      <a:lnTo>
                        <a:pt x="9" y="1329"/>
                      </a:lnTo>
                      <a:lnTo>
                        <a:pt x="23" y="1323"/>
                      </a:lnTo>
                      <a:lnTo>
                        <a:pt x="41" y="1314"/>
                      </a:lnTo>
                      <a:lnTo>
                        <a:pt x="60" y="1302"/>
                      </a:lnTo>
                      <a:lnTo>
                        <a:pt x="75" y="1289"/>
                      </a:lnTo>
                      <a:lnTo>
                        <a:pt x="82" y="1280"/>
                      </a:lnTo>
                      <a:lnTo>
                        <a:pt x="91" y="1268"/>
                      </a:lnTo>
                      <a:lnTo>
                        <a:pt x="99" y="1255"/>
                      </a:lnTo>
                      <a:lnTo>
                        <a:pt x="107" y="1240"/>
                      </a:lnTo>
                      <a:lnTo>
                        <a:pt x="124" y="1209"/>
                      </a:lnTo>
                      <a:lnTo>
                        <a:pt x="140" y="1184"/>
                      </a:lnTo>
                      <a:lnTo>
                        <a:pt x="148" y="1173"/>
                      </a:lnTo>
                      <a:lnTo>
                        <a:pt x="152" y="1161"/>
                      </a:lnTo>
                      <a:lnTo>
                        <a:pt x="157" y="1150"/>
                      </a:lnTo>
                      <a:lnTo>
                        <a:pt x="161" y="1136"/>
                      </a:lnTo>
                      <a:lnTo>
                        <a:pt x="167" y="1113"/>
                      </a:lnTo>
                      <a:lnTo>
                        <a:pt x="171" y="1095"/>
                      </a:lnTo>
                      <a:lnTo>
                        <a:pt x="174" y="1087"/>
                      </a:lnTo>
                      <a:lnTo>
                        <a:pt x="175" y="1077"/>
                      </a:lnTo>
                      <a:lnTo>
                        <a:pt x="175" y="1066"/>
                      </a:lnTo>
                      <a:lnTo>
                        <a:pt x="176" y="1056"/>
                      </a:lnTo>
                      <a:lnTo>
                        <a:pt x="176" y="1044"/>
                      </a:lnTo>
                      <a:lnTo>
                        <a:pt x="177" y="1033"/>
                      </a:lnTo>
                      <a:lnTo>
                        <a:pt x="181" y="1024"/>
                      </a:lnTo>
                      <a:lnTo>
                        <a:pt x="184" y="1015"/>
                      </a:lnTo>
                      <a:lnTo>
                        <a:pt x="188" y="1008"/>
                      </a:lnTo>
                      <a:lnTo>
                        <a:pt x="192" y="1000"/>
                      </a:lnTo>
                      <a:lnTo>
                        <a:pt x="194" y="991"/>
                      </a:lnTo>
                      <a:lnTo>
                        <a:pt x="196" y="982"/>
                      </a:lnTo>
                      <a:lnTo>
                        <a:pt x="199" y="964"/>
                      </a:lnTo>
                      <a:lnTo>
                        <a:pt x="202" y="951"/>
                      </a:lnTo>
                      <a:lnTo>
                        <a:pt x="206" y="946"/>
                      </a:lnTo>
                      <a:lnTo>
                        <a:pt x="213" y="940"/>
                      </a:lnTo>
                      <a:lnTo>
                        <a:pt x="223" y="936"/>
                      </a:lnTo>
                      <a:lnTo>
                        <a:pt x="233" y="930"/>
                      </a:lnTo>
                      <a:lnTo>
                        <a:pt x="243" y="924"/>
                      </a:lnTo>
                      <a:lnTo>
                        <a:pt x="252" y="918"/>
                      </a:lnTo>
                      <a:lnTo>
                        <a:pt x="256" y="915"/>
                      </a:lnTo>
                      <a:lnTo>
                        <a:pt x="258" y="912"/>
                      </a:lnTo>
                      <a:lnTo>
                        <a:pt x="261" y="908"/>
                      </a:lnTo>
                      <a:lnTo>
                        <a:pt x="262" y="906"/>
                      </a:lnTo>
                      <a:lnTo>
                        <a:pt x="264" y="888"/>
                      </a:lnTo>
                      <a:lnTo>
                        <a:pt x="268" y="867"/>
                      </a:lnTo>
                      <a:lnTo>
                        <a:pt x="270" y="844"/>
                      </a:lnTo>
                      <a:lnTo>
                        <a:pt x="272" y="829"/>
                      </a:lnTo>
                      <a:lnTo>
                        <a:pt x="272" y="816"/>
                      </a:lnTo>
                      <a:lnTo>
                        <a:pt x="272" y="800"/>
                      </a:lnTo>
                      <a:lnTo>
                        <a:pt x="274" y="793"/>
                      </a:lnTo>
                      <a:lnTo>
                        <a:pt x="276" y="788"/>
                      </a:lnTo>
                      <a:lnTo>
                        <a:pt x="277" y="786"/>
                      </a:lnTo>
                      <a:lnTo>
                        <a:pt x="281" y="785"/>
                      </a:lnTo>
                      <a:lnTo>
                        <a:pt x="283" y="785"/>
                      </a:lnTo>
                      <a:lnTo>
                        <a:pt x="287" y="785"/>
                      </a:lnTo>
                      <a:lnTo>
                        <a:pt x="303" y="785"/>
                      </a:lnTo>
                      <a:lnTo>
                        <a:pt x="319" y="785"/>
                      </a:lnTo>
                      <a:lnTo>
                        <a:pt x="335" y="785"/>
                      </a:lnTo>
                      <a:lnTo>
                        <a:pt x="354" y="785"/>
                      </a:lnTo>
                      <a:lnTo>
                        <a:pt x="373" y="786"/>
                      </a:lnTo>
                      <a:lnTo>
                        <a:pt x="390" y="786"/>
                      </a:lnTo>
                      <a:lnTo>
                        <a:pt x="408" y="787"/>
                      </a:lnTo>
                      <a:lnTo>
                        <a:pt x="425" y="786"/>
                      </a:lnTo>
                      <a:lnTo>
                        <a:pt x="442" y="785"/>
                      </a:lnTo>
                      <a:lnTo>
                        <a:pt x="461" y="786"/>
                      </a:lnTo>
                      <a:lnTo>
                        <a:pt x="482" y="789"/>
                      </a:lnTo>
                      <a:lnTo>
                        <a:pt x="501" y="793"/>
                      </a:lnTo>
                      <a:lnTo>
                        <a:pt x="517" y="799"/>
                      </a:lnTo>
                      <a:lnTo>
                        <a:pt x="533" y="802"/>
                      </a:lnTo>
                      <a:lnTo>
                        <a:pt x="540" y="802"/>
                      </a:lnTo>
                      <a:lnTo>
                        <a:pt x="547" y="801"/>
                      </a:lnTo>
                      <a:lnTo>
                        <a:pt x="553" y="799"/>
                      </a:lnTo>
                      <a:lnTo>
                        <a:pt x="559" y="793"/>
                      </a:lnTo>
                      <a:lnTo>
                        <a:pt x="561" y="789"/>
                      </a:lnTo>
                      <a:lnTo>
                        <a:pt x="564" y="785"/>
                      </a:lnTo>
                      <a:lnTo>
                        <a:pt x="566" y="780"/>
                      </a:lnTo>
                      <a:lnTo>
                        <a:pt x="567" y="774"/>
                      </a:lnTo>
                      <a:lnTo>
                        <a:pt x="570" y="762"/>
                      </a:lnTo>
                      <a:lnTo>
                        <a:pt x="571" y="749"/>
                      </a:lnTo>
                      <a:lnTo>
                        <a:pt x="573" y="736"/>
                      </a:lnTo>
                      <a:lnTo>
                        <a:pt x="576" y="723"/>
                      </a:lnTo>
                      <a:lnTo>
                        <a:pt x="578" y="717"/>
                      </a:lnTo>
                      <a:lnTo>
                        <a:pt x="580" y="711"/>
                      </a:lnTo>
                      <a:lnTo>
                        <a:pt x="583" y="705"/>
                      </a:lnTo>
                      <a:lnTo>
                        <a:pt x="586" y="700"/>
                      </a:lnTo>
                      <a:lnTo>
                        <a:pt x="599" y="687"/>
                      </a:lnTo>
                      <a:lnTo>
                        <a:pt x="609" y="678"/>
                      </a:lnTo>
                      <a:lnTo>
                        <a:pt x="620" y="671"/>
                      </a:lnTo>
                      <a:lnTo>
                        <a:pt x="633" y="661"/>
                      </a:lnTo>
                      <a:lnTo>
                        <a:pt x="645" y="650"/>
                      </a:lnTo>
                      <a:lnTo>
                        <a:pt x="654" y="641"/>
                      </a:lnTo>
                      <a:lnTo>
                        <a:pt x="656" y="637"/>
                      </a:lnTo>
                      <a:lnTo>
                        <a:pt x="659" y="632"/>
                      </a:lnTo>
                      <a:lnTo>
                        <a:pt x="661" y="629"/>
                      </a:lnTo>
                      <a:lnTo>
                        <a:pt x="662" y="624"/>
                      </a:lnTo>
                      <a:lnTo>
                        <a:pt x="665" y="619"/>
                      </a:lnTo>
                      <a:lnTo>
                        <a:pt x="668" y="613"/>
                      </a:lnTo>
                      <a:lnTo>
                        <a:pt x="673" y="608"/>
                      </a:lnTo>
                      <a:lnTo>
                        <a:pt x="680" y="600"/>
                      </a:lnTo>
                      <a:lnTo>
                        <a:pt x="694" y="589"/>
                      </a:lnTo>
                      <a:lnTo>
                        <a:pt x="710" y="577"/>
                      </a:lnTo>
                      <a:lnTo>
                        <a:pt x="729" y="561"/>
                      </a:lnTo>
                      <a:lnTo>
                        <a:pt x="754" y="542"/>
                      </a:lnTo>
                      <a:lnTo>
                        <a:pt x="780" y="522"/>
                      </a:lnTo>
                      <a:lnTo>
                        <a:pt x="804" y="504"/>
                      </a:lnTo>
                      <a:lnTo>
                        <a:pt x="826" y="489"/>
                      </a:lnTo>
                      <a:lnTo>
                        <a:pt x="850" y="472"/>
                      </a:lnTo>
                      <a:lnTo>
                        <a:pt x="873" y="458"/>
                      </a:lnTo>
                      <a:lnTo>
                        <a:pt x="889" y="448"/>
                      </a:lnTo>
                      <a:lnTo>
                        <a:pt x="893" y="447"/>
                      </a:lnTo>
                      <a:lnTo>
                        <a:pt x="897" y="447"/>
                      </a:lnTo>
                      <a:lnTo>
                        <a:pt x="901" y="448"/>
                      </a:lnTo>
                      <a:lnTo>
                        <a:pt x="907" y="451"/>
                      </a:lnTo>
                      <a:lnTo>
                        <a:pt x="920" y="458"/>
                      </a:lnTo>
                      <a:lnTo>
                        <a:pt x="936" y="465"/>
                      </a:lnTo>
                      <a:lnTo>
                        <a:pt x="951" y="472"/>
                      </a:lnTo>
                      <a:lnTo>
                        <a:pt x="968" y="478"/>
                      </a:lnTo>
                      <a:lnTo>
                        <a:pt x="976" y="480"/>
                      </a:lnTo>
                      <a:lnTo>
                        <a:pt x="983" y="480"/>
                      </a:lnTo>
                      <a:lnTo>
                        <a:pt x="990" y="480"/>
                      </a:lnTo>
                      <a:lnTo>
                        <a:pt x="998" y="478"/>
                      </a:lnTo>
                      <a:lnTo>
                        <a:pt x="1005" y="476"/>
                      </a:lnTo>
                      <a:lnTo>
                        <a:pt x="1011" y="471"/>
                      </a:lnTo>
                      <a:lnTo>
                        <a:pt x="1018" y="464"/>
                      </a:lnTo>
                      <a:lnTo>
                        <a:pt x="1024" y="457"/>
                      </a:lnTo>
                      <a:lnTo>
                        <a:pt x="1036" y="441"/>
                      </a:lnTo>
                      <a:lnTo>
                        <a:pt x="1047" y="423"/>
                      </a:lnTo>
                      <a:lnTo>
                        <a:pt x="1059" y="405"/>
                      </a:lnTo>
                      <a:lnTo>
                        <a:pt x="1070" y="390"/>
                      </a:lnTo>
                      <a:lnTo>
                        <a:pt x="1075" y="384"/>
                      </a:lnTo>
                      <a:lnTo>
                        <a:pt x="1081" y="379"/>
                      </a:lnTo>
                      <a:lnTo>
                        <a:pt x="1086" y="376"/>
                      </a:lnTo>
                      <a:lnTo>
                        <a:pt x="1090" y="373"/>
                      </a:lnTo>
                      <a:lnTo>
                        <a:pt x="1109" y="370"/>
                      </a:lnTo>
                      <a:lnTo>
                        <a:pt x="1128" y="367"/>
                      </a:lnTo>
                      <a:lnTo>
                        <a:pt x="1149" y="365"/>
                      </a:lnTo>
                      <a:lnTo>
                        <a:pt x="1169" y="363"/>
                      </a:lnTo>
                      <a:lnTo>
                        <a:pt x="1184" y="360"/>
                      </a:lnTo>
                      <a:lnTo>
                        <a:pt x="1195" y="360"/>
                      </a:lnTo>
                      <a:lnTo>
                        <a:pt x="1206" y="360"/>
                      </a:lnTo>
                      <a:lnTo>
                        <a:pt x="1217" y="363"/>
                      </a:lnTo>
                      <a:lnTo>
                        <a:pt x="1235" y="370"/>
                      </a:lnTo>
                      <a:lnTo>
                        <a:pt x="1246" y="375"/>
                      </a:lnTo>
                      <a:lnTo>
                        <a:pt x="1258" y="376"/>
                      </a:lnTo>
                      <a:lnTo>
                        <a:pt x="1279" y="376"/>
                      </a:lnTo>
                      <a:lnTo>
                        <a:pt x="1302" y="373"/>
                      </a:lnTo>
                      <a:lnTo>
                        <a:pt x="1323" y="370"/>
                      </a:lnTo>
                      <a:lnTo>
                        <a:pt x="1333" y="367"/>
                      </a:lnTo>
                      <a:lnTo>
                        <a:pt x="1341" y="365"/>
                      </a:lnTo>
                      <a:lnTo>
                        <a:pt x="1351" y="361"/>
                      </a:lnTo>
                      <a:lnTo>
                        <a:pt x="1359" y="357"/>
                      </a:lnTo>
                      <a:lnTo>
                        <a:pt x="1366" y="352"/>
                      </a:lnTo>
                      <a:lnTo>
                        <a:pt x="1373" y="346"/>
                      </a:lnTo>
                      <a:lnTo>
                        <a:pt x="1378" y="340"/>
                      </a:lnTo>
                      <a:lnTo>
                        <a:pt x="1380" y="334"/>
                      </a:lnTo>
                      <a:lnTo>
                        <a:pt x="1384" y="310"/>
                      </a:lnTo>
                      <a:lnTo>
                        <a:pt x="1389" y="276"/>
                      </a:lnTo>
                      <a:lnTo>
                        <a:pt x="1393" y="239"/>
                      </a:lnTo>
                      <a:lnTo>
                        <a:pt x="1397" y="211"/>
                      </a:lnTo>
                      <a:lnTo>
                        <a:pt x="1399" y="183"/>
                      </a:lnTo>
                      <a:lnTo>
                        <a:pt x="1403" y="149"/>
                      </a:lnTo>
                      <a:lnTo>
                        <a:pt x="1406" y="118"/>
                      </a:lnTo>
                      <a:lnTo>
                        <a:pt x="1409" y="95"/>
                      </a:lnTo>
                      <a:lnTo>
                        <a:pt x="1409" y="87"/>
                      </a:lnTo>
                      <a:lnTo>
                        <a:pt x="1409" y="77"/>
                      </a:lnTo>
                      <a:lnTo>
                        <a:pt x="1410" y="68"/>
                      </a:lnTo>
                      <a:lnTo>
                        <a:pt x="1414" y="61"/>
                      </a:lnTo>
                      <a:lnTo>
                        <a:pt x="1417" y="56"/>
                      </a:lnTo>
                      <a:lnTo>
                        <a:pt x="1423" y="54"/>
                      </a:lnTo>
                      <a:lnTo>
                        <a:pt x="1430" y="51"/>
                      </a:lnTo>
                      <a:lnTo>
                        <a:pt x="1437" y="49"/>
                      </a:lnTo>
                      <a:lnTo>
                        <a:pt x="1453" y="42"/>
                      </a:lnTo>
                      <a:lnTo>
                        <a:pt x="1470" y="35"/>
                      </a:lnTo>
                      <a:lnTo>
                        <a:pt x="1486" y="30"/>
                      </a:lnTo>
                      <a:lnTo>
                        <a:pt x="1499" y="25"/>
                      </a:lnTo>
                      <a:lnTo>
                        <a:pt x="1522" y="20"/>
                      </a:lnTo>
                      <a:lnTo>
                        <a:pt x="1540" y="17"/>
                      </a:lnTo>
                      <a:lnTo>
                        <a:pt x="1557" y="16"/>
                      </a:lnTo>
                      <a:lnTo>
                        <a:pt x="1584" y="14"/>
                      </a:lnTo>
                      <a:lnTo>
                        <a:pt x="1603" y="14"/>
                      </a:lnTo>
                      <a:lnTo>
                        <a:pt x="1628" y="16"/>
                      </a:lnTo>
                      <a:lnTo>
                        <a:pt x="1655" y="17"/>
                      </a:lnTo>
                      <a:lnTo>
                        <a:pt x="1685" y="18"/>
                      </a:lnTo>
                      <a:lnTo>
                        <a:pt x="1702" y="18"/>
                      </a:lnTo>
                      <a:lnTo>
                        <a:pt x="1718" y="16"/>
                      </a:lnTo>
                      <a:lnTo>
                        <a:pt x="1726" y="14"/>
                      </a:lnTo>
                      <a:lnTo>
                        <a:pt x="1733" y="12"/>
                      </a:lnTo>
                      <a:lnTo>
                        <a:pt x="1741" y="10"/>
                      </a:lnTo>
                      <a:lnTo>
                        <a:pt x="1746" y="6"/>
                      </a:lnTo>
                      <a:lnTo>
                        <a:pt x="1751" y="4"/>
                      </a:lnTo>
                      <a:lnTo>
                        <a:pt x="1756" y="1"/>
                      </a:lnTo>
                      <a:lnTo>
                        <a:pt x="1760" y="0"/>
                      </a:lnTo>
                      <a:lnTo>
                        <a:pt x="1763" y="0"/>
                      </a:lnTo>
                      <a:lnTo>
                        <a:pt x="1766" y="1"/>
                      </a:lnTo>
                      <a:lnTo>
                        <a:pt x="1767" y="3"/>
                      </a:lnTo>
                      <a:lnTo>
                        <a:pt x="1769" y="5"/>
                      </a:lnTo>
                      <a:lnTo>
                        <a:pt x="1770" y="8"/>
                      </a:lnTo>
                      <a:lnTo>
                        <a:pt x="1774" y="25"/>
                      </a:lnTo>
                      <a:lnTo>
                        <a:pt x="1777" y="47"/>
                      </a:lnTo>
                      <a:lnTo>
                        <a:pt x="1783" y="70"/>
                      </a:lnTo>
                      <a:lnTo>
                        <a:pt x="1794" y="111"/>
                      </a:lnTo>
                      <a:lnTo>
                        <a:pt x="1805" y="153"/>
                      </a:lnTo>
                      <a:lnTo>
                        <a:pt x="1812" y="181"/>
                      </a:lnTo>
                      <a:lnTo>
                        <a:pt x="1821" y="212"/>
                      </a:lnTo>
                      <a:lnTo>
                        <a:pt x="1836" y="259"/>
                      </a:lnTo>
                      <a:lnTo>
                        <a:pt x="1850" y="306"/>
                      </a:lnTo>
                      <a:lnTo>
                        <a:pt x="1859" y="335"/>
                      </a:lnTo>
                      <a:lnTo>
                        <a:pt x="1868" y="359"/>
                      </a:lnTo>
                      <a:lnTo>
                        <a:pt x="1880" y="394"/>
                      </a:lnTo>
                      <a:lnTo>
                        <a:pt x="1890" y="428"/>
                      </a:lnTo>
                      <a:lnTo>
                        <a:pt x="1897" y="452"/>
                      </a:lnTo>
                      <a:lnTo>
                        <a:pt x="1905" y="471"/>
                      </a:lnTo>
                      <a:lnTo>
                        <a:pt x="1914" y="496"/>
                      </a:lnTo>
                      <a:lnTo>
                        <a:pt x="1918" y="509"/>
                      </a:lnTo>
                      <a:lnTo>
                        <a:pt x="1921" y="520"/>
                      </a:lnTo>
                      <a:lnTo>
                        <a:pt x="1924" y="530"/>
                      </a:lnTo>
                      <a:lnTo>
                        <a:pt x="1925" y="537"/>
                      </a:lnTo>
                      <a:lnTo>
                        <a:pt x="1924" y="543"/>
                      </a:lnTo>
                      <a:lnTo>
                        <a:pt x="1922" y="547"/>
                      </a:lnTo>
                      <a:lnTo>
                        <a:pt x="1920" y="550"/>
                      </a:lnTo>
                      <a:lnTo>
                        <a:pt x="1916" y="553"/>
                      </a:lnTo>
                      <a:lnTo>
                        <a:pt x="1909" y="558"/>
                      </a:lnTo>
                      <a:lnTo>
                        <a:pt x="1900" y="564"/>
                      </a:lnTo>
                      <a:lnTo>
                        <a:pt x="1889" y="572"/>
                      </a:lnTo>
                      <a:lnTo>
                        <a:pt x="1878" y="583"/>
                      </a:lnTo>
                      <a:lnTo>
                        <a:pt x="1865" y="593"/>
                      </a:lnTo>
                      <a:lnTo>
                        <a:pt x="1852" y="606"/>
                      </a:lnTo>
                      <a:lnTo>
                        <a:pt x="1842" y="617"/>
                      </a:lnTo>
                      <a:lnTo>
                        <a:pt x="1836" y="624"/>
                      </a:lnTo>
                      <a:lnTo>
                        <a:pt x="1834" y="627"/>
                      </a:lnTo>
                      <a:lnTo>
                        <a:pt x="1836" y="629"/>
                      </a:lnTo>
                      <a:lnTo>
                        <a:pt x="1837" y="632"/>
                      </a:lnTo>
                      <a:lnTo>
                        <a:pt x="1839" y="635"/>
                      </a:lnTo>
                      <a:lnTo>
                        <a:pt x="1846" y="643"/>
                      </a:lnTo>
                      <a:lnTo>
                        <a:pt x="1855" y="653"/>
                      </a:lnTo>
                      <a:lnTo>
                        <a:pt x="1864" y="666"/>
                      </a:lnTo>
                      <a:lnTo>
                        <a:pt x="1872" y="680"/>
                      </a:lnTo>
                      <a:lnTo>
                        <a:pt x="1883" y="699"/>
                      </a:lnTo>
                      <a:lnTo>
                        <a:pt x="1896" y="723"/>
                      </a:lnTo>
                      <a:lnTo>
                        <a:pt x="1909" y="748"/>
                      </a:lnTo>
                      <a:lnTo>
                        <a:pt x="1919" y="766"/>
                      </a:lnTo>
                      <a:lnTo>
                        <a:pt x="1925" y="779"/>
                      </a:lnTo>
                      <a:lnTo>
                        <a:pt x="1932" y="789"/>
                      </a:lnTo>
                      <a:lnTo>
                        <a:pt x="1934" y="794"/>
                      </a:lnTo>
                      <a:lnTo>
                        <a:pt x="1938" y="797"/>
                      </a:lnTo>
                      <a:lnTo>
                        <a:pt x="1941" y="799"/>
                      </a:lnTo>
                      <a:lnTo>
                        <a:pt x="1945" y="798"/>
                      </a:lnTo>
                      <a:lnTo>
                        <a:pt x="1947" y="798"/>
                      </a:lnTo>
                      <a:lnTo>
                        <a:pt x="1951" y="797"/>
                      </a:lnTo>
                      <a:lnTo>
                        <a:pt x="1953" y="797"/>
                      </a:lnTo>
                      <a:lnTo>
                        <a:pt x="1956" y="798"/>
                      </a:lnTo>
                      <a:lnTo>
                        <a:pt x="1960" y="801"/>
                      </a:lnTo>
                      <a:lnTo>
                        <a:pt x="1966" y="808"/>
                      </a:lnTo>
                      <a:lnTo>
                        <a:pt x="1975" y="818"/>
                      </a:lnTo>
                      <a:lnTo>
                        <a:pt x="1987" y="831"/>
                      </a:lnTo>
                      <a:lnTo>
                        <a:pt x="1998" y="844"/>
                      </a:lnTo>
                      <a:lnTo>
                        <a:pt x="2009" y="855"/>
                      </a:lnTo>
                      <a:lnTo>
                        <a:pt x="2021" y="864"/>
                      </a:lnTo>
                      <a:lnTo>
                        <a:pt x="2033" y="875"/>
                      </a:lnTo>
                      <a:lnTo>
                        <a:pt x="2038" y="881"/>
                      </a:lnTo>
                      <a:lnTo>
                        <a:pt x="2042" y="887"/>
                      </a:lnTo>
                      <a:lnTo>
                        <a:pt x="2047" y="894"/>
                      </a:lnTo>
                      <a:lnTo>
                        <a:pt x="2050" y="901"/>
                      </a:lnTo>
                      <a:lnTo>
                        <a:pt x="2051" y="909"/>
                      </a:lnTo>
                      <a:lnTo>
                        <a:pt x="2050" y="919"/>
                      </a:lnTo>
                      <a:lnTo>
                        <a:pt x="2048" y="930"/>
                      </a:lnTo>
                      <a:lnTo>
                        <a:pt x="2047" y="939"/>
                      </a:lnTo>
                      <a:lnTo>
                        <a:pt x="2042" y="959"/>
                      </a:lnTo>
                      <a:lnTo>
                        <a:pt x="2039" y="976"/>
                      </a:lnTo>
                      <a:lnTo>
                        <a:pt x="2039" y="989"/>
                      </a:lnTo>
                      <a:lnTo>
                        <a:pt x="2040" y="1003"/>
                      </a:lnTo>
                      <a:lnTo>
                        <a:pt x="2040" y="1010"/>
                      </a:lnTo>
                      <a:lnTo>
                        <a:pt x="2041" y="1016"/>
                      </a:lnTo>
                      <a:lnTo>
                        <a:pt x="2040" y="1021"/>
                      </a:lnTo>
                      <a:lnTo>
                        <a:pt x="2039" y="1026"/>
                      </a:lnTo>
                      <a:lnTo>
                        <a:pt x="2037" y="1034"/>
                      </a:lnTo>
                      <a:lnTo>
                        <a:pt x="2035" y="1041"/>
                      </a:lnTo>
                      <a:lnTo>
                        <a:pt x="2037" y="1044"/>
                      </a:lnTo>
                      <a:lnTo>
                        <a:pt x="2039" y="1045"/>
                      </a:lnTo>
                      <a:lnTo>
                        <a:pt x="2042" y="1045"/>
                      </a:lnTo>
                      <a:lnTo>
                        <a:pt x="2047" y="1044"/>
                      </a:lnTo>
                      <a:lnTo>
                        <a:pt x="2059" y="1040"/>
                      </a:lnTo>
                      <a:lnTo>
                        <a:pt x="2071" y="1037"/>
                      </a:lnTo>
                      <a:lnTo>
                        <a:pt x="2082" y="1033"/>
                      </a:lnTo>
                      <a:lnTo>
                        <a:pt x="2091" y="1027"/>
                      </a:lnTo>
                      <a:lnTo>
                        <a:pt x="2104" y="1021"/>
                      </a:lnTo>
                      <a:lnTo>
                        <a:pt x="2115" y="1015"/>
                      </a:lnTo>
                      <a:lnTo>
                        <a:pt x="2117" y="1014"/>
                      </a:lnTo>
                      <a:lnTo>
                        <a:pt x="2117" y="1013"/>
                      </a:lnTo>
                      <a:lnTo>
                        <a:pt x="2117" y="1010"/>
                      </a:lnTo>
                      <a:lnTo>
                        <a:pt x="2117" y="1007"/>
                      </a:lnTo>
                      <a:lnTo>
                        <a:pt x="2115" y="1001"/>
                      </a:lnTo>
                      <a:lnTo>
                        <a:pt x="2111" y="994"/>
                      </a:lnTo>
                      <a:lnTo>
                        <a:pt x="2108" y="987"/>
                      </a:lnTo>
                      <a:lnTo>
                        <a:pt x="2104" y="981"/>
                      </a:lnTo>
                      <a:lnTo>
                        <a:pt x="2102" y="975"/>
                      </a:lnTo>
                      <a:lnTo>
                        <a:pt x="2102" y="972"/>
                      </a:lnTo>
                      <a:lnTo>
                        <a:pt x="2105" y="969"/>
                      </a:lnTo>
                      <a:lnTo>
                        <a:pt x="2109" y="966"/>
                      </a:lnTo>
                      <a:lnTo>
                        <a:pt x="2114" y="964"/>
                      </a:lnTo>
                      <a:lnTo>
                        <a:pt x="2119" y="963"/>
                      </a:lnTo>
                      <a:lnTo>
                        <a:pt x="2128" y="962"/>
                      </a:lnTo>
                      <a:lnTo>
                        <a:pt x="2134" y="962"/>
                      </a:lnTo>
                      <a:lnTo>
                        <a:pt x="2138" y="965"/>
                      </a:lnTo>
                      <a:lnTo>
                        <a:pt x="2141" y="972"/>
                      </a:lnTo>
                      <a:lnTo>
                        <a:pt x="2146" y="982"/>
                      </a:lnTo>
                      <a:lnTo>
                        <a:pt x="2151" y="993"/>
                      </a:lnTo>
                      <a:lnTo>
                        <a:pt x="2155" y="1003"/>
                      </a:lnTo>
                      <a:lnTo>
                        <a:pt x="2159" y="1012"/>
                      </a:lnTo>
                      <a:lnTo>
                        <a:pt x="2161" y="1014"/>
                      </a:lnTo>
                      <a:lnTo>
                        <a:pt x="2164" y="1016"/>
                      </a:lnTo>
                      <a:lnTo>
                        <a:pt x="2165" y="1016"/>
                      </a:lnTo>
                      <a:lnTo>
                        <a:pt x="2167" y="1015"/>
                      </a:lnTo>
                      <a:lnTo>
                        <a:pt x="2174" y="1007"/>
                      </a:lnTo>
                      <a:lnTo>
                        <a:pt x="2182" y="1000"/>
                      </a:lnTo>
                      <a:lnTo>
                        <a:pt x="2189" y="994"/>
                      </a:lnTo>
                      <a:lnTo>
                        <a:pt x="2197" y="989"/>
                      </a:lnTo>
                      <a:lnTo>
                        <a:pt x="2211" y="981"/>
                      </a:lnTo>
                      <a:lnTo>
                        <a:pt x="2227" y="975"/>
                      </a:lnTo>
                      <a:lnTo>
                        <a:pt x="2243" y="969"/>
                      </a:lnTo>
                      <a:lnTo>
                        <a:pt x="2261" y="962"/>
                      </a:lnTo>
                      <a:lnTo>
                        <a:pt x="2279" y="956"/>
                      </a:lnTo>
                      <a:lnTo>
                        <a:pt x="2296" y="949"/>
                      </a:lnTo>
                      <a:lnTo>
                        <a:pt x="2304" y="946"/>
                      </a:lnTo>
                      <a:lnTo>
                        <a:pt x="2311" y="945"/>
                      </a:lnTo>
                      <a:lnTo>
                        <a:pt x="2317" y="945"/>
                      </a:lnTo>
                      <a:lnTo>
                        <a:pt x="2323" y="945"/>
                      </a:lnTo>
                      <a:lnTo>
                        <a:pt x="2334" y="949"/>
                      </a:lnTo>
                      <a:lnTo>
                        <a:pt x="2346" y="953"/>
                      </a:lnTo>
                      <a:lnTo>
                        <a:pt x="2362" y="958"/>
                      </a:lnTo>
                      <a:lnTo>
                        <a:pt x="2381" y="963"/>
                      </a:lnTo>
                      <a:lnTo>
                        <a:pt x="2391" y="964"/>
                      </a:lnTo>
                      <a:lnTo>
                        <a:pt x="2400" y="965"/>
                      </a:lnTo>
                      <a:lnTo>
                        <a:pt x="2410" y="965"/>
                      </a:lnTo>
                      <a:lnTo>
                        <a:pt x="2418" y="965"/>
                      </a:lnTo>
                      <a:lnTo>
                        <a:pt x="2425" y="963"/>
                      </a:lnTo>
                      <a:lnTo>
                        <a:pt x="2431" y="961"/>
                      </a:lnTo>
                      <a:lnTo>
                        <a:pt x="2436" y="958"/>
                      </a:lnTo>
                      <a:lnTo>
                        <a:pt x="2441" y="955"/>
                      </a:lnTo>
                      <a:lnTo>
                        <a:pt x="2447" y="946"/>
                      </a:lnTo>
                      <a:lnTo>
                        <a:pt x="2453" y="936"/>
                      </a:lnTo>
                      <a:lnTo>
                        <a:pt x="2455" y="931"/>
                      </a:lnTo>
                      <a:lnTo>
                        <a:pt x="2460" y="928"/>
                      </a:lnTo>
                      <a:lnTo>
                        <a:pt x="2463" y="927"/>
                      </a:lnTo>
                      <a:lnTo>
                        <a:pt x="2468" y="927"/>
                      </a:lnTo>
                      <a:lnTo>
                        <a:pt x="2479" y="931"/>
                      </a:lnTo>
                      <a:lnTo>
                        <a:pt x="2488" y="934"/>
                      </a:lnTo>
                      <a:lnTo>
                        <a:pt x="2503" y="938"/>
                      </a:lnTo>
                      <a:lnTo>
                        <a:pt x="2523" y="943"/>
                      </a:lnTo>
                      <a:lnTo>
                        <a:pt x="2545" y="949"/>
                      </a:lnTo>
                      <a:lnTo>
                        <a:pt x="2564" y="953"/>
                      </a:lnTo>
                      <a:lnTo>
                        <a:pt x="2582" y="958"/>
                      </a:lnTo>
                      <a:lnTo>
                        <a:pt x="2600" y="964"/>
                      </a:lnTo>
                      <a:lnTo>
                        <a:pt x="2607" y="968"/>
                      </a:lnTo>
                      <a:lnTo>
                        <a:pt x="2613" y="971"/>
                      </a:lnTo>
                      <a:lnTo>
                        <a:pt x="2619" y="976"/>
                      </a:lnTo>
                      <a:lnTo>
                        <a:pt x="2623" y="980"/>
                      </a:lnTo>
                      <a:lnTo>
                        <a:pt x="2630" y="995"/>
                      </a:lnTo>
                      <a:lnTo>
                        <a:pt x="2638" y="1019"/>
                      </a:lnTo>
                      <a:lnTo>
                        <a:pt x="2642" y="1032"/>
                      </a:lnTo>
                      <a:lnTo>
                        <a:pt x="2644" y="1044"/>
                      </a:lnTo>
                      <a:lnTo>
                        <a:pt x="2645" y="1056"/>
                      </a:lnTo>
                      <a:lnTo>
                        <a:pt x="2645" y="1065"/>
                      </a:lnTo>
                      <a:lnTo>
                        <a:pt x="2644" y="1073"/>
                      </a:lnTo>
                      <a:lnTo>
                        <a:pt x="2642" y="1082"/>
                      </a:lnTo>
                      <a:lnTo>
                        <a:pt x="2638" y="1091"/>
                      </a:lnTo>
                      <a:lnTo>
                        <a:pt x="2633" y="1101"/>
                      </a:lnTo>
                      <a:lnTo>
                        <a:pt x="2629" y="1110"/>
                      </a:lnTo>
                      <a:lnTo>
                        <a:pt x="2621" y="1119"/>
                      </a:lnTo>
                      <a:lnTo>
                        <a:pt x="2614" y="1127"/>
                      </a:lnTo>
                      <a:lnTo>
                        <a:pt x="2606" y="1134"/>
                      </a:lnTo>
                      <a:lnTo>
                        <a:pt x="2602" y="1138"/>
                      </a:lnTo>
                      <a:lnTo>
                        <a:pt x="2599" y="1142"/>
                      </a:lnTo>
                      <a:lnTo>
                        <a:pt x="2595" y="1146"/>
                      </a:lnTo>
                      <a:lnTo>
                        <a:pt x="2594" y="1151"/>
                      </a:lnTo>
                      <a:lnTo>
                        <a:pt x="2590" y="1159"/>
                      </a:lnTo>
                      <a:lnTo>
                        <a:pt x="2589" y="1167"/>
                      </a:lnTo>
                      <a:lnTo>
                        <a:pt x="2589" y="1176"/>
                      </a:lnTo>
                      <a:lnTo>
                        <a:pt x="2588" y="1184"/>
                      </a:lnTo>
                      <a:lnTo>
                        <a:pt x="2588" y="1192"/>
                      </a:lnTo>
                      <a:lnTo>
                        <a:pt x="2586" y="1199"/>
                      </a:lnTo>
                      <a:lnTo>
                        <a:pt x="2580" y="1211"/>
                      </a:lnTo>
                      <a:lnTo>
                        <a:pt x="2576" y="1224"/>
                      </a:lnTo>
                      <a:lnTo>
                        <a:pt x="2573" y="1237"/>
                      </a:lnTo>
                      <a:lnTo>
                        <a:pt x="2568" y="1248"/>
                      </a:lnTo>
                      <a:lnTo>
                        <a:pt x="2557" y="1264"/>
                      </a:lnTo>
                      <a:lnTo>
                        <a:pt x="2542" y="1285"/>
                      </a:lnTo>
                      <a:lnTo>
                        <a:pt x="2533" y="1297"/>
                      </a:lnTo>
                      <a:lnTo>
                        <a:pt x="2526" y="1306"/>
                      </a:lnTo>
                      <a:lnTo>
                        <a:pt x="2518" y="1314"/>
                      </a:lnTo>
                      <a:lnTo>
                        <a:pt x="2512" y="1319"/>
                      </a:lnTo>
                      <a:lnTo>
                        <a:pt x="2499" y="1327"/>
                      </a:lnTo>
                      <a:lnTo>
                        <a:pt x="2479" y="1336"/>
                      </a:lnTo>
                      <a:lnTo>
                        <a:pt x="2457" y="1344"/>
                      </a:lnTo>
                      <a:lnTo>
                        <a:pt x="2438" y="1354"/>
                      </a:lnTo>
                      <a:lnTo>
                        <a:pt x="2422" y="1361"/>
                      </a:lnTo>
                      <a:lnTo>
                        <a:pt x="2406" y="1365"/>
                      </a:lnTo>
                      <a:lnTo>
                        <a:pt x="2393" y="1369"/>
                      </a:lnTo>
                      <a:lnTo>
                        <a:pt x="2380" y="1374"/>
                      </a:lnTo>
                      <a:lnTo>
                        <a:pt x="2369" y="1379"/>
                      </a:lnTo>
                      <a:lnTo>
                        <a:pt x="2365" y="1382"/>
                      </a:lnTo>
                      <a:lnTo>
                        <a:pt x="2363" y="1384"/>
                      </a:lnTo>
                      <a:lnTo>
                        <a:pt x="2363" y="1385"/>
                      </a:lnTo>
                      <a:lnTo>
                        <a:pt x="2365" y="1386"/>
                      </a:lnTo>
                      <a:lnTo>
                        <a:pt x="2367" y="1387"/>
                      </a:lnTo>
                      <a:lnTo>
                        <a:pt x="2382" y="1386"/>
                      </a:lnTo>
                      <a:lnTo>
                        <a:pt x="2403" y="1384"/>
                      </a:lnTo>
                      <a:lnTo>
                        <a:pt x="2412" y="1381"/>
                      </a:lnTo>
                      <a:lnTo>
                        <a:pt x="2421" y="1380"/>
                      </a:lnTo>
                      <a:lnTo>
                        <a:pt x="2431" y="1379"/>
                      </a:lnTo>
                      <a:lnTo>
                        <a:pt x="2443" y="1380"/>
                      </a:lnTo>
                      <a:lnTo>
                        <a:pt x="2450" y="1382"/>
                      </a:lnTo>
                      <a:lnTo>
                        <a:pt x="2457" y="1388"/>
                      </a:lnTo>
                      <a:lnTo>
                        <a:pt x="2464" y="1397"/>
                      </a:lnTo>
                      <a:lnTo>
                        <a:pt x="2473" y="1406"/>
                      </a:lnTo>
                      <a:lnTo>
                        <a:pt x="2486" y="1426"/>
                      </a:lnTo>
                      <a:lnTo>
                        <a:pt x="2498" y="1441"/>
                      </a:lnTo>
                      <a:lnTo>
                        <a:pt x="2503" y="1445"/>
                      </a:lnTo>
                      <a:lnTo>
                        <a:pt x="2511" y="1450"/>
                      </a:lnTo>
                      <a:lnTo>
                        <a:pt x="2520" y="1456"/>
                      </a:lnTo>
                      <a:lnTo>
                        <a:pt x="2530" y="1462"/>
                      </a:lnTo>
                      <a:lnTo>
                        <a:pt x="2541" y="1467"/>
                      </a:lnTo>
                      <a:lnTo>
                        <a:pt x="2551" y="1472"/>
                      </a:lnTo>
                      <a:lnTo>
                        <a:pt x="2561" y="1475"/>
                      </a:lnTo>
                      <a:lnTo>
                        <a:pt x="2570" y="1478"/>
                      </a:lnTo>
                      <a:lnTo>
                        <a:pt x="2577" y="1479"/>
                      </a:lnTo>
                      <a:lnTo>
                        <a:pt x="2585" y="1481"/>
                      </a:lnTo>
                      <a:lnTo>
                        <a:pt x="2590" y="1484"/>
                      </a:lnTo>
                      <a:lnTo>
                        <a:pt x="2595" y="1486"/>
                      </a:lnTo>
                      <a:lnTo>
                        <a:pt x="2601" y="1491"/>
                      </a:lnTo>
                      <a:lnTo>
                        <a:pt x="2606" y="1495"/>
                      </a:lnTo>
                      <a:lnTo>
                        <a:pt x="2611" y="1501"/>
                      </a:lnTo>
                      <a:lnTo>
                        <a:pt x="2615" y="1510"/>
                      </a:lnTo>
                      <a:lnTo>
                        <a:pt x="2619" y="1519"/>
                      </a:lnTo>
                      <a:lnTo>
                        <a:pt x="2621" y="1527"/>
                      </a:lnTo>
                      <a:lnTo>
                        <a:pt x="2623" y="1535"/>
                      </a:lnTo>
                      <a:lnTo>
                        <a:pt x="2624" y="1542"/>
                      </a:lnTo>
                      <a:lnTo>
                        <a:pt x="2624" y="1556"/>
                      </a:lnTo>
                      <a:lnTo>
                        <a:pt x="2625" y="1569"/>
                      </a:lnTo>
                      <a:lnTo>
                        <a:pt x="2626" y="1575"/>
                      </a:lnTo>
                      <a:lnTo>
                        <a:pt x="2630" y="1580"/>
                      </a:lnTo>
                      <a:lnTo>
                        <a:pt x="2633" y="1582"/>
                      </a:lnTo>
                      <a:lnTo>
                        <a:pt x="2638" y="1585"/>
                      </a:lnTo>
                      <a:lnTo>
                        <a:pt x="2650" y="1586"/>
                      </a:lnTo>
                      <a:lnTo>
                        <a:pt x="2661" y="1586"/>
                      </a:lnTo>
                      <a:lnTo>
                        <a:pt x="2665" y="1587"/>
                      </a:lnTo>
                      <a:lnTo>
                        <a:pt x="2668" y="1588"/>
                      </a:lnTo>
                      <a:lnTo>
                        <a:pt x="2670" y="1590"/>
                      </a:lnTo>
                      <a:lnTo>
                        <a:pt x="2673" y="1594"/>
                      </a:lnTo>
                      <a:lnTo>
                        <a:pt x="2674" y="1602"/>
                      </a:lnTo>
                      <a:lnTo>
                        <a:pt x="2676" y="1613"/>
                      </a:lnTo>
                      <a:lnTo>
                        <a:pt x="2678" y="1618"/>
                      </a:lnTo>
                      <a:lnTo>
                        <a:pt x="2682" y="1623"/>
                      </a:lnTo>
                      <a:lnTo>
                        <a:pt x="2686" y="1625"/>
                      </a:lnTo>
                      <a:lnTo>
                        <a:pt x="2690" y="1627"/>
                      </a:lnTo>
                      <a:lnTo>
                        <a:pt x="2702" y="1629"/>
                      </a:lnTo>
                      <a:lnTo>
                        <a:pt x="2714" y="1630"/>
                      </a:lnTo>
                      <a:lnTo>
                        <a:pt x="2732" y="1631"/>
                      </a:lnTo>
                      <a:lnTo>
                        <a:pt x="2758" y="1632"/>
                      </a:lnTo>
                      <a:lnTo>
                        <a:pt x="2781" y="1633"/>
                      </a:lnTo>
                      <a:lnTo>
                        <a:pt x="2794" y="1634"/>
                      </a:lnTo>
                      <a:lnTo>
                        <a:pt x="2795" y="1636"/>
                      </a:lnTo>
                      <a:lnTo>
                        <a:pt x="2795" y="1639"/>
                      </a:lnTo>
                      <a:lnTo>
                        <a:pt x="2795" y="1645"/>
                      </a:lnTo>
                      <a:lnTo>
                        <a:pt x="2793" y="1652"/>
                      </a:lnTo>
                      <a:lnTo>
                        <a:pt x="2789" y="1670"/>
                      </a:lnTo>
                      <a:lnTo>
                        <a:pt x="2787" y="1687"/>
                      </a:lnTo>
                      <a:lnTo>
                        <a:pt x="2787" y="1706"/>
                      </a:lnTo>
                      <a:lnTo>
                        <a:pt x="2787" y="1732"/>
                      </a:lnTo>
                      <a:lnTo>
                        <a:pt x="2789" y="1757"/>
                      </a:lnTo>
                      <a:lnTo>
                        <a:pt x="2791" y="1777"/>
                      </a:lnTo>
                      <a:lnTo>
                        <a:pt x="2797" y="1795"/>
                      </a:lnTo>
                      <a:lnTo>
                        <a:pt x="2807" y="1815"/>
                      </a:lnTo>
                      <a:lnTo>
                        <a:pt x="2810" y="1825"/>
                      </a:lnTo>
                      <a:lnTo>
                        <a:pt x="2815" y="1833"/>
                      </a:lnTo>
                      <a:lnTo>
                        <a:pt x="2820" y="1840"/>
                      </a:lnTo>
                      <a:lnTo>
                        <a:pt x="2823" y="1844"/>
                      </a:lnTo>
                      <a:lnTo>
                        <a:pt x="2827" y="1845"/>
                      </a:lnTo>
                      <a:lnTo>
                        <a:pt x="2832" y="1845"/>
                      </a:lnTo>
                      <a:lnTo>
                        <a:pt x="2837" y="1845"/>
                      </a:lnTo>
                      <a:lnTo>
                        <a:pt x="2843" y="1844"/>
                      </a:lnTo>
                      <a:lnTo>
                        <a:pt x="2854" y="1840"/>
                      </a:lnTo>
                      <a:lnTo>
                        <a:pt x="2865" y="1837"/>
                      </a:lnTo>
                      <a:lnTo>
                        <a:pt x="2871" y="1835"/>
                      </a:lnTo>
                      <a:lnTo>
                        <a:pt x="2877" y="1835"/>
                      </a:lnTo>
                      <a:lnTo>
                        <a:pt x="2882" y="1837"/>
                      </a:lnTo>
                      <a:lnTo>
                        <a:pt x="2886" y="1839"/>
                      </a:lnTo>
                      <a:lnTo>
                        <a:pt x="2891" y="1841"/>
                      </a:lnTo>
                      <a:lnTo>
                        <a:pt x="2895" y="1845"/>
                      </a:lnTo>
                      <a:lnTo>
                        <a:pt x="2897" y="1848"/>
                      </a:lnTo>
                      <a:lnTo>
                        <a:pt x="2900" y="1852"/>
                      </a:lnTo>
                      <a:lnTo>
                        <a:pt x="2902" y="1861"/>
                      </a:lnTo>
                      <a:lnTo>
                        <a:pt x="2906" y="1872"/>
                      </a:lnTo>
                      <a:lnTo>
                        <a:pt x="2907" y="1877"/>
                      </a:lnTo>
                      <a:lnTo>
                        <a:pt x="2909" y="1882"/>
                      </a:lnTo>
                      <a:lnTo>
                        <a:pt x="2911" y="1885"/>
                      </a:lnTo>
                      <a:lnTo>
                        <a:pt x="2915" y="1886"/>
                      </a:lnTo>
                      <a:lnTo>
                        <a:pt x="2921" y="1889"/>
                      </a:lnTo>
                      <a:lnTo>
                        <a:pt x="2926" y="1894"/>
                      </a:lnTo>
                      <a:lnTo>
                        <a:pt x="2927" y="1896"/>
                      </a:lnTo>
                      <a:lnTo>
                        <a:pt x="2928" y="1900"/>
                      </a:lnTo>
                      <a:lnTo>
                        <a:pt x="2928" y="1904"/>
                      </a:lnTo>
                      <a:lnTo>
                        <a:pt x="2928" y="1910"/>
                      </a:lnTo>
                      <a:lnTo>
                        <a:pt x="2927" y="1915"/>
                      </a:lnTo>
                      <a:lnTo>
                        <a:pt x="2927" y="1920"/>
                      </a:lnTo>
                      <a:lnTo>
                        <a:pt x="2929" y="1923"/>
                      </a:lnTo>
                      <a:lnTo>
                        <a:pt x="2930" y="1926"/>
                      </a:lnTo>
                      <a:lnTo>
                        <a:pt x="2938" y="1930"/>
                      </a:lnTo>
                      <a:lnTo>
                        <a:pt x="2948" y="1935"/>
                      </a:lnTo>
                      <a:lnTo>
                        <a:pt x="2963" y="1941"/>
                      </a:lnTo>
                      <a:lnTo>
                        <a:pt x="2978" y="1949"/>
                      </a:lnTo>
                      <a:lnTo>
                        <a:pt x="2985" y="1954"/>
                      </a:lnTo>
                      <a:lnTo>
                        <a:pt x="2992" y="1959"/>
                      </a:lnTo>
                      <a:lnTo>
                        <a:pt x="2999" y="1964"/>
                      </a:lnTo>
                      <a:lnTo>
                        <a:pt x="3004" y="1968"/>
                      </a:lnTo>
                      <a:lnTo>
                        <a:pt x="3011" y="1977"/>
                      </a:lnTo>
                      <a:lnTo>
                        <a:pt x="3018" y="1983"/>
                      </a:lnTo>
                      <a:lnTo>
                        <a:pt x="3022" y="1984"/>
                      </a:lnTo>
                      <a:lnTo>
                        <a:pt x="3026" y="1985"/>
                      </a:lnTo>
                      <a:lnTo>
                        <a:pt x="3029" y="1985"/>
                      </a:lnTo>
                      <a:lnTo>
                        <a:pt x="3034" y="1985"/>
                      </a:lnTo>
                      <a:lnTo>
                        <a:pt x="3045" y="1984"/>
                      </a:lnTo>
                      <a:lnTo>
                        <a:pt x="3055" y="1983"/>
                      </a:lnTo>
                      <a:lnTo>
                        <a:pt x="3066" y="1984"/>
                      </a:lnTo>
                      <a:lnTo>
                        <a:pt x="3074" y="1985"/>
                      </a:lnTo>
                      <a:lnTo>
                        <a:pt x="3084" y="1986"/>
                      </a:lnTo>
                      <a:lnTo>
                        <a:pt x="3095" y="1986"/>
                      </a:lnTo>
                      <a:lnTo>
                        <a:pt x="3100" y="1984"/>
                      </a:lnTo>
                      <a:lnTo>
                        <a:pt x="3106" y="1982"/>
                      </a:lnTo>
                      <a:lnTo>
                        <a:pt x="3111" y="1977"/>
                      </a:lnTo>
                      <a:lnTo>
                        <a:pt x="3116" y="1971"/>
                      </a:lnTo>
                      <a:lnTo>
                        <a:pt x="3124" y="1959"/>
                      </a:lnTo>
                      <a:lnTo>
                        <a:pt x="3133" y="1947"/>
                      </a:lnTo>
                      <a:lnTo>
                        <a:pt x="3140" y="1938"/>
                      </a:lnTo>
                      <a:lnTo>
                        <a:pt x="3149" y="1929"/>
                      </a:lnTo>
                      <a:lnTo>
                        <a:pt x="3159" y="1921"/>
                      </a:lnTo>
                      <a:lnTo>
                        <a:pt x="3169" y="1913"/>
                      </a:lnTo>
                      <a:lnTo>
                        <a:pt x="3174" y="1909"/>
                      </a:lnTo>
                      <a:lnTo>
                        <a:pt x="3178" y="1904"/>
                      </a:lnTo>
                      <a:lnTo>
                        <a:pt x="3180" y="1901"/>
                      </a:lnTo>
                      <a:lnTo>
                        <a:pt x="3181" y="1897"/>
                      </a:lnTo>
                      <a:lnTo>
                        <a:pt x="3181" y="1894"/>
                      </a:lnTo>
                      <a:lnTo>
                        <a:pt x="3181" y="1891"/>
                      </a:lnTo>
                      <a:lnTo>
                        <a:pt x="3179" y="1888"/>
                      </a:lnTo>
                      <a:lnTo>
                        <a:pt x="3177" y="1884"/>
                      </a:lnTo>
                      <a:lnTo>
                        <a:pt x="3171" y="1877"/>
                      </a:lnTo>
                      <a:lnTo>
                        <a:pt x="3162" y="1869"/>
                      </a:lnTo>
                      <a:lnTo>
                        <a:pt x="3150" y="1856"/>
                      </a:lnTo>
                      <a:lnTo>
                        <a:pt x="3135" y="1839"/>
                      </a:lnTo>
                      <a:lnTo>
                        <a:pt x="3121" y="1821"/>
                      </a:lnTo>
                      <a:lnTo>
                        <a:pt x="3110" y="1806"/>
                      </a:lnTo>
                      <a:lnTo>
                        <a:pt x="3108" y="1801"/>
                      </a:lnTo>
                      <a:lnTo>
                        <a:pt x="3106" y="1797"/>
                      </a:lnTo>
                      <a:lnTo>
                        <a:pt x="3108" y="1794"/>
                      </a:lnTo>
                      <a:lnTo>
                        <a:pt x="3109" y="1791"/>
                      </a:lnTo>
                      <a:lnTo>
                        <a:pt x="3116" y="1789"/>
                      </a:lnTo>
                      <a:lnTo>
                        <a:pt x="3131" y="1785"/>
                      </a:lnTo>
                      <a:lnTo>
                        <a:pt x="3150" y="1782"/>
                      </a:lnTo>
                      <a:lnTo>
                        <a:pt x="3172" y="1778"/>
                      </a:lnTo>
                      <a:lnTo>
                        <a:pt x="3194" y="1775"/>
                      </a:lnTo>
                      <a:lnTo>
                        <a:pt x="3218" y="1770"/>
                      </a:lnTo>
                      <a:lnTo>
                        <a:pt x="3238" y="1766"/>
                      </a:lnTo>
                      <a:lnTo>
                        <a:pt x="3255" y="1763"/>
                      </a:lnTo>
                      <a:lnTo>
                        <a:pt x="3272" y="1759"/>
                      </a:lnTo>
                      <a:lnTo>
                        <a:pt x="3292" y="1755"/>
                      </a:lnTo>
                      <a:lnTo>
                        <a:pt x="3303" y="1752"/>
                      </a:lnTo>
                      <a:lnTo>
                        <a:pt x="3311" y="1751"/>
                      </a:lnTo>
                      <a:lnTo>
                        <a:pt x="3317" y="1751"/>
                      </a:lnTo>
                      <a:lnTo>
                        <a:pt x="3323" y="1752"/>
                      </a:lnTo>
                      <a:lnTo>
                        <a:pt x="3332" y="1758"/>
                      </a:lnTo>
                      <a:lnTo>
                        <a:pt x="3343" y="1765"/>
                      </a:lnTo>
                      <a:lnTo>
                        <a:pt x="3358" y="1776"/>
                      </a:lnTo>
                      <a:lnTo>
                        <a:pt x="3381" y="1789"/>
                      </a:lnTo>
                      <a:lnTo>
                        <a:pt x="3406" y="1801"/>
                      </a:lnTo>
                      <a:lnTo>
                        <a:pt x="3429" y="1810"/>
                      </a:lnTo>
                      <a:lnTo>
                        <a:pt x="3449" y="1818"/>
                      </a:lnTo>
                      <a:lnTo>
                        <a:pt x="3468" y="1821"/>
                      </a:lnTo>
                      <a:lnTo>
                        <a:pt x="3477" y="1822"/>
                      </a:lnTo>
                      <a:lnTo>
                        <a:pt x="3486" y="1822"/>
                      </a:lnTo>
                      <a:lnTo>
                        <a:pt x="3493" y="1822"/>
                      </a:lnTo>
                      <a:lnTo>
                        <a:pt x="3499" y="1820"/>
                      </a:lnTo>
                      <a:lnTo>
                        <a:pt x="3508" y="1814"/>
                      </a:lnTo>
                      <a:lnTo>
                        <a:pt x="3518" y="1807"/>
                      </a:lnTo>
                      <a:lnTo>
                        <a:pt x="3527" y="1800"/>
                      </a:lnTo>
                      <a:lnTo>
                        <a:pt x="3537" y="1793"/>
                      </a:lnTo>
                      <a:lnTo>
                        <a:pt x="3550" y="1785"/>
                      </a:lnTo>
                      <a:lnTo>
                        <a:pt x="3565" y="1779"/>
                      </a:lnTo>
                      <a:lnTo>
                        <a:pt x="3574" y="1776"/>
                      </a:lnTo>
                      <a:lnTo>
                        <a:pt x="3582" y="1771"/>
                      </a:lnTo>
                      <a:lnTo>
                        <a:pt x="3589" y="1765"/>
                      </a:lnTo>
                      <a:lnTo>
                        <a:pt x="3596" y="1759"/>
                      </a:lnTo>
                      <a:lnTo>
                        <a:pt x="3608" y="1746"/>
                      </a:lnTo>
                      <a:lnTo>
                        <a:pt x="3620" y="1735"/>
                      </a:lnTo>
                      <a:lnTo>
                        <a:pt x="3634" y="1726"/>
                      </a:lnTo>
                      <a:lnTo>
                        <a:pt x="3651" y="1718"/>
                      </a:lnTo>
                      <a:lnTo>
                        <a:pt x="3671" y="1709"/>
                      </a:lnTo>
                      <a:lnTo>
                        <a:pt x="3691" y="1705"/>
                      </a:lnTo>
                      <a:lnTo>
                        <a:pt x="3713" y="1700"/>
                      </a:lnTo>
                      <a:lnTo>
                        <a:pt x="3736" y="1697"/>
                      </a:lnTo>
                      <a:lnTo>
                        <a:pt x="3761" y="1696"/>
                      </a:lnTo>
                      <a:lnTo>
                        <a:pt x="3788" y="1696"/>
                      </a:lnTo>
                      <a:lnTo>
                        <a:pt x="3798" y="1696"/>
                      </a:lnTo>
                      <a:lnTo>
                        <a:pt x="3809" y="1697"/>
                      </a:lnTo>
                      <a:lnTo>
                        <a:pt x="3818" y="1700"/>
                      </a:lnTo>
                      <a:lnTo>
                        <a:pt x="3826" y="1702"/>
                      </a:lnTo>
                      <a:lnTo>
                        <a:pt x="3836" y="1708"/>
                      </a:lnTo>
                      <a:lnTo>
                        <a:pt x="3843" y="1713"/>
                      </a:lnTo>
                      <a:lnTo>
                        <a:pt x="3845" y="1716"/>
                      </a:lnTo>
                      <a:lnTo>
                        <a:pt x="3846" y="1720"/>
                      </a:lnTo>
                      <a:lnTo>
                        <a:pt x="3845" y="1725"/>
                      </a:lnTo>
                      <a:lnTo>
                        <a:pt x="3842" y="1730"/>
                      </a:lnTo>
                      <a:lnTo>
                        <a:pt x="3836" y="1743"/>
                      </a:lnTo>
                      <a:lnTo>
                        <a:pt x="3832" y="1757"/>
                      </a:lnTo>
                      <a:lnTo>
                        <a:pt x="3829" y="1764"/>
                      </a:lnTo>
                      <a:lnTo>
                        <a:pt x="3829" y="1770"/>
                      </a:lnTo>
                      <a:lnTo>
                        <a:pt x="3830" y="1776"/>
                      </a:lnTo>
                      <a:lnTo>
                        <a:pt x="3833" y="1781"/>
                      </a:lnTo>
                      <a:lnTo>
                        <a:pt x="3841" y="1793"/>
                      </a:lnTo>
                      <a:lnTo>
                        <a:pt x="3853" y="1806"/>
                      </a:lnTo>
                      <a:lnTo>
                        <a:pt x="3864" y="1821"/>
                      </a:lnTo>
                      <a:lnTo>
                        <a:pt x="3873" y="1835"/>
                      </a:lnTo>
                      <a:lnTo>
                        <a:pt x="3876" y="1842"/>
                      </a:lnTo>
                      <a:lnTo>
                        <a:pt x="3878" y="1851"/>
                      </a:lnTo>
                      <a:lnTo>
                        <a:pt x="3879" y="1860"/>
                      </a:lnTo>
                      <a:lnTo>
                        <a:pt x="3878" y="1871"/>
                      </a:lnTo>
                      <a:lnTo>
                        <a:pt x="3877" y="1882"/>
                      </a:lnTo>
                      <a:lnTo>
                        <a:pt x="3876" y="1892"/>
                      </a:lnTo>
                      <a:lnTo>
                        <a:pt x="3872" y="1902"/>
                      </a:lnTo>
                      <a:lnTo>
                        <a:pt x="3868" y="1911"/>
                      </a:lnTo>
                      <a:lnTo>
                        <a:pt x="3864" y="1920"/>
                      </a:lnTo>
                      <a:lnTo>
                        <a:pt x="3859" y="1926"/>
                      </a:lnTo>
                      <a:lnTo>
                        <a:pt x="3853" y="1929"/>
                      </a:lnTo>
                      <a:lnTo>
                        <a:pt x="3847" y="1933"/>
                      </a:lnTo>
                      <a:lnTo>
                        <a:pt x="3841" y="1935"/>
                      </a:lnTo>
                      <a:lnTo>
                        <a:pt x="3834" y="1939"/>
                      </a:lnTo>
                      <a:lnTo>
                        <a:pt x="3828" y="1942"/>
                      </a:lnTo>
                      <a:lnTo>
                        <a:pt x="3822" y="1947"/>
                      </a:lnTo>
                      <a:lnTo>
                        <a:pt x="3815" y="1954"/>
                      </a:lnTo>
                      <a:lnTo>
                        <a:pt x="3809" y="1965"/>
                      </a:lnTo>
                      <a:lnTo>
                        <a:pt x="3803" y="1977"/>
                      </a:lnTo>
                      <a:lnTo>
                        <a:pt x="3796" y="1990"/>
                      </a:lnTo>
                      <a:lnTo>
                        <a:pt x="3784" y="2016"/>
                      </a:lnTo>
                      <a:lnTo>
                        <a:pt x="3774" y="2040"/>
                      </a:lnTo>
                      <a:lnTo>
                        <a:pt x="3767" y="2048"/>
                      </a:lnTo>
                      <a:lnTo>
                        <a:pt x="3759" y="2058"/>
                      </a:lnTo>
                      <a:lnTo>
                        <a:pt x="3748" y="2066"/>
                      </a:lnTo>
                      <a:lnTo>
                        <a:pt x="3736" y="2074"/>
                      </a:lnTo>
                      <a:lnTo>
                        <a:pt x="3713" y="2089"/>
                      </a:lnTo>
                      <a:lnTo>
                        <a:pt x="3692" y="2099"/>
                      </a:lnTo>
                      <a:lnTo>
                        <a:pt x="3676" y="2109"/>
                      </a:lnTo>
                      <a:lnTo>
                        <a:pt x="3659" y="2119"/>
                      </a:lnTo>
                      <a:lnTo>
                        <a:pt x="3651" y="2125"/>
                      </a:lnTo>
                      <a:lnTo>
                        <a:pt x="3643" y="2129"/>
                      </a:lnTo>
                      <a:lnTo>
                        <a:pt x="3635" y="2132"/>
                      </a:lnTo>
                      <a:lnTo>
                        <a:pt x="3629" y="2135"/>
                      </a:lnTo>
                      <a:lnTo>
                        <a:pt x="3624" y="2136"/>
                      </a:lnTo>
                      <a:lnTo>
                        <a:pt x="3618" y="2138"/>
                      </a:lnTo>
                      <a:lnTo>
                        <a:pt x="3614" y="2142"/>
                      </a:lnTo>
                      <a:lnTo>
                        <a:pt x="3610" y="2146"/>
                      </a:lnTo>
                      <a:lnTo>
                        <a:pt x="3609" y="2149"/>
                      </a:lnTo>
                      <a:lnTo>
                        <a:pt x="3609" y="2153"/>
                      </a:lnTo>
                      <a:lnTo>
                        <a:pt x="3610" y="2156"/>
                      </a:lnTo>
                      <a:lnTo>
                        <a:pt x="3614" y="2160"/>
                      </a:lnTo>
                      <a:lnTo>
                        <a:pt x="3618" y="2163"/>
                      </a:lnTo>
                      <a:lnTo>
                        <a:pt x="3621" y="2167"/>
                      </a:lnTo>
                      <a:lnTo>
                        <a:pt x="3624" y="2171"/>
                      </a:lnTo>
                      <a:lnTo>
                        <a:pt x="3625" y="2174"/>
                      </a:lnTo>
                      <a:lnTo>
                        <a:pt x="3627" y="2184"/>
                      </a:lnTo>
                      <a:lnTo>
                        <a:pt x="3628" y="2194"/>
                      </a:lnTo>
                      <a:lnTo>
                        <a:pt x="3631" y="2206"/>
                      </a:lnTo>
                      <a:lnTo>
                        <a:pt x="3637" y="2218"/>
                      </a:lnTo>
                      <a:lnTo>
                        <a:pt x="3641" y="2230"/>
                      </a:lnTo>
                      <a:lnTo>
                        <a:pt x="3645" y="2242"/>
                      </a:lnTo>
                      <a:lnTo>
                        <a:pt x="3645" y="2248"/>
                      </a:lnTo>
                      <a:lnTo>
                        <a:pt x="3644" y="2253"/>
                      </a:lnTo>
                      <a:lnTo>
                        <a:pt x="3641" y="2255"/>
                      </a:lnTo>
                      <a:lnTo>
                        <a:pt x="3638" y="2257"/>
                      </a:lnTo>
                      <a:lnTo>
                        <a:pt x="3626" y="2262"/>
                      </a:lnTo>
                      <a:lnTo>
                        <a:pt x="3607" y="2267"/>
                      </a:lnTo>
                      <a:lnTo>
                        <a:pt x="3602" y="2269"/>
                      </a:lnTo>
                      <a:lnTo>
                        <a:pt x="3597" y="2272"/>
                      </a:lnTo>
                      <a:lnTo>
                        <a:pt x="3593" y="2274"/>
                      </a:lnTo>
                      <a:lnTo>
                        <a:pt x="3589" y="2277"/>
                      </a:lnTo>
                      <a:lnTo>
                        <a:pt x="3583" y="2286"/>
                      </a:lnTo>
                      <a:lnTo>
                        <a:pt x="3580" y="2295"/>
                      </a:lnTo>
                      <a:lnTo>
                        <a:pt x="3577" y="2307"/>
                      </a:lnTo>
                      <a:lnTo>
                        <a:pt x="3576" y="2319"/>
                      </a:lnTo>
                      <a:lnTo>
                        <a:pt x="3576" y="2332"/>
                      </a:lnTo>
                      <a:lnTo>
                        <a:pt x="3576" y="2345"/>
                      </a:lnTo>
                      <a:lnTo>
                        <a:pt x="3577" y="2358"/>
                      </a:lnTo>
                      <a:lnTo>
                        <a:pt x="3578" y="2369"/>
                      </a:lnTo>
                      <a:lnTo>
                        <a:pt x="3580" y="2379"/>
                      </a:lnTo>
                      <a:lnTo>
                        <a:pt x="3583" y="2386"/>
                      </a:lnTo>
                      <a:lnTo>
                        <a:pt x="3587" y="2392"/>
                      </a:lnTo>
                      <a:lnTo>
                        <a:pt x="3590" y="2396"/>
                      </a:lnTo>
                      <a:lnTo>
                        <a:pt x="3596" y="2400"/>
                      </a:lnTo>
                      <a:lnTo>
                        <a:pt x="3602" y="2401"/>
                      </a:lnTo>
                      <a:lnTo>
                        <a:pt x="3616" y="2405"/>
                      </a:lnTo>
                      <a:lnTo>
                        <a:pt x="3633" y="2409"/>
                      </a:lnTo>
                      <a:lnTo>
                        <a:pt x="3650" y="2415"/>
                      </a:lnTo>
                      <a:lnTo>
                        <a:pt x="3668" y="2423"/>
                      </a:lnTo>
                      <a:lnTo>
                        <a:pt x="3676" y="2426"/>
                      </a:lnTo>
                      <a:lnTo>
                        <a:pt x="3682" y="2430"/>
                      </a:lnTo>
                      <a:lnTo>
                        <a:pt x="3688" y="2433"/>
                      </a:lnTo>
                      <a:lnTo>
                        <a:pt x="3691" y="2438"/>
                      </a:lnTo>
                      <a:lnTo>
                        <a:pt x="3698" y="2449"/>
                      </a:lnTo>
                      <a:lnTo>
                        <a:pt x="3704" y="2459"/>
                      </a:lnTo>
                      <a:lnTo>
                        <a:pt x="3713" y="2474"/>
                      </a:lnTo>
                      <a:lnTo>
                        <a:pt x="3725" y="2491"/>
                      </a:lnTo>
                      <a:lnTo>
                        <a:pt x="3739" y="2509"/>
                      </a:lnTo>
                      <a:lnTo>
                        <a:pt x="3752" y="2525"/>
                      </a:lnTo>
                      <a:lnTo>
                        <a:pt x="3767" y="2539"/>
                      </a:lnTo>
                      <a:lnTo>
                        <a:pt x="3784" y="2556"/>
                      </a:lnTo>
                      <a:lnTo>
                        <a:pt x="3794" y="2563"/>
                      </a:lnTo>
                      <a:lnTo>
                        <a:pt x="3803" y="2570"/>
                      </a:lnTo>
                      <a:lnTo>
                        <a:pt x="3811" y="2576"/>
                      </a:lnTo>
                      <a:lnTo>
                        <a:pt x="3820" y="2579"/>
                      </a:lnTo>
                      <a:lnTo>
                        <a:pt x="3836" y="2584"/>
                      </a:lnTo>
                      <a:lnTo>
                        <a:pt x="3852" y="2588"/>
                      </a:lnTo>
                      <a:lnTo>
                        <a:pt x="3867" y="2589"/>
                      </a:lnTo>
                      <a:lnTo>
                        <a:pt x="3883" y="2590"/>
                      </a:lnTo>
                      <a:lnTo>
                        <a:pt x="3899" y="2591"/>
                      </a:lnTo>
                      <a:lnTo>
                        <a:pt x="3918" y="2591"/>
                      </a:lnTo>
                      <a:lnTo>
                        <a:pt x="3928" y="2591"/>
                      </a:lnTo>
                      <a:lnTo>
                        <a:pt x="3937" y="2591"/>
                      </a:lnTo>
                      <a:lnTo>
                        <a:pt x="3946" y="2592"/>
                      </a:lnTo>
                      <a:lnTo>
                        <a:pt x="3953" y="2595"/>
                      </a:lnTo>
                      <a:lnTo>
                        <a:pt x="3968" y="2598"/>
                      </a:lnTo>
                      <a:lnTo>
                        <a:pt x="3984" y="2600"/>
                      </a:lnTo>
                      <a:lnTo>
                        <a:pt x="3997" y="2600"/>
                      </a:lnTo>
                      <a:lnTo>
                        <a:pt x="4009" y="2600"/>
                      </a:lnTo>
                      <a:lnTo>
                        <a:pt x="4015" y="2598"/>
                      </a:lnTo>
                      <a:lnTo>
                        <a:pt x="4021" y="2598"/>
                      </a:lnTo>
                      <a:lnTo>
                        <a:pt x="4025" y="2600"/>
                      </a:lnTo>
                      <a:lnTo>
                        <a:pt x="4029" y="2601"/>
                      </a:lnTo>
                      <a:lnTo>
                        <a:pt x="4030" y="2606"/>
                      </a:lnTo>
                      <a:lnTo>
                        <a:pt x="4031" y="2610"/>
                      </a:lnTo>
                      <a:lnTo>
                        <a:pt x="4031" y="2614"/>
                      </a:lnTo>
                      <a:lnTo>
                        <a:pt x="4031" y="2616"/>
                      </a:lnTo>
                      <a:lnTo>
                        <a:pt x="4030" y="2620"/>
                      </a:lnTo>
                      <a:lnTo>
                        <a:pt x="4028" y="2621"/>
                      </a:lnTo>
                      <a:lnTo>
                        <a:pt x="4016" y="2631"/>
                      </a:lnTo>
                      <a:lnTo>
                        <a:pt x="4006" y="2639"/>
                      </a:lnTo>
                      <a:lnTo>
                        <a:pt x="3992" y="2648"/>
                      </a:lnTo>
                      <a:lnTo>
                        <a:pt x="3978" y="2657"/>
                      </a:lnTo>
                      <a:lnTo>
                        <a:pt x="3975" y="2659"/>
                      </a:lnTo>
                      <a:lnTo>
                        <a:pt x="3973" y="2660"/>
                      </a:lnTo>
                      <a:lnTo>
                        <a:pt x="3972" y="2663"/>
                      </a:lnTo>
                      <a:lnTo>
                        <a:pt x="3973" y="2665"/>
                      </a:lnTo>
                      <a:lnTo>
                        <a:pt x="3975" y="2669"/>
                      </a:lnTo>
                      <a:lnTo>
                        <a:pt x="3980" y="2673"/>
                      </a:lnTo>
                      <a:lnTo>
                        <a:pt x="3986" y="2683"/>
                      </a:lnTo>
                      <a:lnTo>
                        <a:pt x="3993" y="2692"/>
                      </a:lnTo>
                      <a:lnTo>
                        <a:pt x="3998" y="2696"/>
                      </a:lnTo>
                      <a:lnTo>
                        <a:pt x="4002" y="2697"/>
                      </a:lnTo>
                      <a:lnTo>
                        <a:pt x="4004" y="2698"/>
                      </a:lnTo>
                      <a:lnTo>
                        <a:pt x="4007" y="2697"/>
                      </a:lnTo>
                      <a:lnTo>
                        <a:pt x="4015" y="2694"/>
                      </a:lnTo>
                      <a:lnTo>
                        <a:pt x="4022" y="2688"/>
                      </a:lnTo>
                      <a:lnTo>
                        <a:pt x="4030" y="2683"/>
                      </a:lnTo>
                      <a:lnTo>
                        <a:pt x="4038" y="2679"/>
                      </a:lnTo>
                      <a:lnTo>
                        <a:pt x="4043" y="2679"/>
                      </a:lnTo>
                      <a:lnTo>
                        <a:pt x="4048" y="2680"/>
                      </a:lnTo>
                      <a:lnTo>
                        <a:pt x="4053" y="2683"/>
                      </a:lnTo>
                      <a:lnTo>
                        <a:pt x="4056" y="2688"/>
                      </a:lnTo>
                      <a:lnTo>
                        <a:pt x="4065" y="2701"/>
                      </a:lnTo>
                      <a:lnTo>
                        <a:pt x="4073" y="2717"/>
                      </a:lnTo>
                      <a:lnTo>
                        <a:pt x="4076" y="2726"/>
                      </a:lnTo>
                      <a:lnTo>
                        <a:pt x="4081" y="2734"/>
                      </a:lnTo>
                      <a:lnTo>
                        <a:pt x="4086" y="2741"/>
                      </a:lnTo>
                      <a:lnTo>
                        <a:pt x="4092" y="2748"/>
                      </a:lnTo>
                      <a:lnTo>
                        <a:pt x="4099" y="2755"/>
                      </a:lnTo>
                      <a:lnTo>
                        <a:pt x="4107" y="2761"/>
                      </a:lnTo>
                      <a:lnTo>
                        <a:pt x="4117" y="2767"/>
                      </a:lnTo>
                      <a:lnTo>
                        <a:pt x="4128" y="2773"/>
                      </a:lnTo>
                      <a:lnTo>
                        <a:pt x="4137" y="2779"/>
                      </a:lnTo>
                      <a:lnTo>
                        <a:pt x="4145" y="2785"/>
                      </a:lnTo>
                      <a:lnTo>
                        <a:pt x="4151" y="2790"/>
                      </a:lnTo>
                      <a:lnTo>
                        <a:pt x="4155" y="2795"/>
                      </a:lnTo>
                      <a:lnTo>
                        <a:pt x="4158" y="2803"/>
                      </a:lnTo>
                      <a:lnTo>
                        <a:pt x="4161" y="2812"/>
                      </a:lnTo>
                      <a:lnTo>
                        <a:pt x="4162" y="2817"/>
                      </a:lnTo>
                      <a:lnTo>
                        <a:pt x="4164" y="2823"/>
                      </a:lnTo>
                      <a:lnTo>
                        <a:pt x="4167" y="2829"/>
                      </a:lnTo>
                      <a:lnTo>
                        <a:pt x="4172" y="2835"/>
                      </a:lnTo>
                      <a:lnTo>
                        <a:pt x="4182" y="2843"/>
                      </a:lnTo>
                      <a:lnTo>
                        <a:pt x="4192" y="2850"/>
                      </a:lnTo>
                      <a:lnTo>
                        <a:pt x="4196" y="2854"/>
                      </a:lnTo>
                      <a:lnTo>
                        <a:pt x="4201" y="2858"/>
                      </a:lnTo>
                      <a:lnTo>
                        <a:pt x="4206" y="2862"/>
                      </a:lnTo>
                      <a:lnTo>
                        <a:pt x="4210" y="2868"/>
                      </a:lnTo>
                      <a:lnTo>
                        <a:pt x="4212" y="2875"/>
                      </a:lnTo>
                      <a:lnTo>
                        <a:pt x="4214" y="2881"/>
                      </a:lnTo>
                      <a:lnTo>
                        <a:pt x="4216" y="2887"/>
                      </a:lnTo>
                      <a:lnTo>
                        <a:pt x="4216" y="2892"/>
                      </a:lnTo>
                      <a:lnTo>
                        <a:pt x="4214" y="2896"/>
                      </a:lnTo>
                      <a:lnTo>
                        <a:pt x="4212" y="2900"/>
                      </a:lnTo>
                      <a:lnTo>
                        <a:pt x="4208" y="2904"/>
                      </a:lnTo>
                      <a:lnTo>
                        <a:pt x="4205" y="2907"/>
                      </a:lnTo>
                      <a:lnTo>
                        <a:pt x="4193" y="2913"/>
                      </a:lnTo>
                      <a:lnTo>
                        <a:pt x="4181" y="2918"/>
                      </a:lnTo>
                      <a:lnTo>
                        <a:pt x="4175" y="2921"/>
                      </a:lnTo>
                      <a:lnTo>
                        <a:pt x="4172" y="2924"/>
                      </a:lnTo>
                      <a:lnTo>
                        <a:pt x="4168" y="2929"/>
                      </a:lnTo>
                      <a:lnTo>
                        <a:pt x="4168" y="2936"/>
                      </a:lnTo>
                      <a:lnTo>
                        <a:pt x="4168" y="2943"/>
                      </a:lnTo>
                      <a:lnTo>
                        <a:pt x="4169" y="2949"/>
                      </a:lnTo>
                      <a:lnTo>
                        <a:pt x="4172" y="2955"/>
                      </a:lnTo>
                      <a:lnTo>
                        <a:pt x="4174" y="2960"/>
                      </a:lnTo>
                      <a:lnTo>
                        <a:pt x="4180" y="2970"/>
                      </a:lnTo>
                      <a:lnTo>
                        <a:pt x="4185" y="2982"/>
                      </a:lnTo>
                      <a:lnTo>
                        <a:pt x="4187" y="2988"/>
                      </a:lnTo>
                      <a:lnTo>
                        <a:pt x="4192" y="2994"/>
                      </a:lnTo>
                      <a:lnTo>
                        <a:pt x="4198" y="3000"/>
                      </a:lnTo>
                      <a:lnTo>
                        <a:pt x="4205" y="3005"/>
                      </a:lnTo>
                      <a:lnTo>
                        <a:pt x="4212" y="3011"/>
                      </a:lnTo>
                      <a:lnTo>
                        <a:pt x="4218" y="3016"/>
                      </a:lnTo>
                      <a:lnTo>
                        <a:pt x="4223" y="3020"/>
                      </a:lnTo>
                      <a:lnTo>
                        <a:pt x="4226" y="3026"/>
                      </a:lnTo>
                      <a:lnTo>
                        <a:pt x="4231" y="3039"/>
                      </a:lnTo>
                      <a:lnTo>
                        <a:pt x="4237" y="3056"/>
                      </a:lnTo>
                      <a:lnTo>
                        <a:pt x="4243" y="3074"/>
                      </a:lnTo>
                      <a:lnTo>
                        <a:pt x="4248" y="3087"/>
                      </a:lnTo>
                      <a:lnTo>
                        <a:pt x="4252" y="3095"/>
                      </a:lnTo>
                      <a:lnTo>
                        <a:pt x="4254" y="3102"/>
                      </a:lnTo>
                      <a:lnTo>
                        <a:pt x="4255" y="3110"/>
                      </a:lnTo>
                      <a:lnTo>
                        <a:pt x="4252" y="3119"/>
                      </a:lnTo>
                      <a:lnTo>
                        <a:pt x="4249" y="3130"/>
                      </a:lnTo>
                      <a:lnTo>
                        <a:pt x="4249" y="3137"/>
                      </a:lnTo>
                      <a:lnTo>
                        <a:pt x="4249" y="3140"/>
                      </a:lnTo>
                      <a:lnTo>
                        <a:pt x="4250" y="3144"/>
                      </a:lnTo>
                      <a:lnTo>
                        <a:pt x="4252" y="3146"/>
                      </a:lnTo>
                      <a:lnTo>
                        <a:pt x="4256" y="3149"/>
                      </a:lnTo>
                      <a:lnTo>
                        <a:pt x="4259" y="3152"/>
                      </a:lnTo>
                      <a:lnTo>
                        <a:pt x="4262" y="3156"/>
                      </a:lnTo>
                      <a:lnTo>
                        <a:pt x="4264" y="3161"/>
                      </a:lnTo>
                      <a:lnTo>
                        <a:pt x="4264" y="3167"/>
                      </a:lnTo>
                      <a:lnTo>
                        <a:pt x="4264" y="3173"/>
                      </a:lnTo>
                      <a:lnTo>
                        <a:pt x="4263" y="3178"/>
                      </a:lnTo>
                      <a:lnTo>
                        <a:pt x="4261" y="3183"/>
                      </a:lnTo>
                      <a:lnTo>
                        <a:pt x="4258" y="3187"/>
                      </a:lnTo>
                      <a:lnTo>
                        <a:pt x="4251" y="3194"/>
                      </a:lnTo>
                      <a:lnTo>
                        <a:pt x="4243" y="3202"/>
                      </a:lnTo>
                      <a:lnTo>
                        <a:pt x="4238" y="3206"/>
                      </a:lnTo>
                      <a:lnTo>
                        <a:pt x="4233" y="3208"/>
                      </a:lnTo>
                      <a:lnTo>
                        <a:pt x="4226" y="3212"/>
                      </a:lnTo>
                      <a:lnTo>
                        <a:pt x="4219" y="3214"/>
                      </a:lnTo>
                      <a:lnTo>
                        <a:pt x="4212" y="3216"/>
                      </a:lnTo>
                      <a:lnTo>
                        <a:pt x="4207" y="3219"/>
                      </a:lnTo>
                      <a:lnTo>
                        <a:pt x="4202" y="3221"/>
                      </a:lnTo>
                      <a:lnTo>
                        <a:pt x="4199" y="3225"/>
                      </a:lnTo>
                      <a:lnTo>
                        <a:pt x="4195" y="3228"/>
                      </a:lnTo>
                      <a:lnTo>
                        <a:pt x="4194" y="3233"/>
                      </a:lnTo>
                      <a:lnTo>
                        <a:pt x="4193" y="3239"/>
                      </a:lnTo>
                      <a:lnTo>
                        <a:pt x="4193" y="3246"/>
                      </a:lnTo>
                      <a:lnTo>
                        <a:pt x="4194" y="3262"/>
                      </a:lnTo>
                      <a:lnTo>
                        <a:pt x="4196" y="3278"/>
                      </a:lnTo>
                      <a:lnTo>
                        <a:pt x="4200" y="3295"/>
                      </a:lnTo>
                      <a:lnTo>
                        <a:pt x="4202" y="3309"/>
                      </a:lnTo>
                      <a:lnTo>
                        <a:pt x="4204" y="3315"/>
                      </a:lnTo>
                      <a:lnTo>
                        <a:pt x="4205" y="3321"/>
                      </a:lnTo>
                      <a:lnTo>
                        <a:pt x="4206" y="3325"/>
                      </a:lnTo>
                      <a:lnTo>
                        <a:pt x="4207" y="3327"/>
                      </a:lnTo>
                      <a:lnTo>
                        <a:pt x="4210" y="3328"/>
                      </a:lnTo>
                      <a:lnTo>
                        <a:pt x="4212" y="3329"/>
                      </a:lnTo>
                      <a:lnTo>
                        <a:pt x="4216" y="3329"/>
                      </a:lnTo>
                      <a:lnTo>
                        <a:pt x="4220" y="3328"/>
                      </a:lnTo>
                      <a:lnTo>
                        <a:pt x="4224" y="3327"/>
                      </a:lnTo>
                      <a:lnTo>
                        <a:pt x="4227" y="3326"/>
                      </a:lnTo>
                      <a:lnTo>
                        <a:pt x="4231" y="3327"/>
                      </a:lnTo>
                      <a:lnTo>
                        <a:pt x="4233" y="3327"/>
                      </a:lnTo>
                      <a:lnTo>
                        <a:pt x="4236" y="3329"/>
                      </a:lnTo>
                      <a:lnTo>
                        <a:pt x="4237" y="3332"/>
                      </a:lnTo>
                      <a:lnTo>
                        <a:pt x="4239" y="3337"/>
                      </a:lnTo>
                      <a:lnTo>
                        <a:pt x="4240" y="3342"/>
                      </a:lnTo>
                      <a:lnTo>
                        <a:pt x="4242" y="3348"/>
                      </a:lnTo>
                      <a:lnTo>
                        <a:pt x="4244" y="3353"/>
                      </a:lnTo>
                      <a:lnTo>
                        <a:pt x="4246" y="3358"/>
                      </a:lnTo>
                      <a:lnTo>
                        <a:pt x="4250" y="3361"/>
                      </a:lnTo>
                      <a:lnTo>
                        <a:pt x="4254" y="3365"/>
                      </a:lnTo>
                      <a:lnTo>
                        <a:pt x="4257" y="3367"/>
                      </a:lnTo>
                      <a:lnTo>
                        <a:pt x="4261" y="3370"/>
                      </a:lnTo>
                      <a:lnTo>
                        <a:pt x="4265" y="3371"/>
                      </a:lnTo>
                      <a:lnTo>
                        <a:pt x="4269" y="3371"/>
                      </a:lnTo>
                      <a:lnTo>
                        <a:pt x="4274" y="3371"/>
                      </a:lnTo>
                      <a:lnTo>
                        <a:pt x="4277" y="3370"/>
                      </a:lnTo>
                      <a:lnTo>
                        <a:pt x="4281" y="3367"/>
                      </a:lnTo>
                      <a:lnTo>
                        <a:pt x="4292" y="3364"/>
                      </a:lnTo>
                      <a:lnTo>
                        <a:pt x="4307" y="3360"/>
                      </a:lnTo>
                      <a:lnTo>
                        <a:pt x="4323" y="3359"/>
                      </a:lnTo>
                      <a:lnTo>
                        <a:pt x="4332" y="3359"/>
                      </a:lnTo>
                      <a:lnTo>
                        <a:pt x="4336" y="3360"/>
                      </a:lnTo>
                      <a:lnTo>
                        <a:pt x="4338" y="3361"/>
                      </a:lnTo>
                      <a:lnTo>
                        <a:pt x="4340" y="3364"/>
                      </a:lnTo>
                      <a:lnTo>
                        <a:pt x="4342" y="3366"/>
                      </a:lnTo>
                      <a:lnTo>
                        <a:pt x="4344" y="3371"/>
                      </a:lnTo>
                      <a:lnTo>
                        <a:pt x="4344" y="3373"/>
                      </a:lnTo>
                      <a:lnTo>
                        <a:pt x="4342" y="3376"/>
                      </a:lnTo>
                      <a:lnTo>
                        <a:pt x="4337" y="3376"/>
                      </a:lnTo>
                      <a:lnTo>
                        <a:pt x="4331" y="3377"/>
                      </a:lnTo>
                      <a:lnTo>
                        <a:pt x="4326" y="3379"/>
                      </a:lnTo>
                      <a:lnTo>
                        <a:pt x="4325" y="3382"/>
                      </a:lnTo>
                      <a:lnTo>
                        <a:pt x="4324" y="3384"/>
                      </a:lnTo>
                      <a:lnTo>
                        <a:pt x="4325" y="3386"/>
                      </a:lnTo>
                      <a:lnTo>
                        <a:pt x="4327" y="3390"/>
                      </a:lnTo>
                      <a:lnTo>
                        <a:pt x="4332" y="3398"/>
                      </a:lnTo>
                      <a:lnTo>
                        <a:pt x="4339" y="3407"/>
                      </a:lnTo>
                      <a:lnTo>
                        <a:pt x="4347" y="3417"/>
                      </a:lnTo>
                      <a:lnTo>
                        <a:pt x="4356" y="3429"/>
                      </a:lnTo>
                      <a:lnTo>
                        <a:pt x="4362" y="3440"/>
                      </a:lnTo>
                      <a:lnTo>
                        <a:pt x="4364" y="3446"/>
                      </a:lnTo>
                      <a:lnTo>
                        <a:pt x="4365" y="3451"/>
                      </a:lnTo>
                      <a:lnTo>
                        <a:pt x="4366" y="3455"/>
                      </a:lnTo>
                      <a:lnTo>
                        <a:pt x="4366" y="3459"/>
                      </a:lnTo>
                      <a:lnTo>
                        <a:pt x="4368" y="3461"/>
                      </a:lnTo>
                      <a:lnTo>
                        <a:pt x="4369" y="3463"/>
                      </a:lnTo>
                      <a:lnTo>
                        <a:pt x="4371" y="3463"/>
                      </a:lnTo>
                      <a:lnTo>
                        <a:pt x="4376" y="3461"/>
                      </a:lnTo>
                      <a:lnTo>
                        <a:pt x="4382" y="3457"/>
                      </a:lnTo>
                      <a:lnTo>
                        <a:pt x="4387" y="3452"/>
                      </a:lnTo>
                      <a:lnTo>
                        <a:pt x="4390" y="3448"/>
                      </a:lnTo>
                      <a:lnTo>
                        <a:pt x="4393" y="3447"/>
                      </a:lnTo>
                      <a:lnTo>
                        <a:pt x="4395" y="3448"/>
                      </a:lnTo>
                      <a:lnTo>
                        <a:pt x="4400" y="3449"/>
                      </a:lnTo>
                      <a:lnTo>
                        <a:pt x="4407" y="3452"/>
                      </a:lnTo>
                      <a:lnTo>
                        <a:pt x="4419" y="3457"/>
                      </a:lnTo>
                      <a:lnTo>
                        <a:pt x="4424" y="3461"/>
                      </a:lnTo>
                      <a:lnTo>
                        <a:pt x="4425" y="3463"/>
                      </a:lnTo>
                      <a:lnTo>
                        <a:pt x="4425" y="3465"/>
                      </a:lnTo>
                      <a:lnTo>
                        <a:pt x="4425" y="3467"/>
                      </a:lnTo>
                      <a:lnTo>
                        <a:pt x="4422" y="3470"/>
                      </a:lnTo>
                      <a:lnTo>
                        <a:pt x="4410" y="3480"/>
                      </a:lnTo>
                      <a:lnTo>
                        <a:pt x="4396" y="3493"/>
                      </a:lnTo>
                      <a:lnTo>
                        <a:pt x="4395" y="3496"/>
                      </a:lnTo>
                      <a:lnTo>
                        <a:pt x="4394" y="3499"/>
                      </a:lnTo>
                      <a:lnTo>
                        <a:pt x="4394" y="3502"/>
                      </a:lnTo>
                      <a:lnTo>
                        <a:pt x="4395" y="3503"/>
                      </a:lnTo>
                      <a:lnTo>
                        <a:pt x="4397" y="3504"/>
                      </a:lnTo>
                      <a:lnTo>
                        <a:pt x="4401" y="3504"/>
                      </a:lnTo>
                      <a:lnTo>
                        <a:pt x="4405" y="3504"/>
                      </a:lnTo>
                      <a:lnTo>
                        <a:pt x="4409" y="3503"/>
                      </a:lnTo>
                      <a:lnTo>
                        <a:pt x="4426" y="3495"/>
                      </a:lnTo>
                      <a:lnTo>
                        <a:pt x="4438" y="3486"/>
                      </a:lnTo>
                      <a:lnTo>
                        <a:pt x="4440" y="3485"/>
                      </a:lnTo>
                      <a:lnTo>
                        <a:pt x="4443" y="3485"/>
                      </a:lnTo>
                      <a:lnTo>
                        <a:pt x="4444" y="3486"/>
                      </a:lnTo>
                      <a:lnTo>
                        <a:pt x="4446" y="3487"/>
                      </a:lnTo>
                      <a:lnTo>
                        <a:pt x="4447" y="3492"/>
                      </a:lnTo>
                      <a:lnTo>
                        <a:pt x="4447" y="3501"/>
                      </a:lnTo>
                      <a:lnTo>
                        <a:pt x="4449" y="3504"/>
                      </a:lnTo>
                      <a:lnTo>
                        <a:pt x="4450" y="3509"/>
                      </a:lnTo>
                      <a:lnTo>
                        <a:pt x="4452" y="3512"/>
                      </a:lnTo>
                      <a:lnTo>
                        <a:pt x="4454" y="3516"/>
                      </a:lnTo>
                      <a:lnTo>
                        <a:pt x="4459" y="3523"/>
                      </a:lnTo>
                      <a:lnTo>
                        <a:pt x="4464" y="3527"/>
                      </a:lnTo>
                      <a:lnTo>
                        <a:pt x="4466" y="3528"/>
                      </a:lnTo>
                      <a:lnTo>
                        <a:pt x="4469" y="3528"/>
                      </a:lnTo>
                      <a:lnTo>
                        <a:pt x="4470" y="3527"/>
                      </a:lnTo>
                      <a:lnTo>
                        <a:pt x="4472" y="3526"/>
                      </a:lnTo>
                      <a:lnTo>
                        <a:pt x="4477" y="3520"/>
                      </a:lnTo>
                      <a:lnTo>
                        <a:pt x="4482" y="3512"/>
                      </a:lnTo>
                      <a:lnTo>
                        <a:pt x="4484" y="3509"/>
                      </a:lnTo>
                      <a:lnTo>
                        <a:pt x="4488" y="3506"/>
                      </a:lnTo>
                      <a:lnTo>
                        <a:pt x="4492" y="3504"/>
                      </a:lnTo>
                      <a:lnTo>
                        <a:pt x="4496" y="3504"/>
                      </a:lnTo>
                      <a:lnTo>
                        <a:pt x="4501" y="3505"/>
                      </a:lnTo>
                      <a:lnTo>
                        <a:pt x="4506" y="3508"/>
                      </a:lnTo>
                      <a:lnTo>
                        <a:pt x="4508" y="3510"/>
                      </a:lnTo>
                      <a:lnTo>
                        <a:pt x="4509" y="3516"/>
                      </a:lnTo>
                      <a:lnTo>
                        <a:pt x="4512" y="3526"/>
                      </a:lnTo>
                      <a:lnTo>
                        <a:pt x="4514" y="3536"/>
                      </a:lnTo>
                      <a:lnTo>
                        <a:pt x="4517" y="3546"/>
                      </a:lnTo>
                      <a:lnTo>
                        <a:pt x="4525" y="3558"/>
                      </a:lnTo>
                      <a:lnTo>
                        <a:pt x="4532" y="3569"/>
                      </a:lnTo>
                      <a:lnTo>
                        <a:pt x="4538" y="3579"/>
                      </a:lnTo>
                      <a:lnTo>
                        <a:pt x="4542" y="3586"/>
                      </a:lnTo>
                      <a:lnTo>
                        <a:pt x="4547" y="3590"/>
                      </a:lnTo>
                      <a:lnTo>
                        <a:pt x="4550" y="3591"/>
                      </a:lnTo>
                      <a:lnTo>
                        <a:pt x="4553" y="3590"/>
                      </a:lnTo>
                      <a:lnTo>
                        <a:pt x="4558" y="3589"/>
                      </a:lnTo>
                      <a:lnTo>
                        <a:pt x="4561" y="3586"/>
                      </a:lnTo>
                      <a:lnTo>
                        <a:pt x="4571" y="3579"/>
                      </a:lnTo>
                      <a:lnTo>
                        <a:pt x="4579" y="3572"/>
                      </a:lnTo>
                      <a:lnTo>
                        <a:pt x="4583" y="3568"/>
                      </a:lnTo>
                      <a:lnTo>
                        <a:pt x="4586" y="3562"/>
                      </a:lnTo>
                      <a:lnTo>
                        <a:pt x="4589" y="3556"/>
                      </a:lnTo>
                      <a:lnTo>
                        <a:pt x="4591" y="3549"/>
                      </a:lnTo>
                      <a:lnTo>
                        <a:pt x="4595" y="3533"/>
                      </a:lnTo>
                      <a:lnTo>
                        <a:pt x="4598" y="3516"/>
                      </a:lnTo>
                      <a:lnTo>
                        <a:pt x="4598" y="3506"/>
                      </a:lnTo>
                      <a:lnTo>
                        <a:pt x="4598" y="3499"/>
                      </a:lnTo>
                      <a:lnTo>
                        <a:pt x="4597" y="3492"/>
                      </a:lnTo>
                      <a:lnTo>
                        <a:pt x="4596" y="3485"/>
                      </a:lnTo>
                      <a:lnTo>
                        <a:pt x="4592" y="3473"/>
                      </a:lnTo>
                      <a:lnTo>
                        <a:pt x="4591" y="3461"/>
                      </a:lnTo>
                      <a:lnTo>
                        <a:pt x="4591" y="3448"/>
                      </a:lnTo>
                      <a:lnTo>
                        <a:pt x="4592" y="3435"/>
                      </a:lnTo>
                      <a:lnTo>
                        <a:pt x="4594" y="3423"/>
                      </a:lnTo>
                      <a:lnTo>
                        <a:pt x="4592" y="3414"/>
                      </a:lnTo>
                      <a:lnTo>
                        <a:pt x="4589" y="3405"/>
                      </a:lnTo>
                      <a:lnTo>
                        <a:pt x="4586" y="3396"/>
                      </a:lnTo>
                      <a:lnTo>
                        <a:pt x="4585" y="3391"/>
                      </a:lnTo>
                      <a:lnTo>
                        <a:pt x="4585" y="3386"/>
                      </a:lnTo>
                      <a:lnTo>
                        <a:pt x="4585" y="3382"/>
                      </a:lnTo>
                      <a:lnTo>
                        <a:pt x="4588" y="3376"/>
                      </a:lnTo>
                      <a:lnTo>
                        <a:pt x="4590" y="3371"/>
                      </a:lnTo>
                      <a:lnTo>
                        <a:pt x="4595" y="3367"/>
                      </a:lnTo>
                      <a:lnTo>
                        <a:pt x="4601" y="3365"/>
                      </a:lnTo>
                      <a:lnTo>
                        <a:pt x="4607" y="3363"/>
                      </a:lnTo>
                      <a:lnTo>
                        <a:pt x="4613" y="3363"/>
                      </a:lnTo>
                      <a:lnTo>
                        <a:pt x="4619" y="3364"/>
                      </a:lnTo>
                      <a:lnTo>
                        <a:pt x="4623" y="3366"/>
                      </a:lnTo>
                      <a:lnTo>
                        <a:pt x="4628" y="3370"/>
                      </a:lnTo>
                      <a:lnTo>
                        <a:pt x="4635" y="3378"/>
                      </a:lnTo>
                      <a:lnTo>
                        <a:pt x="4643" y="3385"/>
                      </a:lnTo>
                      <a:lnTo>
                        <a:pt x="4647" y="3388"/>
                      </a:lnTo>
                      <a:lnTo>
                        <a:pt x="4652" y="3390"/>
                      </a:lnTo>
                      <a:lnTo>
                        <a:pt x="4658" y="3391"/>
                      </a:lnTo>
                      <a:lnTo>
                        <a:pt x="4664" y="3392"/>
                      </a:lnTo>
                      <a:lnTo>
                        <a:pt x="4668" y="3392"/>
                      </a:lnTo>
                      <a:lnTo>
                        <a:pt x="4672" y="3392"/>
                      </a:lnTo>
                      <a:lnTo>
                        <a:pt x="4676" y="3391"/>
                      </a:lnTo>
                      <a:lnTo>
                        <a:pt x="4678" y="3389"/>
                      </a:lnTo>
                      <a:lnTo>
                        <a:pt x="4679" y="3384"/>
                      </a:lnTo>
                      <a:lnTo>
                        <a:pt x="4682" y="3378"/>
                      </a:lnTo>
                      <a:lnTo>
                        <a:pt x="4684" y="3375"/>
                      </a:lnTo>
                      <a:lnTo>
                        <a:pt x="4687" y="3371"/>
                      </a:lnTo>
                      <a:lnTo>
                        <a:pt x="4693" y="3370"/>
                      </a:lnTo>
                      <a:lnTo>
                        <a:pt x="4701" y="3370"/>
                      </a:lnTo>
                      <a:lnTo>
                        <a:pt x="4710" y="3371"/>
                      </a:lnTo>
                      <a:lnTo>
                        <a:pt x="4721" y="3370"/>
                      </a:lnTo>
                      <a:lnTo>
                        <a:pt x="4725" y="3369"/>
                      </a:lnTo>
                      <a:lnTo>
                        <a:pt x="4729" y="3366"/>
                      </a:lnTo>
                      <a:lnTo>
                        <a:pt x="4733" y="3363"/>
                      </a:lnTo>
                      <a:lnTo>
                        <a:pt x="4736" y="3357"/>
                      </a:lnTo>
                      <a:lnTo>
                        <a:pt x="4739" y="3352"/>
                      </a:lnTo>
                      <a:lnTo>
                        <a:pt x="4737" y="3346"/>
                      </a:lnTo>
                      <a:lnTo>
                        <a:pt x="4736" y="3341"/>
                      </a:lnTo>
                      <a:lnTo>
                        <a:pt x="4734" y="3337"/>
                      </a:lnTo>
                      <a:lnTo>
                        <a:pt x="4727" y="3328"/>
                      </a:lnTo>
                      <a:lnTo>
                        <a:pt x="4721" y="3320"/>
                      </a:lnTo>
                      <a:lnTo>
                        <a:pt x="4718" y="3318"/>
                      </a:lnTo>
                      <a:lnTo>
                        <a:pt x="4717" y="3314"/>
                      </a:lnTo>
                      <a:lnTo>
                        <a:pt x="4717" y="3312"/>
                      </a:lnTo>
                      <a:lnTo>
                        <a:pt x="4717" y="3308"/>
                      </a:lnTo>
                      <a:lnTo>
                        <a:pt x="4721" y="3302"/>
                      </a:lnTo>
                      <a:lnTo>
                        <a:pt x="4728" y="3296"/>
                      </a:lnTo>
                      <a:lnTo>
                        <a:pt x="4735" y="3290"/>
                      </a:lnTo>
                      <a:lnTo>
                        <a:pt x="4740" y="3283"/>
                      </a:lnTo>
                      <a:lnTo>
                        <a:pt x="4742" y="3275"/>
                      </a:lnTo>
                      <a:lnTo>
                        <a:pt x="4747" y="3260"/>
                      </a:lnTo>
                      <a:lnTo>
                        <a:pt x="4750" y="3245"/>
                      </a:lnTo>
                      <a:lnTo>
                        <a:pt x="4752" y="3228"/>
                      </a:lnTo>
                      <a:lnTo>
                        <a:pt x="4752" y="3221"/>
                      </a:lnTo>
                      <a:lnTo>
                        <a:pt x="4752" y="3214"/>
                      </a:lnTo>
                      <a:lnTo>
                        <a:pt x="4749" y="3207"/>
                      </a:lnTo>
                      <a:lnTo>
                        <a:pt x="4747" y="3201"/>
                      </a:lnTo>
                      <a:lnTo>
                        <a:pt x="4740" y="3188"/>
                      </a:lnTo>
                      <a:lnTo>
                        <a:pt x="4733" y="3177"/>
                      </a:lnTo>
                      <a:lnTo>
                        <a:pt x="4728" y="3173"/>
                      </a:lnTo>
                      <a:lnTo>
                        <a:pt x="4724" y="3168"/>
                      </a:lnTo>
                      <a:lnTo>
                        <a:pt x="4721" y="3165"/>
                      </a:lnTo>
                      <a:lnTo>
                        <a:pt x="4717" y="3163"/>
                      </a:lnTo>
                      <a:lnTo>
                        <a:pt x="4709" y="3161"/>
                      </a:lnTo>
                      <a:lnTo>
                        <a:pt x="4697" y="3157"/>
                      </a:lnTo>
                      <a:lnTo>
                        <a:pt x="4684" y="3153"/>
                      </a:lnTo>
                      <a:lnTo>
                        <a:pt x="4671" y="3149"/>
                      </a:lnTo>
                      <a:lnTo>
                        <a:pt x="4659" y="3142"/>
                      </a:lnTo>
                      <a:lnTo>
                        <a:pt x="4648" y="3134"/>
                      </a:lnTo>
                      <a:lnTo>
                        <a:pt x="4642" y="3131"/>
                      </a:lnTo>
                      <a:lnTo>
                        <a:pt x="4638" y="3129"/>
                      </a:lnTo>
                      <a:lnTo>
                        <a:pt x="4634" y="3127"/>
                      </a:lnTo>
                      <a:lnTo>
                        <a:pt x="4630" y="3126"/>
                      </a:lnTo>
                      <a:lnTo>
                        <a:pt x="4624" y="3126"/>
                      </a:lnTo>
                      <a:lnTo>
                        <a:pt x="4620" y="3127"/>
                      </a:lnTo>
                      <a:lnTo>
                        <a:pt x="4617" y="3129"/>
                      </a:lnTo>
                      <a:lnTo>
                        <a:pt x="4614" y="3131"/>
                      </a:lnTo>
                      <a:lnTo>
                        <a:pt x="4609" y="3133"/>
                      </a:lnTo>
                      <a:lnTo>
                        <a:pt x="4607" y="3133"/>
                      </a:lnTo>
                      <a:lnTo>
                        <a:pt x="4605" y="3131"/>
                      </a:lnTo>
                      <a:lnTo>
                        <a:pt x="4604" y="3129"/>
                      </a:lnTo>
                      <a:lnTo>
                        <a:pt x="4604" y="3124"/>
                      </a:lnTo>
                      <a:lnTo>
                        <a:pt x="4604" y="3118"/>
                      </a:lnTo>
                      <a:lnTo>
                        <a:pt x="4607" y="3102"/>
                      </a:lnTo>
                      <a:lnTo>
                        <a:pt x="4609" y="3088"/>
                      </a:lnTo>
                      <a:lnTo>
                        <a:pt x="4611" y="3074"/>
                      </a:lnTo>
                      <a:lnTo>
                        <a:pt x="4613" y="3061"/>
                      </a:lnTo>
                      <a:lnTo>
                        <a:pt x="4613" y="3055"/>
                      </a:lnTo>
                      <a:lnTo>
                        <a:pt x="4613" y="3050"/>
                      </a:lnTo>
                      <a:lnTo>
                        <a:pt x="4611" y="3045"/>
                      </a:lnTo>
                      <a:lnTo>
                        <a:pt x="4609" y="3041"/>
                      </a:lnTo>
                      <a:lnTo>
                        <a:pt x="4607" y="3037"/>
                      </a:lnTo>
                      <a:lnTo>
                        <a:pt x="4603" y="3033"/>
                      </a:lnTo>
                      <a:lnTo>
                        <a:pt x="4598" y="3030"/>
                      </a:lnTo>
                      <a:lnTo>
                        <a:pt x="4591" y="3025"/>
                      </a:lnTo>
                      <a:lnTo>
                        <a:pt x="4578" y="3018"/>
                      </a:lnTo>
                      <a:lnTo>
                        <a:pt x="4570" y="3011"/>
                      </a:lnTo>
                      <a:lnTo>
                        <a:pt x="4569" y="3008"/>
                      </a:lnTo>
                      <a:lnTo>
                        <a:pt x="4569" y="3006"/>
                      </a:lnTo>
                      <a:lnTo>
                        <a:pt x="4570" y="3005"/>
                      </a:lnTo>
                      <a:lnTo>
                        <a:pt x="4575" y="3004"/>
                      </a:lnTo>
                      <a:lnTo>
                        <a:pt x="4585" y="3004"/>
                      </a:lnTo>
                      <a:lnTo>
                        <a:pt x="4595" y="3003"/>
                      </a:lnTo>
                      <a:lnTo>
                        <a:pt x="4598" y="3001"/>
                      </a:lnTo>
                      <a:lnTo>
                        <a:pt x="4602" y="3000"/>
                      </a:lnTo>
                      <a:lnTo>
                        <a:pt x="4604" y="2997"/>
                      </a:lnTo>
                      <a:lnTo>
                        <a:pt x="4604" y="2993"/>
                      </a:lnTo>
                      <a:lnTo>
                        <a:pt x="4604" y="2980"/>
                      </a:lnTo>
                      <a:lnTo>
                        <a:pt x="4603" y="2964"/>
                      </a:lnTo>
                      <a:lnTo>
                        <a:pt x="4603" y="2957"/>
                      </a:lnTo>
                      <a:lnTo>
                        <a:pt x="4604" y="2949"/>
                      </a:lnTo>
                      <a:lnTo>
                        <a:pt x="4605" y="2943"/>
                      </a:lnTo>
                      <a:lnTo>
                        <a:pt x="4608" y="2937"/>
                      </a:lnTo>
                      <a:lnTo>
                        <a:pt x="4611" y="2932"/>
                      </a:lnTo>
                      <a:lnTo>
                        <a:pt x="4615" y="2930"/>
                      </a:lnTo>
                      <a:lnTo>
                        <a:pt x="4620" y="2928"/>
                      </a:lnTo>
                      <a:lnTo>
                        <a:pt x="4624" y="2928"/>
                      </a:lnTo>
                      <a:lnTo>
                        <a:pt x="4633" y="2926"/>
                      </a:lnTo>
                      <a:lnTo>
                        <a:pt x="4641" y="2926"/>
                      </a:lnTo>
                      <a:lnTo>
                        <a:pt x="4648" y="2925"/>
                      </a:lnTo>
                      <a:lnTo>
                        <a:pt x="4652" y="2924"/>
                      </a:lnTo>
                      <a:lnTo>
                        <a:pt x="4654" y="2919"/>
                      </a:lnTo>
                      <a:lnTo>
                        <a:pt x="4654" y="2912"/>
                      </a:lnTo>
                      <a:lnTo>
                        <a:pt x="4655" y="2904"/>
                      </a:lnTo>
                      <a:lnTo>
                        <a:pt x="4655" y="2896"/>
                      </a:lnTo>
                      <a:lnTo>
                        <a:pt x="4658" y="2888"/>
                      </a:lnTo>
                      <a:lnTo>
                        <a:pt x="4661" y="2882"/>
                      </a:lnTo>
                      <a:lnTo>
                        <a:pt x="4664" y="2880"/>
                      </a:lnTo>
                      <a:lnTo>
                        <a:pt x="4665" y="2875"/>
                      </a:lnTo>
                      <a:lnTo>
                        <a:pt x="4665" y="2872"/>
                      </a:lnTo>
                      <a:lnTo>
                        <a:pt x="4665" y="2867"/>
                      </a:lnTo>
                      <a:lnTo>
                        <a:pt x="4665" y="2862"/>
                      </a:lnTo>
                      <a:lnTo>
                        <a:pt x="4664" y="2859"/>
                      </a:lnTo>
                      <a:lnTo>
                        <a:pt x="4662" y="2855"/>
                      </a:lnTo>
                      <a:lnTo>
                        <a:pt x="4660" y="2853"/>
                      </a:lnTo>
                      <a:lnTo>
                        <a:pt x="4653" y="2850"/>
                      </a:lnTo>
                      <a:lnTo>
                        <a:pt x="4643" y="2848"/>
                      </a:lnTo>
                      <a:lnTo>
                        <a:pt x="4639" y="2847"/>
                      </a:lnTo>
                      <a:lnTo>
                        <a:pt x="4634" y="2844"/>
                      </a:lnTo>
                      <a:lnTo>
                        <a:pt x="4632" y="2842"/>
                      </a:lnTo>
                      <a:lnTo>
                        <a:pt x="4629" y="2839"/>
                      </a:lnTo>
                      <a:lnTo>
                        <a:pt x="4628" y="2834"/>
                      </a:lnTo>
                      <a:lnTo>
                        <a:pt x="4627" y="2830"/>
                      </a:lnTo>
                      <a:lnTo>
                        <a:pt x="4628" y="2825"/>
                      </a:lnTo>
                      <a:lnTo>
                        <a:pt x="4629" y="2821"/>
                      </a:lnTo>
                      <a:lnTo>
                        <a:pt x="4630" y="2817"/>
                      </a:lnTo>
                      <a:lnTo>
                        <a:pt x="4633" y="2816"/>
                      </a:lnTo>
                      <a:lnTo>
                        <a:pt x="4635" y="2816"/>
                      </a:lnTo>
                      <a:lnTo>
                        <a:pt x="4639" y="2818"/>
                      </a:lnTo>
                      <a:lnTo>
                        <a:pt x="4642" y="2821"/>
                      </a:lnTo>
                      <a:lnTo>
                        <a:pt x="4646" y="2822"/>
                      </a:lnTo>
                      <a:lnTo>
                        <a:pt x="4648" y="2823"/>
                      </a:lnTo>
                      <a:lnTo>
                        <a:pt x="4652" y="2822"/>
                      </a:lnTo>
                      <a:lnTo>
                        <a:pt x="4654" y="2821"/>
                      </a:lnTo>
                      <a:lnTo>
                        <a:pt x="4657" y="2818"/>
                      </a:lnTo>
                      <a:lnTo>
                        <a:pt x="4659" y="2814"/>
                      </a:lnTo>
                      <a:lnTo>
                        <a:pt x="4660" y="2809"/>
                      </a:lnTo>
                      <a:lnTo>
                        <a:pt x="4661" y="2804"/>
                      </a:lnTo>
                      <a:lnTo>
                        <a:pt x="4662" y="2798"/>
                      </a:lnTo>
                      <a:lnTo>
                        <a:pt x="4661" y="2792"/>
                      </a:lnTo>
                      <a:lnTo>
                        <a:pt x="4661" y="2787"/>
                      </a:lnTo>
                      <a:lnTo>
                        <a:pt x="4659" y="2777"/>
                      </a:lnTo>
                      <a:lnTo>
                        <a:pt x="4657" y="2767"/>
                      </a:lnTo>
                      <a:lnTo>
                        <a:pt x="4655" y="2762"/>
                      </a:lnTo>
                      <a:lnTo>
                        <a:pt x="4655" y="2760"/>
                      </a:lnTo>
                      <a:lnTo>
                        <a:pt x="4657" y="2758"/>
                      </a:lnTo>
                      <a:lnTo>
                        <a:pt x="4658" y="2755"/>
                      </a:lnTo>
                      <a:lnTo>
                        <a:pt x="4662" y="2754"/>
                      </a:lnTo>
                      <a:lnTo>
                        <a:pt x="4671" y="2755"/>
                      </a:lnTo>
                      <a:lnTo>
                        <a:pt x="4680" y="2756"/>
                      </a:lnTo>
                      <a:lnTo>
                        <a:pt x="4686" y="2756"/>
                      </a:lnTo>
                      <a:lnTo>
                        <a:pt x="4691" y="2756"/>
                      </a:lnTo>
                      <a:lnTo>
                        <a:pt x="4697" y="2753"/>
                      </a:lnTo>
                      <a:lnTo>
                        <a:pt x="4703" y="2747"/>
                      </a:lnTo>
                      <a:lnTo>
                        <a:pt x="4710" y="2743"/>
                      </a:lnTo>
                      <a:lnTo>
                        <a:pt x="4715" y="2742"/>
                      </a:lnTo>
                      <a:lnTo>
                        <a:pt x="4718" y="2742"/>
                      </a:lnTo>
                      <a:lnTo>
                        <a:pt x="4723" y="2743"/>
                      </a:lnTo>
                      <a:lnTo>
                        <a:pt x="4727" y="2747"/>
                      </a:lnTo>
                      <a:lnTo>
                        <a:pt x="4735" y="2753"/>
                      </a:lnTo>
                      <a:lnTo>
                        <a:pt x="4745" y="2758"/>
                      </a:lnTo>
                      <a:lnTo>
                        <a:pt x="4754" y="2761"/>
                      </a:lnTo>
                      <a:lnTo>
                        <a:pt x="4766" y="2762"/>
                      </a:lnTo>
                      <a:lnTo>
                        <a:pt x="4774" y="2762"/>
                      </a:lnTo>
                      <a:lnTo>
                        <a:pt x="4783" y="2762"/>
                      </a:lnTo>
                      <a:close/>
                    </a:path>
                  </a:pathLst>
                </a:custGeom>
                <a:solidFill>
                  <a:srgbClr val="DDEBF7"/>
                </a:solidFill>
                <a:ln w="9525">
                  <a:solidFill>
                    <a:srgbClr val="AFABAB"/>
                  </a:solidFill>
                  <a:round/>
                  <a:headEnd/>
                  <a:tailEnd/>
                </a:ln>
              </p:spPr>
              <p:txBody>
                <a:bodyPr/>
                <a:lstStyle/>
                <a:p>
                  <a:endParaRPr lang="zh-CN" altLang="en-US"/>
                </a:p>
              </p:txBody>
            </p:sp>
            <p:sp>
              <p:nvSpPr>
                <p:cNvPr id="64" name="四川">
                  <a:extLst>
                    <a:ext uri="{FF2B5EF4-FFF2-40B4-BE49-F238E27FC236}">
                      <a16:creationId xmlns:a16="http://schemas.microsoft.com/office/drawing/2014/main" id="{A361A007-3C5C-4C96-9FB5-BA5A95383C7D}"/>
                    </a:ext>
                  </a:extLst>
                </p:cNvPr>
                <p:cNvSpPr>
                  <a:spLocks/>
                </p:cNvSpPr>
                <p:nvPr/>
              </p:nvSpPr>
              <p:spPr bwMode="auto">
                <a:xfrm>
                  <a:off x="1933600" y="2219441"/>
                  <a:ext cx="1057288" cy="981126"/>
                </a:xfrm>
                <a:custGeom>
                  <a:avLst/>
                  <a:gdLst>
                    <a:gd name="T0" fmla="*/ 2147483646 w 4006"/>
                    <a:gd name="T1" fmla="*/ 2147483646 h 3723"/>
                    <a:gd name="T2" fmla="*/ 2147483646 w 4006"/>
                    <a:gd name="T3" fmla="*/ 2147483646 h 3723"/>
                    <a:gd name="T4" fmla="*/ 2147483646 w 4006"/>
                    <a:gd name="T5" fmla="*/ 2147483646 h 3723"/>
                    <a:gd name="T6" fmla="*/ 2147483646 w 4006"/>
                    <a:gd name="T7" fmla="*/ 2147483646 h 3723"/>
                    <a:gd name="T8" fmla="*/ 2147483646 w 4006"/>
                    <a:gd name="T9" fmla="*/ 2147483646 h 3723"/>
                    <a:gd name="T10" fmla="*/ 2147483646 w 4006"/>
                    <a:gd name="T11" fmla="*/ 2147483646 h 3723"/>
                    <a:gd name="T12" fmla="*/ 2147483646 w 4006"/>
                    <a:gd name="T13" fmla="*/ 2147483646 h 3723"/>
                    <a:gd name="T14" fmla="*/ 2147483646 w 4006"/>
                    <a:gd name="T15" fmla="*/ 2147483646 h 3723"/>
                    <a:gd name="T16" fmla="*/ 2147483646 w 4006"/>
                    <a:gd name="T17" fmla="*/ 2147483646 h 3723"/>
                    <a:gd name="T18" fmla="*/ 2147483646 w 4006"/>
                    <a:gd name="T19" fmla="*/ 2147483646 h 3723"/>
                    <a:gd name="T20" fmla="*/ 2147483646 w 4006"/>
                    <a:gd name="T21" fmla="*/ 2147483646 h 3723"/>
                    <a:gd name="T22" fmla="*/ 2147483646 w 4006"/>
                    <a:gd name="T23" fmla="*/ 2147483646 h 3723"/>
                    <a:gd name="T24" fmla="*/ 2147483646 w 4006"/>
                    <a:gd name="T25" fmla="*/ 2147483646 h 3723"/>
                    <a:gd name="T26" fmla="*/ 2147483646 w 4006"/>
                    <a:gd name="T27" fmla="*/ 2147483646 h 3723"/>
                    <a:gd name="T28" fmla="*/ 2147483646 w 4006"/>
                    <a:gd name="T29" fmla="*/ 2147483646 h 3723"/>
                    <a:gd name="T30" fmla="*/ 2147483646 w 4006"/>
                    <a:gd name="T31" fmla="*/ 2147483646 h 3723"/>
                    <a:gd name="T32" fmla="*/ 2147483646 w 4006"/>
                    <a:gd name="T33" fmla="*/ 2147483646 h 3723"/>
                    <a:gd name="T34" fmla="*/ 2147483646 w 4006"/>
                    <a:gd name="T35" fmla="*/ 2147483646 h 3723"/>
                    <a:gd name="T36" fmla="*/ 2147483646 w 4006"/>
                    <a:gd name="T37" fmla="*/ 2147483646 h 3723"/>
                    <a:gd name="T38" fmla="*/ 2147483646 w 4006"/>
                    <a:gd name="T39" fmla="*/ 2147483646 h 3723"/>
                    <a:gd name="T40" fmla="*/ 2147483646 w 4006"/>
                    <a:gd name="T41" fmla="*/ 2147483646 h 3723"/>
                    <a:gd name="T42" fmla="*/ 2147483646 w 4006"/>
                    <a:gd name="T43" fmla="*/ 2147483646 h 3723"/>
                    <a:gd name="T44" fmla="*/ 2147483646 w 4006"/>
                    <a:gd name="T45" fmla="*/ 2147483646 h 3723"/>
                    <a:gd name="T46" fmla="*/ 2147483646 w 4006"/>
                    <a:gd name="T47" fmla="*/ 2147483646 h 3723"/>
                    <a:gd name="T48" fmla="*/ 2147483646 w 4006"/>
                    <a:gd name="T49" fmla="*/ 2147483646 h 3723"/>
                    <a:gd name="T50" fmla="*/ 2147483646 w 4006"/>
                    <a:gd name="T51" fmla="*/ 2147483646 h 3723"/>
                    <a:gd name="T52" fmla="*/ 2147483646 w 4006"/>
                    <a:gd name="T53" fmla="*/ 2147483646 h 3723"/>
                    <a:gd name="T54" fmla="*/ 2147483646 w 4006"/>
                    <a:gd name="T55" fmla="*/ 2147483646 h 3723"/>
                    <a:gd name="T56" fmla="*/ 2147483646 w 4006"/>
                    <a:gd name="T57" fmla="*/ 2147483646 h 3723"/>
                    <a:gd name="T58" fmla="*/ 2147483646 w 4006"/>
                    <a:gd name="T59" fmla="*/ 2147483646 h 3723"/>
                    <a:gd name="T60" fmla="*/ 2147483646 w 4006"/>
                    <a:gd name="T61" fmla="*/ 2147483646 h 3723"/>
                    <a:gd name="T62" fmla="*/ 2147483646 w 4006"/>
                    <a:gd name="T63" fmla="*/ 2147483646 h 3723"/>
                    <a:gd name="T64" fmla="*/ 2147483646 w 4006"/>
                    <a:gd name="T65" fmla="*/ 2147483646 h 3723"/>
                    <a:gd name="T66" fmla="*/ 2147483646 w 4006"/>
                    <a:gd name="T67" fmla="*/ 2147483646 h 3723"/>
                    <a:gd name="T68" fmla="*/ 2147483646 w 4006"/>
                    <a:gd name="T69" fmla="*/ 2147483646 h 3723"/>
                    <a:gd name="T70" fmla="*/ 2147483646 w 4006"/>
                    <a:gd name="T71" fmla="*/ 2147483646 h 3723"/>
                    <a:gd name="T72" fmla="*/ 2147483646 w 4006"/>
                    <a:gd name="T73" fmla="*/ 2147483646 h 3723"/>
                    <a:gd name="T74" fmla="*/ 2147483646 w 4006"/>
                    <a:gd name="T75" fmla="*/ 2147483646 h 3723"/>
                    <a:gd name="T76" fmla="*/ 2147483646 w 4006"/>
                    <a:gd name="T77" fmla="*/ 2147483646 h 3723"/>
                    <a:gd name="T78" fmla="*/ 2147483646 w 4006"/>
                    <a:gd name="T79" fmla="*/ 2147483646 h 3723"/>
                    <a:gd name="T80" fmla="*/ 2147483646 w 4006"/>
                    <a:gd name="T81" fmla="*/ 2147483646 h 3723"/>
                    <a:gd name="T82" fmla="*/ 2147483646 w 4006"/>
                    <a:gd name="T83" fmla="*/ 2147483646 h 3723"/>
                    <a:gd name="T84" fmla="*/ 2147483646 w 4006"/>
                    <a:gd name="T85" fmla="*/ 2147483646 h 3723"/>
                    <a:gd name="T86" fmla="*/ 2147483646 w 4006"/>
                    <a:gd name="T87" fmla="*/ 2147483646 h 3723"/>
                    <a:gd name="T88" fmla="*/ 2147483646 w 4006"/>
                    <a:gd name="T89" fmla="*/ 2147483646 h 3723"/>
                    <a:gd name="T90" fmla="*/ 2147483646 w 4006"/>
                    <a:gd name="T91" fmla="*/ 2147483646 h 3723"/>
                    <a:gd name="T92" fmla="*/ 2147483646 w 4006"/>
                    <a:gd name="T93" fmla="*/ 2147483646 h 3723"/>
                    <a:gd name="T94" fmla="*/ 2147483646 w 4006"/>
                    <a:gd name="T95" fmla="*/ 2147483646 h 3723"/>
                    <a:gd name="T96" fmla="*/ 2147483646 w 4006"/>
                    <a:gd name="T97" fmla="*/ 2147483646 h 3723"/>
                    <a:gd name="T98" fmla="*/ 2147483646 w 4006"/>
                    <a:gd name="T99" fmla="*/ 2147483646 h 3723"/>
                    <a:gd name="T100" fmla="*/ 2147483646 w 4006"/>
                    <a:gd name="T101" fmla="*/ 2147483646 h 3723"/>
                    <a:gd name="T102" fmla="*/ 2147483646 w 4006"/>
                    <a:gd name="T103" fmla="*/ 2147483646 h 3723"/>
                    <a:gd name="T104" fmla="*/ 2147483646 w 4006"/>
                    <a:gd name="T105" fmla="*/ 2147483646 h 3723"/>
                    <a:gd name="T106" fmla="*/ 2147483646 w 4006"/>
                    <a:gd name="T107" fmla="*/ 2147483646 h 3723"/>
                    <a:gd name="T108" fmla="*/ 2147483646 w 4006"/>
                    <a:gd name="T109" fmla="*/ 2147483646 h 3723"/>
                    <a:gd name="T110" fmla="*/ 2147483646 w 4006"/>
                    <a:gd name="T111" fmla="*/ 2147483646 h 3723"/>
                    <a:gd name="T112" fmla="*/ 2147483646 w 4006"/>
                    <a:gd name="T113" fmla="*/ 2147483646 h 3723"/>
                    <a:gd name="T114" fmla="*/ 2147483646 w 4006"/>
                    <a:gd name="T115" fmla="*/ 2147483646 h 3723"/>
                    <a:gd name="T116" fmla="*/ 2147483646 w 4006"/>
                    <a:gd name="T117" fmla="*/ 2147483646 h 3723"/>
                    <a:gd name="T118" fmla="*/ 2147483646 w 4006"/>
                    <a:gd name="T119" fmla="*/ 2147483646 h 3723"/>
                    <a:gd name="T120" fmla="*/ 2147483646 w 4006"/>
                    <a:gd name="T121" fmla="*/ 2147483646 h 3723"/>
                    <a:gd name="T122" fmla="*/ 2147483646 w 4006"/>
                    <a:gd name="T123" fmla="*/ 2147483646 h 3723"/>
                    <a:gd name="T124" fmla="*/ 2147483646 w 4006"/>
                    <a:gd name="T125" fmla="*/ 2147483646 h 372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006" h="3723">
                      <a:moveTo>
                        <a:pt x="3509" y="1987"/>
                      </a:moveTo>
                      <a:lnTo>
                        <a:pt x="3516" y="1975"/>
                      </a:lnTo>
                      <a:lnTo>
                        <a:pt x="3525" y="1965"/>
                      </a:lnTo>
                      <a:lnTo>
                        <a:pt x="3532" y="1954"/>
                      </a:lnTo>
                      <a:lnTo>
                        <a:pt x="3540" y="1943"/>
                      </a:lnTo>
                      <a:lnTo>
                        <a:pt x="3549" y="1928"/>
                      </a:lnTo>
                      <a:lnTo>
                        <a:pt x="3557" y="1914"/>
                      </a:lnTo>
                      <a:lnTo>
                        <a:pt x="3568" y="1900"/>
                      </a:lnTo>
                      <a:lnTo>
                        <a:pt x="3582" y="1882"/>
                      </a:lnTo>
                      <a:lnTo>
                        <a:pt x="3589" y="1872"/>
                      </a:lnTo>
                      <a:lnTo>
                        <a:pt x="3595" y="1863"/>
                      </a:lnTo>
                      <a:lnTo>
                        <a:pt x="3601" y="1853"/>
                      </a:lnTo>
                      <a:lnTo>
                        <a:pt x="3603" y="1845"/>
                      </a:lnTo>
                      <a:lnTo>
                        <a:pt x="3604" y="1838"/>
                      </a:lnTo>
                      <a:lnTo>
                        <a:pt x="3602" y="1832"/>
                      </a:lnTo>
                      <a:lnTo>
                        <a:pt x="3600" y="1826"/>
                      </a:lnTo>
                      <a:lnTo>
                        <a:pt x="3596" y="1820"/>
                      </a:lnTo>
                      <a:lnTo>
                        <a:pt x="3593" y="1815"/>
                      </a:lnTo>
                      <a:lnTo>
                        <a:pt x="3590" y="1809"/>
                      </a:lnTo>
                      <a:lnTo>
                        <a:pt x="3588" y="1805"/>
                      </a:lnTo>
                      <a:lnTo>
                        <a:pt x="3587" y="1799"/>
                      </a:lnTo>
                      <a:lnTo>
                        <a:pt x="3587" y="1796"/>
                      </a:lnTo>
                      <a:lnTo>
                        <a:pt x="3588" y="1794"/>
                      </a:lnTo>
                      <a:lnTo>
                        <a:pt x="3588" y="1790"/>
                      </a:lnTo>
                      <a:lnTo>
                        <a:pt x="3590" y="1788"/>
                      </a:lnTo>
                      <a:lnTo>
                        <a:pt x="3593" y="1787"/>
                      </a:lnTo>
                      <a:lnTo>
                        <a:pt x="3595" y="1786"/>
                      </a:lnTo>
                      <a:lnTo>
                        <a:pt x="3600" y="1782"/>
                      </a:lnTo>
                      <a:lnTo>
                        <a:pt x="3602" y="1777"/>
                      </a:lnTo>
                      <a:lnTo>
                        <a:pt x="3602" y="1762"/>
                      </a:lnTo>
                      <a:lnTo>
                        <a:pt x="3601" y="1745"/>
                      </a:lnTo>
                      <a:lnTo>
                        <a:pt x="3601" y="1743"/>
                      </a:lnTo>
                      <a:lnTo>
                        <a:pt x="3601" y="1741"/>
                      </a:lnTo>
                      <a:lnTo>
                        <a:pt x="3601" y="1738"/>
                      </a:lnTo>
                      <a:lnTo>
                        <a:pt x="3602" y="1735"/>
                      </a:lnTo>
                      <a:lnTo>
                        <a:pt x="3604" y="1731"/>
                      </a:lnTo>
                      <a:lnTo>
                        <a:pt x="3608" y="1730"/>
                      </a:lnTo>
                      <a:lnTo>
                        <a:pt x="3610" y="1729"/>
                      </a:lnTo>
                      <a:lnTo>
                        <a:pt x="3614" y="1729"/>
                      </a:lnTo>
                      <a:lnTo>
                        <a:pt x="3626" y="1736"/>
                      </a:lnTo>
                      <a:lnTo>
                        <a:pt x="3639" y="1745"/>
                      </a:lnTo>
                      <a:lnTo>
                        <a:pt x="3643" y="1748"/>
                      </a:lnTo>
                      <a:lnTo>
                        <a:pt x="3648" y="1751"/>
                      </a:lnTo>
                      <a:lnTo>
                        <a:pt x="3653" y="1751"/>
                      </a:lnTo>
                      <a:lnTo>
                        <a:pt x="3657" y="1750"/>
                      </a:lnTo>
                      <a:lnTo>
                        <a:pt x="3666" y="1742"/>
                      </a:lnTo>
                      <a:lnTo>
                        <a:pt x="3675" y="1732"/>
                      </a:lnTo>
                      <a:lnTo>
                        <a:pt x="3677" y="1731"/>
                      </a:lnTo>
                      <a:lnTo>
                        <a:pt x="3679" y="1731"/>
                      </a:lnTo>
                      <a:lnTo>
                        <a:pt x="3682" y="1732"/>
                      </a:lnTo>
                      <a:lnTo>
                        <a:pt x="3683" y="1735"/>
                      </a:lnTo>
                      <a:lnTo>
                        <a:pt x="3685" y="1739"/>
                      </a:lnTo>
                      <a:lnTo>
                        <a:pt x="3686" y="1746"/>
                      </a:lnTo>
                      <a:lnTo>
                        <a:pt x="3688" y="1751"/>
                      </a:lnTo>
                      <a:lnTo>
                        <a:pt x="3690" y="1756"/>
                      </a:lnTo>
                      <a:lnTo>
                        <a:pt x="3692" y="1760"/>
                      </a:lnTo>
                      <a:lnTo>
                        <a:pt x="3695" y="1763"/>
                      </a:lnTo>
                      <a:lnTo>
                        <a:pt x="3700" y="1765"/>
                      </a:lnTo>
                      <a:lnTo>
                        <a:pt x="3704" y="1769"/>
                      </a:lnTo>
                      <a:lnTo>
                        <a:pt x="3709" y="1770"/>
                      </a:lnTo>
                      <a:lnTo>
                        <a:pt x="3714" y="1771"/>
                      </a:lnTo>
                      <a:lnTo>
                        <a:pt x="3720" y="1771"/>
                      </a:lnTo>
                      <a:lnTo>
                        <a:pt x="3725" y="1771"/>
                      </a:lnTo>
                      <a:lnTo>
                        <a:pt x="3729" y="1770"/>
                      </a:lnTo>
                      <a:lnTo>
                        <a:pt x="3734" y="1768"/>
                      </a:lnTo>
                      <a:lnTo>
                        <a:pt x="3738" y="1765"/>
                      </a:lnTo>
                      <a:lnTo>
                        <a:pt x="3741" y="1761"/>
                      </a:lnTo>
                      <a:lnTo>
                        <a:pt x="3742" y="1755"/>
                      </a:lnTo>
                      <a:lnTo>
                        <a:pt x="3744" y="1749"/>
                      </a:lnTo>
                      <a:lnTo>
                        <a:pt x="3745" y="1743"/>
                      </a:lnTo>
                      <a:lnTo>
                        <a:pt x="3745" y="1737"/>
                      </a:lnTo>
                      <a:lnTo>
                        <a:pt x="3746" y="1729"/>
                      </a:lnTo>
                      <a:lnTo>
                        <a:pt x="3748" y="1720"/>
                      </a:lnTo>
                      <a:lnTo>
                        <a:pt x="3753" y="1713"/>
                      </a:lnTo>
                      <a:lnTo>
                        <a:pt x="3757" y="1707"/>
                      </a:lnTo>
                      <a:lnTo>
                        <a:pt x="3761" y="1701"/>
                      </a:lnTo>
                      <a:lnTo>
                        <a:pt x="3765" y="1699"/>
                      </a:lnTo>
                      <a:lnTo>
                        <a:pt x="3777" y="1692"/>
                      </a:lnTo>
                      <a:lnTo>
                        <a:pt x="3788" y="1683"/>
                      </a:lnTo>
                      <a:lnTo>
                        <a:pt x="3791" y="1679"/>
                      </a:lnTo>
                      <a:lnTo>
                        <a:pt x="3795" y="1675"/>
                      </a:lnTo>
                      <a:lnTo>
                        <a:pt x="3797" y="1670"/>
                      </a:lnTo>
                      <a:lnTo>
                        <a:pt x="3799" y="1666"/>
                      </a:lnTo>
                      <a:lnTo>
                        <a:pt x="3796" y="1651"/>
                      </a:lnTo>
                      <a:lnTo>
                        <a:pt x="3793" y="1637"/>
                      </a:lnTo>
                      <a:lnTo>
                        <a:pt x="3796" y="1632"/>
                      </a:lnTo>
                      <a:lnTo>
                        <a:pt x="3801" y="1628"/>
                      </a:lnTo>
                      <a:lnTo>
                        <a:pt x="3807" y="1624"/>
                      </a:lnTo>
                      <a:lnTo>
                        <a:pt x="3812" y="1619"/>
                      </a:lnTo>
                      <a:lnTo>
                        <a:pt x="3820" y="1612"/>
                      </a:lnTo>
                      <a:lnTo>
                        <a:pt x="3823" y="1606"/>
                      </a:lnTo>
                      <a:lnTo>
                        <a:pt x="3823" y="1601"/>
                      </a:lnTo>
                      <a:lnTo>
                        <a:pt x="3821" y="1598"/>
                      </a:lnTo>
                      <a:lnTo>
                        <a:pt x="3818" y="1593"/>
                      </a:lnTo>
                      <a:lnTo>
                        <a:pt x="3816" y="1590"/>
                      </a:lnTo>
                      <a:lnTo>
                        <a:pt x="3815" y="1586"/>
                      </a:lnTo>
                      <a:lnTo>
                        <a:pt x="3815" y="1581"/>
                      </a:lnTo>
                      <a:lnTo>
                        <a:pt x="3817" y="1578"/>
                      </a:lnTo>
                      <a:lnTo>
                        <a:pt x="3818" y="1575"/>
                      </a:lnTo>
                      <a:lnTo>
                        <a:pt x="3834" y="1560"/>
                      </a:lnTo>
                      <a:lnTo>
                        <a:pt x="3847" y="1544"/>
                      </a:lnTo>
                      <a:lnTo>
                        <a:pt x="3853" y="1535"/>
                      </a:lnTo>
                      <a:lnTo>
                        <a:pt x="3859" y="1525"/>
                      </a:lnTo>
                      <a:lnTo>
                        <a:pt x="3866" y="1511"/>
                      </a:lnTo>
                      <a:lnTo>
                        <a:pt x="3871" y="1494"/>
                      </a:lnTo>
                      <a:lnTo>
                        <a:pt x="3873" y="1490"/>
                      </a:lnTo>
                      <a:lnTo>
                        <a:pt x="3875" y="1485"/>
                      </a:lnTo>
                      <a:lnTo>
                        <a:pt x="3879" y="1480"/>
                      </a:lnTo>
                      <a:lnTo>
                        <a:pt x="3883" y="1475"/>
                      </a:lnTo>
                      <a:lnTo>
                        <a:pt x="3891" y="1468"/>
                      </a:lnTo>
                      <a:lnTo>
                        <a:pt x="3900" y="1459"/>
                      </a:lnTo>
                      <a:lnTo>
                        <a:pt x="3909" y="1443"/>
                      </a:lnTo>
                      <a:lnTo>
                        <a:pt x="3918" y="1428"/>
                      </a:lnTo>
                      <a:lnTo>
                        <a:pt x="3924" y="1423"/>
                      </a:lnTo>
                      <a:lnTo>
                        <a:pt x="3933" y="1420"/>
                      </a:lnTo>
                      <a:lnTo>
                        <a:pt x="3942" y="1416"/>
                      </a:lnTo>
                      <a:lnTo>
                        <a:pt x="3953" y="1412"/>
                      </a:lnTo>
                      <a:lnTo>
                        <a:pt x="3963" y="1409"/>
                      </a:lnTo>
                      <a:lnTo>
                        <a:pt x="3973" y="1405"/>
                      </a:lnTo>
                      <a:lnTo>
                        <a:pt x="3980" y="1401"/>
                      </a:lnTo>
                      <a:lnTo>
                        <a:pt x="3985" y="1395"/>
                      </a:lnTo>
                      <a:lnTo>
                        <a:pt x="3988" y="1390"/>
                      </a:lnTo>
                      <a:lnTo>
                        <a:pt x="3991" y="1382"/>
                      </a:lnTo>
                      <a:lnTo>
                        <a:pt x="3992" y="1373"/>
                      </a:lnTo>
                      <a:lnTo>
                        <a:pt x="3993" y="1365"/>
                      </a:lnTo>
                      <a:lnTo>
                        <a:pt x="3994" y="1357"/>
                      </a:lnTo>
                      <a:lnTo>
                        <a:pt x="3994" y="1351"/>
                      </a:lnTo>
                      <a:lnTo>
                        <a:pt x="3992" y="1349"/>
                      </a:lnTo>
                      <a:lnTo>
                        <a:pt x="3990" y="1348"/>
                      </a:lnTo>
                      <a:lnTo>
                        <a:pt x="3987" y="1348"/>
                      </a:lnTo>
                      <a:lnTo>
                        <a:pt x="3985" y="1348"/>
                      </a:lnTo>
                      <a:lnTo>
                        <a:pt x="3979" y="1349"/>
                      </a:lnTo>
                      <a:lnTo>
                        <a:pt x="3973" y="1351"/>
                      </a:lnTo>
                      <a:lnTo>
                        <a:pt x="3968" y="1351"/>
                      </a:lnTo>
                      <a:lnTo>
                        <a:pt x="3965" y="1351"/>
                      </a:lnTo>
                      <a:lnTo>
                        <a:pt x="3962" y="1349"/>
                      </a:lnTo>
                      <a:lnTo>
                        <a:pt x="3961" y="1348"/>
                      </a:lnTo>
                      <a:lnTo>
                        <a:pt x="3955" y="1338"/>
                      </a:lnTo>
                      <a:lnTo>
                        <a:pt x="3949" y="1329"/>
                      </a:lnTo>
                      <a:lnTo>
                        <a:pt x="3941" y="1321"/>
                      </a:lnTo>
                      <a:lnTo>
                        <a:pt x="3930" y="1313"/>
                      </a:lnTo>
                      <a:lnTo>
                        <a:pt x="3922" y="1304"/>
                      </a:lnTo>
                      <a:lnTo>
                        <a:pt x="3911" y="1297"/>
                      </a:lnTo>
                      <a:lnTo>
                        <a:pt x="3902" y="1290"/>
                      </a:lnTo>
                      <a:lnTo>
                        <a:pt x="3895" y="1282"/>
                      </a:lnTo>
                      <a:lnTo>
                        <a:pt x="3890" y="1275"/>
                      </a:lnTo>
                      <a:lnTo>
                        <a:pt x="3887" y="1266"/>
                      </a:lnTo>
                      <a:lnTo>
                        <a:pt x="3887" y="1260"/>
                      </a:lnTo>
                      <a:lnTo>
                        <a:pt x="3887" y="1254"/>
                      </a:lnTo>
                      <a:lnTo>
                        <a:pt x="3889" y="1251"/>
                      </a:lnTo>
                      <a:lnTo>
                        <a:pt x="3892" y="1243"/>
                      </a:lnTo>
                      <a:lnTo>
                        <a:pt x="3897" y="1237"/>
                      </a:lnTo>
                      <a:lnTo>
                        <a:pt x="3900" y="1232"/>
                      </a:lnTo>
                      <a:lnTo>
                        <a:pt x="3904" y="1228"/>
                      </a:lnTo>
                      <a:lnTo>
                        <a:pt x="3910" y="1223"/>
                      </a:lnTo>
                      <a:lnTo>
                        <a:pt x="3914" y="1223"/>
                      </a:lnTo>
                      <a:lnTo>
                        <a:pt x="3918" y="1222"/>
                      </a:lnTo>
                      <a:lnTo>
                        <a:pt x="3924" y="1222"/>
                      </a:lnTo>
                      <a:lnTo>
                        <a:pt x="3930" y="1222"/>
                      </a:lnTo>
                      <a:lnTo>
                        <a:pt x="3934" y="1221"/>
                      </a:lnTo>
                      <a:lnTo>
                        <a:pt x="3937" y="1221"/>
                      </a:lnTo>
                      <a:lnTo>
                        <a:pt x="3943" y="1219"/>
                      </a:lnTo>
                      <a:lnTo>
                        <a:pt x="3949" y="1215"/>
                      </a:lnTo>
                      <a:lnTo>
                        <a:pt x="3954" y="1210"/>
                      </a:lnTo>
                      <a:lnTo>
                        <a:pt x="3958" y="1207"/>
                      </a:lnTo>
                      <a:lnTo>
                        <a:pt x="3961" y="1203"/>
                      </a:lnTo>
                      <a:lnTo>
                        <a:pt x="3963" y="1200"/>
                      </a:lnTo>
                      <a:lnTo>
                        <a:pt x="3967" y="1195"/>
                      </a:lnTo>
                      <a:lnTo>
                        <a:pt x="3968" y="1190"/>
                      </a:lnTo>
                      <a:lnTo>
                        <a:pt x="3968" y="1182"/>
                      </a:lnTo>
                      <a:lnTo>
                        <a:pt x="3968" y="1175"/>
                      </a:lnTo>
                      <a:lnTo>
                        <a:pt x="3968" y="1174"/>
                      </a:lnTo>
                      <a:lnTo>
                        <a:pt x="3969" y="1171"/>
                      </a:lnTo>
                      <a:lnTo>
                        <a:pt x="3972" y="1170"/>
                      </a:lnTo>
                      <a:lnTo>
                        <a:pt x="3975" y="1170"/>
                      </a:lnTo>
                      <a:lnTo>
                        <a:pt x="3985" y="1171"/>
                      </a:lnTo>
                      <a:lnTo>
                        <a:pt x="3998" y="1175"/>
                      </a:lnTo>
                      <a:lnTo>
                        <a:pt x="4004" y="1176"/>
                      </a:lnTo>
                      <a:lnTo>
                        <a:pt x="4006" y="1177"/>
                      </a:lnTo>
                      <a:lnTo>
                        <a:pt x="4006" y="1175"/>
                      </a:lnTo>
                      <a:lnTo>
                        <a:pt x="4006" y="1172"/>
                      </a:lnTo>
                      <a:lnTo>
                        <a:pt x="4004" y="1166"/>
                      </a:lnTo>
                      <a:lnTo>
                        <a:pt x="4000" y="1160"/>
                      </a:lnTo>
                      <a:lnTo>
                        <a:pt x="3994" y="1152"/>
                      </a:lnTo>
                      <a:lnTo>
                        <a:pt x="3987" y="1145"/>
                      </a:lnTo>
                      <a:lnTo>
                        <a:pt x="3979" y="1138"/>
                      </a:lnTo>
                      <a:lnTo>
                        <a:pt x="3973" y="1134"/>
                      </a:lnTo>
                      <a:lnTo>
                        <a:pt x="3966" y="1132"/>
                      </a:lnTo>
                      <a:lnTo>
                        <a:pt x="3956" y="1132"/>
                      </a:lnTo>
                      <a:lnTo>
                        <a:pt x="3942" y="1136"/>
                      </a:lnTo>
                      <a:lnTo>
                        <a:pt x="3930" y="1137"/>
                      </a:lnTo>
                      <a:lnTo>
                        <a:pt x="3919" y="1131"/>
                      </a:lnTo>
                      <a:lnTo>
                        <a:pt x="3909" y="1127"/>
                      </a:lnTo>
                      <a:lnTo>
                        <a:pt x="3897" y="1131"/>
                      </a:lnTo>
                      <a:lnTo>
                        <a:pt x="3886" y="1137"/>
                      </a:lnTo>
                      <a:lnTo>
                        <a:pt x="3875" y="1143"/>
                      </a:lnTo>
                      <a:lnTo>
                        <a:pt x="3865" y="1146"/>
                      </a:lnTo>
                      <a:lnTo>
                        <a:pt x="3854" y="1146"/>
                      </a:lnTo>
                      <a:lnTo>
                        <a:pt x="3840" y="1145"/>
                      </a:lnTo>
                      <a:lnTo>
                        <a:pt x="3832" y="1145"/>
                      </a:lnTo>
                      <a:lnTo>
                        <a:pt x="3824" y="1145"/>
                      </a:lnTo>
                      <a:lnTo>
                        <a:pt x="3818" y="1146"/>
                      </a:lnTo>
                      <a:lnTo>
                        <a:pt x="3812" y="1150"/>
                      </a:lnTo>
                      <a:lnTo>
                        <a:pt x="3809" y="1153"/>
                      </a:lnTo>
                      <a:lnTo>
                        <a:pt x="3807" y="1159"/>
                      </a:lnTo>
                      <a:lnTo>
                        <a:pt x="3805" y="1164"/>
                      </a:lnTo>
                      <a:lnTo>
                        <a:pt x="3804" y="1170"/>
                      </a:lnTo>
                      <a:lnTo>
                        <a:pt x="3802" y="1176"/>
                      </a:lnTo>
                      <a:lnTo>
                        <a:pt x="3798" y="1181"/>
                      </a:lnTo>
                      <a:lnTo>
                        <a:pt x="3797" y="1182"/>
                      </a:lnTo>
                      <a:lnTo>
                        <a:pt x="3795" y="1181"/>
                      </a:lnTo>
                      <a:lnTo>
                        <a:pt x="3792" y="1180"/>
                      </a:lnTo>
                      <a:lnTo>
                        <a:pt x="3789" y="1178"/>
                      </a:lnTo>
                      <a:lnTo>
                        <a:pt x="3778" y="1171"/>
                      </a:lnTo>
                      <a:lnTo>
                        <a:pt x="3766" y="1163"/>
                      </a:lnTo>
                      <a:lnTo>
                        <a:pt x="3755" y="1153"/>
                      </a:lnTo>
                      <a:lnTo>
                        <a:pt x="3744" y="1143"/>
                      </a:lnTo>
                      <a:lnTo>
                        <a:pt x="3735" y="1133"/>
                      </a:lnTo>
                      <a:lnTo>
                        <a:pt x="3726" y="1121"/>
                      </a:lnTo>
                      <a:lnTo>
                        <a:pt x="3722" y="1117"/>
                      </a:lnTo>
                      <a:lnTo>
                        <a:pt x="3715" y="1108"/>
                      </a:lnTo>
                      <a:lnTo>
                        <a:pt x="3704" y="1098"/>
                      </a:lnTo>
                      <a:lnTo>
                        <a:pt x="3696" y="1087"/>
                      </a:lnTo>
                      <a:lnTo>
                        <a:pt x="3692" y="1080"/>
                      </a:lnTo>
                      <a:lnTo>
                        <a:pt x="3690" y="1073"/>
                      </a:lnTo>
                      <a:lnTo>
                        <a:pt x="3688" y="1070"/>
                      </a:lnTo>
                      <a:lnTo>
                        <a:pt x="3685" y="1067"/>
                      </a:lnTo>
                      <a:lnTo>
                        <a:pt x="3683" y="1064"/>
                      </a:lnTo>
                      <a:lnTo>
                        <a:pt x="3681" y="1063"/>
                      </a:lnTo>
                      <a:lnTo>
                        <a:pt x="3670" y="1062"/>
                      </a:lnTo>
                      <a:lnTo>
                        <a:pt x="3658" y="1063"/>
                      </a:lnTo>
                      <a:lnTo>
                        <a:pt x="3646" y="1065"/>
                      </a:lnTo>
                      <a:lnTo>
                        <a:pt x="3634" y="1068"/>
                      </a:lnTo>
                      <a:lnTo>
                        <a:pt x="3626" y="1068"/>
                      </a:lnTo>
                      <a:lnTo>
                        <a:pt x="3619" y="1068"/>
                      </a:lnTo>
                      <a:lnTo>
                        <a:pt x="3612" y="1065"/>
                      </a:lnTo>
                      <a:lnTo>
                        <a:pt x="3604" y="1063"/>
                      </a:lnTo>
                      <a:lnTo>
                        <a:pt x="3603" y="1062"/>
                      </a:lnTo>
                      <a:lnTo>
                        <a:pt x="3601" y="1059"/>
                      </a:lnTo>
                      <a:lnTo>
                        <a:pt x="3599" y="1056"/>
                      </a:lnTo>
                      <a:lnTo>
                        <a:pt x="3596" y="1051"/>
                      </a:lnTo>
                      <a:lnTo>
                        <a:pt x="3597" y="1042"/>
                      </a:lnTo>
                      <a:lnTo>
                        <a:pt x="3600" y="1030"/>
                      </a:lnTo>
                      <a:lnTo>
                        <a:pt x="3602" y="1019"/>
                      </a:lnTo>
                      <a:lnTo>
                        <a:pt x="3603" y="1010"/>
                      </a:lnTo>
                      <a:lnTo>
                        <a:pt x="3602" y="1008"/>
                      </a:lnTo>
                      <a:lnTo>
                        <a:pt x="3601" y="1007"/>
                      </a:lnTo>
                      <a:lnTo>
                        <a:pt x="3599" y="1006"/>
                      </a:lnTo>
                      <a:lnTo>
                        <a:pt x="3597" y="1006"/>
                      </a:lnTo>
                      <a:lnTo>
                        <a:pt x="3593" y="1006"/>
                      </a:lnTo>
                      <a:lnTo>
                        <a:pt x="3589" y="1006"/>
                      </a:lnTo>
                      <a:lnTo>
                        <a:pt x="3584" y="1007"/>
                      </a:lnTo>
                      <a:lnTo>
                        <a:pt x="3577" y="1010"/>
                      </a:lnTo>
                      <a:lnTo>
                        <a:pt x="3570" y="1014"/>
                      </a:lnTo>
                      <a:lnTo>
                        <a:pt x="3563" y="1020"/>
                      </a:lnTo>
                      <a:lnTo>
                        <a:pt x="3555" y="1031"/>
                      </a:lnTo>
                      <a:lnTo>
                        <a:pt x="3549" y="1043"/>
                      </a:lnTo>
                      <a:lnTo>
                        <a:pt x="3541" y="1049"/>
                      </a:lnTo>
                      <a:lnTo>
                        <a:pt x="3538" y="1052"/>
                      </a:lnTo>
                      <a:lnTo>
                        <a:pt x="3530" y="1055"/>
                      </a:lnTo>
                      <a:lnTo>
                        <a:pt x="3524" y="1055"/>
                      </a:lnTo>
                      <a:lnTo>
                        <a:pt x="3520" y="1055"/>
                      </a:lnTo>
                      <a:lnTo>
                        <a:pt x="3512" y="1055"/>
                      </a:lnTo>
                      <a:lnTo>
                        <a:pt x="3507" y="1054"/>
                      </a:lnTo>
                      <a:lnTo>
                        <a:pt x="3503" y="1050"/>
                      </a:lnTo>
                      <a:lnTo>
                        <a:pt x="3501" y="1045"/>
                      </a:lnTo>
                      <a:lnTo>
                        <a:pt x="3500" y="1039"/>
                      </a:lnTo>
                      <a:lnTo>
                        <a:pt x="3500" y="1036"/>
                      </a:lnTo>
                      <a:lnTo>
                        <a:pt x="3499" y="1033"/>
                      </a:lnTo>
                      <a:lnTo>
                        <a:pt x="3496" y="1031"/>
                      </a:lnTo>
                      <a:lnTo>
                        <a:pt x="3495" y="1030"/>
                      </a:lnTo>
                      <a:lnTo>
                        <a:pt x="3490" y="1027"/>
                      </a:lnTo>
                      <a:lnTo>
                        <a:pt x="3486" y="1026"/>
                      </a:lnTo>
                      <a:lnTo>
                        <a:pt x="3481" y="1024"/>
                      </a:lnTo>
                      <a:lnTo>
                        <a:pt x="3476" y="1021"/>
                      </a:lnTo>
                      <a:lnTo>
                        <a:pt x="3471" y="1017"/>
                      </a:lnTo>
                      <a:lnTo>
                        <a:pt x="3469" y="1012"/>
                      </a:lnTo>
                      <a:lnTo>
                        <a:pt x="3469" y="1011"/>
                      </a:lnTo>
                      <a:lnTo>
                        <a:pt x="3469" y="1010"/>
                      </a:lnTo>
                      <a:lnTo>
                        <a:pt x="3470" y="996"/>
                      </a:lnTo>
                      <a:lnTo>
                        <a:pt x="3473" y="976"/>
                      </a:lnTo>
                      <a:lnTo>
                        <a:pt x="3474" y="963"/>
                      </a:lnTo>
                      <a:lnTo>
                        <a:pt x="3473" y="951"/>
                      </a:lnTo>
                      <a:lnTo>
                        <a:pt x="3471" y="945"/>
                      </a:lnTo>
                      <a:lnTo>
                        <a:pt x="3469" y="941"/>
                      </a:lnTo>
                      <a:lnTo>
                        <a:pt x="3467" y="937"/>
                      </a:lnTo>
                      <a:lnTo>
                        <a:pt x="3463" y="933"/>
                      </a:lnTo>
                      <a:lnTo>
                        <a:pt x="3453" y="929"/>
                      </a:lnTo>
                      <a:lnTo>
                        <a:pt x="3439" y="925"/>
                      </a:lnTo>
                      <a:lnTo>
                        <a:pt x="3423" y="923"/>
                      </a:lnTo>
                      <a:lnTo>
                        <a:pt x="3405" y="923"/>
                      </a:lnTo>
                      <a:lnTo>
                        <a:pt x="3396" y="922"/>
                      </a:lnTo>
                      <a:lnTo>
                        <a:pt x="3389" y="923"/>
                      </a:lnTo>
                      <a:lnTo>
                        <a:pt x="3381" y="923"/>
                      </a:lnTo>
                      <a:lnTo>
                        <a:pt x="3375" y="922"/>
                      </a:lnTo>
                      <a:lnTo>
                        <a:pt x="3371" y="920"/>
                      </a:lnTo>
                      <a:lnTo>
                        <a:pt x="3368" y="919"/>
                      </a:lnTo>
                      <a:lnTo>
                        <a:pt x="3364" y="914"/>
                      </a:lnTo>
                      <a:lnTo>
                        <a:pt x="3357" y="912"/>
                      </a:lnTo>
                      <a:lnTo>
                        <a:pt x="3354" y="912"/>
                      </a:lnTo>
                      <a:lnTo>
                        <a:pt x="3349" y="912"/>
                      </a:lnTo>
                      <a:lnTo>
                        <a:pt x="3345" y="913"/>
                      </a:lnTo>
                      <a:lnTo>
                        <a:pt x="3342" y="914"/>
                      </a:lnTo>
                      <a:lnTo>
                        <a:pt x="3335" y="920"/>
                      </a:lnTo>
                      <a:lnTo>
                        <a:pt x="3326" y="928"/>
                      </a:lnTo>
                      <a:lnTo>
                        <a:pt x="3325" y="928"/>
                      </a:lnTo>
                      <a:lnTo>
                        <a:pt x="3324" y="929"/>
                      </a:lnTo>
                      <a:lnTo>
                        <a:pt x="3314" y="933"/>
                      </a:lnTo>
                      <a:lnTo>
                        <a:pt x="3305" y="936"/>
                      </a:lnTo>
                      <a:lnTo>
                        <a:pt x="3295" y="937"/>
                      </a:lnTo>
                      <a:lnTo>
                        <a:pt x="3287" y="937"/>
                      </a:lnTo>
                      <a:lnTo>
                        <a:pt x="3279" y="937"/>
                      </a:lnTo>
                      <a:lnTo>
                        <a:pt x="3273" y="939"/>
                      </a:lnTo>
                      <a:lnTo>
                        <a:pt x="3268" y="942"/>
                      </a:lnTo>
                      <a:lnTo>
                        <a:pt x="3264" y="947"/>
                      </a:lnTo>
                      <a:lnTo>
                        <a:pt x="3261" y="950"/>
                      </a:lnTo>
                      <a:lnTo>
                        <a:pt x="3257" y="952"/>
                      </a:lnTo>
                      <a:lnTo>
                        <a:pt x="3253" y="954"/>
                      </a:lnTo>
                      <a:lnTo>
                        <a:pt x="3249" y="954"/>
                      </a:lnTo>
                      <a:lnTo>
                        <a:pt x="3238" y="945"/>
                      </a:lnTo>
                      <a:lnTo>
                        <a:pt x="3217" y="933"/>
                      </a:lnTo>
                      <a:lnTo>
                        <a:pt x="3203" y="929"/>
                      </a:lnTo>
                      <a:lnTo>
                        <a:pt x="3188" y="924"/>
                      </a:lnTo>
                      <a:lnTo>
                        <a:pt x="3175" y="920"/>
                      </a:lnTo>
                      <a:lnTo>
                        <a:pt x="3161" y="917"/>
                      </a:lnTo>
                      <a:lnTo>
                        <a:pt x="3154" y="913"/>
                      </a:lnTo>
                      <a:lnTo>
                        <a:pt x="3148" y="909"/>
                      </a:lnTo>
                      <a:lnTo>
                        <a:pt x="3143" y="903"/>
                      </a:lnTo>
                      <a:lnTo>
                        <a:pt x="3138" y="897"/>
                      </a:lnTo>
                      <a:lnTo>
                        <a:pt x="3136" y="891"/>
                      </a:lnTo>
                      <a:lnTo>
                        <a:pt x="3134" y="885"/>
                      </a:lnTo>
                      <a:lnTo>
                        <a:pt x="3135" y="880"/>
                      </a:lnTo>
                      <a:lnTo>
                        <a:pt x="3136" y="876"/>
                      </a:lnTo>
                      <a:lnTo>
                        <a:pt x="3140" y="870"/>
                      </a:lnTo>
                      <a:lnTo>
                        <a:pt x="3141" y="866"/>
                      </a:lnTo>
                      <a:lnTo>
                        <a:pt x="3140" y="860"/>
                      </a:lnTo>
                      <a:lnTo>
                        <a:pt x="3138" y="854"/>
                      </a:lnTo>
                      <a:lnTo>
                        <a:pt x="3136" y="851"/>
                      </a:lnTo>
                      <a:lnTo>
                        <a:pt x="3134" y="849"/>
                      </a:lnTo>
                      <a:lnTo>
                        <a:pt x="3131" y="848"/>
                      </a:lnTo>
                      <a:lnTo>
                        <a:pt x="3128" y="848"/>
                      </a:lnTo>
                      <a:lnTo>
                        <a:pt x="3123" y="848"/>
                      </a:lnTo>
                      <a:lnTo>
                        <a:pt x="3118" y="849"/>
                      </a:lnTo>
                      <a:lnTo>
                        <a:pt x="3112" y="853"/>
                      </a:lnTo>
                      <a:lnTo>
                        <a:pt x="3105" y="856"/>
                      </a:lnTo>
                      <a:lnTo>
                        <a:pt x="3098" y="860"/>
                      </a:lnTo>
                      <a:lnTo>
                        <a:pt x="3092" y="863"/>
                      </a:lnTo>
                      <a:lnTo>
                        <a:pt x="3086" y="865"/>
                      </a:lnTo>
                      <a:lnTo>
                        <a:pt x="3080" y="865"/>
                      </a:lnTo>
                      <a:lnTo>
                        <a:pt x="3070" y="865"/>
                      </a:lnTo>
                      <a:lnTo>
                        <a:pt x="3059" y="863"/>
                      </a:lnTo>
                      <a:lnTo>
                        <a:pt x="3053" y="863"/>
                      </a:lnTo>
                      <a:lnTo>
                        <a:pt x="3048" y="865"/>
                      </a:lnTo>
                      <a:lnTo>
                        <a:pt x="3045" y="866"/>
                      </a:lnTo>
                      <a:lnTo>
                        <a:pt x="3041" y="868"/>
                      </a:lnTo>
                      <a:lnTo>
                        <a:pt x="3039" y="870"/>
                      </a:lnTo>
                      <a:lnTo>
                        <a:pt x="3036" y="874"/>
                      </a:lnTo>
                      <a:lnTo>
                        <a:pt x="3035" y="878"/>
                      </a:lnTo>
                      <a:lnTo>
                        <a:pt x="3034" y="882"/>
                      </a:lnTo>
                      <a:lnTo>
                        <a:pt x="3033" y="887"/>
                      </a:lnTo>
                      <a:lnTo>
                        <a:pt x="3030" y="891"/>
                      </a:lnTo>
                      <a:lnTo>
                        <a:pt x="3028" y="893"/>
                      </a:lnTo>
                      <a:lnTo>
                        <a:pt x="3026" y="894"/>
                      </a:lnTo>
                      <a:lnTo>
                        <a:pt x="3022" y="895"/>
                      </a:lnTo>
                      <a:lnTo>
                        <a:pt x="3018" y="895"/>
                      </a:lnTo>
                      <a:lnTo>
                        <a:pt x="3014" y="894"/>
                      </a:lnTo>
                      <a:lnTo>
                        <a:pt x="3008" y="893"/>
                      </a:lnTo>
                      <a:lnTo>
                        <a:pt x="3003" y="892"/>
                      </a:lnTo>
                      <a:lnTo>
                        <a:pt x="2997" y="892"/>
                      </a:lnTo>
                      <a:lnTo>
                        <a:pt x="2992" y="894"/>
                      </a:lnTo>
                      <a:lnTo>
                        <a:pt x="2989" y="895"/>
                      </a:lnTo>
                      <a:lnTo>
                        <a:pt x="2980" y="903"/>
                      </a:lnTo>
                      <a:lnTo>
                        <a:pt x="2972" y="910"/>
                      </a:lnTo>
                      <a:lnTo>
                        <a:pt x="2968" y="913"/>
                      </a:lnTo>
                      <a:lnTo>
                        <a:pt x="2963" y="914"/>
                      </a:lnTo>
                      <a:lnTo>
                        <a:pt x="2957" y="914"/>
                      </a:lnTo>
                      <a:lnTo>
                        <a:pt x="2951" y="912"/>
                      </a:lnTo>
                      <a:lnTo>
                        <a:pt x="2946" y="910"/>
                      </a:lnTo>
                      <a:lnTo>
                        <a:pt x="2941" y="906"/>
                      </a:lnTo>
                      <a:lnTo>
                        <a:pt x="2936" y="903"/>
                      </a:lnTo>
                      <a:lnTo>
                        <a:pt x="2935" y="898"/>
                      </a:lnTo>
                      <a:lnTo>
                        <a:pt x="2932" y="886"/>
                      </a:lnTo>
                      <a:lnTo>
                        <a:pt x="2929" y="874"/>
                      </a:lnTo>
                      <a:lnTo>
                        <a:pt x="2927" y="862"/>
                      </a:lnTo>
                      <a:lnTo>
                        <a:pt x="2923" y="851"/>
                      </a:lnTo>
                      <a:lnTo>
                        <a:pt x="2921" y="838"/>
                      </a:lnTo>
                      <a:lnTo>
                        <a:pt x="2921" y="825"/>
                      </a:lnTo>
                      <a:lnTo>
                        <a:pt x="2921" y="819"/>
                      </a:lnTo>
                      <a:lnTo>
                        <a:pt x="2919" y="816"/>
                      </a:lnTo>
                      <a:lnTo>
                        <a:pt x="2915" y="813"/>
                      </a:lnTo>
                      <a:lnTo>
                        <a:pt x="2908" y="813"/>
                      </a:lnTo>
                      <a:lnTo>
                        <a:pt x="2902" y="813"/>
                      </a:lnTo>
                      <a:lnTo>
                        <a:pt x="2897" y="816"/>
                      </a:lnTo>
                      <a:lnTo>
                        <a:pt x="2892" y="818"/>
                      </a:lnTo>
                      <a:lnTo>
                        <a:pt x="2888" y="823"/>
                      </a:lnTo>
                      <a:lnTo>
                        <a:pt x="2883" y="829"/>
                      </a:lnTo>
                      <a:lnTo>
                        <a:pt x="2879" y="835"/>
                      </a:lnTo>
                      <a:lnTo>
                        <a:pt x="2878" y="842"/>
                      </a:lnTo>
                      <a:lnTo>
                        <a:pt x="2877" y="849"/>
                      </a:lnTo>
                      <a:lnTo>
                        <a:pt x="2878" y="856"/>
                      </a:lnTo>
                      <a:lnTo>
                        <a:pt x="2879" y="863"/>
                      </a:lnTo>
                      <a:lnTo>
                        <a:pt x="2883" y="869"/>
                      </a:lnTo>
                      <a:lnTo>
                        <a:pt x="2885" y="875"/>
                      </a:lnTo>
                      <a:lnTo>
                        <a:pt x="2888" y="881"/>
                      </a:lnTo>
                      <a:lnTo>
                        <a:pt x="2890" y="886"/>
                      </a:lnTo>
                      <a:lnTo>
                        <a:pt x="2891" y="892"/>
                      </a:lnTo>
                      <a:lnTo>
                        <a:pt x="2890" y="897"/>
                      </a:lnTo>
                      <a:lnTo>
                        <a:pt x="2888" y="900"/>
                      </a:lnTo>
                      <a:lnTo>
                        <a:pt x="2884" y="903"/>
                      </a:lnTo>
                      <a:lnTo>
                        <a:pt x="2881" y="905"/>
                      </a:lnTo>
                      <a:lnTo>
                        <a:pt x="2876" y="907"/>
                      </a:lnTo>
                      <a:lnTo>
                        <a:pt x="2866" y="912"/>
                      </a:lnTo>
                      <a:lnTo>
                        <a:pt x="2858" y="916"/>
                      </a:lnTo>
                      <a:lnTo>
                        <a:pt x="2846" y="922"/>
                      </a:lnTo>
                      <a:lnTo>
                        <a:pt x="2835" y="929"/>
                      </a:lnTo>
                      <a:lnTo>
                        <a:pt x="2829" y="931"/>
                      </a:lnTo>
                      <a:lnTo>
                        <a:pt x="2826" y="932"/>
                      </a:lnTo>
                      <a:lnTo>
                        <a:pt x="2821" y="932"/>
                      </a:lnTo>
                      <a:lnTo>
                        <a:pt x="2818" y="930"/>
                      </a:lnTo>
                      <a:lnTo>
                        <a:pt x="2815" y="928"/>
                      </a:lnTo>
                      <a:lnTo>
                        <a:pt x="2813" y="925"/>
                      </a:lnTo>
                      <a:lnTo>
                        <a:pt x="2810" y="925"/>
                      </a:lnTo>
                      <a:lnTo>
                        <a:pt x="2808" y="925"/>
                      </a:lnTo>
                      <a:lnTo>
                        <a:pt x="2804" y="929"/>
                      </a:lnTo>
                      <a:lnTo>
                        <a:pt x="2798" y="936"/>
                      </a:lnTo>
                      <a:lnTo>
                        <a:pt x="2795" y="942"/>
                      </a:lnTo>
                      <a:lnTo>
                        <a:pt x="2790" y="947"/>
                      </a:lnTo>
                      <a:lnTo>
                        <a:pt x="2785" y="949"/>
                      </a:lnTo>
                      <a:lnTo>
                        <a:pt x="2777" y="952"/>
                      </a:lnTo>
                      <a:lnTo>
                        <a:pt x="2774" y="952"/>
                      </a:lnTo>
                      <a:lnTo>
                        <a:pt x="2770" y="952"/>
                      </a:lnTo>
                      <a:lnTo>
                        <a:pt x="2766" y="950"/>
                      </a:lnTo>
                      <a:lnTo>
                        <a:pt x="2764" y="948"/>
                      </a:lnTo>
                      <a:lnTo>
                        <a:pt x="2759" y="942"/>
                      </a:lnTo>
                      <a:lnTo>
                        <a:pt x="2755" y="933"/>
                      </a:lnTo>
                      <a:lnTo>
                        <a:pt x="2751" y="930"/>
                      </a:lnTo>
                      <a:lnTo>
                        <a:pt x="2747" y="928"/>
                      </a:lnTo>
                      <a:lnTo>
                        <a:pt x="2741" y="928"/>
                      </a:lnTo>
                      <a:lnTo>
                        <a:pt x="2735" y="928"/>
                      </a:lnTo>
                      <a:lnTo>
                        <a:pt x="2724" y="930"/>
                      </a:lnTo>
                      <a:lnTo>
                        <a:pt x="2713" y="935"/>
                      </a:lnTo>
                      <a:lnTo>
                        <a:pt x="2709" y="937"/>
                      </a:lnTo>
                      <a:lnTo>
                        <a:pt x="2706" y="938"/>
                      </a:lnTo>
                      <a:lnTo>
                        <a:pt x="2702" y="939"/>
                      </a:lnTo>
                      <a:lnTo>
                        <a:pt x="2700" y="938"/>
                      </a:lnTo>
                      <a:lnTo>
                        <a:pt x="2696" y="938"/>
                      </a:lnTo>
                      <a:lnTo>
                        <a:pt x="2694" y="936"/>
                      </a:lnTo>
                      <a:lnTo>
                        <a:pt x="2692" y="932"/>
                      </a:lnTo>
                      <a:lnTo>
                        <a:pt x="2688" y="929"/>
                      </a:lnTo>
                      <a:lnTo>
                        <a:pt x="2684" y="925"/>
                      </a:lnTo>
                      <a:lnTo>
                        <a:pt x="2682" y="923"/>
                      </a:lnTo>
                      <a:lnTo>
                        <a:pt x="2677" y="920"/>
                      </a:lnTo>
                      <a:lnTo>
                        <a:pt x="2674" y="920"/>
                      </a:lnTo>
                      <a:lnTo>
                        <a:pt x="2667" y="920"/>
                      </a:lnTo>
                      <a:lnTo>
                        <a:pt x="2658" y="922"/>
                      </a:lnTo>
                      <a:lnTo>
                        <a:pt x="2650" y="922"/>
                      </a:lnTo>
                      <a:lnTo>
                        <a:pt x="2640" y="922"/>
                      </a:lnTo>
                      <a:lnTo>
                        <a:pt x="2630" y="920"/>
                      </a:lnTo>
                      <a:lnTo>
                        <a:pt x="2620" y="917"/>
                      </a:lnTo>
                      <a:lnTo>
                        <a:pt x="2611" y="912"/>
                      </a:lnTo>
                      <a:lnTo>
                        <a:pt x="2602" y="906"/>
                      </a:lnTo>
                      <a:lnTo>
                        <a:pt x="2599" y="903"/>
                      </a:lnTo>
                      <a:lnTo>
                        <a:pt x="2595" y="898"/>
                      </a:lnTo>
                      <a:lnTo>
                        <a:pt x="2592" y="893"/>
                      </a:lnTo>
                      <a:lnTo>
                        <a:pt x="2589" y="887"/>
                      </a:lnTo>
                      <a:lnTo>
                        <a:pt x="2587" y="882"/>
                      </a:lnTo>
                      <a:lnTo>
                        <a:pt x="2583" y="879"/>
                      </a:lnTo>
                      <a:lnTo>
                        <a:pt x="2580" y="876"/>
                      </a:lnTo>
                      <a:lnTo>
                        <a:pt x="2576" y="874"/>
                      </a:lnTo>
                      <a:lnTo>
                        <a:pt x="2568" y="873"/>
                      </a:lnTo>
                      <a:lnTo>
                        <a:pt x="2558" y="872"/>
                      </a:lnTo>
                      <a:lnTo>
                        <a:pt x="2550" y="869"/>
                      </a:lnTo>
                      <a:lnTo>
                        <a:pt x="2542" y="866"/>
                      </a:lnTo>
                      <a:lnTo>
                        <a:pt x="2532" y="859"/>
                      </a:lnTo>
                      <a:lnTo>
                        <a:pt x="2522" y="849"/>
                      </a:lnTo>
                      <a:lnTo>
                        <a:pt x="2508" y="837"/>
                      </a:lnTo>
                      <a:lnTo>
                        <a:pt x="2498" y="828"/>
                      </a:lnTo>
                      <a:lnTo>
                        <a:pt x="2493" y="823"/>
                      </a:lnTo>
                      <a:lnTo>
                        <a:pt x="2491" y="817"/>
                      </a:lnTo>
                      <a:lnTo>
                        <a:pt x="2488" y="812"/>
                      </a:lnTo>
                      <a:lnTo>
                        <a:pt x="2487" y="806"/>
                      </a:lnTo>
                      <a:lnTo>
                        <a:pt x="2487" y="800"/>
                      </a:lnTo>
                      <a:lnTo>
                        <a:pt x="2487" y="796"/>
                      </a:lnTo>
                      <a:lnTo>
                        <a:pt x="2488" y="792"/>
                      </a:lnTo>
                      <a:lnTo>
                        <a:pt x="2489" y="790"/>
                      </a:lnTo>
                      <a:lnTo>
                        <a:pt x="2494" y="785"/>
                      </a:lnTo>
                      <a:lnTo>
                        <a:pt x="2501" y="781"/>
                      </a:lnTo>
                      <a:lnTo>
                        <a:pt x="2508" y="779"/>
                      </a:lnTo>
                      <a:lnTo>
                        <a:pt x="2516" y="775"/>
                      </a:lnTo>
                      <a:lnTo>
                        <a:pt x="2524" y="771"/>
                      </a:lnTo>
                      <a:lnTo>
                        <a:pt x="2531" y="764"/>
                      </a:lnTo>
                      <a:lnTo>
                        <a:pt x="2533" y="759"/>
                      </a:lnTo>
                      <a:lnTo>
                        <a:pt x="2536" y="756"/>
                      </a:lnTo>
                      <a:lnTo>
                        <a:pt x="2537" y="753"/>
                      </a:lnTo>
                      <a:lnTo>
                        <a:pt x="2537" y="750"/>
                      </a:lnTo>
                      <a:lnTo>
                        <a:pt x="2536" y="748"/>
                      </a:lnTo>
                      <a:lnTo>
                        <a:pt x="2535" y="746"/>
                      </a:lnTo>
                      <a:lnTo>
                        <a:pt x="2532" y="744"/>
                      </a:lnTo>
                      <a:lnTo>
                        <a:pt x="2529" y="743"/>
                      </a:lnTo>
                      <a:lnTo>
                        <a:pt x="2523" y="742"/>
                      </a:lnTo>
                      <a:lnTo>
                        <a:pt x="2519" y="739"/>
                      </a:lnTo>
                      <a:lnTo>
                        <a:pt x="2518" y="736"/>
                      </a:lnTo>
                      <a:lnTo>
                        <a:pt x="2517" y="734"/>
                      </a:lnTo>
                      <a:lnTo>
                        <a:pt x="2518" y="731"/>
                      </a:lnTo>
                      <a:lnTo>
                        <a:pt x="2519" y="727"/>
                      </a:lnTo>
                      <a:lnTo>
                        <a:pt x="2522" y="721"/>
                      </a:lnTo>
                      <a:lnTo>
                        <a:pt x="2523" y="716"/>
                      </a:lnTo>
                      <a:lnTo>
                        <a:pt x="2524" y="710"/>
                      </a:lnTo>
                      <a:lnTo>
                        <a:pt x="2523" y="701"/>
                      </a:lnTo>
                      <a:lnTo>
                        <a:pt x="2520" y="686"/>
                      </a:lnTo>
                      <a:lnTo>
                        <a:pt x="2516" y="671"/>
                      </a:lnTo>
                      <a:lnTo>
                        <a:pt x="2511" y="655"/>
                      </a:lnTo>
                      <a:lnTo>
                        <a:pt x="2507" y="641"/>
                      </a:lnTo>
                      <a:lnTo>
                        <a:pt x="2507" y="635"/>
                      </a:lnTo>
                      <a:lnTo>
                        <a:pt x="2507" y="632"/>
                      </a:lnTo>
                      <a:lnTo>
                        <a:pt x="2507" y="628"/>
                      </a:lnTo>
                      <a:lnTo>
                        <a:pt x="2508" y="627"/>
                      </a:lnTo>
                      <a:lnTo>
                        <a:pt x="2514" y="624"/>
                      </a:lnTo>
                      <a:lnTo>
                        <a:pt x="2522" y="626"/>
                      </a:lnTo>
                      <a:lnTo>
                        <a:pt x="2530" y="626"/>
                      </a:lnTo>
                      <a:lnTo>
                        <a:pt x="2537" y="626"/>
                      </a:lnTo>
                      <a:lnTo>
                        <a:pt x="2539" y="626"/>
                      </a:lnTo>
                      <a:lnTo>
                        <a:pt x="2542" y="624"/>
                      </a:lnTo>
                      <a:lnTo>
                        <a:pt x="2544" y="622"/>
                      </a:lnTo>
                      <a:lnTo>
                        <a:pt x="2544" y="620"/>
                      </a:lnTo>
                      <a:lnTo>
                        <a:pt x="2543" y="617"/>
                      </a:lnTo>
                      <a:lnTo>
                        <a:pt x="2543" y="615"/>
                      </a:lnTo>
                      <a:lnTo>
                        <a:pt x="2542" y="613"/>
                      </a:lnTo>
                      <a:lnTo>
                        <a:pt x="2539" y="611"/>
                      </a:lnTo>
                      <a:lnTo>
                        <a:pt x="2533" y="609"/>
                      </a:lnTo>
                      <a:lnTo>
                        <a:pt x="2525" y="608"/>
                      </a:lnTo>
                      <a:lnTo>
                        <a:pt x="2516" y="605"/>
                      </a:lnTo>
                      <a:lnTo>
                        <a:pt x="2508" y="603"/>
                      </a:lnTo>
                      <a:lnTo>
                        <a:pt x="2502" y="599"/>
                      </a:lnTo>
                      <a:lnTo>
                        <a:pt x="2497" y="592"/>
                      </a:lnTo>
                      <a:lnTo>
                        <a:pt x="2488" y="585"/>
                      </a:lnTo>
                      <a:lnTo>
                        <a:pt x="2480" y="576"/>
                      </a:lnTo>
                      <a:lnTo>
                        <a:pt x="2475" y="571"/>
                      </a:lnTo>
                      <a:lnTo>
                        <a:pt x="2472" y="564"/>
                      </a:lnTo>
                      <a:lnTo>
                        <a:pt x="2467" y="557"/>
                      </a:lnTo>
                      <a:lnTo>
                        <a:pt x="2463" y="547"/>
                      </a:lnTo>
                      <a:lnTo>
                        <a:pt x="2460" y="538"/>
                      </a:lnTo>
                      <a:lnTo>
                        <a:pt x="2459" y="531"/>
                      </a:lnTo>
                      <a:lnTo>
                        <a:pt x="2457" y="523"/>
                      </a:lnTo>
                      <a:lnTo>
                        <a:pt x="2457" y="517"/>
                      </a:lnTo>
                      <a:lnTo>
                        <a:pt x="2459" y="506"/>
                      </a:lnTo>
                      <a:lnTo>
                        <a:pt x="2460" y="495"/>
                      </a:lnTo>
                      <a:lnTo>
                        <a:pt x="2459" y="488"/>
                      </a:lnTo>
                      <a:lnTo>
                        <a:pt x="2456" y="482"/>
                      </a:lnTo>
                      <a:lnTo>
                        <a:pt x="2453" y="475"/>
                      </a:lnTo>
                      <a:lnTo>
                        <a:pt x="2448" y="469"/>
                      </a:lnTo>
                      <a:lnTo>
                        <a:pt x="2442" y="463"/>
                      </a:lnTo>
                      <a:lnTo>
                        <a:pt x="2435" y="457"/>
                      </a:lnTo>
                      <a:lnTo>
                        <a:pt x="2426" y="453"/>
                      </a:lnTo>
                      <a:lnTo>
                        <a:pt x="2418" y="450"/>
                      </a:lnTo>
                      <a:lnTo>
                        <a:pt x="2409" y="447"/>
                      </a:lnTo>
                      <a:lnTo>
                        <a:pt x="2400" y="446"/>
                      </a:lnTo>
                      <a:lnTo>
                        <a:pt x="2391" y="446"/>
                      </a:lnTo>
                      <a:lnTo>
                        <a:pt x="2381" y="446"/>
                      </a:lnTo>
                      <a:lnTo>
                        <a:pt x="2362" y="449"/>
                      </a:lnTo>
                      <a:lnTo>
                        <a:pt x="2347" y="450"/>
                      </a:lnTo>
                      <a:lnTo>
                        <a:pt x="2331" y="450"/>
                      </a:lnTo>
                      <a:lnTo>
                        <a:pt x="2315" y="450"/>
                      </a:lnTo>
                      <a:lnTo>
                        <a:pt x="2308" y="449"/>
                      </a:lnTo>
                      <a:lnTo>
                        <a:pt x="2300" y="446"/>
                      </a:lnTo>
                      <a:lnTo>
                        <a:pt x="2294" y="444"/>
                      </a:lnTo>
                      <a:lnTo>
                        <a:pt x="2291" y="440"/>
                      </a:lnTo>
                      <a:lnTo>
                        <a:pt x="2287" y="437"/>
                      </a:lnTo>
                      <a:lnTo>
                        <a:pt x="2283" y="434"/>
                      </a:lnTo>
                      <a:lnTo>
                        <a:pt x="2279" y="433"/>
                      </a:lnTo>
                      <a:lnTo>
                        <a:pt x="2275" y="432"/>
                      </a:lnTo>
                      <a:lnTo>
                        <a:pt x="2271" y="431"/>
                      </a:lnTo>
                      <a:lnTo>
                        <a:pt x="2267" y="432"/>
                      </a:lnTo>
                      <a:lnTo>
                        <a:pt x="2264" y="432"/>
                      </a:lnTo>
                      <a:lnTo>
                        <a:pt x="2260" y="434"/>
                      </a:lnTo>
                      <a:lnTo>
                        <a:pt x="2254" y="437"/>
                      </a:lnTo>
                      <a:lnTo>
                        <a:pt x="2246" y="439"/>
                      </a:lnTo>
                      <a:lnTo>
                        <a:pt x="2241" y="438"/>
                      </a:lnTo>
                      <a:lnTo>
                        <a:pt x="2237" y="438"/>
                      </a:lnTo>
                      <a:lnTo>
                        <a:pt x="2234" y="435"/>
                      </a:lnTo>
                      <a:lnTo>
                        <a:pt x="2231" y="433"/>
                      </a:lnTo>
                      <a:lnTo>
                        <a:pt x="2229" y="428"/>
                      </a:lnTo>
                      <a:lnTo>
                        <a:pt x="2228" y="425"/>
                      </a:lnTo>
                      <a:lnTo>
                        <a:pt x="2228" y="420"/>
                      </a:lnTo>
                      <a:lnTo>
                        <a:pt x="2229" y="415"/>
                      </a:lnTo>
                      <a:lnTo>
                        <a:pt x="2231" y="405"/>
                      </a:lnTo>
                      <a:lnTo>
                        <a:pt x="2235" y="394"/>
                      </a:lnTo>
                      <a:lnTo>
                        <a:pt x="2237" y="389"/>
                      </a:lnTo>
                      <a:lnTo>
                        <a:pt x="2237" y="386"/>
                      </a:lnTo>
                      <a:lnTo>
                        <a:pt x="2237" y="383"/>
                      </a:lnTo>
                      <a:lnTo>
                        <a:pt x="2236" y="382"/>
                      </a:lnTo>
                      <a:lnTo>
                        <a:pt x="2234" y="381"/>
                      </a:lnTo>
                      <a:lnTo>
                        <a:pt x="2231" y="382"/>
                      </a:lnTo>
                      <a:lnTo>
                        <a:pt x="2228" y="383"/>
                      </a:lnTo>
                      <a:lnTo>
                        <a:pt x="2224" y="386"/>
                      </a:lnTo>
                      <a:lnTo>
                        <a:pt x="2217" y="393"/>
                      </a:lnTo>
                      <a:lnTo>
                        <a:pt x="2210" y="397"/>
                      </a:lnTo>
                      <a:lnTo>
                        <a:pt x="2206" y="399"/>
                      </a:lnTo>
                      <a:lnTo>
                        <a:pt x="2203" y="400"/>
                      </a:lnTo>
                      <a:lnTo>
                        <a:pt x="2197" y="401"/>
                      </a:lnTo>
                      <a:lnTo>
                        <a:pt x="2191" y="402"/>
                      </a:lnTo>
                      <a:lnTo>
                        <a:pt x="2183" y="402"/>
                      </a:lnTo>
                      <a:lnTo>
                        <a:pt x="2173" y="401"/>
                      </a:lnTo>
                      <a:lnTo>
                        <a:pt x="2164" y="399"/>
                      </a:lnTo>
                      <a:lnTo>
                        <a:pt x="2153" y="395"/>
                      </a:lnTo>
                      <a:lnTo>
                        <a:pt x="2142" y="391"/>
                      </a:lnTo>
                      <a:lnTo>
                        <a:pt x="2133" y="388"/>
                      </a:lnTo>
                      <a:lnTo>
                        <a:pt x="2124" y="384"/>
                      </a:lnTo>
                      <a:lnTo>
                        <a:pt x="2120" y="381"/>
                      </a:lnTo>
                      <a:lnTo>
                        <a:pt x="2116" y="376"/>
                      </a:lnTo>
                      <a:lnTo>
                        <a:pt x="2114" y="372"/>
                      </a:lnTo>
                      <a:lnTo>
                        <a:pt x="2113" y="368"/>
                      </a:lnTo>
                      <a:lnTo>
                        <a:pt x="2113" y="363"/>
                      </a:lnTo>
                      <a:lnTo>
                        <a:pt x="2114" y="352"/>
                      </a:lnTo>
                      <a:lnTo>
                        <a:pt x="2116" y="343"/>
                      </a:lnTo>
                      <a:lnTo>
                        <a:pt x="2117" y="339"/>
                      </a:lnTo>
                      <a:lnTo>
                        <a:pt x="2117" y="336"/>
                      </a:lnTo>
                      <a:lnTo>
                        <a:pt x="2117" y="332"/>
                      </a:lnTo>
                      <a:lnTo>
                        <a:pt x="2116" y="328"/>
                      </a:lnTo>
                      <a:lnTo>
                        <a:pt x="2110" y="320"/>
                      </a:lnTo>
                      <a:lnTo>
                        <a:pt x="2104" y="311"/>
                      </a:lnTo>
                      <a:lnTo>
                        <a:pt x="2101" y="306"/>
                      </a:lnTo>
                      <a:lnTo>
                        <a:pt x="2100" y="301"/>
                      </a:lnTo>
                      <a:lnTo>
                        <a:pt x="2098" y="296"/>
                      </a:lnTo>
                      <a:lnTo>
                        <a:pt x="2100" y="292"/>
                      </a:lnTo>
                      <a:lnTo>
                        <a:pt x="2101" y="287"/>
                      </a:lnTo>
                      <a:lnTo>
                        <a:pt x="2102" y="283"/>
                      </a:lnTo>
                      <a:lnTo>
                        <a:pt x="2105" y="279"/>
                      </a:lnTo>
                      <a:lnTo>
                        <a:pt x="2109" y="275"/>
                      </a:lnTo>
                      <a:lnTo>
                        <a:pt x="2111" y="271"/>
                      </a:lnTo>
                      <a:lnTo>
                        <a:pt x="2114" y="268"/>
                      </a:lnTo>
                      <a:lnTo>
                        <a:pt x="2115" y="264"/>
                      </a:lnTo>
                      <a:lnTo>
                        <a:pt x="2116" y="261"/>
                      </a:lnTo>
                      <a:lnTo>
                        <a:pt x="2115" y="251"/>
                      </a:lnTo>
                      <a:lnTo>
                        <a:pt x="2114" y="238"/>
                      </a:lnTo>
                      <a:lnTo>
                        <a:pt x="2113" y="230"/>
                      </a:lnTo>
                      <a:lnTo>
                        <a:pt x="2110" y="224"/>
                      </a:lnTo>
                      <a:lnTo>
                        <a:pt x="2105" y="220"/>
                      </a:lnTo>
                      <a:lnTo>
                        <a:pt x="2102" y="217"/>
                      </a:lnTo>
                      <a:lnTo>
                        <a:pt x="2090" y="211"/>
                      </a:lnTo>
                      <a:lnTo>
                        <a:pt x="2078" y="204"/>
                      </a:lnTo>
                      <a:lnTo>
                        <a:pt x="2072" y="200"/>
                      </a:lnTo>
                      <a:lnTo>
                        <a:pt x="2067" y="195"/>
                      </a:lnTo>
                      <a:lnTo>
                        <a:pt x="2064" y="192"/>
                      </a:lnTo>
                      <a:lnTo>
                        <a:pt x="2061" y="188"/>
                      </a:lnTo>
                      <a:lnTo>
                        <a:pt x="2058" y="179"/>
                      </a:lnTo>
                      <a:lnTo>
                        <a:pt x="2054" y="167"/>
                      </a:lnTo>
                      <a:lnTo>
                        <a:pt x="2052" y="161"/>
                      </a:lnTo>
                      <a:lnTo>
                        <a:pt x="2048" y="155"/>
                      </a:lnTo>
                      <a:lnTo>
                        <a:pt x="2042" y="149"/>
                      </a:lnTo>
                      <a:lnTo>
                        <a:pt x="2038" y="144"/>
                      </a:lnTo>
                      <a:lnTo>
                        <a:pt x="2032" y="141"/>
                      </a:lnTo>
                      <a:lnTo>
                        <a:pt x="2027" y="138"/>
                      </a:lnTo>
                      <a:lnTo>
                        <a:pt x="2023" y="138"/>
                      </a:lnTo>
                      <a:lnTo>
                        <a:pt x="2022" y="138"/>
                      </a:lnTo>
                      <a:lnTo>
                        <a:pt x="2020" y="140"/>
                      </a:lnTo>
                      <a:lnTo>
                        <a:pt x="2017" y="141"/>
                      </a:lnTo>
                      <a:lnTo>
                        <a:pt x="2013" y="147"/>
                      </a:lnTo>
                      <a:lnTo>
                        <a:pt x="2010" y="153"/>
                      </a:lnTo>
                      <a:lnTo>
                        <a:pt x="2008" y="155"/>
                      </a:lnTo>
                      <a:lnTo>
                        <a:pt x="2006" y="156"/>
                      </a:lnTo>
                      <a:lnTo>
                        <a:pt x="2002" y="156"/>
                      </a:lnTo>
                      <a:lnTo>
                        <a:pt x="1998" y="155"/>
                      </a:lnTo>
                      <a:lnTo>
                        <a:pt x="1993" y="155"/>
                      </a:lnTo>
                      <a:lnTo>
                        <a:pt x="1989" y="155"/>
                      </a:lnTo>
                      <a:lnTo>
                        <a:pt x="1985" y="156"/>
                      </a:lnTo>
                      <a:lnTo>
                        <a:pt x="1982" y="159"/>
                      </a:lnTo>
                      <a:lnTo>
                        <a:pt x="1975" y="168"/>
                      </a:lnTo>
                      <a:lnTo>
                        <a:pt x="1966" y="183"/>
                      </a:lnTo>
                      <a:lnTo>
                        <a:pt x="1960" y="191"/>
                      </a:lnTo>
                      <a:lnTo>
                        <a:pt x="1954" y="195"/>
                      </a:lnTo>
                      <a:lnTo>
                        <a:pt x="1949" y="198"/>
                      </a:lnTo>
                      <a:lnTo>
                        <a:pt x="1944" y="200"/>
                      </a:lnTo>
                      <a:lnTo>
                        <a:pt x="1939" y="201"/>
                      </a:lnTo>
                      <a:lnTo>
                        <a:pt x="1935" y="204"/>
                      </a:lnTo>
                      <a:lnTo>
                        <a:pt x="1933" y="206"/>
                      </a:lnTo>
                      <a:lnTo>
                        <a:pt x="1932" y="211"/>
                      </a:lnTo>
                      <a:lnTo>
                        <a:pt x="1931" y="217"/>
                      </a:lnTo>
                      <a:lnTo>
                        <a:pt x="1928" y="222"/>
                      </a:lnTo>
                      <a:lnTo>
                        <a:pt x="1925" y="226"/>
                      </a:lnTo>
                      <a:lnTo>
                        <a:pt x="1921" y="230"/>
                      </a:lnTo>
                      <a:lnTo>
                        <a:pt x="1915" y="232"/>
                      </a:lnTo>
                      <a:lnTo>
                        <a:pt x="1909" y="233"/>
                      </a:lnTo>
                      <a:lnTo>
                        <a:pt x="1902" y="233"/>
                      </a:lnTo>
                      <a:lnTo>
                        <a:pt x="1894" y="232"/>
                      </a:lnTo>
                      <a:lnTo>
                        <a:pt x="1887" y="231"/>
                      </a:lnTo>
                      <a:lnTo>
                        <a:pt x="1880" y="231"/>
                      </a:lnTo>
                      <a:lnTo>
                        <a:pt x="1874" y="232"/>
                      </a:lnTo>
                      <a:lnTo>
                        <a:pt x="1869" y="235"/>
                      </a:lnTo>
                      <a:lnTo>
                        <a:pt x="1864" y="238"/>
                      </a:lnTo>
                      <a:lnTo>
                        <a:pt x="1861" y="243"/>
                      </a:lnTo>
                      <a:lnTo>
                        <a:pt x="1857" y="249"/>
                      </a:lnTo>
                      <a:lnTo>
                        <a:pt x="1855" y="255"/>
                      </a:lnTo>
                      <a:lnTo>
                        <a:pt x="1852" y="261"/>
                      </a:lnTo>
                      <a:lnTo>
                        <a:pt x="1850" y="265"/>
                      </a:lnTo>
                      <a:lnTo>
                        <a:pt x="1846" y="268"/>
                      </a:lnTo>
                      <a:lnTo>
                        <a:pt x="1842" y="270"/>
                      </a:lnTo>
                      <a:lnTo>
                        <a:pt x="1837" y="270"/>
                      </a:lnTo>
                      <a:lnTo>
                        <a:pt x="1830" y="270"/>
                      </a:lnTo>
                      <a:lnTo>
                        <a:pt x="1821" y="268"/>
                      </a:lnTo>
                      <a:lnTo>
                        <a:pt x="1812" y="264"/>
                      </a:lnTo>
                      <a:lnTo>
                        <a:pt x="1798" y="261"/>
                      </a:lnTo>
                      <a:lnTo>
                        <a:pt x="1782" y="258"/>
                      </a:lnTo>
                      <a:lnTo>
                        <a:pt x="1768" y="258"/>
                      </a:lnTo>
                      <a:lnTo>
                        <a:pt x="1755" y="260"/>
                      </a:lnTo>
                      <a:lnTo>
                        <a:pt x="1746" y="261"/>
                      </a:lnTo>
                      <a:lnTo>
                        <a:pt x="1743" y="262"/>
                      </a:lnTo>
                      <a:lnTo>
                        <a:pt x="1741" y="264"/>
                      </a:lnTo>
                      <a:lnTo>
                        <a:pt x="1741" y="267"/>
                      </a:lnTo>
                      <a:lnTo>
                        <a:pt x="1742" y="270"/>
                      </a:lnTo>
                      <a:lnTo>
                        <a:pt x="1745" y="273"/>
                      </a:lnTo>
                      <a:lnTo>
                        <a:pt x="1749" y="274"/>
                      </a:lnTo>
                      <a:lnTo>
                        <a:pt x="1752" y="276"/>
                      </a:lnTo>
                      <a:lnTo>
                        <a:pt x="1761" y="282"/>
                      </a:lnTo>
                      <a:lnTo>
                        <a:pt x="1770" y="293"/>
                      </a:lnTo>
                      <a:lnTo>
                        <a:pt x="1777" y="304"/>
                      </a:lnTo>
                      <a:lnTo>
                        <a:pt x="1783" y="317"/>
                      </a:lnTo>
                      <a:lnTo>
                        <a:pt x="1788" y="327"/>
                      </a:lnTo>
                      <a:lnTo>
                        <a:pt x="1790" y="337"/>
                      </a:lnTo>
                      <a:lnTo>
                        <a:pt x="1790" y="344"/>
                      </a:lnTo>
                      <a:lnTo>
                        <a:pt x="1793" y="350"/>
                      </a:lnTo>
                      <a:lnTo>
                        <a:pt x="1795" y="353"/>
                      </a:lnTo>
                      <a:lnTo>
                        <a:pt x="1798" y="357"/>
                      </a:lnTo>
                      <a:lnTo>
                        <a:pt x="1800" y="359"/>
                      </a:lnTo>
                      <a:lnTo>
                        <a:pt x="1805" y="361"/>
                      </a:lnTo>
                      <a:lnTo>
                        <a:pt x="1806" y="363"/>
                      </a:lnTo>
                      <a:lnTo>
                        <a:pt x="1808" y="364"/>
                      </a:lnTo>
                      <a:lnTo>
                        <a:pt x="1809" y="367"/>
                      </a:lnTo>
                      <a:lnTo>
                        <a:pt x="1811" y="370"/>
                      </a:lnTo>
                      <a:lnTo>
                        <a:pt x="1812" y="378"/>
                      </a:lnTo>
                      <a:lnTo>
                        <a:pt x="1812" y="387"/>
                      </a:lnTo>
                      <a:lnTo>
                        <a:pt x="1812" y="405"/>
                      </a:lnTo>
                      <a:lnTo>
                        <a:pt x="1811" y="418"/>
                      </a:lnTo>
                      <a:lnTo>
                        <a:pt x="1811" y="422"/>
                      </a:lnTo>
                      <a:lnTo>
                        <a:pt x="1813" y="426"/>
                      </a:lnTo>
                      <a:lnTo>
                        <a:pt x="1815" y="430"/>
                      </a:lnTo>
                      <a:lnTo>
                        <a:pt x="1820" y="433"/>
                      </a:lnTo>
                      <a:lnTo>
                        <a:pt x="1830" y="438"/>
                      </a:lnTo>
                      <a:lnTo>
                        <a:pt x="1843" y="444"/>
                      </a:lnTo>
                      <a:lnTo>
                        <a:pt x="1847" y="447"/>
                      </a:lnTo>
                      <a:lnTo>
                        <a:pt x="1851" y="451"/>
                      </a:lnTo>
                      <a:lnTo>
                        <a:pt x="1855" y="454"/>
                      </a:lnTo>
                      <a:lnTo>
                        <a:pt x="1856" y="459"/>
                      </a:lnTo>
                      <a:lnTo>
                        <a:pt x="1856" y="468"/>
                      </a:lnTo>
                      <a:lnTo>
                        <a:pt x="1853" y="476"/>
                      </a:lnTo>
                      <a:lnTo>
                        <a:pt x="1851" y="487"/>
                      </a:lnTo>
                      <a:lnTo>
                        <a:pt x="1846" y="497"/>
                      </a:lnTo>
                      <a:lnTo>
                        <a:pt x="1842" y="508"/>
                      </a:lnTo>
                      <a:lnTo>
                        <a:pt x="1838" y="516"/>
                      </a:lnTo>
                      <a:lnTo>
                        <a:pt x="1836" y="520"/>
                      </a:lnTo>
                      <a:lnTo>
                        <a:pt x="1831" y="521"/>
                      </a:lnTo>
                      <a:lnTo>
                        <a:pt x="1826" y="522"/>
                      </a:lnTo>
                      <a:lnTo>
                        <a:pt x="1820" y="523"/>
                      </a:lnTo>
                      <a:lnTo>
                        <a:pt x="1806" y="523"/>
                      </a:lnTo>
                      <a:lnTo>
                        <a:pt x="1790" y="522"/>
                      </a:lnTo>
                      <a:lnTo>
                        <a:pt x="1784" y="522"/>
                      </a:lnTo>
                      <a:lnTo>
                        <a:pt x="1780" y="523"/>
                      </a:lnTo>
                      <a:lnTo>
                        <a:pt x="1776" y="525"/>
                      </a:lnTo>
                      <a:lnTo>
                        <a:pt x="1774" y="526"/>
                      </a:lnTo>
                      <a:lnTo>
                        <a:pt x="1769" y="529"/>
                      </a:lnTo>
                      <a:lnTo>
                        <a:pt x="1764" y="533"/>
                      </a:lnTo>
                      <a:lnTo>
                        <a:pt x="1762" y="535"/>
                      </a:lnTo>
                      <a:lnTo>
                        <a:pt x="1761" y="539"/>
                      </a:lnTo>
                      <a:lnTo>
                        <a:pt x="1760" y="541"/>
                      </a:lnTo>
                      <a:lnTo>
                        <a:pt x="1760" y="545"/>
                      </a:lnTo>
                      <a:lnTo>
                        <a:pt x="1760" y="551"/>
                      </a:lnTo>
                      <a:lnTo>
                        <a:pt x="1760" y="557"/>
                      </a:lnTo>
                      <a:lnTo>
                        <a:pt x="1760" y="578"/>
                      </a:lnTo>
                      <a:lnTo>
                        <a:pt x="1757" y="591"/>
                      </a:lnTo>
                      <a:lnTo>
                        <a:pt x="1755" y="594"/>
                      </a:lnTo>
                      <a:lnTo>
                        <a:pt x="1751" y="594"/>
                      </a:lnTo>
                      <a:lnTo>
                        <a:pt x="1746" y="591"/>
                      </a:lnTo>
                      <a:lnTo>
                        <a:pt x="1743" y="588"/>
                      </a:lnTo>
                      <a:lnTo>
                        <a:pt x="1735" y="578"/>
                      </a:lnTo>
                      <a:lnTo>
                        <a:pt x="1727" y="569"/>
                      </a:lnTo>
                      <a:lnTo>
                        <a:pt x="1724" y="564"/>
                      </a:lnTo>
                      <a:lnTo>
                        <a:pt x="1721" y="561"/>
                      </a:lnTo>
                      <a:lnTo>
                        <a:pt x="1719" y="560"/>
                      </a:lnTo>
                      <a:lnTo>
                        <a:pt x="1717" y="561"/>
                      </a:lnTo>
                      <a:lnTo>
                        <a:pt x="1714" y="563"/>
                      </a:lnTo>
                      <a:lnTo>
                        <a:pt x="1713" y="566"/>
                      </a:lnTo>
                      <a:lnTo>
                        <a:pt x="1712" y="569"/>
                      </a:lnTo>
                      <a:lnTo>
                        <a:pt x="1712" y="573"/>
                      </a:lnTo>
                      <a:lnTo>
                        <a:pt x="1712" y="582"/>
                      </a:lnTo>
                      <a:lnTo>
                        <a:pt x="1711" y="591"/>
                      </a:lnTo>
                      <a:lnTo>
                        <a:pt x="1708" y="599"/>
                      </a:lnTo>
                      <a:lnTo>
                        <a:pt x="1706" y="607"/>
                      </a:lnTo>
                      <a:lnTo>
                        <a:pt x="1704" y="608"/>
                      </a:lnTo>
                      <a:lnTo>
                        <a:pt x="1701" y="609"/>
                      </a:lnTo>
                      <a:lnTo>
                        <a:pt x="1699" y="609"/>
                      </a:lnTo>
                      <a:lnTo>
                        <a:pt x="1697" y="610"/>
                      </a:lnTo>
                      <a:lnTo>
                        <a:pt x="1687" y="610"/>
                      </a:lnTo>
                      <a:lnTo>
                        <a:pt x="1672" y="614"/>
                      </a:lnTo>
                      <a:lnTo>
                        <a:pt x="1664" y="616"/>
                      </a:lnTo>
                      <a:lnTo>
                        <a:pt x="1657" y="621"/>
                      </a:lnTo>
                      <a:lnTo>
                        <a:pt x="1651" y="624"/>
                      </a:lnTo>
                      <a:lnTo>
                        <a:pt x="1648" y="629"/>
                      </a:lnTo>
                      <a:lnTo>
                        <a:pt x="1644" y="634"/>
                      </a:lnTo>
                      <a:lnTo>
                        <a:pt x="1641" y="638"/>
                      </a:lnTo>
                      <a:lnTo>
                        <a:pt x="1637" y="640"/>
                      </a:lnTo>
                      <a:lnTo>
                        <a:pt x="1634" y="640"/>
                      </a:lnTo>
                      <a:lnTo>
                        <a:pt x="1631" y="640"/>
                      </a:lnTo>
                      <a:lnTo>
                        <a:pt x="1629" y="639"/>
                      </a:lnTo>
                      <a:lnTo>
                        <a:pt x="1628" y="638"/>
                      </a:lnTo>
                      <a:lnTo>
                        <a:pt x="1626" y="635"/>
                      </a:lnTo>
                      <a:lnTo>
                        <a:pt x="1626" y="629"/>
                      </a:lnTo>
                      <a:lnTo>
                        <a:pt x="1628" y="619"/>
                      </a:lnTo>
                      <a:lnTo>
                        <a:pt x="1628" y="613"/>
                      </a:lnTo>
                      <a:lnTo>
                        <a:pt x="1628" y="608"/>
                      </a:lnTo>
                      <a:lnTo>
                        <a:pt x="1625" y="603"/>
                      </a:lnTo>
                      <a:lnTo>
                        <a:pt x="1623" y="599"/>
                      </a:lnTo>
                      <a:lnTo>
                        <a:pt x="1617" y="592"/>
                      </a:lnTo>
                      <a:lnTo>
                        <a:pt x="1611" y="586"/>
                      </a:lnTo>
                      <a:lnTo>
                        <a:pt x="1607" y="584"/>
                      </a:lnTo>
                      <a:lnTo>
                        <a:pt x="1607" y="580"/>
                      </a:lnTo>
                      <a:lnTo>
                        <a:pt x="1607" y="578"/>
                      </a:lnTo>
                      <a:lnTo>
                        <a:pt x="1610" y="575"/>
                      </a:lnTo>
                      <a:lnTo>
                        <a:pt x="1617" y="569"/>
                      </a:lnTo>
                      <a:lnTo>
                        <a:pt x="1626" y="561"/>
                      </a:lnTo>
                      <a:lnTo>
                        <a:pt x="1635" y="553"/>
                      </a:lnTo>
                      <a:lnTo>
                        <a:pt x="1641" y="545"/>
                      </a:lnTo>
                      <a:lnTo>
                        <a:pt x="1644" y="535"/>
                      </a:lnTo>
                      <a:lnTo>
                        <a:pt x="1648" y="523"/>
                      </a:lnTo>
                      <a:lnTo>
                        <a:pt x="1650" y="516"/>
                      </a:lnTo>
                      <a:lnTo>
                        <a:pt x="1655" y="510"/>
                      </a:lnTo>
                      <a:lnTo>
                        <a:pt x="1658" y="504"/>
                      </a:lnTo>
                      <a:lnTo>
                        <a:pt x="1663" y="498"/>
                      </a:lnTo>
                      <a:lnTo>
                        <a:pt x="1667" y="495"/>
                      </a:lnTo>
                      <a:lnTo>
                        <a:pt x="1668" y="493"/>
                      </a:lnTo>
                      <a:lnTo>
                        <a:pt x="1667" y="490"/>
                      </a:lnTo>
                      <a:lnTo>
                        <a:pt x="1664" y="484"/>
                      </a:lnTo>
                      <a:lnTo>
                        <a:pt x="1661" y="470"/>
                      </a:lnTo>
                      <a:lnTo>
                        <a:pt x="1660" y="456"/>
                      </a:lnTo>
                      <a:lnTo>
                        <a:pt x="1658" y="450"/>
                      </a:lnTo>
                      <a:lnTo>
                        <a:pt x="1657" y="445"/>
                      </a:lnTo>
                      <a:lnTo>
                        <a:pt x="1655" y="440"/>
                      </a:lnTo>
                      <a:lnTo>
                        <a:pt x="1653" y="437"/>
                      </a:lnTo>
                      <a:lnTo>
                        <a:pt x="1648" y="428"/>
                      </a:lnTo>
                      <a:lnTo>
                        <a:pt x="1642" y="421"/>
                      </a:lnTo>
                      <a:lnTo>
                        <a:pt x="1639" y="416"/>
                      </a:lnTo>
                      <a:lnTo>
                        <a:pt x="1637" y="412"/>
                      </a:lnTo>
                      <a:lnTo>
                        <a:pt x="1636" y="411"/>
                      </a:lnTo>
                      <a:lnTo>
                        <a:pt x="1635" y="411"/>
                      </a:lnTo>
                      <a:lnTo>
                        <a:pt x="1634" y="412"/>
                      </a:lnTo>
                      <a:lnTo>
                        <a:pt x="1632" y="414"/>
                      </a:lnTo>
                      <a:lnTo>
                        <a:pt x="1628" y="422"/>
                      </a:lnTo>
                      <a:lnTo>
                        <a:pt x="1623" y="428"/>
                      </a:lnTo>
                      <a:lnTo>
                        <a:pt x="1620" y="431"/>
                      </a:lnTo>
                      <a:lnTo>
                        <a:pt x="1618" y="434"/>
                      </a:lnTo>
                      <a:lnTo>
                        <a:pt x="1617" y="439"/>
                      </a:lnTo>
                      <a:lnTo>
                        <a:pt x="1617" y="446"/>
                      </a:lnTo>
                      <a:lnTo>
                        <a:pt x="1617" y="464"/>
                      </a:lnTo>
                      <a:lnTo>
                        <a:pt x="1617" y="479"/>
                      </a:lnTo>
                      <a:lnTo>
                        <a:pt x="1616" y="483"/>
                      </a:lnTo>
                      <a:lnTo>
                        <a:pt x="1616" y="488"/>
                      </a:lnTo>
                      <a:lnTo>
                        <a:pt x="1613" y="490"/>
                      </a:lnTo>
                      <a:lnTo>
                        <a:pt x="1611" y="494"/>
                      </a:lnTo>
                      <a:lnTo>
                        <a:pt x="1609" y="496"/>
                      </a:lnTo>
                      <a:lnTo>
                        <a:pt x="1604" y="498"/>
                      </a:lnTo>
                      <a:lnTo>
                        <a:pt x="1599" y="501"/>
                      </a:lnTo>
                      <a:lnTo>
                        <a:pt x="1593" y="502"/>
                      </a:lnTo>
                      <a:lnTo>
                        <a:pt x="1587" y="503"/>
                      </a:lnTo>
                      <a:lnTo>
                        <a:pt x="1581" y="506"/>
                      </a:lnTo>
                      <a:lnTo>
                        <a:pt x="1576" y="509"/>
                      </a:lnTo>
                      <a:lnTo>
                        <a:pt x="1572" y="513"/>
                      </a:lnTo>
                      <a:lnTo>
                        <a:pt x="1567" y="517"/>
                      </a:lnTo>
                      <a:lnTo>
                        <a:pt x="1563" y="522"/>
                      </a:lnTo>
                      <a:lnTo>
                        <a:pt x="1560" y="528"/>
                      </a:lnTo>
                      <a:lnTo>
                        <a:pt x="1556" y="534"/>
                      </a:lnTo>
                      <a:lnTo>
                        <a:pt x="1555" y="539"/>
                      </a:lnTo>
                      <a:lnTo>
                        <a:pt x="1555" y="544"/>
                      </a:lnTo>
                      <a:lnTo>
                        <a:pt x="1555" y="548"/>
                      </a:lnTo>
                      <a:lnTo>
                        <a:pt x="1557" y="551"/>
                      </a:lnTo>
                      <a:lnTo>
                        <a:pt x="1565" y="556"/>
                      </a:lnTo>
                      <a:lnTo>
                        <a:pt x="1572" y="560"/>
                      </a:lnTo>
                      <a:lnTo>
                        <a:pt x="1575" y="563"/>
                      </a:lnTo>
                      <a:lnTo>
                        <a:pt x="1578" y="567"/>
                      </a:lnTo>
                      <a:lnTo>
                        <a:pt x="1579" y="572"/>
                      </a:lnTo>
                      <a:lnTo>
                        <a:pt x="1579" y="578"/>
                      </a:lnTo>
                      <a:lnTo>
                        <a:pt x="1578" y="584"/>
                      </a:lnTo>
                      <a:lnTo>
                        <a:pt x="1576" y="590"/>
                      </a:lnTo>
                      <a:lnTo>
                        <a:pt x="1574" y="596"/>
                      </a:lnTo>
                      <a:lnTo>
                        <a:pt x="1571" y="601"/>
                      </a:lnTo>
                      <a:lnTo>
                        <a:pt x="1563" y="609"/>
                      </a:lnTo>
                      <a:lnTo>
                        <a:pt x="1557" y="619"/>
                      </a:lnTo>
                      <a:lnTo>
                        <a:pt x="1555" y="622"/>
                      </a:lnTo>
                      <a:lnTo>
                        <a:pt x="1553" y="626"/>
                      </a:lnTo>
                      <a:lnTo>
                        <a:pt x="1549" y="627"/>
                      </a:lnTo>
                      <a:lnTo>
                        <a:pt x="1547" y="628"/>
                      </a:lnTo>
                      <a:lnTo>
                        <a:pt x="1544" y="627"/>
                      </a:lnTo>
                      <a:lnTo>
                        <a:pt x="1541" y="626"/>
                      </a:lnTo>
                      <a:lnTo>
                        <a:pt x="1537" y="622"/>
                      </a:lnTo>
                      <a:lnTo>
                        <a:pt x="1534" y="619"/>
                      </a:lnTo>
                      <a:lnTo>
                        <a:pt x="1525" y="610"/>
                      </a:lnTo>
                      <a:lnTo>
                        <a:pt x="1517" y="599"/>
                      </a:lnTo>
                      <a:lnTo>
                        <a:pt x="1509" y="589"/>
                      </a:lnTo>
                      <a:lnTo>
                        <a:pt x="1499" y="582"/>
                      </a:lnTo>
                      <a:lnTo>
                        <a:pt x="1494" y="578"/>
                      </a:lnTo>
                      <a:lnTo>
                        <a:pt x="1490" y="577"/>
                      </a:lnTo>
                      <a:lnTo>
                        <a:pt x="1485" y="576"/>
                      </a:lnTo>
                      <a:lnTo>
                        <a:pt x="1480" y="575"/>
                      </a:lnTo>
                      <a:lnTo>
                        <a:pt x="1477" y="575"/>
                      </a:lnTo>
                      <a:lnTo>
                        <a:pt x="1473" y="576"/>
                      </a:lnTo>
                      <a:lnTo>
                        <a:pt x="1469" y="578"/>
                      </a:lnTo>
                      <a:lnTo>
                        <a:pt x="1467" y="580"/>
                      </a:lnTo>
                      <a:lnTo>
                        <a:pt x="1465" y="588"/>
                      </a:lnTo>
                      <a:lnTo>
                        <a:pt x="1462" y="596"/>
                      </a:lnTo>
                      <a:lnTo>
                        <a:pt x="1462" y="599"/>
                      </a:lnTo>
                      <a:lnTo>
                        <a:pt x="1461" y="601"/>
                      </a:lnTo>
                      <a:lnTo>
                        <a:pt x="1460" y="602"/>
                      </a:lnTo>
                      <a:lnTo>
                        <a:pt x="1458" y="602"/>
                      </a:lnTo>
                      <a:lnTo>
                        <a:pt x="1454" y="598"/>
                      </a:lnTo>
                      <a:lnTo>
                        <a:pt x="1449" y="592"/>
                      </a:lnTo>
                      <a:lnTo>
                        <a:pt x="1447" y="589"/>
                      </a:lnTo>
                      <a:lnTo>
                        <a:pt x="1443" y="586"/>
                      </a:lnTo>
                      <a:lnTo>
                        <a:pt x="1439" y="585"/>
                      </a:lnTo>
                      <a:lnTo>
                        <a:pt x="1434" y="585"/>
                      </a:lnTo>
                      <a:lnTo>
                        <a:pt x="1421" y="585"/>
                      </a:lnTo>
                      <a:lnTo>
                        <a:pt x="1404" y="588"/>
                      </a:lnTo>
                      <a:lnTo>
                        <a:pt x="1396" y="590"/>
                      </a:lnTo>
                      <a:lnTo>
                        <a:pt x="1390" y="591"/>
                      </a:lnTo>
                      <a:lnTo>
                        <a:pt x="1385" y="594"/>
                      </a:lnTo>
                      <a:lnTo>
                        <a:pt x="1380" y="597"/>
                      </a:lnTo>
                      <a:lnTo>
                        <a:pt x="1377" y="601"/>
                      </a:lnTo>
                      <a:lnTo>
                        <a:pt x="1373" y="605"/>
                      </a:lnTo>
                      <a:lnTo>
                        <a:pt x="1371" y="610"/>
                      </a:lnTo>
                      <a:lnTo>
                        <a:pt x="1368" y="617"/>
                      </a:lnTo>
                      <a:lnTo>
                        <a:pt x="1362" y="635"/>
                      </a:lnTo>
                      <a:lnTo>
                        <a:pt x="1358" y="657"/>
                      </a:lnTo>
                      <a:lnTo>
                        <a:pt x="1355" y="667"/>
                      </a:lnTo>
                      <a:lnTo>
                        <a:pt x="1354" y="677"/>
                      </a:lnTo>
                      <a:lnTo>
                        <a:pt x="1354" y="685"/>
                      </a:lnTo>
                      <a:lnTo>
                        <a:pt x="1355" y="693"/>
                      </a:lnTo>
                      <a:lnTo>
                        <a:pt x="1358" y="699"/>
                      </a:lnTo>
                      <a:lnTo>
                        <a:pt x="1360" y="705"/>
                      </a:lnTo>
                      <a:lnTo>
                        <a:pt x="1365" y="710"/>
                      </a:lnTo>
                      <a:lnTo>
                        <a:pt x="1370" y="716"/>
                      </a:lnTo>
                      <a:lnTo>
                        <a:pt x="1379" y="725"/>
                      </a:lnTo>
                      <a:lnTo>
                        <a:pt x="1387" y="734"/>
                      </a:lnTo>
                      <a:lnTo>
                        <a:pt x="1391" y="739"/>
                      </a:lnTo>
                      <a:lnTo>
                        <a:pt x="1392" y="744"/>
                      </a:lnTo>
                      <a:lnTo>
                        <a:pt x="1392" y="750"/>
                      </a:lnTo>
                      <a:lnTo>
                        <a:pt x="1392" y="758"/>
                      </a:lnTo>
                      <a:lnTo>
                        <a:pt x="1391" y="764"/>
                      </a:lnTo>
                      <a:lnTo>
                        <a:pt x="1389" y="769"/>
                      </a:lnTo>
                      <a:lnTo>
                        <a:pt x="1386" y="775"/>
                      </a:lnTo>
                      <a:lnTo>
                        <a:pt x="1384" y="780"/>
                      </a:lnTo>
                      <a:lnTo>
                        <a:pt x="1376" y="790"/>
                      </a:lnTo>
                      <a:lnTo>
                        <a:pt x="1367" y="799"/>
                      </a:lnTo>
                      <a:lnTo>
                        <a:pt x="1360" y="807"/>
                      </a:lnTo>
                      <a:lnTo>
                        <a:pt x="1355" y="811"/>
                      </a:lnTo>
                      <a:lnTo>
                        <a:pt x="1353" y="812"/>
                      </a:lnTo>
                      <a:lnTo>
                        <a:pt x="1351" y="812"/>
                      </a:lnTo>
                      <a:lnTo>
                        <a:pt x="1348" y="810"/>
                      </a:lnTo>
                      <a:lnTo>
                        <a:pt x="1343" y="807"/>
                      </a:lnTo>
                      <a:lnTo>
                        <a:pt x="1340" y="806"/>
                      </a:lnTo>
                      <a:lnTo>
                        <a:pt x="1336" y="806"/>
                      </a:lnTo>
                      <a:lnTo>
                        <a:pt x="1332" y="806"/>
                      </a:lnTo>
                      <a:lnTo>
                        <a:pt x="1326" y="807"/>
                      </a:lnTo>
                      <a:lnTo>
                        <a:pt x="1314" y="810"/>
                      </a:lnTo>
                      <a:lnTo>
                        <a:pt x="1302" y="815"/>
                      </a:lnTo>
                      <a:lnTo>
                        <a:pt x="1296" y="818"/>
                      </a:lnTo>
                      <a:lnTo>
                        <a:pt x="1286" y="823"/>
                      </a:lnTo>
                      <a:lnTo>
                        <a:pt x="1279" y="825"/>
                      </a:lnTo>
                      <a:lnTo>
                        <a:pt x="1273" y="827"/>
                      </a:lnTo>
                      <a:lnTo>
                        <a:pt x="1269" y="824"/>
                      </a:lnTo>
                      <a:lnTo>
                        <a:pt x="1264" y="819"/>
                      </a:lnTo>
                      <a:lnTo>
                        <a:pt x="1258" y="815"/>
                      </a:lnTo>
                      <a:lnTo>
                        <a:pt x="1251" y="811"/>
                      </a:lnTo>
                      <a:lnTo>
                        <a:pt x="1242" y="809"/>
                      </a:lnTo>
                      <a:lnTo>
                        <a:pt x="1235" y="809"/>
                      </a:lnTo>
                      <a:lnTo>
                        <a:pt x="1228" y="806"/>
                      </a:lnTo>
                      <a:lnTo>
                        <a:pt x="1220" y="802"/>
                      </a:lnTo>
                      <a:lnTo>
                        <a:pt x="1210" y="796"/>
                      </a:lnTo>
                      <a:lnTo>
                        <a:pt x="1200" y="791"/>
                      </a:lnTo>
                      <a:lnTo>
                        <a:pt x="1195" y="790"/>
                      </a:lnTo>
                      <a:lnTo>
                        <a:pt x="1190" y="788"/>
                      </a:lnTo>
                      <a:lnTo>
                        <a:pt x="1188" y="788"/>
                      </a:lnTo>
                      <a:lnTo>
                        <a:pt x="1185" y="788"/>
                      </a:lnTo>
                      <a:lnTo>
                        <a:pt x="1185" y="791"/>
                      </a:lnTo>
                      <a:lnTo>
                        <a:pt x="1185" y="793"/>
                      </a:lnTo>
                      <a:lnTo>
                        <a:pt x="1187" y="796"/>
                      </a:lnTo>
                      <a:lnTo>
                        <a:pt x="1188" y="800"/>
                      </a:lnTo>
                      <a:lnTo>
                        <a:pt x="1190" y="804"/>
                      </a:lnTo>
                      <a:lnTo>
                        <a:pt x="1191" y="807"/>
                      </a:lnTo>
                      <a:lnTo>
                        <a:pt x="1191" y="811"/>
                      </a:lnTo>
                      <a:lnTo>
                        <a:pt x="1191" y="813"/>
                      </a:lnTo>
                      <a:lnTo>
                        <a:pt x="1190" y="816"/>
                      </a:lnTo>
                      <a:lnTo>
                        <a:pt x="1189" y="818"/>
                      </a:lnTo>
                      <a:lnTo>
                        <a:pt x="1187" y="821"/>
                      </a:lnTo>
                      <a:lnTo>
                        <a:pt x="1184" y="822"/>
                      </a:lnTo>
                      <a:lnTo>
                        <a:pt x="1181" y="824"/>
                      </a:lnTo>
                      <a:lnTo>
                        <a:pt x="1179" y="828"/>
                      </a:lnTo>
                      <a:lnTo>
                        <a:pt x="1178" y="831"/>
                      </a:lnTo>
                      <a:lnTo>
                        <a:pt x="1177" y="836"/>
                      </a:lnTo>
                      <a:lnTo>
                        <a:pt x="1175" y="847"/>
                      </a:lnTo>
                      <a:lnTo>
                        <a:pt x="1170" y="859"/>
                      </a:lnTo>
                      <a:lnTo>
                        <a:pt x="1162" y="872"/>
                      </a:lnTo>
                      <a:lnTo>
                        <a:pt x="1153" y="884"/>
                      </a:lnTo>
                      <a:lnTo>
                        <a:pt x="1147" y="890"/>
                      </a:lnTo>
                      <a:lnTo>
                        <a:pt x="1143" y="894"/>
                      </a:lnTo>
                      <a:lnTo>
                        <a:pt x="1138" y="898"/>
                      </a:lnTo>
                      <a:lnTo>
                        <a:pt x="1132" y="900"/>
                      </a:lnTo>
                      <a:lnTo>
                        <a:pt x="1127" y="903"/>
                      </a:lnTo>
                      <a:lnTo>
                        <a:pt x="1121" y="903"/>
                      </a:lnTo>
                      <a:lnTo>
                        <a:pt x="1116" y="901"/>
                      </a:lnTo>
                      <a:lnTo>
                        <a:pt x="1112" y="899"/>
                      </a:lnTo>
                      <a:lnTo>
                        <a:pt x="1107" y="897"/>
                      </a:lnTo>
                      <a:lnTo>
                        <a:pt x="1103" y="893"/>
                      </a:lnTo>
                      <a:lnTo>
                        <a:pt x="1100" y="890"/>
                      </a:lnTo>
                      <a:lnTo>
                        <a:pt x="1099" y="885"/>
                      </a:lnTo>
                      <a:lnTo>
                        <a:pt x="1097" y="880"/>
                      </a:lnTo>
                      <a:lnTo>
                        <a:pt x="1097" y="875"/>
                      </a:lnTo>
                      <a:lnTo>
                        <a:pt x="1099" y="872"/>
                      </a:lnTo>
                      <a:lnTo>
                        <a:pt x="1100" y="868"/>
                      </a:lnTo>
                      <a:lnTo>
                        <a:pt x="1103" y="861"/>
                      </a:lnTo>
                      <a:lnTo>
                        <a:pt x="1109" y="856"/>
                      </a:lnTo>
                      <a:lnTo>
                        <a:pt x="1121" y="848"/>
                      </a:lnTo>
                      <a:lnTo>
                        <a:pt x="1135" y="837"/>
                      </a:lnTo>
                      <a:lnTo>
                        <a:pt x="1139" y="835"/>
                      </a:lnTo>
                      <a:lnTo>
                        <a:pt x="1141" y="834"/>
                      </a:lnTo>
                      <a:lnTo>
                        <a:pt x="1141" y="831"/>
                      </a:lnTo>
                      <a:lnTo>
                        <a:pt x="1141" y="829"/>
                      </a:lnTo>
                      <a:lnTo>
                        <a:pt x="1137" y="819"/>
                      </a:lnTo>
                      <a:lnTo>
                        <a:pt x="1128" y="806"/>
                      </a:lnTo>
                      <a:lnTo>
                        <a:pt x="1121" y="793"/>
                      </a:lnTo>
                      <a:lnTo>
                        <a:pt x="1115" y="777"/>
                      </a:lnTo>
                      <a:lnTo>
                        <a:pt x="1112" y="771"/>
                      </a:lnTo>
                      <a:lnTo>
                        <a:pt x="1106" y="765"/>
                      </a:lnTo>
                      <a:lnTo>
                        <a:pt x="1100" y="759"/>
                      </a:lnTo>
                      <a:lnTo>
                        <a:pt x="1094" y="755"/>
                      </a:lnTo>
                      <a:lnTo>
                        <a:pt x="1090" y="753"/>
                      </a:lnTo>
                      <a:lnTo>
                        <a:pt x="1087" y="753"/>
                      </a:lnTo>
                      <a:lnTo>
                        <a:pt x="1082" y="755"/>
                      </a:lnTo>
                      <a:lnTo>
                        <a:pt x="1076" y="758"/>
                      </a:lnTo>
                      <a:lnTo>
                        <a:pt x="1068" y="760"/>
                      </a:lnTo>
                      <a:lnTo>
                        <a:pt x="1059" y="760"/>
                      </a:lnTo>
                      <a:lnTo>
                        <a:pt x="1053" y="759"/>
                      </a:lnTo>
                      <a:lnTo>
                        <a:pt x="1047" y="755"/>
                      </a:lnTo>
                      <a:lnTo>
                        <a:pt x="1044" y="754"/>
                      </a:lnTo>
                      <a:lnTo>
                        <a:pt x="1040" y="753"/>
                      </a:lnTo>
                      <a:lnTo>
                        <a:pt x="1038" y="753"/>
                      </a:lnTo>
                      <a:lnTo>
                        <a:pt x="1037" y="753"/>
                      </a:lnTo>
                      <a:lnTo>
                        <a:pt x="1034" y="754"/>
                      </a:lnTo>
                      <a:lnTo>
                        <a:pt x="1033" y="758"/>
                      </a:lnTo>
                      <a:lnTo>
                        <a:pt x="1033" y="760"/>
                      </a:lnTo>
                      <a:lnTo>
                        <a:pt x="1032" y="765"/>
                      </a:lnTo>
                      <a:lnTo>
                        <a:pt x="1032" y="775"/>
                      </a:lnTo>
                      <a:lnTo>
                        <a:pt x="1031" y="785"/>
                      </a:lnTo>
                      <a:lnTo>
                        <a:pt x="1031" y="790"/>
                      </a:lnTo>
                      <a:lnTo>
                        <a:pt x="1028" y="793"/>
                      </a:lnTo>
                      <a:lnTo>
                        <a:pt x="1026" y="797"/>
                      </a:lnTo>
                      <a:lnTo>
                        <a:pt x="1022" y="800"/>
                      </a:lnTo>
                      <a:lnTo>
                        <a:pt x="1018" y="802"/>
                      </a:lnTo>
                      <a:lnTo>
                        <a:pt x="1013" y="803"/>
                      </a:lnTo>
                      <a:lnTo>
                        <a:pt x="1007" y="803"/>
                      </a:lnTo>
                      <a:lnTo>
                        <a:pt x="1001" y="803"/>
                      </a:lnTo>
                      <a:lnTo>
                        <a:pt x="995" y="800"/>
                      </a:lnTo>
                      <a:lnTo>
                        <a:pt x="990" y="798"/>
                      </a:lnTo>
                      <a:lnTo>
                        <a:pt x="986" y="794"/>
                      </a:lnTo>
                      <a:lnTo>
                        <a:pt x="982" y="791"/>
                      </a:lnTo>
                      <a:lnTo>
                        <a:pt x="980" y="786"/>
                      </a:lnTo>
                      <a:lnTo>
                        <a:pt x="979" y="781"/>
                      </a:lnTo>
                      <a:lnTo>
                        <a:pt x="979" y="777"/>
                      </a:lnTo>
                      <a:lnTo>
                        <a:pt x="980" y="772"/>
                      </a:lnTo>
                      <a:lnTo>
                        <a:pt x="983" y="762"/>
                      </a:lnTo>
                      <a:lnTo>
                        <a:pt x="988" y="755"/>
                      </a:lnTo>
                      <a:lnTo>
                        <a:pt x="992" y="748"/>
                      </a:lnTo>
                      <a:lnTo>
                        <a:pt x="994" y="739"/>
                      </a:lnTo>
                      <a:lnTo>
                        <a:pt x="995" y="728"/>
                      </a:lnTo>
                      <a:lnTo>
                        <a:pt x="994" y="715"/>
                      </a:lnTo>
                      <a:lnTo>
                        <a:pt x="994" y="703"/>
                      </a:lnTo>
                      <a:lnTo>
                        <a:pt x="994" y="692"/>
                      </a:lnTo>
                      <a:lnTo>
                        <a:pt x="994" y="684"/>
                      </a:lnTo>
                      <a:lnTo>
                        <a:pt x="992" y="674"/>
                      </a:lnTo>
                      <a:lnTo>
                        <a:pt x="988" y="662"/>
                      </a:lnTo>
                      <a:lnTo>
                        <a:pt x="984" y="651"/>
                      </a:lnTo>
                      <a:lnTo>
                        <a:pt x="981" y="643"/>
                      </a:lnTo>
                      <a:lnTo>
                        <a:pt x="977" y="638"/>
                      </a:lnTo>
                      <a:lnTo>
                        <a:pt x="971" y="633"/>
                      </a:lnTo>
                      <a:lnTo>
                        <a:pt x="965" y="628"/>
                      </a:lnTo>
                      <a:lnTo>
                        <a:pt x="954" y="622"/>
                      </a:lnTo>
                      <a:lnTo>
                        <a:pt x="946" y="617"/>
                      </a:lnTo>
                      <a:lnTo>
                        <a:pt x="944" y="615"/>
                      </a:lnTo>
                      <a:lnTo>
                        <a:pt x="942" y="611"/>
                      </a:lnTo>
                      <a:lnTo>
                        <a:pt x="940" y="608"/>
                      </a:lnTo>
                      <a:lnTo>
                        <a:pt x="940" y="603"/>
                      </a:lnTo>
                      <a:lnTo>
                        <a:pt x="939" y="596"/>
                      </a:lnTo>
                      <a:lnTo>
                        <a:pt x="937" y="591"/>
                      </a:lnTo>
                      <a:lnTo>
                        <a:pt x="936" y="590"/>
                      </a:lnTo>
                      <a:lnTo>
                        <a:pt x="933" y="589"/>
                      </a:lnTo>
                      <a:lnTo>
                        <a:pt x="931" y="589"/>
                      </a:lnTo>
                      <a:lnTo>
                        <a:pt x="930" y="590"/>
                      </a:lnTo>
                      <a:lnTo>
                        <a:pt x="925" y="592"/>
                      </a:lnTo>
                      <a:lnTo>
                        <a:pt x="920" y="596"/>
                      </a:lnTo>
                      <a:lnTo>
                        <a:pt x="918" y="598"/>
                      </a:lnTo>
                      <a:lnTo>
                        <a:pt x="917" y="602"/>
                      </a:lnTo>
                      <a:lnTo>
                        <a:pt x="916" y="607"/>
                      </a:lnTo>
                      <a:lnTo>
                        <a:pt x="916" y="614"/>
                      </a:lnTo>
                      <a:lnTo>
                        <a:pt x="916" y="620"/>
                      </a:lnTo>
                      <a:lnTo>
                        <a:pt x="914" y="623"/>
                      </a:lnTo>
                      <a:lnTo>
                        <a:pt x="913" y="626"/>
                      </a:lnTo>
                      <a:lnTo>
                        <a:pt x="911" y="628"/>
                      </a:lnTo>
                      <a:lnTo>
                        <a:pt x="904" y="630"/>
                      </a:lnTo>
                      <a:lnTo>
                        <a:pt x="894" y="634"/>
                      </a:lnTo>
                      <a:lnTo>
                        <a:pt x="886" y="639"/>
                      </a:lnTo>
                      <a:lnTo>
                        <a:pt x="880" y="642"/>
                      </a:lnTo>
                      <a:lnTo>
                        <a:pt x="879" y="643"/>
                      </a:lnTo>
                      <a:lnTo>
                        <a:pt x="877" y="646"/>
                      </a:lnTo>
                      <a:lnTo>
                        <a:pt x="877" y="649"/>
                      </a:lnTo>
                      <a:lnTo>
                        <a:pt x="877" y="653"/>
                      </a:lnTo>
                      <a:lnTo>
                        <a:pt x="877" y="670"/>
                      </a:lnTo>
                      <a:lnTo>
                        <a:pt x="877" y="684"/>
                      </a:lnTo>
                      <a:lnTo>
                        <a:pt x="876" y="696"/>
                      </a:lnTo>
                      <a:lnTo>
                        <a:pt x="875" y="706"/>
                      </a:lnTo>
                      <a:lnTo>
                        <a:pt x="874" y="714"/>
                      </a:lnTo>
                      <a:lnTo>
                        <a:pt x="872" y="721"/>
                      </a:lnTo>
                      <a:lnTo>
                        <a:pt x="869" y="725"/>
                      </a:lnTo>
                      <a:lnTo>
                        <a:pt x="866" y="728"/>
                      </a:lnTo>
                      <a:lnTo>
                        <a:pt x="863" y="730"/>
                      </a:lnTo>
                      <a:lnTo>
                        <a:pt x="860" y="731"/>
                      </a:lnTo>
                      <a:lnTo>
                        <a:pt x="857" y="731"/>
                      </a:lnTo>
                      <a:lnTo>
                        <a:pt x="854" y="731"/>
                      </a:lnTo>
                      <a:lnTo>
                        <a:pt x="849" y="730"/>
                      </a:lnTo>
                      <a:lnTo>
                        <a:pt x="844" y="728"/>
                      </a:lnTo>
                      <a:lnTo>
                        <a:pt x="835" y="723"/>
                      </a:lnTo>
                      <a:lnTo>
                        <a:pt x="824" y="716"/>
                      </a:lnTo>
                      <a:lnTo>
                        <a:pt x="813" y="706"/>
                      </a:lnTo>
                      <a:lnTo>
                        <a:pt x="804" y="697"/>
                      </a:lnTo>
                      <a:lnTo>
                        <a:pt x="786" y="679"/>
                      </a:lnTo>
                      <a:lnTo>
                        <a:pt x="775" y="671"/>
                      </a:lnTo>
                      <a:lnTo>
                        <a:pt x="769" y="670"/>
                      </a:lnTo>
                      <a:lnTo>
                        <a:pt x="761" y="668"/>
                      </a:lnTo>
                      <a:lnTo>
                        <a:pt x="751" y="666"/>
                      </a:lnTo>
                      <a:lnTo>
                        <a:pt x="744" y="661"/>
                      </a:lnTo>
                      <a:lnTo>
                        <a:pt x="738" y="657"/>
                      </a:lnTo>
                      <a:lnTo>
                        <a:pt x="735" y="655"/>
                      </a:lnTo>
                      <a:lnTo>
                        <a:pt x="730" y="654"/>
                      </a:lnTo>
                      <a:lnTo>
                        <a:pt x="722" y="654"/>
                      </a:lnTo>
                      <a:lnTo>
                        <a:pt x="717" y="654"/>
                      </a:lnTo>
                      <a:lnTo>
                        <a:pt x="712" y="653"/>
                      </a:lnTo>
                      <a:lnTo>
                        <a:pt x="706" y="651"/>
                      </a:lnTo>
                      <a:lnTo>
                        <a:pt x="703" y="647"/>
                      </a:lnTo>
                      <a:lnTo>
                        <a:pt x="698" y="643"/>
                      </a:lnTo>
                      <a:lnTo>
                        <a:pt x="696" y="639"/>
                      </a:lnTo>
                      <a:lnTo>
                        <a:pt x="692" y="634"/>
                      </a:lnTo>
                      <a:lnTo>
                        <a:pt x="691" y="628"/>
                      </a:lnTo>
                      <a:lnTo>
                        <a:pt x="688" y="616"/>
                      </a:lnTo>
                      <a:lnTo>
                        <a:pt x="684" y="604"/>
                      </a:lnTo>
                      <a:lnTo>
                        <a:pt x="677" y="592"/>
                      </a:lnTo>
                      <a:lnTo>
                        <a:pt x="667" y="579"/>
                      </a:lnTo>
                      <a:lnTo>
                        <a:pt x="660" y="573"/>
                      </a:lnTo>
                      <a:lnTo>
                        <a:pt x="654" y="569"/>
                      </a:lnTo>
                      <a:lnTo>
                        <a:pt x="647" y="565"/>
                      </a:lnTo>
                      <a:lnTo>
                        <a:pt x="640" y="563"/>
                      </a:lnTo>
                      <a:lnTo>
                        <a:pt x="627" y="561"/>
                      </a:lnTo>
                      <a:lnTo>
                        <a:pt x="617" y="561"/>
                      </a:lnTo>
                      <a:lnTo>
                        <a:pt x="614" y="560"/>
                      </a:lnTo>
                      <a:lnTo>
                        <a:pt x="610" y="560"/>
                      </a:lnTo>
                      <a:lnTo>
                        <a:pt x="606" y="558"/>
                      </a:lnTo>
                      <a:lnTo>
                        <a:pt x="604" y="557"/>
                      </a:lnTo>
                      <a:lnTo>
                        <a:pt x="599" y="551"/>
                      </a:lnTo>
                      <a:lnTo>
                        <a:pt x="596" y="542"/>
                      </a:lnTo>
                      <a:lnTo>
                        <a:pt x="593" y="539"/>
                      </a:lnTo>
                      <a:lnTo>
                        <a:pt x="590" y="535"/>
                      </a:lnTo>
                      <a:lnTo>
                        <a:pt x="585" y="532"/>
                      </a:lnTo>
                      <a:lnTo>
                        <a:pt x="580" y="528"/>
                      </a:lnTo>
                      <a:lnTo>
                        <a:pt x="568" y="523"/>
                      </a:lnTo>
                      <a:lnTo>
                        <a:pt x="558" y="516"/>
                      </a:lnTo>
                      <a:lnTo>
                        <a:pt x="554" y="512"/>
                      </a:lnTo>
                      <a:lnTo>
                        <a:pt x="551" y="507"/>
                      </a:lnTo>
                      <a:lnTo>
                        <a:pt x="549" y="501"/>
                      </a:lnTo>
                      <a:lnTo>
                        <a:pt x="547" y="494"/>
                      </a:lnTo>
                      <a:lnTo>
                        <a:pt x="547" y="485"/>
                      </a:lnTo>
                      <a:lnTo>
                        <a:pt x="547" y="478"/>
                      </a:lnTo>
                      <a:lnTo>
                        <a:pt x="547" y="470"/>
                      </a:lnTo>
                      <a:lnTo>
                        <a:pt x="548" y="462"/>
                      </a:lnTo>
                      <a:lnTo>
                        <a:pt x="548" y="453"/>
                      </a:lnTo>
                      <a:lnTo>
                        <a:pt x="548" y="446"/>
                      </a:lnTo>
                      <a:lnTo>
                        <a:pt x="546" y="439"/>
                      </a:lnTo>
                      <a:lnTo>
                        <a:pt x="545" y="433"/>
                      </a:lnTo>
                      <a:lnTo>
                        <a:pt x="539" y="421"/>
                      </a:lnTo>
                      <a:lnTo>
                        <a:pt x="535" y="409"/>
                      </a:lnTo>
                      <a:lnTo>
                        <a:pt x="534" y="397"/>
                      </a:lnTo>
                      <a:lnTo>
                        <a:pt x="534" y="386"/>
                      </a:lnTo>
                      <a:lnTo>
                        <a:pt x="533" y="376"/>
                      </a:lnTo>
                      <a:lnTo>
                        <a:pt x="530" y="367"/>
                      </a:lnTo>
                      <a:lnTo>
                        <a:pt x="524" y="358"/>
                      </a:lnTo>
                      <a:lnTo>
                        <a:pt x="517" y="349"/>
                      </a:lnTo>
                      <a:lnTo>
                        <a:pt x="513" y="343"/>
                      </a:lnTo>
                      <a:lnTo>
                        <a:pt x="509" y="337"/>
                      </a:lnTo>
                      <a:lnTo>
                        <a:pt x="507" y="330"/>
                      </a:lnTo>
                      <a:lnTo>
                        <a:pt x="504" y="323"/>
                      </a:lnTo>
                      <a:lnTo>
                        <a:pt x="504" y="315"/>
                      </a:lnTo>
                      <a:lnTo>
                        <a:pt x="505" y="311"/>
                      </a:lnTo>
                      <a:lnTo>
                        <a:pt x="508" y="306"/>
                      </a:lnTo>
                      <a:lnTo>
                        <a:pt x="511" y="304"/>
                      </a:lnTo>
                      <a:lnTo>
                        <a:pt x="515" y="300"/>
                      </a:lnTo>
                      <a:lnTo>
                        <a:pt x="518" y="298"/>
                      </a:lnTo>
                      <a:lnTo>
                        <a:pt x="521" y="294"/>
                      </a:lnTo>
                      <a:lnTo>
                        <a:pt x="522" y="289"/>
                      </a:lnTo>
                      <a:lnTo>
                        <a:pt x="520" y="285"/>
                      </a:lnTo>
                      <a:lnTo>
                        <a:pt x="516" y="277"/>
                      </a:lnTo>
                      <a:lnTo>
                        <a:pt x="509" y="269"/>
                      </a:lnTo>
                      <a:lnTo>
                        <a:pt x="502" y="261"/>
                      </a:lnTo>
                      <a:lnTo>
                        <a:pt x="486" y="244"/>
                      </a:lnTo>
                      <a:lnTo>
                        <a:pt x="478" y="232"/>
                      </a:lnTo>
                      <a:lnTo>
                        <a:pt x="474" y="225"/>
                      </a:lnTo>
                      <a:lnTo>
                        <a:pt x="473" y="219"/>
                      </a:lnTo>
                      <a:lnTo>
                        <a:pt x="470" y="214"/>
                      </a:lnTo>
                      <a:lnTo>
                        <a:pt x="464" y="207"/>
                      </a:lnTo>
                      <a:lnTo>
                        <a:pt x="463" y="204"/>
                      </a:lnTo>
                      <a:lnTo>
                        <a:pt x="461" y="198"/>
                      </a:lnTo>
                      <a:lnTo>
                        <a:pt x="461" y="191"/>
                      </a:lnTo>
                      <a:lnTo>
                        <a:pt x="461" y="182"/>
                      </a:lnTo>
                      <a:lnTo>
                        <a:pt x="463" y="161"/>
                      </a:lnTo>
                      <a:lnTo>
                        <a:pt x="464" y="137"/>
                      </a:lnTo>
                      <a:lnTo>
                        <a:pt x="464" y="125"/>
                      </a:lnTo>
                      <a:lnTo>
                        <a:pt x="464" y="115"/>
                      </a:lnTo>
                      <a:lnTo>
                        <a:pt x="461" y="105"/>
                      </a:lnTo>
                      <a:lnTo>
                        <a:pt x="460" y="96"/>
                      </a:lnTo>
                      <a:lnTo>
                        <a:pt x="457" y="88"/>
                      </a:lnTo>
                      <a:lnTo>
                        <a:pt x="452" y="84"/>
                      </a:lnTo>
                      <a:lnTo>
                        <a:pt x="450" y="82"/>
                      </a:lnTo>
                      <a:lnTo>
                        <a:pt x="446" y="81"/>
                      </a:lnTo>
                      <a:lnTo>
                        <a:pt x="442" y="81"/>
                      </a:lnTo>
                      <a:lnTo>
                        <a:pt x="439" y="81"/>
                      </a:lnTo>
                      <a:lnTo>
                        <a:pt x="423" y="82"/>
                      </a:lnTo>
                      <a:lnTo>
                        <a:pt x="410" y="84"/>
                      </a:lnTo>
                      <a:lnTo>
                        <a:pt x="400" y="82"/>
                      </a:lnTo>
                      <a:lnTo>
                        <a:pt x="390" y="81"/>
                      </a:lnTo>
                      <a:lnTo>
                        <a:pt x="383" y="79"/>
                      </a:lnTo>
                      <a:lnTo>
                        <a:pt x="378" y="77"/>
                      </a:lnTo>
                      <a:lnTo>
                        <a:pt x="373" y="74"/>
                      </a:lnTo>
                      <a:lnTo>
                        <a:pt x="370" y="71"/>
                      </a:lnTo>
                      <a:lnTo>
                        <a:pt x="360" y="67"/>
                      </a:lnTo>
                      <a:lnTo>
                        <a:pt x="347" y="62"/>
                      </a:lnTo>
                      <a:lnTo>
                        <a:pt x="333" y="60"/>
                      </a:lnTo>
                      <a:lnTo>
                        <a:pt x="321" y="55"/>
                      </a:lnTo>
                      <a:lnTo>
                        <a:pt x="316" y="53"/>
                      </a:lnTo>
                      <a:lnTo>
                        <a:pt x="313" y="48"/>
                      </a:lnTo>
                      <a:lnTo>
                        <a:pt x="310" y="43"/>
                      </a:lnTo>
                      <a:lnTo>
                        <a:pt x="307" y="37"/>
                      </a:lnTo>
                      <a:lnTo>
                        <a:pt x="302" y="24"/>
                      </a:lnTo>
                      <a:lnTo>
                        <a:pt x="294" y="11"/>
                      </a:lnTo>
                      <a:lnTo>
                        <a:pt x="289" y="6"/>
                      </a:lnTo>
                      <a:lnTo>
                        <a:pt x="285" y="3"/>
                      </a:lnTo>
                      <a:lnTo>
                        <a:pt x="278" y="0"/>
                      </a:lnTo>
                      <a:lnTo>
                        <a:pt x="265" y="2"/>
                      </a:lnTo>
                      <a:lnTo>
                        <a:pt x="257" y="2"/>
                      </a:lnTo>
                      <a:lnTo>
                        <a:pt x="252" y="4"/>
                      </a:lnTo>
                      <a:lnTo>
                        <a:pt x="249" y="6"/>
                      </a:lnTo>
                      <a:lnTo>
                        <a:pt x="245" y="9"/>
                      </a:lnTo>
                      <a:lnTo>
                        <a:pt x="243" y="11"/>
                      </a:lnTo>
                      <a:lnTo>
                        <a:pt x="240" y="12"/>
                      </a:lnTo>
                      <a:lnTo>
                        <a:pt x="237" y="14"/>
                      </a:lnTo>
                      <a:lnTo>
                        <a:pt x="232" y="14"/>
                      </a:lnTo>
                      <a:lnTo>
                        <a:pt x="227" y="14"/>
                      </a:lnTo>
                      <a:lnTo>
                        <a:pt x="222" y="15"/>
                      </a:lnTo>
                      <a:lnTo>
                        <a:pt x="217" y="17"/>
                      </a:lnTo>
                      <a:lnTo>
                        <a:pt x="212" y="19"/>
                      </a:lnTo>
                      <a:lnTo>
                        <a:pt x="208" y="24"/>
                      </a:lnTo>
                      <a:lnTo>
                        <a:pt x="203" y="28"/>
                      </a:lnTo>
                      <a:lnTo>
                        <a:pt x="200" y="33"/>
                      </a:lnTo>
                      <a:lnTo>
                        <a:pt x="198" y="37"/>
                      </a:lnTo>
                      <a:lnTo>
                        <a:pt x="196" y="43"/>
                      </a:lnTo>
                      <a:lnTo>
                        <a:pt x="196" y="53"/>
                      </a:lnTo>
                      <a:lnTo>
                        <a:pt x="198" y="62"/>
                      </a:lnTo>
                      <a:lnTo>
                        <a:pt x="198" y="73"/>
                      </a:lnTo>
                      <a:lnTo>
                        <a:pt x="199" y="82"/>
                      </a:lnTo>
                      <a:lnTo>
                        <a:pt x="199" y="91"/>
                      </a:lnTo>
                      <a:lnTo>
                        <a:pt x="198" y="93"/>
                      </a:lnTo>
                      <a:lnTo>
                        <a:pt x="198" y="96"/>
                      </a:lnTo>
                      <a:lnTo>
                        <a:pt x="195" y="97"/>
                      </a:lnTo>
                      <a:lnTo>
                        <a:pt x="194" y="97"/>
                      </a:lnTo>
                      <a:lnTo>
                        <a:pt x="190" y="96"/>
                      </a:lnTo>
                      <a:lnTo>
                        <a:pt x="187" y="94"/>
                      </a:lnTo>
                      <a:lnTo>
                        <a:pt x="183" y="94"/>
                      </a:lnTo>
                      <a:lnTo>
                        <a:pt x="180" y="96"/>
                      </a:lnTo>
                      <a:lnTo>
                        <a:pt x="176" y="98"/>
                      </a:lnTo>
                      <a:lnTo>
                        <a:pt x="174" y="101"/>
                      </a:lnTo>
                      <a:lnTo>
                        <a:pt x="170" y="106"/>
                      </a:lnTo>
                      <a:lnTo>
                        <a:pt x="168" y="112"/>
                      </a:lnTo>
                      <a:lnTo>
                        <a:pt x="164" y="118"/>
                      </a:lnTo>
                      <a:lnTo>
                        <a:pt x="162" y="123"/>
                      </a:lnTo>
                      <a:lnTo>
                        <a:pt x="158" y="126"/>
                      </a:lnTo>
                      <a:lnTo>
                        <a:pt x="155" y="129"/>
                      </a:lnTo>
                      <a:lnTo>
                        <a:pt x="145" y="131"/>
                      </a:lnTo>
                      <a:lnTo>
                        <a:pt x="134" y="134"/>
                      </a:lnTo>
                      <a:lnTo>
                        <a:pt x="120" y="136"/>
                      </a:lnTo>
                      <a:lnTo>
                        <a:pt x="107" y="138"/>
                      </a:lnTo>
                      <a:lnTo>
                        <a:pt x="94" y="141"/>
                      </a:lnTo>
                      <a:lnTo>
                        <a:pt x="82" y="143"/>
                      </a:lnTo>
                      <a:lnTo>
                        <a:pt x="77" y="144"/>
                      </a:lnTo>
                      <a:lnTo>
                        <a:pt x="73" y="147"/>
                      </a:lnTo>
                      <a:lnTo>
                        <a:pt x="68" y="150"/>
                      </a:lnTo>
                      <a:lnTo>
                        <a:pt x="66" y="153"/>
                      </a:lnTo>
                      <a:lnTo>
                        <a:pt x="63" y="157"/>
                      </a:lnTo>
                      <a:lnTo>
                        <a:pt x="62" y="161"/>
                      </a:lnTo>
                      <a:lnTo>
                        <a:pt x="61" y="164"/>
                      </a:lnTo>
                      <a:lnTo>
                        <a:pt x="62" y="169"/>
                      </a:lnTo>
                      <a:lnTo>
                        <a:pt x="66" y="178"/>
                      </a:lnTo>
                      <a:lnTo>
                        <a:pt x="69" y="185"/>
                      </a:lnTo>
                      <a:lnTo>
                        <a:pt x="74" y="194"/>
                      </a:lnTo>
                      <a:lnTo>
                        <a:pt x="77" y="208"/>
                      </a:lnTo>
                      <a:lnTo>
                        <a:pt x="79" y="217"/>
                      </a:lnTo>
                      <a:lnTo>
                        <a:pt x="79" y="224"/>
                      </a:lnTo>
                      <a:lnTo>
                        <a:pt x="79" y="230"/>
                      </a:lnTo>
                      <a:lnTo>
                        <a:pt x="77" y="236"/>
                      </a:lnTo>
                      <a:lnTo>
                        <a:pt x="74" y="245"/>
                      </a:lnTo>
                      <a:lnTo>
                        <a:pt x="69" y="255"/>
                      </a:lnTo>
                      <a:lnTo>
                        <a:pt x="69" y="260"/>
                      </a:lnTo>
                      <a:lnTo>
                        <a:pt x="69" y="264"/>
                      </a:lnTo>
                      <a:lnTo>
                        <a:pt x="70" y="268"/>
                      </a:lnTo>
                      <a:lnTo>
                        <a:pt x="74" y="271"/>
                      </a:lnTo>
                      <a:lnTo>
                        <a:pt x="76" y="275"/>
                      </a:lnTo>
                      <a:lnTo>
                        <a:pt x="81" y="276"/>
                      </a:lnTo>
                      <a:lnTo>
                        <a:pt x="85" y="279"/>
                      </a:lnTo>
                      <a:lnTo>
                        <a:pt x="89" y="280"/>
                      </a:lnTo>
                      <a:lnTo>
                        <a:pt x="96" y="280"/>
                      </a:lnTo>
                      <a:lnTo>
                        <a:pt x="101" y="282"/>
                      </a:lnTo>
                      <a:lnTo>
                        <a:pt x="102" y="283"/>
                      </a:lnTo>
                      <a:lnTo>
                        <a:pt x="102" y="285"/>
                      </a:lnTo>
                      <a:lnTo>
                        <a:pt x="102" y="287"/>
                      </a:lnTo>
                      <a:lnTo>
                        <a:pt x="101" y="290"/>
                      </a:lnTo>
                      <a:lnTo>
                        <a:pt x="100" y="294"/>
                      </a:lnTo>
                      <a:lnTo>
                        <a:pt x="99" y="298"/>
                      </a:lnTo>
                      <a:lnTo>
                        <a:pt x="99" y="301"/>
                      </a:lnTo>
                      <a:lnTo>
                        <a:pt x="99" y="306"/>
                      </a:lnTo>
                      <a:lnTo>
                        <a:pt x="101" y="309"/>
                      </a:lnTo>
                      <a:lnTo>
                        <a:pt x="104" y="313"/>
                      </a:lnTo>
                      <a:lnTo>
                        <a:pt x="106" y="317"/>
                      </a:lnTo>
                      <a:lnTo>
                        <a:pt x="111" y="320"/>
                      </a:lnTo>
                      <a:lnTo>
                        <a:pt x="120" y="326"/>
                      </a:lnTo>
                      <a:lnTo>
                        <a:pt x="132" y="333"/>
                      </a:lnTo>
                      <a:lnTo>
                        <a:pt x="138" y="337"/>
                      </a:lnTo>
                      <a:lnTo>
                        <a:pt x="144" y="340"/>
                      </a:lnTo>
                      <a:lnTo>
                        <a:pt x="151" y="343"/>
                      </a:lnTo>
                      <a:lnTo>
                        <a:pt x="158" y="345"/>
                      </a:lnTo>
                      <a:lnTo>
                        <a:pt x="165" y="348"/>
                      </a:lnTo>
                      <a:lnTo>
                        <a:pt x="171" y="350"/>
                      </a:lnTo>
                      <a:lnTo>
                        <a:pt x="176" y="352"/>
                      </a:lnTo>
                      <a:lnTo>
                        <a:pt x="181" y="355"/>
                      </a:lnTo>
                      <a:lnTo>
                        <a:pt x="183" y="358"/>
                      </a:lnTo>
                      <a:lnTo>
                        <a:pt x="184" y="361"/>
                      </a:lnTo>
                      <a:lnTo>
                        <a:pt x="184" y="363"/>
                      </a:lnTo>
                      <a:lnTo>
                        <a:pt x="182" y="364"/>
                      </a:lnTo>
                      <a:lnTo>
                        <a:pt x="174" y="367"/>
                      </a:lnTo>
                      <a:lnTo>
                        <a:pt x="164" y="370"/>
                      </a:lnTo>
                      <a:lnTo>
                        <a:pt x="152" y="372"/>
                      </a:lnTo>
                      <a:lnTo>
                        <a:pt x="140" y="374"/>
                      </a:lnTo>
                      <a:lnTo>
                        <a:pt x="136" y="375"/>
                      </a:lnTo>
                      <a:lnTo>
                        <a:pt x="131" y="377"/>
                      </a:lnTo>
                      <a:lnTo>
                        <a:pt x="127" y="380"/>
                      </a:lnTo>
                      <a:lnTo>
                        <a:pt x="124" y="384"/>
                      </a:lnTo>
                      <a:lnTo>
                        <a:pt x="121" y="389"/>
                      </a:lnTo>
                      <a:lnTo>
                        <a:pt x="119" y="395"/>
                      </a:lnTo>
                      <a:lnTo>
                        <a:pt x="118" y="401"/>
                      </a:lnTo>
                      <a:lnTo>
                        <a:pt x="117" y="408"/>
                      </a:lnTo>
                      <a:lnTo>
                        <a:pt x="115" y="414"/>
                      </a:lnTo>
                      <a:lnTo>
                        <a:pt x="113" y="420"/>
                      </a:lnTo>
                      <a:lnTo>
                        <a:pt x="111" y="425"/>
                      </a:lnTo>
                      <a:lnTo>
                        <a:pt x="107" y="430"/>
                      </a:lnTo>
                      <a:lnTo>
                        <a:pt x="98" y="438"/>
                      </a:lnTo>
                      <a:lnTo>
                        <a:pt x="86" y="445"/>
                      </a:lnTo>
                      <a:lnTo>
                        <a:pt x="81" y="447"/>
                      </a:lnTo>
                      <a:lnTo>
                        <a:pt x="76" y="451"/>
                      </a:lnTo>
                      <a:lnTo>
                        <a:pt x="73" y="454"/>
                      </a:lnTo>
                      <a:lnTo>
                        <a:pt x="70" y="458"/>
                      </a:lnTo>
                      <a:lnTo>
                        <a:pt x="69" y="462"/>
                      </a:lnTo>
                      <a:lnTo>
                        <a:pt x="68" y="465"/>
                      </a:lnTo>
                      <a:lnTo>
                        <a:pt x="68" y="468"/>
                      </a:lnTo>
                      <a:lnTo>
                        <a:pt x="69" y="471"/>
                      </a:lnTo>
                      <a:lnTo>
                        <a:pt x="74" y="481"/>
                      </a:lnTo>
                      <a:lnTo>
                        <a:pt x="80" y="491"/>
                      </a:lnTo>
                      <a:lnTo>
                        <a:pt x="82" y="498"/>
                      </a:lnTo>
                      <a:lnTo>
                        <a:pt x="83" y="504"/>
                      </a:lnTo>
                      <a:lnTo>
                        <a:pt x="83" y="512"/>
                      </a:lnTo>
                      <a:lnTo>
                        <a:pt x="82" y="517"/>
                      </a:lnTo>
                      <a:lnTo>
                        <a:pt x="79" y="523"/>
                      </a:lnTo>
                      <a:lnTo>
                        <a:pt x="75" y="527"/>
                      </a:lnTo>
                      <a:lnTo>
                        <a:pt x="71" y="529"/>
                      </a:lnTo>
                      <a:lnTo>
                        <a:pt x="66" y="532"/>
                      </a:lnTo>
                      <a:lnTo>
                        <a:pt x="54" y="533"/>
                      </a:lnTo>
                      <a:lnTo>
                        <a:pt x="37" y="533"/>
                      </a:lnTo>
                      <a:lnTo>
                        <a:pt x="28" y="533"/>
                      </a:lnTo>
                      <a:lnTo>
                        <a:pt x="22" y="535"/>
                      </a:lnTo>
                      <a:lnTo>
                        <a:pt x="16" y="538"/>
                      </a:lnTo>
                      <a:lnTo>
                        <a:pt x="10" y="541"/>
                      </a:lnTo>
                      <a:lnTo>
                        <a:pt x="3" y="548"/>
                      </a:lnTo>
                      <a:lnTo>
                        <a:pt x="0" y="552"/>
                      </a:lnTo>
                      <a:lnTo>
                        <a:pt x="0" y="554"/>
                      </a:lnTo>
                      <a:lnTo>
                        <a:pt x="1" y="557"/>
                      </a:lnTo>
                      <a:lnTo>
                        <a:pt x="3" y="560"/>
                      </a:lnTo>
                      <a:lnTo>
                        <a:pt x="6" y="564"/>
                      </a:lnTo>
                      <a:lnTo>
                        <a:pt x="7" y="566"/>
                      </a:lnTo>
                      <a:lnTo>
                        <a:pt x="10" y="570"/>
                      </a:lnTo>
                      <a:lnTo>
                        <a:pt x="11" y="572"/>
                      </a:lnTo>
                      <a:lnTo>
                        <a:pt x="11" y="577"/>
                      </a:lnTo>
                      <a:lnTo>
                        <a:pt x="11" y="588"/>
                      </a:lnTo>
                      <a:lnTo>
                        <a:pt x="12" y="601"/>
                      </a:lnTo>
                      <a:lnTo>
                        <a:pt x="13" y="613"/>
                      </a:lnTo>
                      <a:lnTo>
                        <a:pt x="14" y="622"/>
                      </a:lnTo>
                      <a:lnTo>
                        <a:pt x="18" y="630"/>
                      </a:lnTo>
                      <a:lnTo>
                        <a:pt x="24" y="638"/>
                      </a:lnTo>
                      <a:lnTo>
                        <a:pt x="31" y="643"/>
                      </a:lnTo>
                      <a:lnTo>
                        <a:pt x="37" y="648"/>
                      </a:lnTo>
                      <a:lnTo>
                        <a:pt x="44" y="651"/>
                      </a:lnTo>
                      <a:lnTo>
                        <a:pt x="51" y="655"/>
                      </a:lnTo>
                      <a:lnTo>
                        <a:pt x="58" y="660"/>
                      </a:lnTo>
                      <a:lnTo>
                        <a:pt x="66" y="667"/>
                      </a:lnTo>
                      <a:lnTo>
                        <a:pt x="73" y="677"/>
                      </a:lnTo>
                      <a:lnTo>
                        <a:pt x="82" y="689"/>
                      </a:lnTo>
                      <a:lnTo>
                        <a:pt x="94" y="701"/>
                      </a:lnTo>
                      <a:lnTo>
                        <a:pt x="105" y="714"/>
                      </a:lnTo>
                      <a:lnTo>
                        <a:pt x="113" y="722"/>
                      </a:lnTo>
                      <a:lnTo>
                        <a:pt x="120" y="730"/>
                      </a:lnTo>
                      <a:lnTo>
                        <a:pt x="127" y="736"/>
                      </a:lnTo>
                      <a:lnTo>
                        <a:pt x="134" y="743"/>
                      </a:lnTo>
                      <a:lnTo>
                        <a:pt x="145" y="752"/>
                      </a:lnTo>
                      <a:lnTo>
                        <a:pt x="154" y="759"/>
                      </a:lnTo>
                      <a:lnTo>
                        <a:pt x="165" y="766"/>
                      </a:lnTo>
                      <a:lnTo>
                        <a:pt x="180" y="774"/>
                      </a:lnTo>
                      <a:lnTo>
                        <a:pt x="193" y="783"/>
                      </a:lnTo>
                      <a:lnTo>
                        <a:pt x="203" y="787"/>
                      </a:lnTo>
                      <a:lnTo>
                        <a:pt x="213" y="791"/>
                      </a:lnTo>
                      <a:lnTo>
                        <a:pt x="226" y="796"/>
                      </a:lnTo>
                      <a:lnTo>
                        <a:pt x="238" y="800"/>
                      </a:lnTo>
                      <a:lnTo>
                        <a:pt x="247" y="805"/>
                      </a:lnTo>
                      <a:lnTo>
                        <a:pt x="255" y="812"/>
                      </a:lnTo>
                      <a:lnTo>
                        <a:pt x="263" y="821"/>
                      </a:lnTo>
                      <a:lnTo>
                        <a:pt x="270" y="829"/>
                      </a:lnTo>
                      <a:lnTo>
                        <a:pt x="274" y="837"/>
                      </a:lnTo>
                      <a:lnTo>
                        <a:pt x="277" y="844"/>
                      </a:lnTo>
                      <a:lnTo>
                        <a:pt x="278" y="853"/>
                      </a:lnTo>
                      <a:lnTo>
                        <a:pt x="281" y="861"/>
                      </a:lnTo>
                      <a:lnTo>
                        <a:pt x="281" y="870"/>
                      </a:lnTo>
                      <a:lnTo>
                        <a:pt x="281" y="881"/>
                      </a:lnTo>
                      <a:lnTo>
                        <a:pt x="282" y="890"/>
                      </a:lnTo>
                      <a:lnTo>
                        <a:pt x="284" y="898"/>
                      </a:lnTo>
                      <a:lnTo>
                        <a:pt x="287" y="904"/>
                      </a:lnTo>
                      <a:lnTo>
                        <a:pt x="294" y="916"/>
                      </a:lnTo>
                      <a:lnTo>
                        <a:pt x="300" y="928"/>
                      </a:lnTo>
                      <a:lnTo>
                        <a:pt x="303" y="937"/>
                      </a:lnTo>
                      <a:lnTo>
                        <a:pt x="310" y="947"/>
                      </a:lnTo>
                      <a:lnTo>
                        <a:pt x="318" y="957"/>
                      </a:lnTo>
                      <a:lnTo>
                        <a:pt x="324" y="966"/>
                      </a:lnTo>
                      <a:lnTo>
                        <a:pt x="328" y="973"/>
                      </a:lnTo>
                      <a:lnTo>
                        <a:pt x="333" y="980"/>
                      </a:lnTo>
                      <a:lnTo>
                        <a:pt x="337" y="988"/>
                      </a:lnTo>
                      <a:lnTo>
                        <a:pt x="339" y="998"/>
                      </a:lnTo>
                      <a:lnTo>
                        <a:pt x="339" y="1008"/>
                      </a:lnTo>
                      <a:lnTo>
                        <a:pt x="338" y="1017"/>
                      </a:lnTo>
                      <a:lnTo>
                        <a:pt x="337" y="1025"/>
                      </a:lnTo>
                      <a:lnTo>
                        <a:pt x="334" y="1031"/>
                      </a:lnTo>
                      <a:lnTo>
                        <a:pt x="328" y="1038"/>
                      </a:lnTo>
                      <a:lnTo>
                        <a:pt x="325" y="1045"/>
                      </a:lnTo>
                      <a:lnTo>
                        <a:pt x="325" y="1049"/>
                      </a:lnTo>
                      <a:lnTo>
                        <a:pt x="326" y="1052"/>
                      </a:lnTo>
                      <a:lnTo>
                        <a:pt x="329" y="1057"/>
                      </a:lnTo>
                      <a:lnTo>
                        <a:pt x="333" y="1059"/>
                      </a:lnTo>
                      <a:lnTo>
                        <a:pt x="335" y="1063"/>
                      </a:lnTo>
                      <a:lnTo>
                        <a:pt x="338" y="1067"/>
                      </a:lnTo>
                      <a:lnTo>
                        <a:pt x="340" y="1071"/>
                      </a:lnTo>
                      <a:lnTo>
                        <a:pt x="341" y="1077"/>
                      </a:lnTo>
                      <a:lnTo>
                        <a:pt x="343" y="1086"/>
                      </a:lnTo>
                      <a:lnTo>
                        <a:pt x="346" y="1094"/>
                      </a:lnTo>
                      <a:lnTo>
                        <a:pt x="352" y="1102"/>
                      </a:lnTo>
                      <a:lnTo>
                        <a:pt x="357" y="1109"/>
                      </a:lnTo>
                      <a:lnTo>
                        <a:pt x="363" y="1117"/>
                      </a:lnTo>
                      <a:lnTo>
                        <a:pt x="369" y="1124"/>
                      </a:lnTo>
                      <a:lnTo>
                        <a:pt x="373" y="1130"/>
                      </a:lnTo>
                      <a:lnTo>
                        <a:pt x="376" y="1137"/>
                      </a:lnTo>
                      <a:lnTo>
                        <a:pt x="377" y="1146"/>
                      </a:lnTo>
                      <a:lnTo>
                        <a:pt x="381" y="1156"/>
                      </a:lnTo>
                      <a:lnTo>
                        <a:pt x="384" y="1165"/>
                      </a:lnTo>
                      <a:lnTo>
                        <a:pt x="390" y="1174"/>
                      </a:lnTo>
                      <a:lnTo>
                        <a:pt x="397" y="1183"/>
                      </a:lnTo>
                      <a:lnTo>
                        <a:pt x="409" y="1195"/>
                      </a:lnTo>
                      <a:lnTo>
                        <a:pt x="421" y="1208"/>
                      </a:lnTo>
                      <a:lnTo>
                        <a:pt x="430" y="1219"/>
                      </a:lnTo>
                      <a:lnTo>
                        <a:pt x="440" y="1229"/>
                      </a:lnTo>
                      <a:lnTo>
                        <a:pt x="452" y="1245"/>
                      </a:lnTo>
                      <a:lnTo>
                        <a:pt x="464" y="1258"/>
                      </a:lnTo>
                      <a:lnTo>
                        <a:pt x="471" y="1267"/>
                      </a:lnTo>
                      <a:lnTo>
                        <a:pt x="476" y="1273"/>
                      </a:lnTo>
                      <a:lnTo>
                        <a:pt x="479" y="1282"/>
                      </a:lnTo>
                      <a:lnTo>
                        <a:pt x="480" y="1285"/>
                      </a:lnTo>
                      <a:lnTo>
                        <a:pt x="480" y="1289"/>
                      </a:lnTo>
                      <a:lnTo>
                        <a:pt x="480" y="1292"/>
                      </a:lnTo>
                      <a:lnTo>
                        <a:pt x="479" y="1296"/>
                      </a:lnTo>
                      <a:lnTo>
                        <a:pt x="473" y="1302"/>
                      </a:lnTo>
                      <a:lnTo>
                        <a:pt x="463" y="1310"/>
                      </a:lnTo>
                      <a:lnTo>
                        <a:pt x="452" y="1317"/>
                      </a:lnTo>
                      <a:lnTo>
                        <a:pt x="445" y="1323"/>
                      </a:lnTo>
                      <a:lnTo>
                        <a:pt x="441" y="1325"/>
                      </a:lnTo>
                      <a:lnTo>
                        <a:pt x="438" y="1326"/>
                      </a:lnTo>
                      <a:lnTo>
                        <a:pt x="435" y="1326"/>
                      </a:lnTo>
                      <a:lnTo>
                        <a:pt x="432" y="1325"/>
                      </a:lnTo>
                      <a:lnTo>
                        <a:pt x="426" y="1321"/>
                      </a:lnTo>
                      <a:lnTo>
                        <a:pt x="421" y="1316"/>
                      </a:lnTo>
                      <a:lnTo>
                        <a:pt x="416" y="1309"/>
                      </a:lnTo>
                      <a:lnTo>
                        <a:pt x="411" y="1303"/>
                      </a:lnTo>
                      <a:lnTo>
                        <a:pt x="408" y="1298"/>
                      </a:lnTo>
                      <a:lnTo>
                        <a:pt x="403" y="1296"/>
                      </a:lnTo>
                      <a:lnTo>
                        <a:pt x="397" y="1297"/>
                      </a:lnTo>
                      <a:lnTo>
                        <a:pt x="391" y="1300"/>
                      </a:lnTo>
                      <a:lnTo>
                        <a:pt x="389" y="1302"/>
                      </a:lnTo>
                      <a:lnTo>
                        <a:pt x="387" y="1306"/>
                      </a:lnTo>
                      <a:lnTo>
                        <a:pt x="384" y="1309"/>
                      </a:lnTo>
                      <a:lnTo>
                        <a:pt x="382" y="1313"/>
                      </a:lnTo>
                      <a:lnTo>
                        <a:pt x="381" y="1325"/>
                      </a:lnTo>
                      <a:lnTo>
                        <a:pt x="381" y="1340"/>
                      </a:lnTo>
                      <a:lnTo>
                        <a:pt x="382" y="1347"/>
                      </a:lnTo>
                      <a:lnTo>
                        <a:pt x="383" y="1354"/>
                      </a:lnTo>
                      <a:lnTo>
                        <a:pt x="384" y="1361"/>
                      </a:lnTo>
                      <a:lnTo>
                        <a:pt x="388" y="1366"/>
                      </a:lnTo>
                      <a:lnTo>
                        <a:pt x="400" y="1380"/>
                      </a:lnTo>
                      <a:lnTo>
                        <a:pt x="410" y="1393"/>
                      </a:lnTo>
                      <a:lnTo>
                        <a:pt x="414" y="1398"/>
                      </a:lnTo>
                      <a:lnTo>
                        <a:pt x="415" y="1403"/>
                      </a:lnTo>
                      <a:lnTo>
                        <a:pt x="416" y="1408"/>
                      </a:lnTo>
                      <a:lnTo>
                        <a:pt x="416" y="1415"/>
                      </a:lnTo>
                      <a:lnTo>
                        <a:pt x="417" y="1422"/>
                      </a:lnTo>
                      <a:lnTo>
                        <a:pt x="419" y="1428"/>
                      </a:lnTo>
                      <a:lnTo>
                        <a:pt x="421" y="1434"/>
                      </a:lnTo>
                      <a:lnTo>
                        <a:pt x="426" y="1439"/>
                      </a:lnTo>
                      <a:lnTo>
                        <a:pt x="430" y="1443"/>
                      </a:lnTo>
                      <a:lnTo>
                        <a:pt x="434" y="1448"/>
                      </a:lnTo>
                      <a:lnTo>
                        <a:pt x="436" y="1454"/>
                      </a:lnTo>
                      <a:lnTo>
                        <a:pt x="438" y="1461"/>
                      </a:lnTo>
                      <a:lnTo>
                        <a:pt x="436" y="1472"/>
                      </a:lnTo>
                      <a:lnTo>
                        <a:pt x="435" y="1484"/>
                      </a:lnTo>
                      <a:lnTo>
                        <a:pt x="435" y="1490"/>
                      </a:lnTo>
                      <a:lnTo>
                        <a:pt x="435" y="1496"/>
                      </a:lnTo>
                      <a:lnTo>
                        <a:pt x="436" y="1500"/>
                      </a:lnTo>
                      <a:lnTo>
                        <a:pt x="439" y="1504"/>
                      </a:lnTo>
                      <a:lnTo>
                        <a:pt x="452" y="1519"/>
                      </a:lnTo>
                      <a:lnTo>
                        <a:pt x="470" y="1537"/>
                      </a:lnTo>
                      <a:lnTo>
                        <a:pt x="476" y="1547"/>
                      </a:lnTo>
                      <a:lnTo>
                        <a:pt x="479" y="1554"/>
                      </a:lnTo>
                      <a:lnTo>
                        <a:pt x="480" y="1560"/>
                      </a:lnTo>
                      <a:lnTo>
                        <a:pt x="480" y="1566"/>
                      </a:lnTo>
                      <a:lnTo>
                        <a:pt x="480" y="1572"/>
                      </a:lnTo>
                      <a:lnTo>
                        <a:pt x="478" y="1578"/>
                      </a:lnTo>
                      <a:lnTo>
                        <a:pt x="473" y="1582"/>
                      </a:lnTo>
                      <a:lnTo>
                        <a:pt x="470" y="1587"/>
                      </a:lnTo>
                      <a:lnTo>
                        <a:pt x="467" y="1591"/>
                      </a:lnTo>
                      <a:lnTo>
                        <a:pt x="467" y="1593"/>
                      </a:lnTo>
                      <a:lnTo>
                        <a:pt x="467" y="1597"/>
                      </a:lnTo>
                      <a:lnTo>
                        <a:pt x="470" y="1600"/>
                      </a:lnTo>
                      <a:lnTo>
                        <a:pt x="473" y="1607"/>
                      </a:lnTo>
                      <a:lnTo>
                        <a:pt x="477" y="1615"/>
                      </a:lnTo>
                      <a:lnTo>
                        <a:pt x="477" y="1618"/>
                      </a:lnTo>
                      <a:lnTo>
                        <a:pt x="476" y="1623"/>
                      </a:lnTo>
                      <a:lnTo>
                        <a:pt x="474" y="1626"/>
                      </a:lnTo>
                      <a:lnTo>
                        <a:pt x="473" y="1631"/>
                      </a:lnTo>
                      <a:lnTo>
                        <a:pt x="471" y="1636"/>
                      </a:lnTo>
                      <a:lnTo>
                        <a:pt x="469" y="1642"/>
                      </a:lnTo>
                      <a:lnTo>
                        <a:pt x="467" y="1648"/>
                      </a:lnTo>
                      <a:lnTo>
                        <a:pt x="467" y="1654"/>
                      </a:lnTo>
                      <a:lnTo>
                        <a:pt x="469" y="1669"/>
                      </a:lnTo>
                      <a:lnTo>
                        <a:pt x="470" y="1683"/>
                      </a:lnTo>
                      <a:lnTo>
                        <a:pt x="471" y="1697"/>
                      </a:lnTo>
                      <a:lnTo>
                        <a:pt x="472" y="1707"/>
                      </a:lnTo>
                      <a:lnTo>
                        <a:pt x="471" y="1718"/>
                      </a:lnTo>
                      <a:lnTo>
                        <a:pt x="470" y="1727"/>
                      </a:lnTo>
                      <a:lnTo>
                        <a:pt x="470" y="1738"/>
                      </a:lnTo>
                      <a:lnTo>
                        <a:pt x="469" y="1748"/>
                      </a:lnTo>
                      <a:lnTo>
                        <a:pt x="467" y="1760"/>
                      </a:lnTo>
                      <a:lnTo>
                        <a:pt x="466" y="1775"/>
                      </a:lnTo>
                      <a:lnTo>
                        <a:pt x="465" y="1790"/>
                      </a:lnTo>
                      <a:lnTo>
                        <a:pt x="464" y="1802"/>
                      </a:lnTo>
                      <a:lnTo>
                        <a:pt x="464" y="1812"/>
                      </a:lnTo>
                      <a:lnTo>
                        <a:pt x="465" y="1823"/>
                      </a:lnTo>
                      <a:lnTo>
                        <a:pt x="466" y="1833"/>
                      </a:lnTo>
                      <a:lnTo>
                        <a:pt x="469" y="1840"/>
                      </a:lnTo>
                      <a:lnTo>
                        <a:pt x="471" y="1848"/>
                      </a:lnTo>
                      <a:lnTo>
                        <a:pt x="473" y="1857"/>
                      </a:lnTo>
                      <a:lnTo>
                        <a:pt x="476" y="1869"/>
                      </a:lnTo>
                      <a:lnTo>
                        <a:pt x="478" y="1881"/>
                      </a:lnTo>
                      <a:lnTo>
                        <a:pt x="480" y="1893"/>
                      </a:lnTo>
                      <a:lnTo>
                        <a:pt x="482" y="1905"/>
                      </a:lnTo>
                      <a:lnTo>
                        <a:pt x="482" y="1918"/>
                      </a:lnTo>
                      <a:lnTo>
                        <a:pt x="482" y="1932"/>
                      </a:lnTo>
                      <a:lnTo>
                        <a:pt x="479" y="1946"/>
                      </a:lnTo>
                      <a:lnTo>
                        <a:pt x="477" y="1957"/>
                      </a:lnTo>
                      <a:lnTo>
                        <a:pt x="473" y="1966"/>
                      </a:lnTo>
                      <a:lnTo>
                        <a:pt x="469" y="1975"/>
                      </a:lnTo>
                      <a:lnTo>
                        <a:pt x="463" y="1982"/>
                      </a:lnTo>
                      <a:lnTo>
                        <a:pt x="459" y="1989"/>
                      </a:lnTo>
                      <a:lnTo>
                        <a:pt x="454" y="1996"/>
                      </a:lnTo>
                      <a:lnTo>
                        <a:pt x="452" y="2004"/>
                      </a:lnTo>
                      <a:lnTo>
                        <a:pt x="448" y="2015"/>
                      </a:lnTo>
                      <a:lnTo>
                        <a:pt x="446" y="2027"/>
                      </a:lnTo>
                      <a:lnTo>
                        <a:pt x="444" y="2040"/>
                      </a:lnTo>
                      <a:lnTo>
                        <a:pt x="445" y="2053"/>
                      </a:lnTo>
                      <a:lnTo>
                        <a:pt x="447" y="2066"/>
                      </a:lnTo>
                      <a:lnTo>
                        <a:pt x="452" y="2079"/>
                      </a:lnTo>
                      <a:lnTo>
                        <a:pt x="455" y="2091"/>
                      </a:lnTo>
                      <a:lnTo>
                        <a:pt x="457" y="2099"/>
                      </a:lnTo>
                      <a:lnTo>
                        <a:pt x="458" y="2110"/>
                      </a:lnTo>
                      <a:lnTo>
                        <a:pt x="457" y="2122"/>
                      </a:lnTo>
                      <a:lnTo>
                        <a:pt x="455" y="2136"/>
                      </a:lnTo>
                      <a:lnTo>
                        <a:pt x="454" y="2148"/>
                      </a:lnTo>
                      <a:lnTo>
                        <a:pt x="454" y="2161"/>
                      </a:lnTo>
                      <a:lnTo>
                        <a:pt x="454" y="2178"/>
                      </a:lnTo>
                      <a:lnTo>
                        <a:pt x="455" y="2196"/>
                      </a:lnTo>
                      <a:lnTo>
                        <a:pt x="458" y="2208"/>
                      </a:lnTo>
                      <a:lnTo>
                        <a:pt x="461" y="2216"/>
                      </a:lnTo>
                      <a:lnTo>
                        <a:pt x="464" y="2224"/>
                      </a:lnTo>
                      <a:lnTo>
                        <a:pt x="466" y="2233"/>
                      </a:lnTo>
                      <a:lnTo>
                        <a:pt x="467" y="2241"/>
                      </a:lnTo>
                      <a:lnTo>
                        <a:pt x="467" y="2248"/>
                      </a:lnTo>
                      <a:lnTo>
                        <a:pt x="467" y="2256"/>
                      </a:lnTo>
                      <a:lnTo>
                        <a:pt x="467" y="2277"/>
                      </a:lnTo>
                      <a:lnTo>
                        <a:pt x="466" y="2293"/>
                      </a:lnTo>
                      <a:lnTo>
                        <a:pt x="466" y="2306"/>
                      </a:lnTo>
                      <a:lnTo>
                        <a:pt x="466" y="2317"/>
                      </a:lnTo>
                      <a:lnTo>
                        <a:pt x="464" y="2327"/>
                      </a:lnTo>
                      <a:lnTo>
                        <a:pt x="460" y="2338"/>
                      </a:lnTo>
                      <a:lnTo>
                        <a:pt x="457" y="2350"/>
                      </a:lnTo>
                      <a:lnTo>
                        <a:pt x="454" y="2361"/>
                      </a:lnTo>
                      <a:lnTo>
                        <a:pt x="454" y="2380"/>
                      </a:lnTo>
                      <a:lnTo>
                        <a:pt x="452" y="2395"/>
                      </a:lnTo>
                      <a:lnTo>
                        <a:pt x="450" y="2403"/>
                      </a:lnTo>
                      <a:lnTo>
                        <a:pt x="447" y="2412"/>
                      </a:lnTo>
                      <a:lnTo>
                        <a:pt x="445" y="2424"/>
                      </a:lnTo>
                      <a:lnTo>
                        <a:pt x="444" y="2436"/>
                      </a:lnTo>
                      <a:lnTo>
                        <a:pt x="444" y="2449"/>
                      </a:lnTo>
                      <a:lnTo>
                        <a:pt x="446" y="2463"/>
                      </a:lnTo>
                      <a:lnTo>
                        <a:pt x="448" y="2476"/>
                      </a:lnTo>
                      <a:lnTo>
                        <a:pt x="451" y="2487"/>
                      </a:lnTo>
                      <a:lnTo>
                        <a:pt x="454" y="2498"/>
                      </a:lnTo>
                      <a:lnTo>
                        <a:pt x="458" y="2508"/>
                      </a:lnTo>
                      <a:lnTo>
                        <a:pt x="460" y="2519"/>
                      </a:lnTo>
                      <a:lnTo>
                        <a:pt x="463" y="2530"/>
                      </a:lnTo>
                      <a:lnTo>
                        <a:pt x="464" y="2539"/>
                      </a:lnTo>
                      <a:lnTo>
                        <a:pt x="464" y="2550"/>
                      </a:lnTo>
                      <a:lnTo>
                        <a:pt x="464" y="2559"/>
                      </a:lnTo>
                      <a:lnTo>
                        <a:pt x="461" y="2568"/>
                      </a:lnTo>
                      <a:lnTo>
                        <a:pt x="459" y="2573"/>
                      </a:lnTo>
                      <a:lnTo>
                        <a:pt x="455" y="2578"/>
                      </a:lnTo>
                      <a:lnTo>
                        <a:pt x="453" y="2586"/>
                      </a:lnTo>
                      <a:lnTo>
                        <a:pt x="452" y="2593"/>
                      </a:lnTo>
                      <a:lnTo>
                        <a:pt x="452" y="2602"/>
                      </a:lnTo>
                      <a:lnTo>
                        <a:pt x="455" y="2612"/>
                      </a:lnTo>
                      <a:lnTo>
                        <a:pt x="459" y="2620"/>
                      </a:lnTo>
                      <a:lnTo>
                        <a:pt x="464" y="2627"/>
                      </a:lnTo>
                      <a:lnTo>
                        <a:pt x="470" y="2634"/>
                      </a:lnTo>
                      <a:lnTo>
                        <a:pt x="477" y="2643"/>
                      </a:lnTo>
                      <a:lnTo>
                        <a:pt x="480" y="2647"/>
                      </a:lnTo>
                      <a:lnTo>
                        <a:pt x="484" y="2652"/>
                      </a:lnTo>
                      <a:lnTo>
                        <a:pt x="486" y="2658"/>
                      </a:lnTo>
                      <a:lnTo>
                        <a:pt x="488" y="2663"/>
                      </a:lnTo>
                      <a:lnTo>
                        <a:pt x="490" y="2674"/>
                      </a:lnTo>
                      <a:lnTo>
                        <a:pt x="494" y="2682"/>
                      </a:lnTo>
                      <a:lnTo>
                        <a:pt x="497" y="2690"/>
                      </a:lnTo>
                      <a:lnTo>
                        <a:pt x="502" y="2697"/>
                      </a:lnTo>
                      <a:lnTo>
                        <a:pt x="505" y="2702"/>
                      </a:lnTo>
                      <a:lnTo>
                        <a:pt x="508" y="2703"/>
                      </a:lnTo>
                      <a:lnTo>
                        <a:pt x="510" y="2704"/>
                      </a:lnTo>
                      <a:lnTo>
                        <a:pt x="511" y="2703"/>
                      </a:lnTo>
                      <a:lnTo>
                        <a:pt x="513" y="2699"/>
                      </a:lnTo>
                      <a:lnTo>
                        <a:pt x="514" y="2691"/>
                      </a:lnTo>
                      <a:lnTo>
                        <a:pt x="515" y="2684"/>
                      </a:lnTo>
                      <a:lnTo>
                        <a:pt x="517" y="2678"/>
                      </a:lnTo>
                      <a:lnTo>
                        <a:pt x="521" y="2674"/>
                      </a:lnTo>
                      <a:lnTo>
                        <a:pt x="523" y="2669"/>
                      </a:lnTo>
                      <a:lnTo>
                        <a:pt x="526" y="2665"/>
                      </a:lnTo>
                      <a:lnTo>
                        <a:pt x="528" y="2660"/>
                      </a:lnTo>
                      <a:lnTo>
                        <a:pt x="530" y="2653"/>
                      </a:lnTo>
                      <a:lnTo>
                        <a:pt x="533" y="2647"/>
                      </a:lnTo>
                      <a:lnTo>
                        <a:pt x="535" y="2632"/>
                      </a:lnTo>
                      <a:lnTo>
                        <a:pt x="535" y="2615"/>
                      </a:lnTo>
                      <a:lnTo>
                        <a:pt x="535" y="2600"/>
                      </a:lnTo>
                      <a:lnTo>
                        <a:pt x="533" y="2587"/>
                      </a:lnTo>
                      <a:lnTo>
                        <a:pt x="529" y="2576"/>
                      </a:lnTo>
                      <a:lnTo>
                        <a:pt x="526" y="2568"/>
                      </a:lnTo>
                      <a:lnTo>
                        <a:pt x="524" y="2564"/>
                      </a:lnTo>
                      <a:lnTo>
                        <a:pt x="524" y="2561"/>
                      </a:lnTo>
                      <a:lnTo>
                        <a:pt x="526" y="2556"/>
                      </a:lnTo>
                      <a:lnTo>
                        <a:pt x="528" y="2552"/>
                      </a:lnTo>
                      <a:lnTo>
                        <a:pt x="532" y="2549"/>
                      </a:lnTo>
                      <a:lnTo>
                        <a:pt x="535" y="2546"/>
                      </a:lnTo>
                      <a:lnTo>
                        <a:pt x="540" y="2544"/>
                      </a:lnTo>
                      <a:lnTo>
                        <a:pt x="546" y="2544"/>
                      </a:lnTo>
                      <a:lnTo>
                        <a:pt x="558" y="2544"/>
                      </a:lnTo>
                      <a:lnTo>
                        <a:pt x="570" y="2543"/>
                      </a:lnTo>
                      <a:lnTo>
                        <a:pt x="574" y="2542"/>
                      </a:lnTo>
                      <a:lnTo>
                        <a:pt x="579" y="2539"/>
                      </a:lnTo>
                      <a:lnTo>
                        <a:pt x="585" y="2537"/>
                      </a:lnTo>
                      <a:lnTo>
                        <a:pt x="590" y="2533"/>
                      </a:lnTo>
                      <a:lnTo>
                        <a:pt x="593" y="2529"/>
                      </a:lnTo>
                      <a:lnTo>
                        <a:pt x="597" y="2524"/>
                      </a:lnTo>
                      <a:lnTo>
                        <a:pt x="598" y="2520"/>
                      </a:lnTo>
                      <a:lnTo>
                        <a:pt x="599" y="2515"/>
                      </a:lnTo>
                      <a:lnTo>
                        <a:pt x="599" y="2506"/>
                      </a:lnTo>
                      <a:lnTo>
                        <a:pt x="599" y="2499"/>
                      </a:lnTo>
                      <a:lnTo>
                        <a:pt x="600" y="2491"/>
                      </a:lnTo>
                      <a:lnTo>
                        <a:pt x="603" y="2485"/>
                      </a:lnTo>
                      <a:lnTo>
                        <a:pt x="605" y="2482"/>
                      </a:lnTo>
                      <a:lnTo>
                        <a:pt x="609" y="2480"/>
                      </a:lnTo>
                      <a:lnTo>
                        <a:pt x="612" y="2477"/>
                      </a:lnTo>
                      <a:lnTo>
                        <a:pt x="617" y="2476"/>
                      </a:lnTo>
                      <a:lnTo>
                        <a:pt x="622" y="2475"/>
                      </a:lnTo>
                      <a:lnTo>
                        <a:pt x="625" y="2474"/>
                      </a:lnTo>
                      <a:lnTo>
                        <a:pt x="629" y="2472"/>
                      </a:lnTo>
                      <a:lnTo>
                        <a:pt x="631" y="2469"/>
                      </a:lnTo>
                      <a:lnTo>
                        <a:pt x="634" y="2463"/>
                      </a:lnTo>
                      <a:lnTo>
                        <a:pt x="635" y="2454"/>
                      </a:lnTo>
                      <a:lnTo>
                        <a:pt x="636" y="2449"/>
                      </a:lnTo>
                      <a:lnTo>
                        <a:pt x="639" y="2445"/>
                      </a:lnTo>
                      <a:lnTo>
                        <a:pt x="642" y="2441"/>
                      </a:lnTo>
                      <a:lnTo>
                        <a:pt x="646" y="2437"/>
                      </a:lnTo>
                      <a:lnTo>
                        <a:pt x="655" y="2432"/>
                      </a:lnTo>
                      <a:lnTo>
                        <a:pt x="666" y="2429"/>
                      </a:lnTo>
                      <a:lnTo>
                        <a:pt x="669" y="2428"/>
                      </a:lnTo>
                      <a:lnTo>
                        <a:pt x="673" y="2429"/>
                      </a:lnTo>
                      <a:lnTo>
                        <a:pt x="677" y="2430"/>
                      </a:lnTo>
                      <a:lnTo>
                        <a:pt x="678" y="2432"/>
                      </a:lnTo>
                      <a:lnTo>
                        <a:pt x="679" y="2436"/>
                      </a:lnTo>
                      <a:lnTo>
                        <a:pt x="679" y="2439"/>
                      </a:lnTo>
                      <a:lnTo>
                        <a:pt x="679" y="2444"/>
                      </a:lnTo>
                      <a:lnTo>
                        <a:pt x="677" y="2449"/>
                      </a:lnTo>
                      <a:lnTo>
                        <a:pt x="673" y="2458"/>
                      </a:lnTo>
                      <a:lnTo>
                        <a:pt x="672" y="2467"/>
                      </a:lnTo>
                      <a:lnTo>
                        <a:pt x="672" y="2470"/>
                      </a:lnTo>
                      <a:lnTo>
                        <a:pt x="673" y="2475"/>
                      </a:lnTo>
                      <a:lnTo>
                        <a:pt x="675" y="2479"/>
                      </a:lnTo>
                      <a:lnTo>
                        <a:pt x="679" y="2481"/>
                      </a:lnTo>
                      <a:lnTo>
                        <a:pt x="690" y="2488"/>
                      </a:lnTo>
                      <a:lnTo>
                        <a:pt x="705" y="2496"/>
                      </a:lnTo>
                      <a:lnTo>
                        <a:pt x="712" y="2501"/>
                      </a:lnTo>
                      <a:lnTo>
                        <a:pt x="719" y="2506"/>
                      </a:lnTo>
                      <a:lnTo>
                        <a:pt x="722" y="2508"/>
                      </a:lnTo>
                      <a:lnTo>
                        <a:pt x="723" y="2511"/>
                      </a:lnTo>
                      <a:lnTo>
                        <a:pt x="724" y="2513"/>
                      </a:lnTo>
                      <a:lnTo>
                        <a:pt x="725" y="2517"/>
                      </a:lnTo>
                      <a:lnTo>
                        <a:pt x="716" y="2536"/>
                      </a:lnTo>
                      <a:lnTo>
                        <a:pt x="711" y="2550"/>
                      </a:lnTo>
                      <a:lnTo>
                        <a:pt x="724" y="2549"/>
                      </a:lnTo>
                      <a:lnTo>
                        <a:pt x="742" y="2548"/>
                      </a:lnTo>
                      <a:lnTo>
                        <a:pt x="744" y="2551"/>
                      </a:lnTo>
                      <a:lnTo>
                        <a:pt x="748" y="2556"/>
                      </a:lnTo>
                      <a:lnTo>
                        <a:pt x="750" y="2562"/>
                      </a:lnTo>
                      <a:lnTo>
                        <a:pt x="753" y="2568"/>
                      </a:lnTo>
                      <a:lnTo>
                        <a:pt x="759" y="2583"/>
                      </a:lnTo>
                      <a:lnTo>
                        <a:pt x="765" y="2596"/>
                      </a:lnTo>
                      <a:lnTo>
                        <a:pt x="770" y="2607"/>
                      </a:lnTo>
                      <a:lnTo>
                        <a:pt x="776" y="2617"/>
                      </a:lnTo>
                      <a:lnTo>
                        <a:pt x="780" y="2625"/>
                      </a:lnTo>
                      <a:lnTo>
                        <a:pt x="782" y="2634"/>
                      </a:lnTo>
                      <a:lnTo>
                        <a:pt x="782" y="2643"/>
                      </a:lnTo>
                      <a:lnTo>
                        <a:pt x="784" y="2651"/>
                      </a:lnTo>
                      <a:lnTo>
                        <a:pt x="785" y="2655"/>
                      </a:lnTo>
                      <a:lnTo>
                        <a:pt x="787" y="2657"/>
                      </a:lnTo>
                      <a:lnTo>
                        <a:pt x="790" y="2660"/>
                      </a:lnTo>
                      <a:lnTo>
                        <a:pt x="793" y="2663"/>
                      </a:lnTo>
                      <a:lnTo>
                        <a:pt x="800" y="2666"/>
                      </a:lnTo>
                      <a:lnTo>
                        <a:pt x="809" y="2670"/>
                      </a:lnTo>
                      <a:lnTo>
                        <a:pt x="812" y="2672"/>
                      </a:lnTo>
                      <a:lnTo>
                        <a:pt x="813" y="2675"/>
                      </a:lnTo>
                      <a:lnTo>
                        <a:pt x="814" y="2678"/>
                      </a:lnTo>
                      <a:lnTo>
                        <a:pt x="814" y="2682"/>
                      </a:lnTo>
                      <a:lnTo>
                        <a:pt x="811" y="2689"/>
                      </a:lnTo>
                      <a:lnTo>
                        <a:pt x="807" y="2694"/>
                      </a:lnTo>
                      <a:lnTo>
                        <a:pt x="806" y="2695"/>
                      </a:lnTo>
                      <a:lnTo>
                        <a:pt x="806" y="2697"/>
                      </a:lnTo>
                      <a:lnTo>
                        <a:pt x="807" y="2700"/>
                      </a:lnTo>
                      <a:lnTo>
                        <a:pt x="809" y="2702"/>
                      </a:lnTo>
                      <a:lnTo>
                        <a:pt x="812" y="2708"/>
                      </a:lnTo>
                      <a:lnTo>
                        <a:pt x="813" y="2714"/>
                      </a:lnTo>
                      <a:lnTo>
                        <a:pt x="813" y="2720"/>
                      </a:lnTo>
                      <a:lnTo>
                        <a:pt x="811" y="2726"/>
                      </a:lnTo>
                      <a:lnTo>
                        <a:pt x="809" y="2728"/>
                      </a:lnTo>
                      <a:lnTo>
                        <a:pt x="806" y="2729"/>
                      </a:lnTo>
                      <a:lnTo>
                        <a:pt x="803" y="2731"/>
                      </a:lnTo>
                      <a:lnTo>
                        <a:pt x="798" y="2732"/>
                      </a:lnTo>
                      <a:lnTo>
                        <a:pt x="788" y="2733"/>
                      </a:lnTo>
                      <a:lnTo>
                        <a:pt x="779" y="2733"/>
                      </a:lnTo>
                      <a:lnTo>
                        <a:pt x="774" y="2733"/>
                      </a:lnTo>
                      <a:lnTo>
                        <a:pt x="769" y="2734"/>
                      </a:lnTo>
                      <a:lnTo>
                        <a:pt x="766" y="2737"/>
                      </a:lnTo>
                      <a:lnTo>
                        <a:pt x="762" y="2739"/>
                      </a:lnTo>
                      <a:lnTo>
                        <a:pt x="760" y="2743"/>
                      </a:lnTo>
                      <a:lnTo>
                        <a:pt x="759" y="2746"/>
                      </a:lnTo>
                      <a:lnTo>
                        <a:pt x="760" y="2751"/>
                      </a:lnTo>
                      <a:lnTo>
                        <a:pt x="761" y="2757"/>
                      </a:lnTo>
                      <a:lnTo>
                        <a:pt x="768" y="2771"/>
                      </a:lnTo>
                      <a:lnTo>
                        <a:pt x="778" y="2789"/>
                      </a:lnTo>
                      <a:lnTo>
                        <a:pt x="788" y="2807"/>
                      </a:lnTo>
                      <a:lnTo>
                        <a:pt x="797" y="2821"/>
                      </a:lnTo>
                      <a:lnTo>
                        <a:pt x="804" y="2832"/>
                      </a:lnTo>
                      <a:lnTo>
                        <a:pt x="810" y="2839"/>
                      </a:lnTo>
                      <a:lnTo>
                        <a:pt x="812" y="2841"/>
                      </a:lnTo>
                      <a:lnTo>
                        <a:pt x="812" y="2844"/>
                      </a:lnTo>
                      <a:lnTo>
                        <a:pt x="812" y="2846"/>
                      </a:lnTo>
                      <a:lnTo>
                        <a:pt x="810" y="2849"/>
                      </a:lnTo>
                      <a:lnTo>
                        <a:pt x="803" y="2855"/>
                      </a:lnTo>
                      <a:lnTo>
                        <a:pt x="799" y="2860"/>
                      </a:lnTo>
                      <a:lnTo>
                        <a:pt x="798" y="2864"/>
                      </a:lnTo>
                      <a:lnTo>
                        <a:pt x="799" y="2866"/>
                      </a:lnTo>
                      <a:lnTo>
                        <a:pt x="801" y="2869"/>
                      </a:lnTo>
                      <a:lnTo>
                        <a:pt x="806" y="2872"/>
                      </a:lnTo>
                      <a:lnTo>
                        <a:pt x="819" y="2877"/>
                      </a:lnTo>
                      <a:lnTo>
                        <a:pt x="831" y="2879"/>
                      </a:lnTo>
                      <a:lnTo>
                        <a:pt x="837" y="2882"/>
                      </a:lnTo>
                      <a:lnTo>
                        <a:pt x="842" y="2883"/>
                      </a:lnTo>
                      <a:lnTo>
                        <a:pt x="844" y="2886"/>
                      </a:lnTo>
                      <a:lnTo>
                        <a:pt x="847" y="2890"/>
                      </a:lnTo>
                      <a:lnTo>
                        <a:pt x="847" y="2893"/>
                      </a:lnTo>
                      <a:lnTo>
                        <a:pt x="847" y="2897"/>
                      </a:lnTo>
                      <a:lnTo>
                        <a:pt x="845" y="2901"/>
                      </a:lnTo>
                      <a:lnTo>
                        <a:pt x="844" y="2905"/>
                      </a:lnTo>
                      <a:lnTo>
                        <a:pt x="841" y="2915"/>
                      </a:lnTo>
                      <a:lnTo>
                        <a:pt x="839" y="2927"/>
                      </a:lnTo>
                      <a:lnTo>
                        <a:pt x="841" y="2934"/>
                      </a:lnTo>
                      <a:lnTo>
                        <a:pt x="842" y="2939"/>
                      </a:lnTo>
                      <a:lnTo>
                        <a:pt x="844" y="2940"/>
                      </a:lnTo>
                      <a:lnTo>
                        <a:pt x="847" y="2941"/>
                      </a:lnTo>
                      <a:lnTo>
                        <a:pt x="850" y="2941"/>
                      </a:lnTo>
                      <a:lnTo>
                        <a:pt x="854" y="2940"/>
                      </a:lnTo>
                      <a:lnTo>
                        <a:pt x="861" y="2939"/>
                      </a:lnTo>
                      <a:lnTo>
                        <a:pt x="867" y="2935"/>
                      </a:lnTo>
                      <a:lnTo>
                        <a:pt x="873" y="2933"/>
                      </a:lnTo>
                      <a:lnTo>
                        <a:pt x="879" y="2931"/>
                      </a:lnTo>
                      <a:lnTo>
                        <a:pt x="881" y="2931"/>
                      </a:lnTo>
                      <a:lnTo>
                        <a:pt x="882" y="2931"/>
                      </a:lnTo>
                      <a:lnTo>
                        <a:pt x="883" y="2930"/>
                      </a:lnTo>
                      <a:lnTo>
                        <a:pt x="885" y="2928"/>
                      </a:lnTo>
                      <a:lnTo>
                        <a:pt x="887" y="2918"/>
                      </a:lnTo>
                      <a:lnTo>
                        <a:pt x="891" y="2910"/>
                      </a:lnTo>
                      <a:lnTo>
                        <a:pt x="898" y="2897"/>
                      </a:lnTo>
                      <a:lnTo>
                        <a:pt x="906" y="2885"/>
                      </a:lnTo>
                      <a:lnTo>
                        <a:pt x="908" y="2882"/>
                      </a:lnTo>
                      <a:lnTo>
                        <a:pt x="911" y="2879"/>
                      </a:lnTo>
                      <a:lnTo>
                        <a:pt x="912" y="2878"/>
                      </a:lnTo>
                      <a:lnTo>
                        <a:pt x="913" y="2879"/>
                      </a:lnTo>
                      <a:lnTo>
                        <a:pt x="914" y="2880"/>
                      </a:lnTo>
                      <a:lnTo>
                        <a:pt x="916" y="2882"/>
                      </a:lnTo>
                      <a:lnTo>
                        <a:pt x="920" y="2895"/>
                      </a:lnTo>
                      <a:lnTo>
                        <a:pt x="926" y="2907"/>
                      </a:lnTo>
                      <a:lnTo>
                        <a:pt x="930" y="2909"/>
                      </a:lnTo>
                      <a:lnTo>
                        <a:pt x="935" y="2911"/>
                      </a:lnTo>
                      <a:lnTo>
                        <a:pt x="938" y="2911"/>
                      </a:lnTo>
                      <a:lnTo>
                        <a:pt x="943" y="2910"/>
                      </a:lnTo>
                      <a:lnTo>
                        <a:pt x="946" y="2908"/>
                      </a:lnTo>
                      <a:lnTo>
                        <a:pt x="951" y="2904"/>
                      </a:lnTo>
                      <a:lnTo>
                        <a:pt x="955" y="2899"/>
                      </a:lnTo>
                      <a:lnTo>
                        <a:pt x="957" y="2893"/>
                      </a:lnTo>
                      <a:lnTo>
                        <a:pt x="959" y="2888"/>
                      </a:lnTo>
                      <a:lnTo>
                        <a:pt x="963" y="2883"/>
                      </a:lnTo>
                      <a:lnTo>
                        <a:pt x="968" y="2878"/>
                      </a:lnTo>
                      <a:lnTo>
                        <a:pt x="973" y="2876"/>
                      </a:lnTo>
                      <a:lnTo>
                        <a:pt x="976" y="2874"/>
                      </a:lnTo>
                      <a:lnTo>
                        <a:pt x="981" y="2874"/>
                      </a:lnTo>
                      <a:lnTo>
                        <a:pt x="986" y="2876"/>
                      </a:lnTo>
                      <a:lnTo>
                        <a:pt x="989" y="2878"/>
                      </a:lnTo>
                      <a:lnTo>
                        <a:pt x="994" y="2885"/>
                      </a:lnTo>
                      <a:lnTo>
                        <a:pt x="998" y="2897"/>
                      </a:lnTo>
                      <a:lnTo>
                        <a:pt x="1002" y="2911"/>
                      </a:lnTo>
                      <a:lnTo>
                        <a:pt x="1006" y="2926"/>
                      </a:lnTo>
                      <a:lnTo>
                        <a:pt x="1007" y="2935"/>
                      </a:lnTo>
                      <a:lnTo>
                        <a:pt x="1008" y="2943"/>
                      </a:lnTo>
                      <a:lnTo>
                        <a:pt x="1012" y="2952"/>
                      </a:lnTo>
                      <a:lnTo>
                        <a:pt x="1017" y="2960"/>
                      </a:lnTo>
                      <a:lnTo>
                        <a:pt x="1028" y="2973"/>
                      </a:lnTo>
                      <a:lnTo>
                        <a:pt x="1040" y="2985"/>
                      </a:lnTo>
                      <a:lnTo>
                        <a:pt x="1044" y="2990"/>
                      </a:lnTo>
                      <a:lnTo>
                        <a:pt x="1046" y="2993"/>
                      </a:lnTo>
                      <a:lnTo>
                        <a:pt x="1049" y="2998"/>
                      </a:lnTo>
                      <a:lnTo>
                        <a:pt x="1050" y="3002"/>
                      </a:lnTo>
                      <a:lnTo>
                        <a:pt x="1051" y="3010"/>
                      </a:lnTo>
                      <a:lnTo>
                        <a:pt x="1051" y="3019"/>
                      </a:lnTo>
                      <a:lnTo>
                        <a:pt x="1051" y="3029"/>
                      </a:lnTo>
                      <a:lnTo>
                        <a:pt x="1051" y="3040"/>
                      </a:lnTo>
                      <a:lnTo>
                        <a:pt x="1051" y="3048"/>
                      </a:lnTo>
                      <a:lnTo>
                        <a:pt x="1051" y="3056"/>
                      </a:lnTo>
                      <a:lnTo>
                        <a:pt x="1051" y="3065"/>
                      </a:lnTo>
                      <a:lnTo>
                        <a:pt x="1052" y="3071"/>
                      </a:lnTo>
                      <a:lnTo>
                        <a:pt x="1056" y="3074"/>
                      </a:lnTo>
                      <a:lnTo>
                        <a:pt x="1061" y="3077"/>
                      </a:lnTo>
                      <a:lnTo>
                        <a:pt x="1066" y="3079"/>
                      </a:lnTo>
                      <a:lnTo>
                        <a:pt x="1072" y="3082"/>
                      </a:lnTo>
                      <a:lnTo>
                        <a:pt x="1075" y="3085"/>
                      </a:lnTo>
                      <a:lnTo>
                        <a:pt x="1077" y="3088"/>
                      </a:lnTo>
                      <a:lnTo>
                        <a:pt x="1078" y="3093"/>
                      </a:lnTo>
                      <a:lnTo>
                        <a:pt x="1080" y="3098"/>
                      </a:lnTo>
                      <a:lnTo>
                        <a:pt x="1080" y="3104"/>
                      </a:lnTo>
                      <a:lnTo>
                        <a:pt x="1082" y="3109"/>
                      </a:lnTo>
                      <a:lnTo>
                        <a:pt x="1084" y="3115"/>
                      </a:lnTo>
                      <a:lnTo>
                        <a:pt x="1088" y="3120"/>
                      </a:lnTo>
                      <a:lnTo>
                        <a:pt x="1095" y="3132"/>
                      </a:lnTo>
                      <a:lnTo>
                        <a:pt x="1102" y="3144"/>
                      </a:lnTo>
                      <a:lnTo>
                        <a:pt x="1106" y="3155"/>
                      </a:lnTo>
                      <a:lnTo>
                        <a:pt x="1108" y="3164"/>
                      </a:lnTo>
                      <a:lnTo>
                        <a:pt x="1109" y="3174"/>
                      </a:lnTo>
                      <a:lnTo>
                        <a:pt x="1108" y="3183"/>
                      </a:lnTo>
                      <a:lnTo>
                        <a:pt x="1108" y="3193"/>
                      </a:lnTo>
                      <a:lnTo>
                        <a:pt x="1109" y="3199"/>
                      </a:lnTo>
                      <a:lnTo>
                        <a:pt x="1112" y="3201"/>
                      </a:lnTo>
                      <a:lnTo>
                        <a:pt x="1114" y="3202"/>
                      </a:lnTo>
                      <a:lnTo>
                        <a:pt x="1119" y="3202"/>
                      </a:lnTo>
                      <a:lnTo>
                        <a:pt x="1125" y="3204"/>
                      </a:lnTo>
                      <a:lnTo>
                        <a:pt x="1131" y="3204"/>
                      </a:lnTo>
                      <a:lnTo>
                        <a:pt x="1137" y="3204"/>
                      </a:lnTo>
                      <a:lnTo>
                        <a:pt x="1141" y="3206"/>
                      </a:lnTo>
                      <a:lnTo>
                        <a:pt x="1146" y="3207"/>
                      </a:lnTo>
                      <a:lnTo>
                        <a:pt x="1149" y="3211"/>
                      </a:lnTo>
                      <a:lnTo>
                        <a:pt x="1151" y="3214"/>
                      </a:lnTo>
                      <a:lnTo>
                        <a:pt x="1151" y="3220"/>
                      </a:lnTo>
                      <a:lnTo>
                        <a:pt x="1151" y="3227"/>
                      </a:lnTo>
                      <a:lnTo>
                        <a:pt x="1146" y="3242"/>
                      </a:lnTo>
                      <a:lnTo>
                        <a:pt x="1143" y="3254"/>
                      </a:lnTo>
                      <a:lnTo>
                        <a:pt x="1141" y="3258"/>
                      </a:lnTo>
                      <a:lnTo>
                        <a:pt x="1140" y="3264"/>
                      </a:lnTo>
                      <a:lnTo>
                        <a:pt x="1140" y="3270"/>
                      </a:lnTo>
                      <a:lnTo>
                        <a:pt x="1143" y="3276"/>
                      </a:lnTo>
                      <a:lnTo>
                        <a:pt x="1145" y="3282"/>
                      </a:lnTo>
                      <a:lnTo>
                        <a:pt x="1149" y="3287"/>
                      </a:lnTo>
                      <a:lnTo>
                        <a:pt x="1152" y="3290"/>
                      </a:lnTo>
                      <a:lnTo>
                        <a:pt x="1156" y="3294"/>
                      </a:lnTo>
                      <a:lnTo>
                        <a:pt x="1164" y="3299"/>
                      </a:lnTo>
                      <a:lnTo>
                        <a:pt x="1170" y="3304"/>
                      </a:lnTo>
                      <a:lnTo>
                        <a:pt x="1175" y="3308"/>
                      </a:lnTo>
                      <a:lnTo>
                        <a:pt x="1178" y="3312"/>
                      </a:lnTo>
                      <a:lnTo>
                        <a:pt x="1179" y="3317"/>
                      </a:lnTo>
                      <a:lnTo>
                        <a:pt x="1181" y="3325"/>
                      </a:lnTo>
                      <a:lnTo>
                        <a:pt x="1181" y="3328"/>
                      </a:lnTo>
                      <a:lnTo>
                        <a:pt x="1181" y="3332"/>
                      </a:lnTo>
                      <a:lnTo>
                        <a:pt x="1182" y="3336"/>
                      </a:lnTo>
                      <a:lnTo>
                        <a:pt x="1184" y="3338"/>
                      </a:lnTo>
                      <a:lnTo>
                        <a:pt x="1188" y="3340"/>
                      </a:lnTo>
                      <a:lnTo>
                        <a:pt x="1194" y="3342"/>
                      </a:lnTo>
                      <a:lnTo>
                        <a:pt x="1202" y="3343"/>
                      </a:lnTo>
                      <a:lnTo>
                        <a:pt x="1210" y="3346"/>
                      </a:lnTo>
                      <a:lnTo>
                        <a:pt x="1215" y="3349"/>
                      </a:lnTo>
                      <a:lnTo>
                        <a:pt x="1219" y="3351"/>
                      </a:lnTo>
                      <a:lnTo>
                        <a:pt x="1221" y="3356"/>
                      </a:lnTo>
                      <a:lnTo>
                        <a:pt x="1223" y="3361"/>
                      </a:lnTo>
                      <a:lnTo>
                        <a:pt x="1223" y="3365"/>
                      </a:lnTo>
                      <a:lnTo>
                        <a:pt x="1223" y="3370"/>
                      </a:lnTo>
                      <a:lnTo>
                        <a:pt x="1222" y="3376"/>
                      </a:lnTo>
                      <a:lnTo>
                        <a:pt x="1221" y="3382"/>
                      </a:lnTo>
                      <a:lnTo>
                        <a:pt x="1219" y="3393"/>
                      </a:lnTo>
                      <a:lnTo>
                        <a:pt x="1216" y="3403"/>
                      </a:lnTo>
                      <a:lnTo>
                        <a:pt x="1217" y="3408"/>
                      </a:lnTo>
                      <a:lnTo>
                        <a:pt x="1219" y="3410"/>
                      </a:lnTo>
                      <a:lnTo>
                        <a:pt x="1221" y="3413"/>
                      </a:lnTo>
                      <a:lnTo>
                        <a:pt x="1223" y="3415"/>
                      </a:lnTo>
                      <a:lnTo>
                        <a:pt x="1227" y="3416"/>
                      </a:lnTo>
                      <a:lnTo>
                        <a:pt x="1231" y="3416"/>
                      </a:lnTo>
                      <a:lnTo>
                        <a:pt x="1234" y="3415"/>
                      </a:lnTo>
                      <a:lnTo>
                        <a:pt x="1238" y="3414"/>
                      </a:lnTo>
                      <a:lnTo>
                        <a:pt x="1245" y="3401"/>
                      </a:lnTo>
                      <a:lnTo>
                        <a:pt x="1252" y="3390"/>
                      </a:lnTo>
                      <a:lnTo>
                        <a:pt x="1257" y="3390"/>
                      </a:lnTo>
                      <a:lnTo>
                        <a:pt x="1260" y="3391"/>
                      </a:lnTo>
                      <a:lnTo>
                        <a:pt x="1264" y="3393"/>
                      </a:lnTo>
                      <a:lnTo>
                        <a:pt x="1267" y="3395"/>
                      </a:lnTo>
                      <a:lnTo>
                        <a:pt x="1270" y="3397"/>
                      </a:lnTo>
                      <a:lnTo>
                        <a:pt x="1271" y="3400"/>
                      </a:lnTo>
                      <a:lnTo>
                        <a:pt x="1272" y="3402"/>
                      </a:lnTo>
                      <a:lnTo>
                        <a:pt x="1272" y="3406"/>
                      </a:lnTo>
                      <a:lnTo>
                        <a:pt x="1269" y="3409"/>
                      </a:lnTo>
                      <a:lnTo>
                        <a:pt x="1264" y="3413"/>
                      </a:lnTo>
                      <a:lnTo>
                        <a:pt x="1260" y="3415"/>
                      </a:lnTo>
                      <a:lnTo>
                        <a:pt x="1258" y="3419"/>
                      </a:lnTo>
                      <a:lnTo>
                        <a:pt x="1255" y="3424"/>
                      </a:lnTo>
                      <a:lnTo>
                        <a:pt x="1252" y="3428"/>
                      </a:lnTo>
                      <a:lnTo>
                        <a:pt x="1247" y="3441"/>
                      </a:lnTo>
                      <a:lnTo>
                        <a:pt x="1242" y="3453"/>
                      </a:lnTo>
                      <a:lnTo>
                        <a:pt x="1239" y="3459"/>
                      </a:lnTo>
                      <a:lnTo>
                        <a:pt x="1235" y="3465"/>
                      </a:lnTo>
                      <a:lnTo>
                        <a:pt x="1231" y="3470"/>
                      </a:lnTo>
                      <a:lnTo>
                        <a:pt x="1226" y="3475"/>
                      </a:lnTo>
                      <a:lnTo>
                        <a:pt x="1221" y="3479"/>
                      </a:lnTo>
                      <a:lnTo>
                        <a:pt x="1219" y="3483"/>
                      </a:lnTo>
                      <a:lnTo>
                        <a:pt x="1216" y="3487"/>
                      </a:lnTo>
                      <a:lnTo>
                        <a:pt x="1216" y="3490"/>
                      </a:lnTo>
                      <a:lnTo>
                        <a:pt x="1217" y="3493"/>
                      </a:lnTo>
                      <a:lnTo>
                        <a:pt x="1220" y="3495"/>
                      </a:lnTo>
                      <a:lnTo>
                        <a:pt x="1223" y="3497"/>
                      </a:lnTo>
                      <a:lnTo>
                        <a:pt x="1228" y="3498"/>
                      </a:lnTo>
                      <a:lnTo>
                        <a:pt x="1234" y="3501"/>
                      </a:lnTo>
                      <a:lnTo>
                        <a:pt x="1239" y="3503"/>
                      </a:lnTo>
                      <a:lnTo>
                        <a:pt x="1241" y="3506"/>
                      </a:lnTo>
                      <a:lnTo>
                        <a:pt x="1242" y="3508"/>
                      </a:lnTo>
                      <a:lnTo>
                        <a:pt x="1242" y="3510"/>
                      </a:lnTo>
                      <a:lnTo>
                        <a:pt x="1244" y="3515"/>
                      </a:lnTo>
                      <a:lnTo>
                        <a:pt x="1244" y="3521"/>
                      </a:lnTo>
                      <a:lnTo>
                        <a:pt x="1246" y="3526"/>
                      </a:lnTo>
                      <a:lnTo>
                        <a:pt x="1248" y="3532"/>
                      </a:lnTo>
                      <a:lnTo>
                        <a:pt x="1253" y="3538"/>
                      </a:lnTo>
                      <a:lnTo>
                        <a:pt x="1263" y="3548"/>
                      </a:lnTo>
                      <a:lnTo>
                        <a:pt x="1271" y="3556"/>
                      </a:lnTo>
                      <a:lnTo>
                        <a:pt x="1283" y="3564"/>
                      </a:lnTo>
                      <a:lnTo>
                        <a:pt x="1294" y="3571"/>
                      </a:lnTo>
                      <a:lnTo>
                        <a:pt x="1297" y="3575"/>
                      </a:lnTo>
                      <a:lnTo>
                        <a:pt x="1301" y="3579"/>
                      </a:lnTo>
                      <a:lnTo>
                        <a:pt x="1303" y="3584"/>
                      </a:lnTo>
                      <a:lnTo>
                        <a:pt x="1305" y="3590"/>
                      </a:lnTo>
                      <a:lnTo>
                        <a:pt x="1305" y="3592"/>
                      </a:lnTo>
                      <a:lnTo>
                        <a:pt x="1305" y="3595"/>
                      </a:lnTo>
                      <a:lnTo>
                        <a:pt x="1304" y="3596"/>
                      </a:lnTo>
                      <a:lnTo>
                        <a:pt x="1303" y="3597"/>
                      </a:lnTo>
                      <a:lnTo>
                        <a:pt x="1301" y="3597"/>
                      </a:lnTo>
                      <a:lnTo>
                        <a:pt x="1296" y="3597"/>
                      </a:lnTo>
                      <a:lnTo>
                        <a:pt x="1285" y="3594"/>
                      </a:lnTo>
                      <a:lnTo>
                        <a:pt x="1276" y="3594"/>
                      </a:lnTo>
                      <a:lnTo>
                        <a:pt x="1272" y="3595"/>
                      </a:lnTo>
                      <a:lnTo>
                        <a:pt x="1270" y="3597"/>
                      </a:lnTo>
                      <a:lnTo>
                        <a:pt x="1267" y="3599"/>
                      </a:lnTo>
                      <a:lnTo>
                        <a:pt x="1267" y="3603"/>
                      </a:lnTo>
                      <a:lnTo>
                        <a:pt x="1269" y="3611"/>
                      </a:lnTo>
                      <a:lnTo>
                        <a:pt x="1272" y="3622"/>
                      </a:lnTo>
                      <a:lnTo>
                        <a:pt x="1276" y="3633"/>
                      </a:lnTo>
                      <a:lnTo>
                        <a:pt x="1280" y="3642"/>
                      </a:lnTo>
                      <a:lnTo>
                        <a:pt x="1284" y="3646"/>
                      </a:lnTo>
                      <a:lnTo>
                        <a:pt x="1289" y="3648"/>
                      </a:lnTo>
                      <a:lnTo>
                        <a:pt x="1294" y="3649"/>
                      </a:lnTo>
                      <a:lnTo>
                        <a:pt x="1301" y="3649"/>
                      </a:lnTo>
                      <a:lnTo>
                        <a:pt x="1314" y="3648"/>
                      </a:lnTo>
                      <a:lnTo>
                        <a:pt x="1324" y="3647"/>
                      </a:lnTo>
                      <a:lnTo>
                        <a:pt x="1328" y="3648"/>
                      </a:lnTo>
                      <a:lnTo>
                        <a:pt x="1332" y="3649"/>
                      </a:lnTo>
                      <a:lnTo>
                        <a:pt x="1334" y="3653"/>
                      </a:lnTo>
                      <a:lnTo>
                        <a:pt x="1338" y="3657"/>
                      </a:lnTo>
                      <a:lnTo>
                        <a:pt x="1342" y="3670"/>
                      </a:lnTo>
                      <a:lnTo>
                        <a:pt x="1348" y="3687"/>
                      </a:lnTo>
                      <a:lnTo>
                        <a:pt x="1352" y="3696"/>
                      </a:lnTo>
                      <a:lnTo>
                        <a:pt x="1355" y="3704"/>
                      </a:lnTo>
                      <a:lnTo>
                        <a:pt x="1359" y="3711"/>
                      </a:lnTo>
                      <a:lnTo>
                        <a:pt x="1362" y="3716"/>
                      </a:lnTo>
                      <a:lnTo>
                        <a:pt x="1367" y="3720"/>
                      </a:lnTo>
                      <a:lnTo>
                        <a:pt x="1371" y="3722"/>
                      </a:lnTo>
                      <a:lnTo>
                        <a:pt x="1374" y="3723"/>
                      </a:lnTo>
                      <a:lnTo>
                        <a:pt x="1379" y="3723"/>
                      </a:lnTo>
                      <a:lnTo>
                        <a:pt x="1383" y="3722"/>
                      </a:lnTo>
                      <a:lnTo>
                        <a:pt x="1386" y="3720"/>
                      </a:lnTo>
                      <a:lnTo>
                        <a:pt x="1390" y="3716"/>
                      </a:lnTo>
                      <a:lnTo>
                        <a:pt x="1393" y="3712"/>
                      </a:lnTo>
                      <a:lnTo>
                        <a:pt x="1396" y="3708"/>
                      </a:lnTo>
                      <a:lnTo>
                        <a:pt x="1401" y="3704"/>
                      </a:lnTo>
                      <a:lnTo>
                        <a:pt x="1404" y="3702"/>
                      </a:lnTo>
                      <a:lnTo>
                        <a:pt x="1409" y="3701"/>
                      </a:lnTo>
                      <a:lnTo>
                        <a:pt x="1414" y="3701"/>
                      </a:lnTo>
                      <a:lnTo>
                        <a:pt x="1420" y="3701"/>
                      </a:lnTo>
                      <a:lnTo>
                        <a:pt x="1424" y="3703"/>
                      </a:lnTo>
                      <a:lnTo>
                        <a:pt x="1430" y="3706"/>
                      </a:lnTo>
                      <a:lnTo>
                        <a:pt x="1439" y="3711"/>
                      </a:lnTo>
                      <a:lnTo>
                        <a:pt x="1446" y="3715"/>
                      </a:lnTo>
                      <a:lnTo>
                        <a:pt x="1455" y="3717"/>
                      </a:lnTo>
                      <a:lnTo>
                        <a:pt x="1464" y="3718"/>
                      </a:lnTo>
                      <a:lnTo>
                        <a:pt x="1469" y="3718"/>
                      </a:lnTo>
                      <a:lnTo>
                        <a:pt x="1474" y="3718"/>
                      </a:lnTo>
                      <a:lnTo>
                        <a:pt x="1478" y="3716"/>
                      </a:lnTo>
                      <a:lnTo>
                        <a:pt x="1480" y="3715"/>
                      </a:lnTo>
                      <a:lnTo>
                        <a:pt x="1484" y="3709"/>
                      </a:lnTo>
                      <a:lnTo>
                        <a:pt x="1490" y="3701"/>
                      </a:lnTo>
                      <a:lnTo>
                        <a:pt x="1500" y="3689"/>
                      </a:lnTo>
                      <a:lnTo>
                        <a:pt x="1515" y="3674"/>
                      </a:lnTo>
                      <a:lnTo>
                        <a:pt x="1523" y="3668"/>
                      </a:lnTo>
                      <a:lnTo>
                        <a:pt x="1530" y="3662"/>
                      </a:lnTo>
                      <a:lnTo>
                        <a:pt x="1538" y="3659"/>
                      </a:lnTo>
                      <a:lnTo>
                        <a:pt x="1546" y="3657"/>
                      </a:lnTo>
                      <a:lnTo>
                        <a:pt x="1557" y="3655"/>
                      </a:lnTo>
                      <a:lnTo>
                        <a:pt x="1568" y="3653"/>
                      </a:lnTo>
                      <a:lnTo>
                        <a:pt x="1579" y="3648"/>
                      </a:lnTo>
                      <a:lnTo>
                        <a:pt x="1591" y="3642"/>
                      </a:lnTo>
                      <a:lnTo>
                        <a:pt x="1606" y="3634"/>
                      </a:lnTo>
                      <a:lnTo>
                        <a:pt x="1623" y="3624"/>
                      </a:lnTo>
                      <a:lnTo>
                        <a:pt x="1637" y="3617"/>
                      </a:lnTo>
                      <a:lnTo>
                        <a:pt x="1649" y="3611"/>
                      </a:lnTo>
                      <a:lnTo>
                        <a:pt x="1657" y="3610"/>
                      </a:lnTo>
                      <a:lnTo>
                        <a:pt x="1666" y="3610"/>
                      </a:lnTo>
                      <a:lnTo>
                        <a:pt x="1669" y="3610"/>
                      </a:lnTo>
                      <a:lnTo>
                        <a:pt x="1673" y="3611"/>
                      </a:lnTo>
                      <a:lnTo>
                        <a:pt x="1675" y="3614"/>
                      </a:lnTo>
                      <a:lnTo>
                        <a:pt x="1676" y="3617"/>
                      </a:lnTo>
                      <a:lnTo>
                        <a:pt x="1677" y="3623"/>
                      </a:lnTo>
                      <a:lnTo>
                        <a:pt x="1677" y="3632"/>
                      </a:lnTo>
                      <a:lnTo>
                        <a:pt x="1676" y="3639"/>
                      </a:lnTo>
                      <a:lnTo>
                        <a:pt x="1675" y="3645"/>
                      </a:lnTo>
                      <a:lnTo>
                        <a:pt x="1674" y="3649"/>
                      </a:lnTo>
                      <a:lnTo>
                        <a:pt x="1675" y="3655"/>
                      </a:lnTo>
                      <a:lnTo>
                        <a:pt x="1676" y="3660"/>
                      </a:lnTo>
                      <a:lnTo>
                        <a:pt x="1681" y="3666"/>
                      </a:lnTo>
                      <a:lnTo>
                        <a:pt x="1688" y="3672"/>
                      </a:lnTo>
                      <a:lnTo>
                        <a:pt x="1695" y="3674"/>
                      </a:lnTo>
                      <a:lnTo>
                        <a:pt x="1699" y="3676"/>
                      </a:lnTo>
                      <a:lnTo>
                        <a:pt x="1702" y="3674"/>
                      </a:lnTo>
                      <a:lnTo>
                        <a:pt x="1706" y="3674"/>
                      </a:lnTo>
                      <a:lnTo>
                        <a:pt x="1710" y="3672"/>
                      </a:lnTo>
                      <a:lnTo>
                        <a:pt x="1716" y="3666"/>
                      </a:lnTo>
                      <a:lnTo>
                        <a:pt x="1723" y="3657"/>
                      </a:lnTo>
                      <a:lnTo>
                        <a:pt x="1727" y="3653"/>
                      </a:lnTo>
                      <a:lnTo>
                        <a:pt x="1731" y="3649"/>
                      </a:lnTo>
                      <a:lnTo>
                        <a:pt x="1736" y="3647"/>
                      </a:lnTo>
                      <a:lnTo>
                        <a:pt x="1739" y="3646"/>
                      </a:lnTo>
                      <a:lnTo>
                        <a:pt x="1746" y="3646"/>
                      </a:lnTo>
                      <a:lnTo>
                        <a:pt x="1754" y="3645"/>
                      </a:lnTo>
                      <a:lnTo>
                        <a:pt x="1757" y="3645"/>
                      </a:lnTo>
                      <a:lnTo>
                        <a:pt x="1761" y="3643"/>
                      </a:lnTo>
                      <a:lnTo>
                        <a:pt x="1763" y="3641"/>
                      </a:lnTo>
                      <a:lnTo>
                        <a:pt x="1767" y="3638"/>
                      </a:lnTo>
                      <a:lnTo>
                        <a:pt x="1774" y="3632"/>
                      </a:lnTo>
                      <a:lnTo>
                        <a:pt x="1781" y="3628"/>
                      </a:lnTo>
                      <a:lnTo>
                        <a:pt x="1784" y="3627"/>
                      </a:lnTo>
                      <a:lnTo>
                        <a:pt x="1788" y="3626"/>
                      </a:lnTo>
                      <a:lnTo>
                        <a:pt x="1792" y="3626"/>
                      </a:lnTo>
                      <a:lnTo>
                        <a:pt x="1795" y="3627"/>
                      </a:lnTo>
                      <a:lnTo>
                        <a:pt x="1804" y="3629"/>
                      </a:lnTo>
                      <a:lnTo>
                        <a:pt x="1811" y="3629"/>
                      </a:lnTo>
                      <a:lnTo>
                        <a:pt x="1814" y="3629"/>
                      </a:lnTo>
                      <a:lnTo>
                        <a:pt x="1818" y="3628"/>
                      </a:lnTo>
                      <a:lnTo>
                        <a:pt x="1820" y="3626"/>
                      </a:lnTo>
                      <a:lnTo>
                        <a:pt x="1823" y="3623"/>
                      </a:lnTo>
                      <a:lnTo>
                        <a:pt x="1826" y="3614"/>
                      </a:lnTo>
                      <a:lnTo>
                        <a:pt x="1828" y="3602"/>
                      </a:lnTo>
                      <a:lnTo>
                        <a:pt x="1828" y="3590"/>
                      </a:lnTo>
                      <a:lnTo>
                        <a:pt x="1830" y="3579"/>
                      </a:lnTo>
                      <a:lnTo>
                        <a:pt x="1830" y="3571"/>
                      </a:lnTo>
                      <a:lnTo>
                        <a:pt x="1831" y="3565"/>
                      </a:lnTo>
                      <a:lnTo>
                        <a:pt x="1832" y="3561"/>
                      </a:lnTo>
                      <a:lnTo>
                        <a:pt x="1834" y="3559"/>
                      </a:lnTo>
                      <a:lnTo>
                        <a:pt x="1837" y="3558"/>
                      </a:lnTo>
                      <a:lnTo>
                        <a:pt x="1839" y="3557"/>
                      </a:lnTo>
                      <a:lnTo>
                        <a:pt x="1845" y="3554"/>
                      </a:lnTo>
                      <a:lnTo>
                        <a:pt x="1850" y="3552"/>
                      </a:lnTo>
                      <a:lnTo>
                        <a:pt x="1851" y="3551"/>
                      </a:lnTo>
                      <a:lnTo>
                        <a:pt x="1852" y="3548"/>
                      </a:lnTo>
                      <a:lnTo>
                        <a:pt x="1853" y="3545"/>
                      </a:lnTo>
                      <a:lnTo>
                        <a:pt x="1855" y="3541"/>
                      </a:lnTo>
                      <a:lnTo>
                        <a:pt x="1853" y="3533"/>
                      </a:lnTo>
                      <a:lnTo>
                        <a:pt x="1851" y="3527"/>
                      </a:lnTo>
                      <a:lnTo>
                        <a:pt x="1847" y="3521"/>
                      </a:lnTo>
                      <a:lnTo>
                        <a:pt x="1843" y="3517"/>
                      </a:lnTo>
                      <a:lnTo>
                        <a:pt x="1840" y="3515"/>
                      </a:lnTo>
                      <a:lnTo>
                        <a:pt x="1838" y="3513"/>
                      </a:lnTo>
                      <a:lnTo>
                        <a:pt x="1836" y="3509"/>
                      </a:lnTo>
                      <a:lnTo>
                        <a:pt x="1834" y="3506"/>
                      </a:lnTo>
                      <a:lnTo>
                        <a:pt x="1833" y="3501"/>
                      </a:lnTo>
                      <a:lnTo>
                        <a:pt x="1833" y="3496"/>
                      </a:lnTo>
                      <a:lnTo>
                        <a:pt x="1833" y="3491"/>
                      </a:lnTo>
                      <a:lnTo>
                        <a:pt x="1833" y="3487"/>
                      </a:lnTo>
                      <a:lnTo>
                        <a:pt x="1836" y="3476"/>
                      </a:lnTo>
                      <a:lnTo>
                        <a:pt x="1837" y="3465"/>
                      </a:lnTo>
                      <a:lnTo>
                        <a:pt x="1839" y="3456"/>
                      </a:lnTo>
                      <a:lnTo>
                        <a:pt x="1839" y="3446"/>
                      </a:lnTo>
                      <a:lnTo>
                        <a:pt x="1838" y="3437"/>
                      </a:lnTo>
                      <a:lnTo>
                        <a:pt x="1836" y="3426"/>
                      </a:lnTo>
                      <a:lnTo>
                        <a:pt x="1831" y="3414"/>
                      </a:lnTo>
                      <a:lnTo>
                        <a:pt x="1824" y="3403"/>
                      </a:lnTo>
                      <a:lnTo>
                        <a:pt x="1817" y="3395"/>
                      </a:lnTo>
                      <a:lnTo>
                        <a:pt x="1811" y="3387"/>
                      </a:lnTo>
                      <a:lnTo>
                        <a:pt x="1808" y="3383"/>
                      </a:lnTo>
                      <a:lnTo>
                        <a:pt x="1807" y="3378"/>
                      </a:lnTo>
                      <a:lnTo>
                        <a:pt x="1805" y="3375"/>
                      </a:lnTo>
                      <a:lnTo>
                        <a:pt x="1805" y="3370"/>
                      </a:lnTo>
                      <a:lnTo>
                        <a:pt x="1804" y="3357"/>
                      </a:lnTo>
                      <a:lnTo>
                        <a:pt x="1804" y="3339"/>
                      </a:lnTo>
                      <a:lnTo>
                        <a:pt x="1805" y="3321"/>
                      </a:lnTo>
                      <a:lnTo>
                        <a:pt x="1807" y="3308"/>
                      </a:lnTo>
                      <a:lnTo>
                        <a:pt x="1811" y="3299"/>
                      </a:lnTo>
                      <a:lnTo>
                        <a:pt x="1814" y="3289"/>
                      </a:lnTo>
                      <a:lnTo>
                        <a:pt x="1818" y="3277"/>
                      </a:lnTo>
                      <a:lnTo>
                        <a:pt x="1819" y="3264"/>
                      </a:lnTo>
                      <a:lnTo>
                        <a:pt x="1819" y="3249"/>
                      </a:lnTo>
                      <a:lnTo>
                        <a:pt x="1819" y="3232"/>
                      </a:lnTo>
                      <a:lnTo>
                        <a:pt x="1819" y="3225"/>
                      </a:lnTo>
                      <a:lnTo>
                        <a:pt x="1820" y="3217"/>
                      </a:lnTo>
                      <a:lnTo>
                        <a:pt x="1821" y="3211"/>
                      </a:lnTo>
                      <a:lnTo>
                        <a:pt x="1823" y="3207"/>
                      </a:lnTo>
                      <a:lnTo>
                        <a:pt x="1827" y="3201"/>
                      </a:lnTo>
                      <a:lnTo>
                        <a:pt x="1830" y="3197"/>
                      </a:lnTo>
                      <a:lnTo>
                        <a:pt x="1832" y="3192"/>
                      </a:lnTo>
                      <a:lnTo>
                        <a:pt x="1834" y="3185"/>
                      </a:lnTo>
                      <a:lnTo>
                        <a:pt x="1836" y="3176"/>
                      </a:lnTo>
                      <a:lnTo>
                        <a:pt x="1837" y="3170"/>
                      </a:lnTo>
                      <a:lnTo>
                        <a:pt x="1839" y="3166"/>
                      </a:lnTo>
                      <a:lnTo>
                        <a:pt x="1843" y="3164"/>
                      </a:lnTo>
                      <a:lnTo>
                        <a:pt x="1846" y="3164"/>
                      </a:lnTo>
                      <a:lnTo>
                        <a:pt x="1850" y="3166"/>
                      </a:lnTo>
                      <a:lnTo>
                        <a:pt x="1853" y="3169"/>
                      </a:lnTo>
                      <a:lnTo>
                        <a:pt x="1857" y="3174"/>
                      </a:lnTo>
                      <a:lnTo>
                        <a:pt x="1861" y="3179"/>
                      </a:lnTo>
                      <a:lnTo>
                        <a:pt x="1865" y="3182"/>
                      </a:lnTo>
                      <a:lnTo>
                        <a:pt x="1868" y="3182"/>
                      </a:lnTo>
                      <a:lnTo>
                        <a:pt x="1869" y="3182"/>
                      </a:lnTo>
                      <a:lnTo>
                        <a:pt x="1871" y="3181"/>
                      </a:lnTo>
                      <a:lnTo>
                        <a:pt x="1875" y="3179"/>
                      </a:lnTo>
                      <a:lnTo>
                        <a:pt x="1880" y="3174"/>
                      </a:lnTo>
                      <a:lnTo>
                        <a:pt x="1884" y="3170"/>
                      </a:lnTo>
                      <a:lnTo>
                        <a:pt x="1890" y="3166"/>
                      </a:lnTo>
                      <a:lnTo>
                        <a:pt x="1896" y="3163"/>
                      </a:lnTo>
                      <a:lnTo>
                        <a:pt x="1905" y="3160"/>
                      </a:lnTo>
                      <a:lnTo>
                        <a:pt x="1910" y="3156"/>
                      </a:lnTo>
                      <a:lnTo>
                        <a:pt x="1916" y="3151"/>
                      </a:lnTo>
                      <a:lnTo>
                        <a:pt x="1922" y="3143"/>
                      </a:lnTo>
                      <a:lnTo>
                        <a:pt x="1926" y="3132"/>
                      </a:lnTo>
                      <a:lnTo>
                        <a:pt x="1931" y="3123"/>
                      </a:lnTo>
                      <a:lnTo>
                        <a:pt x="1932" y="3117"/>
                      </a:lnTo>
                      <a:lnTo>
                        <a:pt x="1935" y="3112"/>
                      </a:lnTo>
                      <a:lnTo>
                        <a:pt x="1939" y="3109"/>
                      </a:lnTo>
                      <a:lnTo>
                        <a:pt x="1943" y="3105"/>
                      </a:lnTo>
                      <a:lnTo>
                        <a:pt x="1953" y="3099"/>
                      </a:lnTo>
                      <a:lnTo>
                        <a:pt x="1964" y="3092"/>
                      </a:lnTo>
                      <a:lnTo>
                        <a:pt x="1975" y="3085"/>
                      </a:lnTo>
                      <a:lnTo>
                        <a:pt x="1985" y="3074"/>
                      </a:lnTo>
                      <a:lnTo>
                        <a:pt x="1996" y="3061"/>
                      </a:lnTo>
                      <a:lnTo>
                        <a:pt x="2004" y="3050"/>
                      </a:lnTo>
                      <a:lnTo>
                        <a:pt x="2014" y="3041"/>
                      </a:lnTo>
                      <a:lnTo>
                        <a:pt x="2026" y="3030"/>
                      </a:lnTo>
                      <a:lnTo>
                        <a:pt x="2039" y="3021"/>
                      </a:lnTo>
                      <a:lnTo>
                        <a:pt x="2051" y="3010"/>
                      </a:lnTo>
                      <a:lnTo>
                        <a:pt x="2056" y="3005"/>
                      </a:lnTo>
                      <a:lnTo>
                        <a:pt x="2059" y="3000"/>
                      </a:lnTo>
                      <a:lnTo>
                        <a:pt x="2061" y="2994"/>
                      </a:lnTo>
                      <a:lnTo>
                        <a:pt x="2064" y="2990"/>
                      </a:lnTo>
                      <a:lnTo>
                        <a:pt x="2067" y="2978"/>
                      </a:lnTo>
                      <a:lnTo>
                        <a:pt x="2070" y="2962"/>
                      </a:lnTo>
                      <a:lnTo>
                        <a:pt x="2073" y="2948"/>
                      </a:lnTo>
                      <a:lnTo>
                        <a:pt x="2076" y="2937"/>
                      </a:lnTo>
                      <a:lnTo>
                        <a:pt x="2077" y="2929"/>
                      </a:lnTo>
                      <a:lnTo>
                        <a:pt x="2077" y="2922"/>
                      </a:lnTo>
                      <a:lnTo>
                        <a:pt x="2077" y="2918"/>
                      </a:lnTo>
                      <a:lnTo>
                        <a:pt x="2075" y="2914"/>
                      </a:lnTo>
                      <a:lnTo>
                        <a:pt x="2072" y="2910"/>
                      </a:lnTo>
                      <a:lnTo>
                        <a:pt x="2069" y="2907"/>
                      </a:lnTo>
                      <a:lnTo>
                        <a:pt x="2061" y="2899"/>
                      </a:lnTo>
                      <a:lnTo>
                        <a:pt x="2056" y="2891"/>
                      </a:lnTo>
                      <a:lnTo>
                        <a:pt x="2052" y="2884"/>
                      </a:lnTo>
                      <a:lnTo>
                        <a:pt x="2050" y="2877"/>
                      </a:lnTo>
                      <a:lnTo>
                        <a:pt x="2050" y="2871"/>
                      </a:lnTo>
                      <a:lnTo>
                        <a:pt x="2052" y="2864"/>
                      </a:lnTo>
                      <a:lnTo>
                        <a:pt x="2057" y="2858"/>
                      </a:lnTo>
                      <a:lnTo>
                        <a:pt x="2063" y="2853"/>
                      </a:lnTo>
                      <a:lnTo>
                        <a:pt x="2079" y="2841"/>
                      </a:lnTo>
                      <a:lnTo>
                        <a:pt x="2098" y="2826"/>
                      </a:lnTo>
                      <a:lnTo>
                        <a:pt x="2105" y="2819"/>
                      </a:lnTo>
                      <a:lnTo>
                        <a:pt x="2111" y="2813"/>
                      </a:lnTo>
                      <a:lnTo>
                        <a:pt x="2115" y="2809"/>
                      </a:lnTo>
                      <a:lnTo>
                        <a:pt x="2121" y="2808"/>
                      </a:lnTo>
                      <a:lnTo>
                        <a:pt x="2126" y="2809"/>
                      </a:lnTo>
                      <a:lnTo>
                        <a:pt x="2130" y="2811"/>
                      </a:lnTo>
                      <a:lnTo>
                        <a:pt x="2135" y="2815"/>
                      </a:lnTo>
                      <a:lnTo>
                        <a:pt x="2140" y="2821"/>
                      </a:lnTo>
                      <a:lnTo>
                        <a:pt x="2145" y="2827"/>
                      </a:lnTo>
                      <a:lnTo>
                        <a:pt x="2149" y="2832"/>
                      </a:lnTo>
                      <a:lnTo>
                        <a:pt x="2154" y="2834"/>
                      </a:lnTo>
                      <a:lnTo>
                        <a:pt x="2159" y="2835"/>
                      </a:lnTo>
                      <a:lnTo>
                        <a:pt x="2164" y="2835"/>
                      </a:lnTo>
                      <a:lnTo>
                        <a:pt x="2170" y="2833"/>
                      </a:lnTo>
                      <a:lnTo>
                        <a:pt x="2174" y="2829"/>
                      </a:lnTo>
                      <a:lnTo>
                        <a:pt x="2180" y="2823"/>
                      </a:lnTo>
                      <a:lnTo>
                        <a:pt x="2191" y="2814"/>
                      </a:lnTo>
                      <a:lnTo>
                        <a:pt x="2202" y="2806"/>
                      </a:lnTo>
                      <a:lnTo>
                        <a:pt x="2209" y="2801"/>
                      </a:lnTo>
                      <a:lnTo>
                        <a:pt x="2214" y="2795"/>
                      </a:lnTo>
                      <a:lnTo>
                        <a:pt x="2217" y="2789"/>
                      </a:lnTo>
                      <a:lnTo>
                        <a:pt x="2220" y="2781"/>
                      </a:lnTo>
                      <a:lnTo>
                        <a:pt x="2220" y="2772"/>
                      </a:lnTo>
                      <a:lnTo>
                        <a:pt x="2218" y="2764"/>
                      </a:lnTo>
                      <a:lnTo>
                        <a:pt x="2216" y="2754"/>
                      </a:lnTo>
                      <a:lnTo>
                        <a:pt x="2211" y="2745"/>
                      </a:lnTo>
                      <a:lnTo>
                        <a:pt x="2208" y="2735"/>
                      </a:lnTo>
                      <a:lnTo>
                        <a:pt x="2203" y="2726"/>
                      </a:lnTo>
                      <a:lnTo>
                        <a:pt x="2199" y="2716"/>
                      </a:lnTo>
                      <a:lnTo>
                        <a:pt x="2196" y="2709"/>
                      </a:lnTo>
                      <a:lnTo>
                        <a:pt x="2195" y="2702"/>
                      </a:lnTo>
                      <a:lnTo>
                        <a:pt x="2195" y="2694"/>
                      </a:lnTo>
                      <a:lnTo>
                        <a:pt x="2196" y="2687"/>
                      </a:lnTo>
                      <a:lnTo>
                        <a:pt x="2199" y="2681"/>
                      </a:lnTo>
                      <a:lnTo>
                        <a:pt x="2204" y="2675"/>
                      </a:lnTo>
                      <a:lnTo>
                        <a:pt x="2206" y="2669"/>
                      </a:lnTo>
                      <a:lnTo>
                        <a:pt x="2210" y="2663"/>
                      </a:lnTo>
                      <a:lnTo>
                        <a:pt x="2211" y="2656"/>
                      </a:lnTo>
                      <a:lnTo>
                        <a:pt x="2212" y="2650"/>
                      </a:lnTo>
                      <a:lnTo>
                        <a:pt x="2215" y="2646"/>
                      </a:lnTo>
                      <a:lnTo>
                        <a:pt x="2218" y="2645"/>
                      </a:lnTo>
                      <a:lnTo>
                        <a:pt x="2222" y="2644"/>
                      </a:lnTo>
                      <a:lnTo>
                        <a:pt x="2226" y="2645"/>
                      </a:lnTo>
                      <a:lnTo>
                        <a:pt x="2229" y="2647"/>
                      </a:lnTo>
                      <a:lnTo>
                        <a:pt x="2233" y="2651"/>
                      </a:lnTo>
                      <a:lnTo>
                        <a:pt x="2235" y="2655"/>
                      </a:lnTo>
                      <a:lnTo>
                        <a:pt x="2239" y="2659"/>
                      </a:lnTo>
                      <a:lnTo>
                        <a:pt x="2243" y="2662"/>
                      </a:lnTo>
                      <a:lnTo>
                        <a:pt x="2250" y="2664"/>
                      </a:lnTo>
                      <a:lnTo>
                        <a:pt x="2258" y="2664"/>
                      </a:lnTo>
                      <a:lnTo>
                        <a:pt x="2267" y="2663"/>
                      </a:lnTo>
                      <a:lnTo>
                        <a:pt x="2275" y="2662"/>
                      </a:lnTo>
                      <a:lnTo>
                        <a:pt x="2284" y="2663"/>
                      </a:lnTo>
                      <a:lnTo>
                        <a:pt x="2291" y="2665"/>
                      </a:lnTo>
                      <a:lnTo>
                        <a:pt x="2298" y="2668"/>
                      </a:lnTo>
                      <a:lnTo>
                        <a:pt x="2308" y="2669"/>
                      </a:lnTo>
                      <a:lnTo>
                        <a:pt x="2318" y="2669"/>
                      </a:lnTo>
                      <a:lnTo>
                        <a:pt x="2329" y="2666"/>
                      </a:lnTo>
                      <a:lnTo>
                        <a:pt x="2340" y="2664"/>
                      </a:lnTo>
                      <a:lnTo>
                        <a:pt x="2349" y="2659"/>
                      </a:lnTo>
                      <a:lnTo>
                        <a:pt x="2359" y="2656"/>
                      </a:lnTo>
                      <a:lnTo>
                        <a:pt x="2367" y="2653"/>
                      </a:lnTo>
                      <a:lnTo>
                        <a:pt x="2374" y="2653"/>
                      </a:lnTo>
                      <a:lnTo>
                        <a:pt x="2380" y="2653"/>
                      </a:lnTo>
                      <a:lnTo>
                        <a:pt x="2386" y="2656"/>
                      </a:lnTo>
                      <a:lnTo>
                        <a:pt x="2391" y="2658"/>
                      </a:lnTo>
                      <a:lnTo>
                        <a:pt x="2394" y="2659"/>
                      </a:lnTo>
                      <a:lnTo>
                        <a:pt x="2400" y="2660"/>
                      </a:lnTo>
                      <a:lnTo>
                        <a:pt x="2406" y="2660"/>
                      </a:lnTo>
                      <a:lnTo>
                        <a:pt x="2412" y="2660"/>
                      </a:lnTo>
                      <a:lnTo>
                        <a:pt x="2420" y="2660"/>
                      </a:lnTo>
                      <a:lnTo>
                        <a:pt x="2429" y="2660"/>
                      </a:lnTo>
                      <a:lnTo>
                        <a:pt x="2432" y="2662"/>
                      </a:lnTo>
                      <a:lnTo>
                        <a:pt x="2436" y="2663"/>
                      </a:lnTo>
                      <a:lnTo>
                        <a:pt x="2438" y="2664"/>
                      </a:lnTo>
                      <a:lnTo>
                        <a:pt x="2439" y="2665"/>
                      </a:lnTo>
                      <a:lnTo>
                        <a:pt x="2438" y="2666"/>
                      </a:lnTo>
                      <a:lnTo>
                        <a:pt x="2435" y="2670"/>
                      </a:lnTo>
                      <a:lnTo>
                        <a:pt x="2426" y="2677"/>
                      </a:lnTo>
                      <a:lnTo>
                        <a:pt x="2417" y="2683"/>
                      </a:lnTo>
                      <a:lnTo>
                        <a:pt x="2406" y="2689"/>
                      </a:lnTo>
                      <a:lnTo>
                        <a:pt x="2396" y="2695"/>
                      </a:lnTo>
                      <a:lnTo>
                        <a:pt x="2390" y="2699"/>
                      </a:lnTo>
                      <a:lnTo>
                        <a:pt x="2384" y="2704"/>
                      </a:lnTo>
                      <a:lnTo>
                        <a:pt x="2379" y="2710"/>
                      </a:lnTo>
                      <a:lnTo>
                        <a:pt x="2375" y="2716"/>
                      </a:lnTo>
                      <a:lnTo>
                        <a:pt x="2372" y="2725"/>
                      </a:lnTo>
                      <a:lnTo>
                        <a:pt x="2369" y="2732"/>
                      </a:lnTo>
                      <a:lnTo>
                        <a:pt x="2368" y="2740"/>
                      </a:lnTo>
                      <a:lnTo>
                        <a:pt x="2368" y="2747"/>
                      </a:lnTo>
                      <a:lnTo>
                        <a:pt x="2367" y="2763"/>
                      </a:lnTo>
                      <a:lnTo>
                        <a:pt x="2366" y="2775"/>
                      </a:lnTo>
                      <a:lnTo>
                        <a:pt x="2363" y="2785"/>
                      </a:lnTo>
                      <a:lnTo>
                        <a:pt x="2362" y="2794"/>
                      </a:lnTo>
                      <a:lnTo>
                        <a:pt x="2362" y="2797"/>
                      </a:lnTo>
                      <a:lnTo>
                        <a:pt x="2363" y="2800"/>
                      </a:lnTo>
                      <a:lnTo>
                        <a:pt x="2366" y="2802"/>
                      </a:lnTo>
                      <a:lnTo>
                        <a:pt x="2369" y="2803"/>
                      </a:lnTo>
                      <a:lnTo>
                        <a:pt x="2373" y="2804"/>
                      </a:lnTo>
                      <a:lnTo>
                        <a:pt x="2378" y="2804"/>
                      </a:lnTo>
                      <a:lnTo>
                        <a:pt x="2382" y="2802"/>
                      </a:lnTo>
                      <a:lnTo>
                        <a:pt x="2387" y="2800"/>
                      </a:lnTo>
                      <a:lnTo>
                        <a:pt x="2391" y="2797"/>
                      </a:lnTo>
                      <a:lnTo>
                        <a:pt x="2394" y="2795"/>
                      </a:lnTo>
                      <a:lnTo>
                        <a:pt x="2399" y="2794"/>
                      </a:lnTo>
                      <a:lnTo>
                        <a:pt x="2403" y="2794"/>
                      </a:lnTo>
                      <a:lnTo>
                        <a:pt x="2405" y="2795"/>
                      </a:lnTo>
                      <a:lnTo>
                        <a:pt x="2407" y="2796"/>
                      </a:lnTo>
                      <a:lnTo>
                        <a:pt x="2409" y="2798"/>
                      </a:lnTo>
                      <a:lnTo>
                        <a:pt x="2410" y="2802"/>
                      </a:lnTo>
                      <a:lnTo>
                        <a:pt x="2411" y="2810"/>
                      </a:lnTo>
                      <a:lnTo>
                        <a:pt x="2415" y="2815"/>
                      </a:lnTo>
                      <a:lnTo>
                        <a:pt x="2418" y="2820"/>
                      </a:lnTo>
                      <a:lnTo>
                        <a:pt x="2424" y="2825"/>
                      </a:lnTo>
                      <a:lnTo>
                        <a:pt x="2429" y="2830"/>
                      </a:lnTo>
                      <a:lnTo>
                        <a:pt x="2432" y="2835"/>
                      </a:lnTo>
                      <a:lnTo>
                        <a:pt x="2432" y="2839"/>
                      </a:lnTo>
                      <a:lnTo>
                        <a:pt x="2431" y="2841"/>
                      </a:lnTo>
                      <a:lnTo>
                        <a:pt x="2429" y="2845"/>
                      </a:lnTo>
                      <a:lnTo>
                        <a:pt x="2425" y="2847"/>
                      </a:lnTo>
                      <a:lnTo>
                        <a:pt x="2418" y="2853"/>
                      </a:lnTo>
                      <a:lnTo>
                        <a:pt x="2413" y="2858"/>
                      </a:lnTo>
                      <a:lnTo>
                        <a:pt x="2413" y="2860"/>
                      </a:lnTo>
                      <a:lnTo>
                        <a:pt x="2413" y="2863"/>
                      </a:lnTo>
                      <a:lnTo>
                        <a:pt x="2416" y="2865"/>
                      </a:lnTo>
                      <a:lnTo>
                        <a:pt x="2419" y="2867"/>
                      </a:lnTo>
                      <a:lnTo>
                        <a:pt x="2422" y="2871"/>
                      </a:lnTo>
                      <a:lnTo>
                        <a:pt x="2424" y="2873"/>
                      </a:lnTo>
                      <a:lnTo>
                        <a:pt x="2425" y="2876"/>
                      </a:lnTo>
                      <a:lnTo>
                        <a:pt x="2425" y="2879"/>
                      </a:lnTo>
                      <a:lnTo>
                        <a:pt x="2423" y="2885"/>
                      </a:lnTo>
                      <a:lnTo>
                        <a:pt x="2419" y="2892"/>
                      </a:lnTo>
                      <a:lnTo>
                        <a:pt x="2415" y="2899"/>
                      </a:lnTo>
                      <a:lnTo>
                        <a:pt x="2409" y="2905"/>
                      </a:lnTo>
                      <a:lnTo>
                        <a:pt x="2405" y="2908"/>
                      </a:lnTo>
                      <a:lnTo>
                        <a:pt x="2400" y="2910"/>
                      </a:lnTo>
                      <a:lnTo>
                        <a:pt x="2396" y="2912"/>
                      </a:lnTo>
                      <a:lnTo>
                        <a:pt x="2391" y="2914"/>
                      </a:lnTo>
                      <a:lnTo>
                        <a:pt x="2380" y="2917"/>
                      </a:lnTo>
                      <a:lnTo>
                        <a:pt x="2373" y="2920"/>
                      </a:lnTo>
                      <a:lnTo>
                        <a:pt x="2371" y="2922"/>
                      </a:lnTo>
                      <a:lnTo>
                        <a:pt x="2369" y="2924"/>
                      </a:lnTo>
                      <a:lnTo>
                        <a:pt x="2369" y="2927"/>
                      </a:lnTo>
                      <a:lnTo>
                        <a:pt x="2371" y="2930"/>
                      </a:lnTo>
                      <a:lnTo>
                        <a:pt x="2373" y="2935"/>
                      </a:lnTo>
                      <a:lnTo>
                        <a:pt x="2379" y="2940"/>
                      </a:lnTo>
                      <a:lnTo>
                        <a:pt x="2385" y="2946"/>
                      </a:lnTo>
                      <a:lnTo>
                        <a:pt x="2393" y="2952"/>
                      </a:lnTo>
                      <a:lnTo>
                        <a:pt x="2412" y="2965"/>
                      </a:lnTo>
                      <a:lnTo>
                        <a:pt x="2430" y="2979"/>
                      </a:lnTo>
                      <a:lnTo>
                        <a:pt x="2444" y="2992"/>
                      </a:lnTo>
                      <a:lnTo>
                        <a:pt x="2456" y="3003"/>
                      </a:lnTo>
                      <a:lnTo>
                        <a:pt x="2462" y="3008"/>
                      </a:lnTo>
                      <a:lnTo>
                        <a:pt x="2467" y="3010"/>
                      </a:lnTo>
                      <a:lnTo>
                        <a:pt x="2473" y="3014"/>
                      </a:lnTo>
                      <a:lnTo>
                        <a:pt x="2479" y="3015"/>
                      </a:lnTo>
                      <a:lnTo>
                        <a:pt x="2486" y="3015"/>
                      </a:lnTo>
                      <a:lnTo>
                        <a:pt x="2492" y="3014"/>
                      </a:lnTo>
                      <a:lnTo>
                        <a:pt x="2498" y="3011"/>
                      </a:lnTo>
                      <a:lnTo>
                        <a:pt x="2504" y="3008"/>
                      </a:lnTo>
                      <a:lnTo>
                        <a:pt x="2511" y="3003"/>
                      </a:lnTo>
                      <a:lnTo>
                        <a:pt x="2517" y="3000"/>
                      </a:lnTo>
                      <a:lnTo>
                        <a:pt x="2523" y="2998"/>
                      </a:lnTo>
                      <a:lnTo>
                        <a:pt x="2530" y="2998"/>
                      </a:lnTo>
                      <a:lnTo>
                        <a:pt x="2545" y="3000"/>
                      </a:lnTo>
                      <a:lnTo>
                        <a:pt x="2563" y="3003"/>
                      </a:lnTo>
                      <a:lnTo>
                        <a:pt x="2571" y="3003"/>
                      </a:lnTo>
                      <a:lnTo>
                        <a:pt x="2580" y="3002"/>
                      </a:lnTo>
                      <a:lnTo>
                        <a:pt x="2582" y="3002"/>
                      </a:lnTo>
                      <a:lnTo>
                        <a:pt x="2585" y="2999"/>
                      </a:lnTo>
                      <a:lnTo>
                        <a:pt x="2587" y="2998"/>
                      </a:lnTo>
                      <a:lnTo>
                        <a:pt x="2588" y="2996"/>
                      </a:lnTo>
                      <a:lnTo>
                        <a:pt x="2593" y="2981"/>
                      </a:lnTo>
                      <a:lnTo>
                        <a:pt x="2601" y="2964"/>
                      </a:lnTo>
                      <a:lnTo>
                        <a:pt x="2607" y="2954"/>
                      </a:lnTo>
                      <a:lnTo>
                        <a:pt x="2614" y="2945"/>
                      </a:lnTo>
                      <a:lnTo>
                        <a:pt x="2623" y="2936"/>
                      </a:lnTo>
                      <a:lnTo>
                        <a:pt x="2632" y="2928"/>
                      </a:lnTo>
                      <a:lnTo>
                        <a:pt x="2643" y="2922"/>
                      </a:lnTo>
                      <a:lnTo>
                        <a:pt x="2652" y="2918"/>
                      </a:lnTo>
                      <a:lnTo>
                        <a:pt x="2661" y="2917"/>
                      </a:lnTo>
                      <a:lnTo>
                        <a:pt x="2669" y="2917"/>
                      </a:lnTo>
                      <a:lnTo>
                        <a:pt x="2676" y="2918"/>
                      </a:lnTo>
                      <a:lnTo>
                        <a:pt x="2683" y="2921"/>
                      </a:lnTo>
                      <a:lnTo>
                        <a:pt x="2688" y="2924"/>
                      </a:lnTo>
                      <a:lnTo>
                        <a:pt x="2692" y="2928"/>
                      </a:lnTo>
                      <a:lnTo>
                        <a:pt x="2694" y="2930"/>
                      </a:lnTo>
                      <a:lnTo>
                        <a:pt x="2696" y="2934"/>
                      </a:lnTo>
                      <a:lnTo>
                        <a:pt x="2697" y="2937"/>
                      </a:lnTo>
                      <a:lnTo>
                        <a:pt x="2699" y="2942"/>
                      </a:lnTo>
                      <a:lnTo>
                        <a:pt x="2699" y="2949"/>
                      </a:lnTo>
                      <a:lnTo>
                        <a:pt x="2700" y="2956"/>
                      </a:lnTo>
                      <a:lnTo>
                        <a:pt x="2701" y="2959"/>
                      </a:lnTo>
                      <a:lnTo>
                        <a:pt x="2703" y="2960"/>
                      </a:lnTo>
                      <a:lnTo>
                        <a:pt x="2705" y="2961"/>
                      </a:lnTo>
                      <a:lnTo>
                        <a:pt x="2708" y="2961"/>
                      </a:lnTo>
                      <a:lnTo>
                        <a:pt x="2714" y="2961"/>
                      </a:lnTo>
                      <a:lnTo>
                        <a:pt x="2722" y="2961"/>
                      </a:lnTo>
                      <a:lnTo>
                        <a:pt x="2727" y="2961"/>
                      </a:lnTo>
                      <a:lnTo>
                        <a:pt x="2731" y="2962"/>
                      </a:lnTo>
                      <a:lnTo>
                        <a:pt x="2733" y="2964"/>
                      </a:lnTo>
                      <a:lnTo>
                        <a:pt x="2735" y="2966"/>
                      </a:lnTo>
                      <a:lnTo>
                        <a:pt x="2737" y="2970"/>
                      </a:lnTo>
                      <a:lnTo>
                        <a:pt x="2738" y="2973"/>
                      </a:lnTo>
                      <a:lnTo>
                        <a:pt x="2738" y="2979"/>
                      </a:lnTo>
                      <a:lnTo>
                        <a:pt x="2738" y="2985"/>
                      </a:lnTo>
                      <a:lnTo>
                        <a:pt x="2734" y="2997"/>
                      </a:lnTo>
                      <a:lnTo>
                        <a:pt x="2730" y="3005"/>
                      </a:lnTo>
                      <a:lnTo>
                        <a:pt x="2726" y="3014"/>
                      </a:lnTo>
                      <a:lnTo>
                        <a:pt x="2724" y="3023"/>
                      </a:lnTo>
                      <a:lnTo>
                        <a:pt x="2724" y="3028"/>
                      </a:lnTo>
                      <a:lnTo>
                        <a:pt x="2724" y="3031"/>
                      </a:lnTo>
                      <a:lnTo>
                        <a:pt x="2725" y="3035"/>
                      </a:lnTo>
                      <a:lnTo>
                        <a:pt x="2726" y="3037"/>
                      </a:lnTo>
                      <a:lnTo>
                        <a:pt x="2728" y="3040"/>
                      </a:lnTo>
                      <a:lnTo>
                        <a:pt x="2732" y="3041"/>
                      </a:lnTo>
                      <a:lnTo>
                        <a:pt x="2735" y="3041"/>
                      </a:lnTo>
                      <a:lnTo>
                        <a:pt x="2739" y="3041"/>
                      </a:lnTo>
                      <a:lnTo>
                        <a:pt x="2743" y="3041"/>
                      </a:lnTo>
                      <a:lnTo>
                        <a:pt x="2746" y="3042"/>
                      </a:lnTo>
                      <a:lnTo>
                        <a:pt x="2749" y="3043"/>
                      </a:lnTo>
                      <a:lnTo>
                        <a:pt x="2750" y="3044"/>
                      </a:lnTo>
                      <a:lnTo>
                        <a:pt x="2750" y="3046"/>
                      </a:lnTo>
                      <a:lnTo>
                        <a:pt x="2749" y="3048"/>
                      </a:lnTo>
                      <a:lnTo>
                        <a:pt x="2747" y="3050"/>
                      </a:lnTo>
                      <a:lnTo>
                        <a:pt x="2745" y="3053"/>
                      </a:lnTo>
                      <a:lnTo>
                        <a:pt x="2741" y="3057"/>
                      </a:lnTo>
                      <a:lnTo>
                        <a:pt x="2739" y="3063"/>
                      </a:lnTo>
                      <a:lnTo>
                        <a:pt x="2737" y="3071"/>
                      </a:lnTo>
                      <a:lnTo>
                        <a:pt x="2737" y="3078"/>
                      </a:lnTo>
                      <a:lnTo>
                        <a:pt x="2738" y="3080"/>
                      </a:lnTo>
                      <a:lnTo>
                        <a:pt x="2739" y="3082"/>
                      </a:lnTo>
                      <a:lnTo>
                        <a:pt x="2740" y="3082"/>
                      </a:lnTo>
                      <a:lnTo>
                        <a:pt x="2743" y="3082"/>
                      </a:lnTo>
                      <a:lnTo>
                        <a:pt x="2749" y="3084"/>
                      </a:lnTo>
                      <a:lnTo>
                        <a:pt x="2756" y="3081"/>
                      </a:lnTo>
                      <a:lnTo>
                        <a:pt x="2768" y="3077"/>
                      </a:lnTo>
                      <a:lnTo>
                        <a:pt x="2782" y="3071"/>
                      </a:lnTo>
                      <a:lnTo>
                        <a:pt x="2795" y="3066"/>
                      </a:lnTo>
                      <a:lnTo>
                        <a:pt x="2807" y="3062"/>
                      </a:lnTo>
                      <a:lnTo>
                        <a:pt x="2812" y="3062"/>
                      </a:lnTo>
                      <a:lnTo>
                        <a:pt x="2815" y="3062"/>
                      </a:lnTo>
                      <a:lnTo>
                        <a:pt x="2820" y="3062"/>
                      </a:lnTo>
                      <a:lnTo>
                        <a:pt x="2823" y="3065"/>
                      </a:lnTo>
                      <a:lnTo>
                        <a:pt x="2831" y="3068"/>
                      </a:lnTo>
                      <a:lnTo>
                        <a:pt x="2839" y="3075"/>
                      </a:lnTo>
                      <a:lnTo>
                        <a:pt x="2856" y="3090"/>
                      </a:lnTo>
                      <a:lnTo>
                        <a:pt x="2869" y="3103"/>
                      </a:lnTo>
                      <a:lnTo>
                        <a:pt x="2872" y="3105"/>
                      </a:lnTo>
                      <a:lnTo>
                        <a:pt x="2876" y="3107"/>
                      </a:lnTo>
                      <a:lnTo>
                        <a:pt x="2878" y="3109"/>
                      </a:lnTo>
                      <a:lnTo>
                        <a:pt x="2882" y="3109"/>
                      </a:lnTo>
                      <a:lnTo>
                        <a:pt x="2885" y="3109"/>
                      </a:lnTo>
                      <a:lnTo>
                        <a:pt x="2889" y="3109"/>
                      </a:lnTo>
                      <a:lnTo>
                        <a:pt x="2892" y="3107"/>
                      </a:lnTo>
                      <a:lnTo>
                        <a:pt x="2897" y="3105"/>
                      </a:lnTo>
                      <a:lnTo>
                        <a:pt x="2905" y="3100"/>
                      </a:lnTo>
                      <a:lnTo>
                        <a:pt x="2913" y="3098"/>
                      </a:lnTo>
                      <a:lnTo>
                        <a:pt x="2922" y="3096"/>
                      </a:lnTo>
                      <a:lnTo>
                        <a:pt x="2933" y="3094"/>
                      </a:lnTo>
                      <a:lnTo>
                        <a:pt x="2945" y="3094"/>
                      </a:lnTo>
                      <a:lnTo>
                        <a:pt x="2954" y="3092"/>
                      </a:lnTo>
                      <a:lnTo>
                        <a:pt x="2964" y="3090"/>
                      </a:lnTo>
                      <a:lnTo>
                        <a:pt x="2972" y="3087"/>
                      </a:lnTo>
                      <a:lnTo>
                        <a:pt x="2979" y="3086"/>
                      </a:lnTo>
                      <a:lnTo>
                        <a:pt x="2986" y="3085"/>
                      </a:lnTo>
                      <a:lnTo>
                        <a:pt x="2993" y="3084"/>
                      </a:lnTo>
                      <a:lnTo>
                        <a:pt x="3003" y="3084"/>
                      </a:lnTo>
                      <a:lnTo>
                        <a:pt x="3014" y="3084"/>
                      </a:lnTo>
                      <a:lnTo>
                        <a:pt x="3024" y="3082"/>
                      </a:lnTo>
                      <a:lnTo>
                        <a:pt x="3035" y="3080"/>
                      </a:lnTo>
                      <a:lnTo>
                        <a:pt x="3046" y="3075"/>
                      </a:lnTo>
                      <a:lnTo>
                        <a:pt x="3055" y="3069"/>
                      </a:lnTo>
                      <a:lnTo>
                        <a:pt x="3062" y="3067"/>
                      </a:lnTo>
                      <a:lnTo>
                        <a:pt x="3066" y="3066"/>
                      </a:lnTo>
                      <a:lnTo>
                        <a:pt x="3068" y="3067"/>
                      </a:lnTo>
                      <a:lnTo>
                        <a:pt x="3073" y="3068"/>
                      </a:lnTo>
                      <a:lnTo>
                        <a:pt x="3077" y="3071"/>
                      </a:lnTo>
                      <a:lnTo>
                        <a:pt x="3085" y="3075"/>
                      </a:lnTo>
                      <a:lnTo>
                        <a:pt x="3093" y="3079"/>
                      </a:lnTo>
                      <a:lnTo>
                        <a:pt x="3098" y="3080"/>
                      </a:lnTo>
                      <a:lnTo>
                        <a:pt x="3103" y="3080"/>
                      </a:lnTo>
                      <a:lnTo>
                        <a:pt x="3108" y="3080"/>
                      </a:lnTo>
                      <a:lnTo>
                        <a:pt x="3114" y="3079"/>
                      </a:lnTo>
                      <a:lnTo>
                        <a:pt x="3122" y="3075"/>
                      </a:lnTo>
                      <a:lnTo>
                        <a:pt x="3131" y="3071"/>
                      </a:lnTo>
                      <a:lnTo>
                        <a:pt x="3135" y="3068"/>
                      </a:lnTo>
                      <a:lnTo>
                        <a:pt x="3137" y="3066"/>
                      </a:lnTo>
                      <a:lnTo>
                        <a:pt x="3140" y="3063"/>
                      </a:lnTo>
                      <a:lnTo>
                        <a:pt x="3141" y="3061"/>
                      </a:lnTo>
                      <a:lnTo>
                        <a:pt x="3141" y="3056"/>
                      </a:lnTo>
                      <a:lnTo>
                        <a:pt x="3141" y="3049"/>
                      </a:lnTo>
                      <a:lnTo>
                        <a:pt x="3141" y="3033"/>
                      </a:lnTo>
                      <a:lnTo>
                        <a:pt x="3142" y="3015"/>
                      </a:lnTo>
                      <a:lnTo>
                        <a:pt x="3141" y="3000"/>
                      </a:lnTo>
                      <a:lnTo>
                        <a:pt x="3138" y="2991"/>
                      </a:lnTo>
                      <a:lnTo>
                        <a:pt x="3136" y="2986"/>
                      </a:lnTo>
                      <a:lnTo>
                        <a:pt x="3134" y="2984"/>
                      </a:lnTo>
                      <a:lnTo>
                        <a:pt x="3131" y="2981"/>
                      </a:lnTo>
                      <a:lnTo>
                        <a:pt x="3128" y="2980"/>
                      </a:lnTo>
                      <a:lnTo>
                        <a:pt x="3124" y="2979"/>
                      </a:lnTo>
                      <a:lnTo>
                        <a:pt x="3121" y="2977"/>
                      </a:lnTo>
                      <a:lnTo>
                        <a:pt x="3118" y="2975"/>
                      </a:lnTo>
                      <a:lnTo>
                        <a:pt x="3117" y="2972"/>
                      </a:lnTo>
                      <a:lnTo>
                        <a:pt x="3116" y="2968"/>
                      </a:lnTo>
                      <a:lnTo>
                        <a:pt x="3115" y="2964"/>
                      </a:lnTo>
                      <a:lnTo>
                        <a:pt x="3116" y="2959"/>
                      </a:lnTo>
                      <a:lnTo>
                        <a:pt x="3117" y="2952"/>
                      </a:lnTo>
                      <a:lnTo>
                        <a:pt x="3118" y="2946"/>
                      </a:lnTo>
                      <a:lnTo>
                        <a:pt x="3118" y="2942"/>
                      </a:lnTo>
                      <a:lnTo>
                        <a:pt x="3117" y="2940"/>
                      </a:lnTo>
                      <a:lnTo>
                        <a:pt x="3114" y="2936"/>
                      </a:lnTo>
                      <a:lnTo>
                        <a:pt x="3106" y="2929"/>
                      </a:lnTo>
                      <a:lnTo>
                        <a:pt x="3102" y="2922"/>
                      </a:lnTo>
                      <a:lnTo>
                        <a:pt x="3098" y="2917"/>
                      </a:lnTo>
                      <a:lnTo>
                        <a:pt x="3092" y="2912"/>
                      </a:lnTo>
                      <a:lnTo>
                        <a:pt x="3089" y="2910"/>
                      </a:lnTo>
                      <a:lnTo>
                        <a:pt x="3084" y="2909"/>
                      </a:lnTo>
                      <a:lnTo>
                        <a:pt x="3079" y="2909"/>
                      </a:lnTo>
                      <a:lnTo>
                        <a:pt x="3073" y="2909"/>
                      </a:lnTo>
                      <a:lnTo>
                        <a:pt x="3059" y="2912"/>
                      </a:lnTo>
                      <a:lnTo>
                        <a:pt x="3046" y="2916"/>
                      </a:lnTo>
                      <a:lnTo>
                        <a:pt x="3033" y="2920"/>
                      </a:lnTo>
                      <a:lnTo>
                        <a:pt x="3021" y="2922"/>
                      </a:lnTo>
                      <a:lnTo>
                        <a:pt x="3012" y="2923"/>
                      </a:lnTo>
                      <a:lnTo>
                        <a:pt x="3004" y="2922"/>
                      </a:lnTo>
                      <a:lnTo>
                        <a:pt x="2996" y="2921"/>
                      </a:lnTo>
                      <a:lnTo>
                        <a:pt x="2987" y="2920"/>
                      </a:lnTo>
                      <a:lnTo>
                        <a:pt x="2980" y="2917"/>
                      </a:lnTo>
                      <a:lnTo>
                        <a:pt x="2973" y="2915"/>
                      </a:lnTo>
                      <a:lnTo>
                        <a:pt x="2968" y="2911"/>
                      </a:lnTo>
                      <a:lnTo>
                        <a:pt x="2965" y="2908"/>
                      </a:lnTo>
                      <a:lnTo>
                        <a:pt x="2964" y="2903"/>
                      </a:lnTo>
                      <a:lnTo>
                        <a:pt x="2965" y="2898"/>
                      </a:lnTo>
                      <a:lnTo>
                        <a:pt x="2965" y="2892"/>
                      </a:lnTo>
                      <a:lnTo>
                        <a:pt x="2966" y="2886"/>
                      </a:lnTo>
                      <a:lnTo>
                        <a:pt x="2967" y="2880"/>
                      </a:lnTo>
                      <a:lnTo>
                        <a:pt x="2967" y="2874"/>
                      </a:lnTo>
                      <a:lnTo>
                        <a:pt x="2967" y="2869"/>
                      </a:lnTo>
                      <a:lnTo>
                        <a:pt x="2965" y="2861"/>
                      </a:lnTo>
                      <a:lnTo>
                        <a:pt x="2957" y="2849"/>
                      </a:lnTo>
                      <a:lnTo>
                        <a:pt x="2947" y="2838"/>
                      </a:lnTo>
                      <a:lnTo>
                        <a:pt x="2939" y="2829"/>
                      </a:lnTo>
                      <a:lnTo>
                        <a:pt x="2933" y="2826"/>
                      </a:lnTo>
                      <a:lnTo>
                        <a:pt x="2928" y="2825"/>
                      </a:lnTo>
                      <a:lnTo>
                        <a:pt x="2924" y="2826"/>
                      </a:lnTo>
                      <a:lnTo>
                        <a:pt x="2921" y="2829"/>
                      </a:lnTo>
                      <a:lnTo>
                        <a:pt x="2917" y="2835"/>
                      </a:lnTo>
                      <a:lnTo>
                        <a:pt x="2916" y="2839"/>
                      </a:lnTo>
                      <a:lnTo>
                        <a:pt x="2914" y="2841"/>
                      </a:lnTo>
                      <a:lnTo>
                        <a:pt x="2910" y="2842"/>
                      </a:lnTo>
                      <a:lnTo>
                        <a:pt x="2907" y="2844"/>
                      </a:lnTo>
                      <a:lnTo>
                        <a:pt x="2902" y="2844"/>
                      </a:lnTo>
                      <a:lnTo>
                        <a:pt x="2898" y="2842"/>
                      </a:lnTo>
                      <a:lnTo>
                        <a:pt x="2894" y="2840"/>
                      </a:lnTo>
                      <a:lnTo>
                        <a:pt x="2890" y="2836"/>
                      </a:lnTo>
                      <a:lnTo>
                        <a:pt x="2886" y="2832"/>
                      </a:lnTo>
                      <a:lnTo>
                        <a:pt x="2884" y="2826"/>
                      </a:lnTo>
                      <a:lnTo>
                        <a:pt x="2882" y="2819"/>
                      </a:lnTo>
                      <a:lnTo>
                        <a:pt x="2879" y="2811"/>
                      </a:lnTo>
                      <a:lnTo>
                        <a:pt x="2877" y="2795"/>
                      </a:lnTo>
                      <a:lnTo>
                        <a:pt x="2876" y="2777"/>
                      </a:lnTo>
                      <a:lnTo>
                        <a:pt x="2875" y="2769"/>
                      </a:lnTo>
                      <a:lnTo>
                        <a:pt x="2876" y="2763"/>
                      </a:lnTo>
                      <a:lnTo>
                        <a:pt x="2876" y="2756"/>
                      </a:lnTo>
                      <a:lnTo>
                        <a:pt x="2877" y="2751"/>
                      </a:lnTo>
                      <a:lnTo>
                        <a:pt x="2879" y="2746"/>
                      </a:lnTo>
                      <a:lnTo>
                        <a:pt x="2882" y="2743"/>
                      </a:lnTo>
                      <a:lnTo>
                        <a:pt x="2885" y="2739"/>
                      </a:lnTo>
                      <a:lnTo>
                        <a:pt x="2889" y="2737"/>
                      </a:lnTo>
                      <a:lnTo>
                        <a:pt x="2900" y="2721"/>
                      </a:lnTo>
                      <a:lnTo>
                        <a:pt x="2911" y="2702"/>
                      </a:lnTo>
                      <a:lnTo>
                        <a:pt x="2915" y="2699"/>
                      </a:lnTo>
                      <a:lnTo>
                        <a:pt x="2920" y="2696"/>
                      </a:lnTo>
                      <a:lnTo>
                        <a:pt x="2924" y="2696"/>
                      </a:lnTo>
                      <a:lnTo>
                        <a:pt x="2928" y="2696"/>
                      </a:lnTo>
                      <a:lnTo>
                        <a:pt x="2936" y="2700"/>
                      </a:lnTo>
                      <a:lnTo>
                        <a:pt x="2944" y="2704"/>
                      </a:lnTo>
                      <a:lnTo>
                        <a:pt x="2947" y="2706"/>
                      </a:lnTo>
                      <a:lnTo>
                        <a:pt x="2953" y="2707"/>
                      </a:lnTo>
                      <a:lnTo>
                        <a:pt x="2959" y="2708"/>
                      </a:lnTo>
                      <a:lnTo>
                        <a:pt x="2966" y="2708"/>
                      </a:lnTo>
                      <a:lnTo>
                        <a:pt x="2972" y="2706"/>
                      </a:lnTo>
                      <a:lnTo>
                        <a:pt x="2978" y="2702"/>
                      </a:lnTo>
                      <a:lnTo>
                        <a:pt x="2980" y="2700"/>
                      </a:lnTo>
                      <a:lnTo>
                        <a:pt x="2983" y="2697"/>
                      </a:lnTo>
                      <a:lnTo>
                        <a:pt x="2984" y="2694"/>
                      </a:lnTo>
                      <a:lnTo>
                        <a:pt x="2985" y="2690"/>
                      </a:lnTo>
                      <a:lnTo>
                        <a:pt x="2987" y="2682"/>
                      </a:lnTo>
                      <a:lnTo>
                        <a:pt x="2990" y="2674"/>
                      </a:lnTo>
                      <a:lnTo>
                        <a:pt x="2993" y="2666"/>
                      </a:lnTo>
                      <a:lnTo>
                        <a:pt x="2996" y="2659"/>
                      </a:lnTo>
                      <a:lnTo>
                        <a:pt x="3001" y="2653"/>
                      </a:lnTo>
                      <a:lnTo>
                        <a:pt x="3004" y="2647"/>
                      </a:lnTo>
                      <a:lnTo>
                        <a:pt x="3008" y="2643"/>
                      </a:lnTo>
                      <a:lnTo>
                        <a:pt x="3012" y="2640"/>
                      </a:lnTo>
                      <a:lnTo>
                        <a:pt x="3016" y="2638"/>
                      </a:lnTo>
                      <a:lnTo>
                        <a:pt x="3021" y="2638"/>
                      </a:lnTo>
                      <a:lnTo>
                        <a:pt x="3026" y="2638"/>
                      </a:lnTo>
                      <a:lnTo>
                        <a:pt x="3029" y="2640"/>
                      </a:lnTo>
                      <a:lnTo>
                        <a:pt x="3034" y="2644"/>
                      </a:lnTo>
                      <a:lnTo>
                        <a:pt x="3039" y="2647"/>
                      </a:lnTo>
                      <a:lnTo>
                        <a:pt x="3042" y="2652"/>
                      </a:lnTo>
                      <a:lnTo>
                        <a:pt x="3045" y="2658"/>
                      </a:lnTo>
                      <a:lnTo>
                        <a:pt x="3052" y="2670"/>
                      </a:lnTo>
                      <a:lnTo>
                        <a:pt x="3059" y="2681"/>
                      </a:lnTo>
                      <a:lnTo>
                        <a:pt x="3062" y="2685"/>
                      </a:lnTo>
                      <a:lnTo>
                        <a:pt x="3066" y="2689"/>
                      </a:lnTo>
                      <a:lnTo>
                        <a:pt x="3071" y="2693"/>
                      </a:lnTo>
                      <a:lnTo>
                        <a:pt x="3075" y="2695"/>
                      </a:lnTo>
                      <a:lnTo>
                        <a:pt x="3084" y="2700"/>
                      </a:lnTo>
                      <a:lnTo>
                        <a:pt x="3090" y="2706"/>
                      </a:lnTo>
                      <a:lnTo>
                        <a:pt x="3096" y="2713"/>
                      </a:lnTo>
                      <a:lnTo>
                        <a:pt x="3100" y="2720"/>
                      </a:lnTo>
                      <a:lnTo>
                        <a:pt x="3106" y="2727"/>
                      </a:lnTo>
                      <a:lnTo>
                        <a:pt x="3114" y="2732"/>
                      </a:lnTo>
                      <a:lnTo>
                        <a:pt x="3122" y="2738"/>
                      </a:lnTo>
                      <a:lnTo>
                        <a:pt x="3131" y="2743"/>
                      </a:lnTo>
                      <a:lnTo>
                        <a:pt x="3141" y="2748"/>
                      </a:lnTo>
                      <a:lnTo>
                        <a:pt x="3146" y="2754"/>
                      </a:lnTo>
                      <a:lnTo>
                        <a:pt x="3150" y="2762"/>
                      </a:lnTo>
                      <a:lnTo>
                        <a:pt x="3154" y="2767"/>
                      </a:lnTo>
                      <a:lnTo>
                        <a:pt x="3156" y="2770"/>
                      </a:lnTo>
                      <a:lnTo>
                        <a:pt x="3160" y="2772"/>
                      </a:lnTo>
                      <a:lnTo>
                        <a:pt x="3163" y="2772"/>
                      </a:lnTo>
                      <a:lnTo>
                        <a:pt x="3167" y="2772"/>
                      </a:lnTo>
                      <a:lnTo>
                        <a:pt x="3169" y="2771"/>
                      </a:lnTo>
                      <a:lnTo>
                        <a:pt x="3172" y="2769"/>
                      </a:lnTo>
                      <a:lnTo>
                        <a:pt x="3173" y="2765"/>
                      </a:lnTo>
                      <a:lnTo>
                        <a:pt x="3174" y="2760"/>
                      </a:lnTo>
                      <a:lnTo>
                        <a:pt x="3173" y="2750"/>
                      </a:lnTo>
                      <a:lnTo>
                        <a:pt x="3171" y="2739"/>
                      </a:lnTo>
                      <a:lnTo>
                        <a:pt x="3169" y="2732"/>
                      </a:lnTo>
                      <a:lnTo>
                        <a:pt x="3168" y="2725"/>
                      </a:lnTo>
                      <a:lnTo>
                        <a:pt x="3165" y="2719"/>
                      </a:lnTo>
                      <a:lnTo>
                        <a:pt x="3159" y="2710"/>
                      </a:lnTo>
                      <a:lnTo>
                        <a:pt x="3146" y="2696"/>
                      </a:lnTo>
                      <a:lnTo>
                        <a:pt x="3135" y="2682"/>
                      </a:lnTo>
                      <a:lnTo>
                        <a:pt x="3131" y="2677"/>
                      </a:lnTo>
                      <a:lnTo>
                        <a:pt x="3128" y="2674"/>
                      </a:lnTo>
                      <a:lnTo>
                        <a:pt x="3127" y="2669"/>
                      </a:lnTo>
                      <a:lnTo>
                        <a:pt x="3125" y="2665"/>
                      </a:lnTo>
                      <a:lnTo>
                        <a:pt x="3125" y="2658"/>
                      </a:lnTo>
                      <a:lnTo>
                        <a:pt x="3128" y="2650"/>
                      </a:lnTo>
                      <a:lnTo>
                        <a:pt x="3129" y="2645"/>
                      </a:lnTo>
                      <a:lnTo>
                        <a:pt x="3129" y="2639"/>
                      </a:lnTo>
                      <a:lnTo>
                        <a:pt x="3128" y="2634"/>
                      </a:lnTo>
                      <a:lnTo>
                        <a:pt x="3127" y="2628"/>
                      </a:lnTo>
                      <a:lnTo>
                        <a:pt x="3121" y="2617"/>
                      </a:lnTo>
                      <a:lnTo>
                        <a:pt x="3114" y="2606"/>
                      </a:lnTo>
                      <a:lnTo>
                        <a:pt x="3105" y="2594"/>
                      </a:lnTo>
                      <a:lnTo>
                        <a:pt x="3096" y="2584"/>
                      </a:lnTo>
                      <a:lnTo>
                        <a:pt x="3091" y="2580"/>
                      </a:lnTo>
                      <a:lnTo>
                        <a:pt x="3085" y="2577"/>
                      </a:lnTo>
                      <a:lnTo>
                        <a:pt x="3078" y="2575"/>
                      </a:lnTo>
                      <a:lnTo>
                        <a:pt x="3070" y="2574"/>
                      </a:lnTo>
                      <a:lnTo>
                        <a:pt x="3054" y="2574"/>
                      </a:lnTo>
                      <a:lnTo>
                        <a:pt x="3041" y="2574"/>
                      </a:lnTo>
                      <a:lnTo>
                        <a:pt x="3035" y="2573"/>
                      </a:lnTo>
                      <a:lnTo>
                        <a:pt x="3030" y="2571"/>
                      </a:lnTo>
                      <a:lnTo>
                        <a:pt x="3027" y="2569"/>
                      </a:lnTo>
                      <a:lnTo>
                        <a:pt x="3024" y="2565"/>
                      </a:lnTo>
                      <a:lnTo>
                        <a:pt x="3021" y="2556"/>
                      </a:lnTo>
                      <a:lnTo>
                        <a:pt x="3016" y="2549"/>
                      </a:lnTo>
                      <a:lnTo>
                        <a:pt x="3014" y="2546"/>
                      </a:lnTo>
                      <a:lnTo>
                        <a:pt x="3010" y="2544"/>
                      </a:lnTo>
                      <a:lnTo>
                        <a:pt x="3007" y="2543"/>
                      </a:lnTo>
                      <a:lnTo>
                        <a:pt x="3001" y="2543"/>
                      </a:lnTo>
                      <a:lnTo>
                        <a:pt x="2996" y="2542"/>
                      </a:lnTo>
                      <a:lnTo>
                        <a:pt x="2991" y="2539"/>
                      </a:lnTo>
                      <a:lnTo>
                        <a:pt x="2987" y="2536"/>
                      </a:lnTo>
                      <a:lnTo>
                        <a:pt x="2983" y="2532"/>
                      </a:lnTo>
                      <a:lnTo>
                        <a:pt x="2979" y="2527"/>
                      </a:lnTo>
                      <a:lnTo>
                        <a:pt x="2974" y="2523"/>
                      </a:lnTo>
                      <a:lnTo>
                        <a:pt x="2970" y="2519"/>
                      </a:lnTo>
                      <a:lnTo>
                        <a:pt x="2964" y="2515"/>
                      </a:lnTo>
                      <a:lnTo>
                        <a:pt x="2952" y="2512"/>
                      </a:lnTo>
                      <a:lnTo>
                        <a:pt x="2941" y="2511"/>
                      </a:lnTo>
                      <a:lnTo>
                        <a:pt x="2936" y="2510"/>
                      </a:lnTo>
                      <a:lnTo>
                        <a:pt x="2933" y="2506"/>
                      </a:lnTo>
                      <a:lnTo>
                        <a:pt x="2930" y="2501"/>
                      </a:lnTo>
                      <a:lnTo>
                        <a:pt x="2929" y="2494"/>
                      </a:lnTo>
                      <a:lnTo>
                        <a:pt x="2929" y="2477"/>
                      </a:lnTo>
                      <a:lnTo>
                        <a:pt x="2930" y="2464"/>
                      </a:lnTo>
                      <a:lnTo>
                        <a:pt x="2932" y="2451"/>
                      </a:lnTo>
                      <a:lnTo>
                        <a:pt x="2933" y="2437"/>
                      </a:lnTo>
                      <a:lnTo>
                        <a:pt x="2932" y="2428"/>
                      </a:lnTo>
                      <a:lnTo>
                        <a:pt x="2930" y="2420"/>
                      </a:lnTo>
                      <a:lnTo>
                        <a:pt x="2929" y="2416"/>
                      </a:lnTo>
                      <a:lnTo>
                        <a:pt x="2929" y="2411"/>
                      </a:lnTo>
                      <a:lnTo>
                        <a:pt x="2930" y="2405"/>
                      </a:lnTo>
                      <a:lnTo>
                        <a:pt x="2933" y="2397"/>
                      </a:lnTo>
                      <a:lnTo>
                        <a:pt x="2933" y="2393"/>
                      </a:lnTo>
                      <a:lnTo>
                        <a:pt x="2933" y="2391"/>
                      </a:lnTo>
                      <a:lnTo>
                        <a:pt x="2933" y="2387"/>
                      </a:lnTo>
                      <a:lnTo>
                        <a:pt x="2932" y="2386"/>
                      </a:lnTo>
                      <a:lnTo>
                        <a:pt x="2928" y="2384"/>
                      </a:lnTo>
                      <a:lnTo>
                        <a:pt x="2923" y="2384"/>
                      </a:lnTo>
                      <a:lnTo>
                        <a:pt x="2909" y="2387"/>
                      </a:lnTo>
                      <a:lnTo>
                        <a:pt x="2892" y="2391"/>
                      </a:lnTo>
                      <a:lnTo>
                        <a:pt x="2878" y="2394"/>
                      </a:lnTo>
                      <a:lnTo>
                        <a:pt x="2866" y="2397"/>
                      </a:lnTo>
                      <a:lnTo>
                        <a:pt x="2861" y="2399"/>
                      </a:lnTo>
                      <a:lnTo>
                        <a:pt x="2857" y="2399"/>
                      </a:lnTo>
                      <a:lnTo>
                        <a:pt x="2852" y="2399"/>
                      </a:lnTo>
                      <a:lnTo>
                        <a:pt x="2848" y="2398"/>
                      </a:lnTo>
                      <a:lnTo>
                        <a:pt x="2847" y="2395"/>
                      </a:lnTo>
                      <a:lnTo>
                        <a:pt x="2847" y="2392"/>
                      </a:lnTo>
                      <a:lnTo>
                        <a:pt x="2847" y="2387"/>
                      </a:lnTo>
                      <a:lnTo>
                        <a:pt x="2848" y="2380"/>
                      </a:lnTo>
                      <a:lnTo>
                        <a:pt x="2851" y="2366"/>
                      </a:lnTo>
                      <a:lnTo>
                        <a:pt x="2851" y="2350"/>
                      </a:lnTo>
                      <a:lnTo>
                        <a:pt x="2851" y="2341"/>
                      </a:lnTo>
                      <a:lnTo>
                        <a:pt x="2851" y="2331"/>
                      </a:lnTo>
                      <a:lnTo>
                        <a:pt x="2850" y="2321"/>
                      </a:lnTo>
                      <a:lnTo>
                        <a:pt x="2848" y="2315"/>
                      </a:lnTo>
                      <a:lnTo>
                        <a:pt x="2847" y="2310"/>
                      </a:lnTo>
                      <a:lnTo>
                        <a:pt x="2845" y="2306"/>
                      </a:lnTo>
                      <a:lnTo>
                        <a:pt x="2841" y="2302"/>
                      </a:lnTo>
                      <a:lnTo>
                        <a:pt x="2837" y="2298"/>
                      </a:lnTo>
                      <a:lnTo>
                        <a:pt x="2829" y="2294"/>
                      </a:lnTo>
                      <a:lnTo>
                        <a:pt x="2825" y="2290"/>
                      </a:lnTo>
                      <a:lnTo>
                        <a:pt x="2821" y="2284"/>
                      </a:lnTo>
                      <a:lnTo>
                        <a:pt x="2819" y="2279"/>
                      </a:lnTo>
                      <a:lnTo>
                        <a:pt x="2816" y="2273"/>
                      </a:lnTo>
                      <a:lnTo>
                        <a:pt x="2816" y="2267"/>
                      </a:lnTo>
                      <a:lnTo>
                        <a:pt x="2816" y="2261"/>
                      </a:lnTo>
                      <a:lnTo>
                        <a:pt x="2819" y="2255"/>
                      </a:lnTo>
                      <a:lnTo>
                        <a:pt x="2821" y="2249"/>
                      </a:lnTo>
                      <a:lnTo>
                        <a:pt x="2823" y="2244"/>
                      </a:lnTo>
                      <a:lnTo>
                        <a:pt x="2827" y="2240"/>
                      </a:lnTo>
                      <a:lnTo>
                        <a:pt x="2832" y="2235"/>
                      </a:lnTo>
                      <a:lnTo>
                        <a:pt x="2841" y="2227"/>
                      </a:lnTo>
                      <a:lnTo>
                        <a:pt x="2851" y="2218"/>
                      </a:lnTo>
                      <a:lnTo>
                        <a:pt x="2858" y="2214"/>
                      </a:lnTo>
                      <a:lnTo>
                        <a:pt x="2864" y="2209"/>
                      </a:lnTo>
                      <a:lnTo>
                        <a:pt x="2872" y="2198"/>
                      </a:lnTo>
                      <a:lnTo>
                        <a:pt x="2882" y="2183"/>
                      </a:lnTo>
                      <a:lnTo>
                        <a:pt x="2888" y="2176"/>
                      </a:lnTo>
                      <a:lnTo>
                        <a:pt x="2894" y="2168"/>
                      </a:lnTo>
                      <a:lnTo>
                        <a:pt x="2900" y="2162"/>
                      </a:lnTo>
                      <a:lnTo>
                        <a:pt x="2907" y="2158"/>
                      </a:lnTo>
                      <a:lnTo>
                        <a:pt x="2921" y="2154"/>
                      </a:lnTo>
                      <a:lnTo>
                        <a:pt x="2933" y="2152"/>
                      </a:lnTo>
                      <a:lnTo>
                        <a:pt x="2939" y="2151"/>
                      </a:lnTo>
                      <a:lnTo>
                        <a:pt x="2944" y="2148"/>
                      </a:lnTo>
                      <a:lnTo>
                        <a:pt x="2948" y="2145"/>
                      </a:lnTo>
                      <a:lnTo>
                        <a:pt x="2952" y="2140"/>
                      </a:lnTo>
                      <a:lnTo>
                        <a:pt x="2964" y="2124"/>
                      </a:lnTo>
                      <a:lnTo>
                        <a:pt x="2976" y="2110"/>
                      </a:lnTo>
                      <a:lnTo>
                        <a:pt x="2979" y="2105"/>
                      </a:lnTo>
                      <a:lnTo>
                        <a:pt x="2980" y="2099"/>
                      </a:lnTo>
                      <a:lnTo>
                        <a:pt x="2979" y="2096"/>
                      </a:lnTo>
                      <a:lnTo>
                        <a:pt x="2978" y="2091"/>
                      </a:lnTo>
                      <a:lnTo>
                        <a:pt x="2976" y="2088"/>
                      </a:lnTo>
                      <a:lnTo>
                        <a:pt x="2972" y="2085"/>
                      </a:lnTo>
                      <a:lnTo>
                        <a:pt x="2967" y="2083"/>
                      </a:lnTo>
                      <a:lnTo>
                        <a:pt x="2963" y="2080"/>
                      </a:lnTo>
                      <a:lnTo>
                        <a:pt x="2952" y="2077"/>
                      </a:lnTo>
                      <a:lnTo>
                        <a:pt x="2938" y="2070"/>
                      </a:lnTo>
                      <a:lnTo>
                        <a:pt x="2924" y="2061"/>
                      </a:lnTo>
                      <a:lnTo>
                        <a:pt x="2915" y="2054"/>
                      </a:lnTo>
                      <a:lnTo>
                        <a:pt x="2908" y="2048"/>
                      </a:lnTo>
                      <a:lnTo>
                        <a:pt x="2901" y="2042"/>
                      </a:lnTo>
                      <a:lnTo>
                        <a:pt x="2898" y="2039"/>
                      </a:lnTo>
                      <a:lnTo>
                        <a:pt x="2898" y="2034"/>
                      </a:lnTo>
                      <a:lnTo>
                        <a:pt x="2900" y="2031"/>
                      </a:lnTo>
                      <a:lnTo>
                        <a:pt x="2902" y="2027"/>
                      </a:lnTo>
                      <a:lnTo>
                        <a:pt x="2907" y="2023"/>
                      </a:lnTo>
                      <a:lnTo>
                        <a:pt x="2910" y="2021"/>
                      </a:lnTo>
                      <a:lnTo>
                        <a:pt x="2914" y="2020"/>
                      </a:lnTo>
                      <a:lnTo>
                        <a:pt x="2917" y="2019"/>
                      </a:lnTo>
                      <a:lnTo>
                        <a:pt x="2920" y="2019"/>
                      </a:lnTo>
                      <a:lnTo>
                        <a:pt x="2922" y="2017"/>
                      </a:lnTo>
                      <a:lnTo>
                        <a:pt x="2923" y="2015"/>
                      </a:lnTo>
                      <a:lnTo>
                        <a:pt x="2926" y="2012"/>
                      </a:lnTo>
                      <a:lnTo>
                        <a:pt x="2927" y="2004"/>
                      </a:lnTo>
                      <a:lnTo>
                        <a:pt x="2928" y="1996"/>
                      </a:lnTo>
                      <a:lnTo>
                        <a:pt x="2929" y="1993"/>
                      </a:lnTo>
                      <a:lnTo>
                        <a:pt x="2932" y="1988"/>
                      </a:lnTo>
                      <a:lnTo>
                        <a:pt x="2935" y="1984"/>
                      </a:lnTo>
                      <a:lnTo>
                        <a:pt x="2941" y="1981"/>
                      </a:lnTo>
                      <a:lnTo>
                        <a:pt x="2952" y="1973"/>
                      </a:lnTo>
                      <a:lnTo>
                        <a:pt x="2963" y="1964"/>
                      </a:lnTo>
                      <a:lnTo>
                        <a:pt x="2966" y="1959"/>
                      </a:lnTo>
                      <a:lnTo>
                        <a:pt x="2968" y="1954"/>
                      </a:lnTo>
                      <a:lnTo>
                        <a:pt x="2971" y="1950"/>
                      </a:lnTo>
                      <a:lnTo>
                        <a:pt x="2971" y="1946"/>
                      </a:lnTo>
                      <a:lnTo>
                        <a:pt x="2968" y="1937"/>
                      </a:lnTo>
                      <a:lnTo>
                        <a:pt x="2968" y="1927"/>
                      </a:lnTo>
                      <a:lnTo>
                        <a:pt x="2968" y="1924"/>
                      </a:lnTo>
                      <a:lnTo>
                        <a:pt x="2971" y="1919"/>
                      </a:lnTo>
                      <a:lnTo>
                        <a:pt x="2973" y="1916"/>
                      </a:lnTo>
                      <a:lnTo>
                        <a:pt x="2977" y="1914"/>
                      </a:lnTo>
                      <a:lnTo>
                        <a:pt x="2982" y="1912"/>
                      </a:lnTo>
                      <a:lnTo>
                        <a:pt x="2986" y="1910"/>
                      </a:lnTo>
                      <a:lnTo>
                        <a:pt x="2990" y="1910"/>
                      </a:lnTo>
                      <a:lnTo>
                        <a:pt x="2995" y="1910"/>
                      </a:lnTo>
                      <a:lnTo>
                        <a:pt x="2998" y="1913"/>
                      </a:lnTo>
                      <a:lnTo>
                        <a:pt x="3002" y="1914"/>
                      </a:lnTo>
                      <a:lnTo>
                        <a:pt x="3005" y="1918"/>
                      </a:lnTo>
                      <a:lnTo>
                        <a:pt x="3009" y="1921"/>
                      </a:lnTo>
                      <a:lnTo>
                        <a:pt x="3012" y="1925"/>
                      </a:lnTo>
                      <a:lnTo>
                        <a:pt x="3018" y="1927"/>
                      </a:lnTo>
                      <a:lnTo>
                        <a:pt x="3026" y="1930"/>
                      </a:lnTo>
                      <a:lnTo>
                        <a:pt x="3033" y="1931"/>
                      </a:lnTo>
                      <a:lnTo>
                        <a:pt x="3048" y="1932"/>
                      </a:lnTo>
                      <a:lnTo>
                        <a:pt x="3062" y="1932"/>
                      </a:lnTo>
                      <a:lnTo>
                        <a:pt x="3068" y="1932"/>
                      </a:lnTo>
                      <a:lnTo>
                        <a:pt x="3074" y="1933"/>
                      </a:lnTo>
                      <a:lnTo>
                        <a:pt x="3080" y="1935"/>
                      </a:lnTo>
                      <a:lnTo>
                        <a:pt x="3086" y="1938"/>
                      </a:lnTo>
                      <a:lnTo>
                        <a:pt x="3104" y="1951"/>
                      </a:lnTo>
                      <a:lnTo>
                        <a:pt x="3121" y="1964"/>
                      </a:lnTo>
                      <a:lnTo>
                        <a:pt x="3123" y="1969"/>
                      </a:lnTo>
                      <a:lnTo>
                        <a:pt x="3125" y="1976"/>
                      </a:lnTo>
                      <a:lnTo>
                        <a:pt x="3127" y="1984"/>
                      </a:lnTo>
                      <a:lnTo>
                        <a:pt x="3127" y="1991"/>
                      </a:lnTo>
                      <a:lnTo>
                        <a:pt x="3128" y="2001"/>
                      </a:lnTo>
                      <a:lnTo>
                        <a:pt x="3130" y="2007"/>
                      </a:lnTo>
                      <a:lnTo>
                        <a:pt x="3131" y="2009"/>
                      </a:lnTo>
                      <a:lnTo>
                        <a:pt x="3134" y="2012"/>
                      </a:lnTo>
                      <a:lnTo>
                        <a:pt x="3136" y="2012"/>
                      </a:lnTo>
                      <a:lnTo>
                        <a:pt x="3138" y="2012"/>
                      </a:lnTo>
                      <a:lnTo>
                        <a:pt x="3144" y="2009"/>
                      </a:lnTo>
                      <a:lnTo>
                        <a:pt x="3149" y="2008"/>
                      </a:lnTo>
                      <a:lnTo>
                        <a:pt x="3161" y="2004"/>
                      </a:lnTo>
                      <a:lnTo>
                        <a:pt x="3174" y="2001"/>
                      </a:lnTo>
                      <a:lnTo>
                        <a:pt x="3188" y="1997"/>
                      </a:lnTo>
                      <a:lnTo>
                        <a:pt x="3201" y="1994"/>
                      </a:lnTo>
                      <a:lnTo>
                        <a:pt x="3219" y="1991"/>
                      </a:lnTo>
                      <a:lnTo>
                        <a:pt x="3231" y="1990"/>
                      </a:lnTo>
                      <a:lnTo>
                        <a:pt x="3236" y="1990"/>
                      </a:lnTo>
                      <a:lnTo>
                        <a:pt x="3241" y="1989"/>
                      </a:lnTo>
                      <a:lnTo>
                        <a:pt x="3243" y="1988"/>
                      </a:lnTo>
                      <a:lnTo>
                        <a:pt x="3245" y="1987"/>
                      </a:lnTo>
                      <a:lnTo>
                        <a:pt x="3251" y="1981"/>
                      </a:lnTo>
                      <a:lnTo>
                        <a:pt x="3260" y="1976"/>
                      </a:lnTo>
                      <a:lnTo>
                        <a:pt x="3264" y="1975"/>
                      </a:lnTo>
                      <a:lnTo>
                        <a:pt x="3268" y="1975"/>
                      </a:lnTo>
                      <a:lnTo>
                        <a:pt x="3273" y="1976"/>
                      </a:lnTo>
                      <a:lnTo>
                        <a:pt x="3278" y="1979"/>
                      </a:lnTo>
                      <a:lnTo>
                        <a:pt x="3282" y="1984"/>
                      </a:lnTo>
                      <a:lnTo>
                        <a:pt x="3287" y="1991"/>
                      </a:lnTo>
                      <a:lnTo>
                        <a:pt x="3291" y="2000"/>
                      </a:lnTo>
                      <a:lnTo>
                        <a:pt x="3294" y="2008"/>
                      </a:lnTo>
                      <a:lnTo>
                        <a:pt x="3301" y="2027"/>
                      </a:lnTo>
                      <a:lnTo>
                        <a:pt x="3306" y="2044"/>
                      </a:lnTo>
                      <a:lnTo>
                        <a:pt x="3310" y="2057"/>
                      </a:lnTo>
                      <a:lnTo>
                        <a:pt x="3312" y="2064"/>
                      </a:lnTo>
                      <a:lnTo>
                        <a:pt x="3314" y="2067"/>
                      </a:lnTo>
                      <a:lnTo>
                        <a:pt x="3317" y="2070"/>
                      </a:lnTo>
                      <a:lnTo>
                        <a:pt x="3322" y="2072"/>
                      </a:lnTo>
                      <a:lnTo>
                        <a:pt x="3326" y="2075"/>
                      </a:lnTo>
                      <a:lnTo>
                        <a:pt x="3343" y="2079"/>
                      </a:lnTo>
                      <a:lnTo>
                        <a:pt x="3362" y="2083"/>
                      </a:lnTo>
                      <a:lnTo>
                        <a:pt x="3371" y="2085"/>
                      </a:lnTo>
                      <a:lnTo>
                        <a:pt x="3381" y="2085"/>
                      </a:lnTo>
                      <a:lnTo>
                        <a:pt x="3389" y="2085"/>
                      </a:lnTo>
                      <a:lnTo>
                        <a:pt x="3396" y="2084"/>
                      </a:lnTo>
                      <a:lnTo>
                        <a:pt x="3400" y="2083"/>
                      </a:lnTo>
                      <a:lnTo>
                        <a:pt x="3405" y="2083"/>
                      </a:lnTo>
                      <a:lnTo>
                        <a:pt x="3411" y="2082"/>
                      </a:lnTo>
                      <a:lnTo>
                        <a:pt x="3417" y="2078"/>
                      </a:lnTo>
                      <a:lnTo>
                        <a:pt x="3423" y="2072"/>
                      </a:lnTo>
                      <a:lnTo>
                        <a:pt x="3429" y="2067"/>
                      </a:lnTo>
                      <a:lnTo>
                        <a:pt x="3438" y="2066"/>
                      </a:lnTo>
                      <a:lnTo>
                        <a:pt x="3446" y="2065"/>
                      </a:lnTo>
                      <a:lnTo>
                        <a:pt x="3449" y="2064"/>
                      </a:lnTo>
                      <a:lnTo>
                        <a:pt x="3451" y="2061"/>
                      </a:lnTo>
                      <a:lnTo>
                        <a:pt x="3453" y="2059"/>
                      </a:lnTo>
                      <a:lnTo>
                        <a:pt x="3456" y="2056"/>
                      </a:lnTo>
                      <a:lnTo>
                        <a:pt x="3457" y="2047"/>
                      </a:lnTo>
                      <a:lnTo>
                        <a:pt x="3462" y="2040"/>
                      </a:lnTo>
                      <a:lnTo>
                        <a:pt x="3469" y="2038"/>
                      </a:lnTo>
                      <a:lnTo>
                        <a:pt x="3478" y="2036"/>
                      </a:lnTo>
                      <a:lnTo>
                        <a:pt x="3488" y="2032"/>
                      </a:lnTo>
                      <a:lnTo>
                        <a:pt x="3496" y="2027"/>
                      </a:lnTo>
                      <a:lnTo>
                        <a:pt x="3500" y="2022"/>
                      </a:lnTo>
                      <a:lnTo>
                        <a:pt x="3502" y="2016"/>
                      </a:lnTo>
                      <a:lnTo>
                        <a:pt x="3505" y="2009"/>
                      </a:lnTo>
                      <a:lnTo>
                        <a:pt x="3505" y="2002"/>
                      </a:lnTo>
                      <a:lnTo>
                        <a:pt x="3507" y="1994"/>
                      </a:lnTo>
                      <a:lnTo>
                        <a:pt x="3509" y="1987"/>
                      </a:lnTo>
                      <a:close/>
                    </a:path>
                  </a:pathLst>
                </a:custGeom>
                <a:solidFill>
                  <a:srgbClr val="9BC2E6"/>
                </a:solidFill>
                <a:ln w="9525">
                  <a:solidFill>
                    <a:srgbClr val="AFABAB"/>
                  </a:solidFill>
                  <a:round/>
                  <a:headEnd/>
                  <a:tailEnd/>
                </a:ln>
              </p:spPr>
              <p:txBody>
                <a:bodyPr/>
                <a:lstStyle/>
                <a:p>
                  <a:endParaRPr lang="zh-CN" altLang="en-US"/>
                </a:p>
              </p:txBody>
            </p:sp>
            <p:sp>
              <p:nvSpPr>
                <p:cNvPr id="65" name="贵州">
                  <a:extLst>
                    <a:ext uri="{FF2B5EF4-FFF2-40B4-BE49-F238E27FC236}">
                      <a16:creationId xmlns:a16="http://schemas.microsoft.com/office/drawing/2014/main" id="{D4C323B5-0721-410A-8058-647927942AA5}"/>
                    </a:ext>
                  </a:extLst>
                </p:cNvPr>
                <p:cNvSpPr>
                  <a:spLocks/>
                </p:cNvSpPr>
                <p:nvPr/>
              </p:nvSpPr>
              <p:spPr bwMode="auto">
                <a:xfrm>
                  <a:off x="2476532" y="2876700"/>
                  <a:ext cx="600083" cy="514377"/>
                </a:xfrm>
                <a:custGeom>
                  <a:avLst/>
                  <a:gdLst>
                    <a:gd name="T0" fmla="*/ 2147483646 w 2274"/>
                    <a:gd name="T1" fmla="*/ 2147483646 h 1956"/>
                    <a:gd name="T2" fmla="*/ 2147483646 w 2274"/>
                    <a:gd name="T3" fmla="*/ 2147483646 h 1956"/>
                    <a:gd name="T4" fmla="*/ 2147483646 w 2274"/>
                    <a:gd name="T5" fmla="*/ 2147483646 h 1956"/>
                    <a:gd name="T6" fmla="*/ 2147483646 w 2274"/>
                    <a:gd name="T7" fmla="*/ 2147483646 h 1956"/>
                    <a:gd name="T8" fmla="*/ 2147483646 w 2274"/>
                    <a:gd name="T9" fmla="*/ 2147483646 h 1956"/>
                    <a:gd name="T10" fmla="*/ 2147483646 w 2274"/>
                    <a:gd name="T11" fmla="*/ 2147483646 h 1956"/>
                    <a:gd name="T12" fmla="*/ 2147483646 w 2274"/>
                    <a:gd name="T13" fmla="*/ 2147483646 h 1956"/>
                    <a:gd name="T14" fmla="*/ 2147483646 w 2274"/>
                    <a:gd name="T15" fmla="*/ 2147483646 h 1956"/>
                    <a:gd name="T16" fmla="*/ 2147483646 w 2274"/>
                    <a:gd name="T17" fmla="*/ 2147483646 h 1956"/>
                    <a:gd name="T18" fmla="*/ 2147483646 w 2274"/>
                    <a:gd name="T19" fmla="*/ 2147483646 h 1956"/>
                    <a:gd name="T20" fmla="*/ 2147483646 w 2274"/>
                    <a:gd name="T21" fmla="*/ 2147483646 h 1956"/>
                    <a:gd name="T22" fmla="*/ 2147483646 w 2274"/>
                    <a:gd name="T23" fmla="*/ 2147483646 h 1956"/>
                    <a:gd name="T24" fmla="*/ 2147483646 w 2274"/>
                    <a:gd name="T25" fmla="*/ 2147483646 h 1956"/>
                    <a:gd name="T26" fmla="*/ 2147483646 w 2274"/>
                    <a:gd name="T27" fmla="*/ 2147483646 h 1956"/>
                    <a:gd name="T28" fmla="*/ 2147483646 w 2274"/>
                    <a:gd name="T29" fmla="*/ 2147483646 h 1956"/>
                    <a:gd name="T30" fmla="*/ 2147483646 w 2274"/>
                    <a:gd name="T31" fmla="*/ 2147483646 h 1956"/>
                    <a:gd name="T32" fmla="*/ 2147483646 w 2274"/>
                    <a:gd name="T33" fmla="*/ 2147483646 h 1956"/>
                    <a:gd name="T34" fmla="*/ 2147483646 w 2274"/>
                    <a:gd name="T35" fmla="*/ 2147483646 h 1956"/>
                    <a:gd name="T36" fmla="*/ 2147483646 w 2274"/>
                    <a:gd name="T37" fmla="*/ 2147483646 h 1956"/>
                    <a:gd name="T38" fmla="*/ 2147483646 w 2274"/>
                    <a:gd name="T39" fmla="*/ 2147483646 h 1956"/>
                    <a:gd name="T40" fmla="*/ 2147483646 w 2274"/>
                    <a:gd name="T41" fmla="*/ 2147483646 h 1956"/>
                    <a:gd name="T42" fmla="*/ 2147483646 w 2274"/>
                    <a:gd name="T43" fmla="*/ 2147483646 h 1956"/>
                    <a:gd name="T44" fmla="*/ 2147483646 w 2274"/>
                    <a:gd name="T45" fmla="*/ 2147483646 h 1956"/>
                    <a:gd name="T46" fmla="*/ 2147483646 w 2274"/>
                    <a:gd name="T47" fmla="*/ 2147483646 h 1956"/>
                    <a:gd name="T48" fmla="*/ 2147483646 w 2274"/>
                    <a:gd name="T49" fmla="*/ 2147483646 h 1956"/>
                    <a:gd name="T50" fmla="*/ 2147483646 w 2274"/>
                    <a:gd name="T51" fmla="*/ 2147483646 h 1956"/>
                    <a:gd name="T52" fmla="*/ 2147483646 w 2274"/>
                    <a:gd name="T53" fmla="*/ 2147483646 h 1956"/>
                    <a:gd name="T54" fmla="*/ 2147483646 w 2274"/>
                    <a:gd name="T55" fmla="*/ 2147483646 h 1956"/>
                    <a:gd name="T56" fmla="*/ 2147483646 w 2274"/>
                    <a:gd name="T57" fmla="*/ 2147483646 h 1956"/>
                    <a:gd name="T58" fmla="*/ 2147483646 w 2274"/>
                    <a:gd name="T59" fmla="*/ 2147483646 h 1956"/>
                    <a:gd name="T60" fmla="*/ 2147483646 w 2274"/>
                    <a:gd name="T61" fmla="*/ 2147483646 h 1956"/>
                    <a:gd name="T62" fmla="*/ 2147483646 w 2274"/>
                    <a:gd name="T63" fmla="*/ 2147483646 h 1956"/>
                    <a:gd name="T64" fmla="*/ 2147483646 w 2274"/>
                    <a:gd name="T65" fmla="*/ 2147483646 h 1956"/>
                    <a:gd name="T66" fmla="*/ 2147483646 w 2274"/>
                    <a:gd name="T67" fmla="*/ 2147483646 h 1956"/>
                    <a:gd name="T68" fmla="*/ 2147483646 w 2274"/>
                    <a:gd name="T69" fmla="*/ 2147483646 h 1956"/>
                    <a:gd name="T70" fmla="*/ 2147483646 w 2274"/>
                    <a:gd name="T71" fmla="*/ 2147483646 h 1956"/>
                    <a:gd name="T72" fmla="*/ 2147483646 w 2274"/>
                    <a:gd name="T73" fmla="*/ 2147483646 h 1956"/>
                    <a:gd name="T74" fmla="*/ 2147483646 w 2274"/>
                    <a:gd name="T75" fmla="*/ 2147483646 h 1956"/>
                    <a:gd name="T76" fmla="*/ 2147483646 w 2274"/>
                    <a:gd name="T77" fmla="*/ 2147483646 h 1956"/>
                    <a:gd name="T78" fmla="*/ 2147483646 w 2274"/>
                    <a:gd name="T79" fmla="*/ 2147483646 h 1956"/>
                    <a:gd name="T80" fmla="*/ 2147483646 w 2274"/>
                    <a:gd name="T81" fmla="*/ 2147483646 h 1956"/>
                    <a:gd name="T82" fmla="*/ 2147483646 w 2274"/>
                    <a:gd name="T83" fmla="*/ 2147483646 h 1956"/>
                    <a:gd name="T84" fmla="*/ 2147483646 w 2274"/>
                    <a:gd name="T85" fmla="*/ 2147483646 h 1956"/>
                    <a:gd name="T86" fmla="*/ 2147483646 w 2274"/>
                    <a:gd name="T87" fmla="*/ 2147483646 h 1956"/>
                    <a:gd name="T88" fmla="*/ 2147483646 w 2274"/>
                    <a:gd name="T89" fmla="*/ 2147483646 h 1956"/>
                    <a:gd name="T90" fmla="*/ 2147483646 w 2274"/>
                    <a:gd name="T91" fmla="*/ 2147483646 h 1956"/>
                    <a:gd name="T92" fmla="*/ 0 w 2274"/>
                    <a:gd name="T93" fmla="*/ 2147483646 h 1956"/>
                    <a:gd name="T94" fmla="*/ 2147483646 w 2274"/>
                    <a:gd name="T95" fmla="*/ 2147483646 h 1956"/>
                    <a:gd name="T96" fmla="*/ 2147483646 w 2274"/>
                    <a:gd name="T97" fmla="*/ 2147483646 h 1956"/>
                    <a:gd name="T98" fmla="*/ 2147483646 w 2274"/>
                    <a:gd name="T99" fmla="*/ 2147483646 h 1956"/>
                    <a:gd name="T100" fmla="*/ 2147483646 w 2274"/>
                    <a:gd name="T101" fmla="*/ 2147483646 h 1956"/>
                    <a:gd name="T102" fmla="*/ 2147483646 w 2274"/>
                    <a:gd name="T103" fmla="*/ 2147483646 h 1956"/>
                    <a:gd name="T104" fmla="*/ 2147483646 w 2274"/>
                    <a:gd name="T105" fmla="*/ 2147483646 h 1956"/>
                    <a:gd name="T106" fmla="*/ 2147483646 w 2274"/>
                    <a:gd name="T107" fmla="*/ 2147483646 h 1956"/>
                    <a:gd name="T108" fmla="*/ 2147483646 w 2274"/>
                    <a:gd name="T109" fmla="*/ 2147483646 h 1956"/>
                    <a:gd name="T110" fmla="*/ 2147483646 w 2274"/>
                    <a:gd name="T111" fmla="*/ 2147483646 h 1956"/>
                    <a:gd name="T112" fmla="*/ 2147483646 w 2274"/>
                    <a:gd name="T113" fmla="*/ 2147483646 h 1956"/>
                    <a:gd name="T114" fmla="*/ 2147483646 w 2274"/>
                    <a:gd name="T115" fmla="*/ 2147483646 h 1956"/>
                    <a:gd name="T116" fmla="*/ 2147483646 w 2274"/>
                    <a:gd name="T117" fmla="*/ 2147483646 h 1956"/>
                    <a:gd name="T118" fmla="*/ 2147483646 w 2274"/>
                    <a:gd name="T119" fmla="*/ 2147483646 h 1956"/>
                    <a:gd name="T120" fmla="*/ 2147483646 w 2274"/>
                    <a:gd name="T121" fmla="*/ 2147483646 h 1956"/>
                    <a:gd name="T122" fmla="*/ 2147483646 w 2274"/>
                    <a:gd name="T123" fmla="*/ 2147483646 h 1956"/>
                    <a:gd name="T124" fmla="*/ 2147483646 w 2274"/>
                    <a:gd name="T125" fmla="*/ 2147483646 h 195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4" h="1956">
                      <a:moveTo>
                        <a:pt x="1428" y="176"/>
                      </a:moveTo>
                      <a:lnTo>
                        <a:pt x="1429" y="176"/>
                      </a:lnTo>
                      <a:lnTo>
                        <a:pt x="1430" y="175"/>
                      </a:lnTo>
                      <a:lnTo>
                        <a:pt x="1435" y="171"/>
                      </a:lnTo>
                      <a:lnTo>
                        <a:pt x="1438" y="169"/>
                      </a:lnTo>
                      <a:lnTo>
                        <a:pt x="1441" y="167"/>
                      </a:lnTo>
                      <a:lnTo>
                        <a:pt x="1443" y="164"/>
                      </a:lnTo>
                      <a:lnTo>
                        <a:pt x="1454" y="157"/>
                      </a:lnTo>
                      <a:lnTo>
                        <a:pt x="1467" y="149"/>
                      </a:lnTo>
                      <a:lnTo>
                        <a:pt x="1477" y="143"/>
                      </a:lnTo>
                      <a:lnTo>
                        <a:pt x="1489" y="137"/>
                      </a:lnTo>
                      <a:lnTo>
                        <a:pt x="1493" y="133"/>
                      </a:lnTo>
                      <a:lnTo>
                        <a:pt x="1496" y="130"/>
                      </a:lnTo>
                      <a:lnTo>
                        <a:pt x="1498" y="126"/>
                      </a:lnTo>
                      <a:lnTo>
                        <a:pt x="1499" y="122"/>
                      </a:lnTo>
                      <a:lnTo>
                        <a:pt x="1496" y="117"/>
                      </a:lnTo>
                      <a:lnTo>
                        <a:pt x="1491" y="111"/>
                      </a:lnTo>
                      <a:lnTo>
                        <a:pt x="1483" y="104"/>
                      </a:lnTo>
                      <a:lnTo>
                        <a:pt x="1475" y="95"/>
                      </a:lnTo>
                      <a:lnTo>
                        <a:pt x="1474" y="93"/>
                      </a:lnTo>
                      <a:lnTo>
                        <a:pt x="1472" y="89"/>
                      </a:lnTo>
                      <a:lnTo>
                        <a:pt x="1469" y="79"/>
                      </a:lnTo>
                      <a:lnTo>
                        <a:pt x="1468" y="68"/>
                      </a:lnTo>
                      <a:lnTo>
                        <a:pt x="1468" y="61"/>
                      </a:lnTo>
                      <a:lnTo>
                        <a:pt x="1466" y="53"/>
                      </a:lnTo>
                      <a:lnTo>
                        <a:pt x="1464" y="50"/>
                      </a:lnTo>
                      <a:lnTo>
                        <a:pt x="1463" y="47"/>
                      </a:lnTo>
                      <a:lnTo>
                        <a:pt x="1463" y="43"/>
                      </a:lnTo>
                      <a:lnTo>
                        <a:pt x="1464" y="41"/>
                      </a:lnTo>
                      <a:lnTo>
                        <a:pt x="1468" y="37"/>
                      </a:lnTo>
                      <a:lnTo>
                        <a:pt x="1472" y="32"/>
                      </a:lnTo>
                      <a:lnTo>
                        <a:pt x="1476" y="30"/>
                      </a:lnTo>
                      <a:lnTo>
                        <a:pt x="1482" y="26"/>
                      </a:lnTo>
                      <a:lnTo>
                        <a:pt x="1491" y="21"/>
                      </a:lnTo>
                      <a:lnTo>
                        <a:pt x="1498" y="16"/>
                      </a:lnTo>
                      <a:lnTo>
                        <a:pt x="1501" y="15"/>
                      </a:lnTo>
                      <a:lnTo>
                        <a:pt x="1505" y="12"/>
                      </a:lnTo>
                      <a:lnTo>
                        <a:pt x="1507" y="11"/>
                      </a:lnTo>
                      <a:lnTo>
                        <a:pt x="1508" y="10"/>
                      </a:lnTo>
                      <a:lnTo>
                        <a:pt x="1513" y="7"/>
                      </a:lnTo>
                      <a:lnTo>
                        <a:pt x="1519" y="4"/>
                      </a:lnTo>
                      <a:lnTo>
                        <a:pt x="1523" y="3"/>
                      </a:lnTo>
                      <a:lnTo>
                        <a:pt x="1526" y="2"/>
                      </a:lnTo>
                      <a:lnTo>
                        <a:pt x="1530" y="0"/>
                      </a:lnTo>
                      <a:lnTo>
                        <a:pt x="1532" y="2"/>
                      </a:lnTo>
                      <a:lnTo>
                        <a:pt x="1538" y="6"/>
                      </a:lnTo>
                      <a:lnTo>
                        <a:pt x="1543" y="13"/>
                      </a:lnTo>
                      <a:lnTo>
                        <a:pt x="1549" y="18"/>
                      </a:lnTo>
                      <a:lnTo>
                        <a:pt x="1554" y="21"/>
                      </a:lnTo>
                      <a:lnTo>
                        <a:pt x="1557" y="22"/>
                      </a:lnTo>
                      <a:lnTo>
                        <a:pt x="1562" y="22"/>
                      </a:lnTo>
                      <a:lnTo>
                        <a:pt x="1564" y="22"/>
                      </a:lnTo>
                      <a:lnTo>
                        <a:pt x="1567" y="22"/>
                      </a:lnTo>
                      <a:lnTo>
                        <a:pt x="1571" y="22"/>
                      </a:lnTo>
                      <a:lnTo>
                        <a:pt x="1580" y="21"/>
                      </a:lnTo>
                      <a:lnTo>
                        <a:pt x="1584" y="19"/>
                      </a:lnTo>
                      <a:lnTo>
                        <a:pt x="1590" y="17"/>
                      </a:lnTo>
                      <a:lnTo>
                        <a:pt x="1595" y="13"/>
                      </a:lnTo>
                      <a:lnTo>
                        <a:pt x="1600" y="10"/>
                      </a:lnTo>
                      <a:lnTo>
                        <a:pt x="1602" y="9"/>
                      </a:lnTo>
                      <a:lnTo>
                        <a:pt x="1606" y="7"/>
                      </a:lnTo>
                      <a:lnTo>
                        <a:pt x="1608" y="7"/>
                      </a:lnTo>
                      <a:lnTo>
                        <a:pt x="1611" y="7"/>
                      </a:lnTo>
                      <a:lnTo>
                        <a:pt x="1614" y="10"/>
                      </a:lnTo>
                      <a:lnTo>
                        <a:pt x="1617" y="13"/>
                      </a:lnTo>
                      <a:lnTo>
                        <a:pt x="1618" y="21"/>
                      </a:lnTo>
                      <a:lnTo>
                        <a:pt x="1619" y="32"/>
                      </a:lnTo>
                      <a:lnTo>
                        <a:pt x="1620" y="49"/>
                      </a:lnTo>
                      <a:lnTo>
                        <a:pt x="1623" y="66"/>
                      </a:lnTo>
                      <a:lnTo>
                        <a:pt x="1625" y="74"/>
                      </a:lnTo>
                      <a:lnTo>
                        <a:pt x="1627" y="80"/>
                      </a:lnTo>
                      <a:lnTo>
                        <a:pt x="1631" y="84"/>
                      </a:lnTo>
                      <a:lnTo>
                        <a:pt x="1633" y="86"/>
                      </a:lnTo>
                      <a:lnTo>
                        <a:pt x="1637" y="87"/>
                      </a:lnTo>
                      <a:lnTo>
                        <a:pt x="1639" y="88"/>
                      </a:lnTo>
                      <a:lnTo>
                        <a:pt x="1644" y="89"/>
                      </a:lnTo>
                      <a:lnTo>
                        <a:pt x="1646" y="89"/>
                      </a:lnTo>
                      <a:lnTo>
                        <a:pt x="1651" y="91"/>
                      </a:lnTo>
                      <a:lnTo>
                        <a:pt x="1656" y="89"/>
                      </a:lnTo>
                      <a:lnTo>
                        <a:pt x="1662" y="88"/>
                      </a:lnTo>
                      <a:lnTo>
                        <a:pt x="1668" y="87"/>
                      </a:lnTo>
                      <a:lnTo>
                        <a:pt x="1677" y="82"/>
                      </a:lnTo>
                      <a:lnTo>
                        <a:pt x="1687" y="76"/>
                      </a:lnTo>
                      <a:lnTo>
                        <a:pt x="1700" y="69"/>
                      </a:lnTo>
                      <a:lnTo>
                        <a:pt x="1715" y="63"/>
                      </a:lnTo>
                      <a:lnTo>
                        <a:pt x="1720" y="62"/>
                      </a:lnTo>
                      <a:lnTo>
                        <a:pt x="1725" y="60"/>
                      </a:lnTo>
                      <a:lnTo>
                        <a:pt x="1733" y="59"/>
                      </a:lnTo>
                      <a:lnTo>
                        <a:pt x="1741" y="59"/>
                      </a:lnTo>
                      <a:lnTo>
                        <a:pt x="1746" y="60"/>
                      </a:lnTo>
                      <a:lnTo>
                        <a:pt x="1751" y="61"/>
                      </a:lnTo>
                      <a:lnTo>
                        <a:pt x="1754" y="62"/>
                      </a:lnTo>
                      <a:lnTo>
                        <a:pt x="1758" y="63"/>
                      </a:lnTo>
                      <a:lnTo>
                        <a:pt x="1763" y="66"/>
                      </a:lnTo>
                      <a:lnTo>
                        <a:pt x="1768" y="68"/>
                      </a:lnTo>
                      <a:lnTo>
                        <a:pt x="1769" y="70"/>
                      </a:lnTo>
                      <a:lnTo>
                        <a:pt x="1771" y="72"/>
                      </a:lnTo>
                      <a:lnTo>
                        <a:pt x="1772" y="73"/>
                      </a:lnTo>
                      <a:lnTo>
                        <a:pt x="1775" y="74"/>
                      </a:lnTo>
                      <a:lnTo>
                        <a:pt x="1778" y="78"/>
                      </a:lnTo>
                      <a:lnTo>
                        <a:pt x="1782" y="81"/>
                      </a:lnTo>
                      <a:lnTo>
                        <a:pt x="1783" y="82"/>
                      </a:lnTo>
                      <a:lnTo>
                        <a:pt x="1784" y="82"/>
                      </a:lnTo>
                      <a:lnTo>
                        <a:pt x="1788" y="81"/>
                      </a:lnTo>
                      <a:lnTo>
                        <a:pt x="1792" y="78"/>
                      </a:lnTo>
                      <a:lnTo>
                        <a:pt x="1796" y="76"/>
                      </a:lnTo>
                      <a:lnTo>
                        <a:pt x="1798" y="74"/>
                      </a:lnTo>
                      <a:lnTo>
                        <a:pt x="1802" y="72"/>
                      </a:lnTo>
                      <a:lnTo>
                        <a:pt x="1806" y="69"/>
                      </a:lnTo>
                      <a:lnTo>
                        <a:pt x="1807" y="69"/>
                      </a:lnTo>
                      <a:lnTo>
                        <a:pt x="1808" y="69"/>
                      </a:lnTo>
                      <a:lnTo>
                        <a:pt x="1809" y="69"/>
                      </a:lnTo>
                      <a:lnTo>
                        <a:pt x="1810" y="70"/>
                      </a:lnTo>
                      <a:lnTo>
                        <a:pt x="1812" y="73"/>
                      </a:lnTo>
                      <a:lnTo>
                        <a:pt x="1813" y="74"/>
                      </a:lnTo>
                      <a:lnTo>
                        <a:pt x="1814" y="79"/>
                      </a:lnTo>
                      <a:lnTo>
                        <a:pt x="1815" y="84"/>
                      </a:lnTo>
                      <a:lnTo>
                        <a:pt x="1819" y="93"/>
                      </a:lnTo>
                      <a:lnTo>
                        <a:pt x="1822" y="105"/>
                      </a:lnTo>
                      <a:lnTo>
                        <a:pt x="1825" y="113"/>
                      </a:lnTo>
                      <a:lnTo>
                        <a:pt x="1826" y="122"/>
                      </a:lnTo>
                      <a:lnTo>
                        <a:pt x="1828" y="135"/>
                      </a:lnTo>
                      <a:lnTo>
                        <a:pt x="1831" y="148"/>
                      </a:lnTo>
                      <a:lnTo>
                        <a:pt x="1833" y="161"/>
                      </a:lnTo>
                      <a:lnTo>
                        <a:pt x="1835" y="175"/>
                      </a:lnTo>
                      <a:lnTo>
                        <a:pt x="1834" y="188"/>
                      </a:lnTo>
                      <a:lnTo>
                        <a:pt x="1833" y="201"/>
                      </a:lnTo>
                      <a:lnTo>
                        <a:pt x="1835" y="214"/>
                      </a:lnTo>
                      <a:lnTo>
                        <a:pt x="1838" y="224"/>
                      </a:lnTo>
                      <a:lnTo>
                        <a:pt x="1840" y="232"/>
                      </a:lnTo>
                      <a:lnTo>
                        <a:pt x="1842" y="238"/>
                      </a:lnTo>
                      <a:lnTo>
                        <a:pt x="1848" y="244"/>
                      </a:lnTo>
                      <a:lnTo>
                        <a:pt x="1854" y="246"/>
                      </a:lnTo>
                      <a:lnTo>
                        <a:pt x="1861" y="249"/>
                      </a:lnTo>
                      <a:lnTo>
                        <a:pt x="1869" y="252"/>
                      </a:lnTo>
                      <a:lnTo>
                        <a:pt x="1872" y="252"/>
                      </a:lnTo>
                      <a:lnTo>
                        <a:pt x="1877" y="251"/>
                      </a:lnTo>
                      <a:lnTo>
                        <a:pt x="1883" y="249"/>
                      </a:lnTo>
                      <a:lnTo>
                        <a:pt x="1889" y="246"/>
                      </a:lnTo>
                      <a:lnTo>
                        <a:pt x="1898" y="243"/>
                      </a:lnTo>
                      <a:lnTo>
                        <a:pt x="1907" y="242"/>
                      </a:lnTo>
                      <a:lnTo>
                        <a:pt x="1911" y="242"/>
                      </a:lnTo>
                      <a:lnTo>
                        <a:pt x="1915" y="242"/>
                      </a:lnTo>
                      <a:lnTo>
                        <a:pt x="1917" y="243"/>
                      </a:lnTo>
                      <a:lnTo>
                        <a:pt x="1920" y="245"/>
                      </a:lnTo>
                      <a:lnTo>
                        <a:pt x="1922" y="250"/>
                      </a:lnTo>
                      <a:lnTo>
                        <a:pt x="1922" y="255"/>
                      </a:lnTo>
                      <a:lnTo>
                        <a:pt x="1922" y="261"/>
                      </a:lnTo>
                      <a:lnTo>
                        <a:pt x="1920" y="268"/>
                      </a:lnTo>
                      <a:lnTo>
                        <a:pt x="1916" y="275"/>
                      </a:lnTo>
                      <a:lnTo>
                        <a:pt x="1914" y="282"/>
                      </a:lnTo>
                      <a:lnTo>
                        <a:pt x="1909" y="292"/>
                      </a:lnTo>
                      <a:lnTo>
                        <a:pt x="1908" y="301"/>
                      </a:lnTo>
                      <a:lnTo>
                        <a:pt x="1908" y="308"/>
                      </a:lnTo>
                      <a:lnTo>
                        <a:pt x="1909" y="313"/>
                      </a:lnTo>
                      <a:lnTo>
                        <a:pt x="1911" y="320"/>
                      </a:lnTo>
                      <a:lnTo>
                        <a:pt x="1914" y="327"/>
                      </a:lnTo>
                      <a:lnTo>
                        <a:pt x="1915" y="334"/>
                      </a:lnTo>
                      <a:lnTo>
                        <a:pt x="1916" y="343"/>
                      </a:lnTo>
                      <a:lnTo>
                        <a:pt x="1915" y="353"/>
                      </a:lnTo>
                      <a:lnTo>
                        <a:pt x="1911" y="362"/>
                      </a:lnTo>
                      <a:lnTo>
                        <a:pt x="1910" y="366"/>
                      </a:lnTo>
                      <a:lnTo>
                        <a:pt x="1909" y="371"/>
                      </a:lnTo>
                      <a:lnTo>
                        <a:pt x="1909" y="375"/>
                      </a:lnTo>
                      <a:lnTo>
                        <a:pt x="1909" y="379"/>
                      </a:lnTo>
                      <a:lnTo>
                        <a:pt x="1911" y="384"/>
                      </a:lnTo>
                      <a:lnTo>
                        <a:pt x="1915" y="388"/>
                      </a:lnTo>
                      <a:lnTo>
                        <a:pt x="1919" y="389"/>
                      </a:lnTo>
                      <a:lnTo>
                        <a:pt x="1922" y="390"/>
                      </a:lnTo>
                      <a:lnTo>
                        <a:pt x="1926" y="391"/>
                      </a:lnTo>
                      <a:lnTo>
                        <a:pt x="1929" y="390"/>
                      </a:lnTo>
                      <a:lnTo>
                        <a:pt x="1934" y="389"/>
                      </a:lnTo>
                      <a:lnTo>
                        <a:pt x="1940" y="387"/>
                      </a:lnTo>
                      <a:lnTo>
                        <a:pt x="1946" y="383"/>
                      </a:lnTo>
                      <a:lnTo>
                        <a:pt x="1951" y="377"/>
                      </a:lnTo>
                      <a:lnTo>
                        <a:pt x="1953" y="375"/>
                      </a:lnTo>
                      <a:lnTo>
                        <a:pt x="1954" y="369"/>
                      </a:lnTo>
                      <a:lnTo>
                        <a:pt x="1953" y="364"/>
                      </a:lnTo>
                      <a:lnTo>
                        <a:pt x="1952" y="357"/>
                      </a:lnTo>
                      <a:lnTo>
                        <a:pt x="1949" y="351"/>
                      </a:lnTo>
                      <a:lnTo>
                        <a:pt x="1948" y="343"/>
                      </a:lnTo>
                      <a:lnTo>
                        <a:pt x="1947" y="336"/>
                      </a:lnTo>
                      <a:lnTo>
                        <a:pt x="1948" y="328"/>
                      </a:lnTo>
                      <a:lnTo>
                        <a:pt x="1949" y="325"/>
                      </a:lnTo>
                      <a:lnTo>
                        <a:pt x="1951" y="322"/>
                      </a:lnTo>
                      <a:lnTo>
                        <a:pt x="1953" y="320"/>
                      </a:lnTo>
                      <a:lnTo>
                        <a:pt x="1954" y="318"/>
                      </a:lnTo>
                      <a:lnTo>
                        <a:pt x="1959" y="316"/>
                      </a:lnTo>
                      <a:lnTo>
                        <a:pt x="1964" y="316"/>
                      </a:lnTo>
                      <a:lnTo>
                        <a:pt x="1968" y="318"/>
                      </a:lnTo>
                      <a:lnTo>
                        <a:pt x="1974" y="324"/>
                      </a:lnTo>
                      <a:lnTo>
                        <a:pt x="1977" y="328"/>
                      </a:lnTo>
                      <a:lnTo>
                        <a:pt x="1980" y="336"/>
                      </a:lnTo>
                      <a:lnTo>
                        <a:pt x="1982" y="338"/>
                      </a:lnTo>
                      <a:lnTo>
                        <a:pt x="1982" y="341"/>
                      </a:lnTo>
                      <a:lnTo>
                        <a:pt x="1982" y="344"/>
                      </a:lnTo>
                      <a:lnTo>
                        <a:pt x="1983" y="346"/>
                      </a:lnTo>
                      <a:lnTo>
                        <a:pt x="1983" y="355"/>
                      </a:lnTo>
                      <a:lnTo>
                        <a:pt x="1983" y="362"/>
                      </a:lnTo>
                      <a:lnTo>
                        <a:pt x="1982" y="375"/>
                      </a:lnTo>
                      <a:lnTo>
                        <a:pt x="1979" y="388"/>
                      </a:lnTo>
                      <a:lnTo>
                        <a:pt x="1977" y="400"/>
                      </a:lnTo>
                      <a:lnTo>
                        <a:pt x="1974" y="412"/>
                      </a:lnTo>
                      <a:lnTo>
                        <a:pt x="1974" y="418"/>
                      </a:lnTo>
                      <a:lnTo>
                        <a:pt x="1973" y="423"/>
                      </a:lnTo>
                      <a:lnTo>
                        <a:pt x="1973" y="427"/>
                      </a:lnTo>
                      <a:lnTo>
                        <a:pt x="1973" y="431"/>
                      </a:lnTo>
                      <a:lnTo>
                        <a:pt x="1974" y="435"/>
                      </a:lnTo>
                      <a:lnTo>
                        <a:pt x="1977" y="438"/>
                      </a:lnTo>
                      <a:lnTo>
                        <a:pt x="1978" y="438"/>
                      </a:lnTo>
                      <a:lnTo>
                        <a:pt x="1979" y="439"/>
                      </a:lnTo>
                      <a:lnTo>
                        <a:pt x="1980" y="439"/>
                      </a:lnTo>
                      <a:lnTo>
                        <a:pt x="1982" y="439"/>
                      </a:lnTo>
                      <a:lnTo>
                        <a:pt x="1985" y="438"/>
                      </a:lnTo>
                      <a:lnTo>
                        <a:pt x="1987" y="437"/>
                      </a:lnTo>
                      <a:lnTo>
                        <a:pt x="1989" y="437"/>
                      </a:lnTo>
                      <a:lnTo>
                        <a:pt x="1990" y="435"/>
                      </a:lnTo>
                      <a:lnTo>
                        <a:pt x="1992" y="434"/>
                      </a:lnTo>
                      <a:lnTo>
                        <a:pt x="1995" y="434"/>
                      </a:lnTo>
                      <a:lnTo>
                        <a:pt x="1998" y="432"/>
                      </a:lnTo>
                      <a:lnTo>
                        <a:pt x="2003" y="429"/>
                      </a:lnTo>
                      <a:lnTo>
                        <a:pt x="2009" y="428"/>
                      </a:lnTo>
                      <a:lnTo>
                        <a:pt x="2015" y="428"/>
                      </a:lnTo>
                      <a:lnTo>
                        <a:pt x="2021" y="428"/>
                      </a:lnTo>
                      <a:lnTo>
                        <a:pt x="2027" y="429"/>
                      </a:lnTo>
                      <a:lnTo>
                        <a:pt x="2030" y="431"/>
                      </a:lnTo>
                      <a:lnTo>
                        <a:pt x="2034" y="432"/>
                      </a:lnTo>
                      <a:lnTo>
                        <a:pt x="2037" y="434"/>
                      </a:lnTo>
                      <a:lnTo>
                        <a:pt x="2040" y="437"/>
                      </a:lnTo>
                      <a:lnTo>
                        <a:pt x="2041" y="439"/>
                      </a:lnTo>
                      <a:lnTo>
                        <a:pt x="2042" y="442"/>
                      </a:lnTo>
                      <a:lnTo>
                        <a:pt x="2045" y="445"/>
                      </a:lnTo>
                      <a:lnTo>
                        <a:pt x="2046" y="448"/>
                      </a:lnTo>
                      <a:lnTo>
                        <a:pt x="2047" y="450"/>
                      </a:lnTo>
                      <a:lnTo>
                        <a:pt x="2049" y="452"/>
                      </a:lnTo>
                      <a:lnTo>
                        <a:pt x="2050" y="452"/>
                      </a:lnTo>
                      <a:lnTo>
                        <a:pt x="2052" y="452"/>
                      </a:lnTo>
                      <a:lnTo>
                        <a:pt x="2055" y="453"/>
                      </a:lnTo>
                      <a:lnTo>
                        <a:pt x="2058" y="453"/>
                      </a:lnTo>
                      <a:lnTo>
                        <a:pt x="2067" y="452"/>
                      </a:lnTo>
                      <a:lnTo>
                        <a:pt x="2078" y="451"/>
                      </a:lnTo>
                      <a:lnTo>
                        <a:pt x="2084" y="451"/>
                      </a:lnTo>
                      <a:lnTo>
                        <a:pt x="2090" y="450"/>
                      </a:lnTo>
                      <a:lnTo>
                        <a:pt x="2096" y="450"/>
                      </a:lnTo>
                      <a:lnTo>
                        <a:pt x="2100" y="450"/>
                      </a:lnTo>
                      <a:lnTo>
                        <a:pt x="2105" y="447"/>
                      </a:lnTo>
                      <a:lnTo>
                        <a:pt x="2108" y="445"/>
                      </a:lnTo>
                      <a:lnTo>
                        <a:pt x="2110" y="442"/>
                      </a:lnTo>
                      <a:lnTo>
                        <a:pt x="2110" y="438"/>
                      </a:lnTo>
                      <a:lnTo>
                        <a:pt x="2110" y="432"/>
                      </a:lnTo>
                      <a:lnTo>
                        <a:pt x="2110" y="423"/>
                      </a:lnTo>
                      <a:lnTo>
                        <a:pt x="2110" y="415"/>
                      </a:lnTo>
                      <a:lnTo>
                        <a:pt x="2112" y="404"/>
                      </a:lnTo>
                      <a:lnTo>
                        <a:pt x="2117" y="393"/>
                      </a:lnTo>
                      <a:lnTo>
                        <a:pt x="2123" y="382"/>
                      </a:lnTo>
                      <a:lnTo>
                        <a:pt x="2128" y="368"/>
                      </a:lnTo>
                      <a:lnTo>
                        <a:pt x="2131" y="350"/>
                      </a:lnTo>
                      <a:lnTo>
                        <a:pt x="2135" y="339"/>
                      </a:lnTo>
                      <a:lnTo>
                        <a:pt x="2137" y="333"/>
                      </a:lnTo>
                      <a:lnTo>
                        <a:pt x="2140" y="332"/>
                      </a:lnTo>
                      <a:lnTo>
                        <a:pt x="2142" y="330"/>
                      </a:lnTo>
                      <a:lnTo>
                        <a:pt x="2149" y="325"/>
                      </a:lnTo>
                      <a:lnTo>
                        <a:pt x="2156" y="321"/>
                      </a:lnTo>
                      <a:lnTo>
                        <a:pt x="2163" y="319"/>
                      </a:lnTo>
                      <a:lnTo>
                        <a:pt x="2168" y="318"/>
                      </a:lnTo>
                      <a:lnTo>
                        <a:pt x="2168" y="320"/>
                      </a:lnTo>
                      <a:lnTo>
                        <a:pt x="2168" y="322"/>
                      </a:lnTo>
                      <a:lnTo>
                        <a:pt x="2169" y="326"/>
                      </a:lnTo>
                      <a:lnTo>
                        <a:pt x="2169" y="328"/>
                      </a:lnTo>
                      <a:lnTo>
                        <a:pt x="2172" y="343"/>
                      </a:lnTo>
                      <a:lnTo>
                        <a:pt x="2174" y="358"/>
                      </a:lnTo>
                      <a:lnTo>
                        <a:pt x="2175" y="370"/>
                      </a:lnTo>
                      <a:lnTo>
                        <a:pt x="2175" y="383"/>
                      </a:lnTo>
                      <a:lnTo>
                        <a:pt x="2173" y="391"/>
                      </a:lnTo>
                      <a:lnTo>
                        <a:pt x="2172" y="399"/>
                      </a:lnTo>
                      <a:lnTo>
                        <a:pt x="2173" y="403"/>
                      </a:lnTo>
                      <a:lnTo>
                        <a:pt x="2174" y="404"/>
                      </a:lnTo>
                      <a:lnTo>
                        <a:pt x="2178" y="407"/>
                      </a:lnTo>
                      <a:lnTo>
                        <a:pt x="2180" y="409"/>
                      </a:lnTo>
                      <a:lnTo>
                        <a:pt x="2185" y="413"/>
                      </a:lnTo>
                      <a:lnTo>
                        <a:pt x="2190" y="415"/>
                      </a:lnTo>
                      <a:lnTo>
                        <a:pt x="2200" y="415"/>
                      </a:lnTo>
                      <a:lnTo>
                        <a:pt x="2211" y="416"/>
                      </a:lnTo>
                      <a:lnTo>
                        <a:pt x="2212" y="419"/>
                      </a:lnTo>
                      <a:lnTo>
                        <a:pt x="2215" y="422"/>
                      </a:lnTo>
                      <a:lnTo>
                        <a:pt x="2215" y="426"/>
                      </a:lnTo>
                      <a:lnTo>
                        <a:pt x="2215" y="429"/>
                      </a:lnTo>
                      <a:lnTo>
                        <a:pt x="2215" y="437"/>
                      </a:lnTo>
                      <a:lnTo>
                        <a:pt x="2213" y="444"/>
                      </a:lnTo>
                      <a:lnTo>
                        <a:pt x="2205" y="453"/>
                      </a:lnTo>
                      <a:lnTo>
                        <a:pt x="2198" y="464"/>
                      </a:lnTo>
                      <a:lnTo>
                        <a:pt x="2191" y="475"/>
                      </a:lnTo>
                      <a:lnTo>
                        <a:pt x="2186" y="485"/>
                      </a:lnTo>
                      <a:lnTo>
                        <a:pt x="2184" y="490"/>
                      </a:lnTo>
                      <a:lnTo>
                        <a:pt x="2182" y="496"/>
                      </a:lnTo>
                      <a:lnTo>
                        <a:pt x="2182" y="501"/>
                      </a:lnTo>
                      <a:lnTo>
                        <a:pt x="2182" y="505"/>
                      </a:lnTo>
                      <a:lnTo>
                        <a:pt x="2184" y="510"/>
                      </a:lnTo>
                      <a:lnTo>
                        <a:pt x="2185" y="513"/>
                      </a:lnTo>
                      <a:lnTo>
                        <a:pt x="2187" y="515"/>
                      </a:lnTo>
                      <a:lnTo>
                        <a:pt x="2192" y="517"/>
                      </a:lnTo>
                      <a:lnTo>
                        <a:pt x="2199" y="519"/>
                      </a:lnTo>
                      <a:lnTo>
                        <a:pt x="2204" y="519"/>
                      </a:lnTo>
                      <a:lnTo>
                        <a:pt x="2205" y="520"/>
                      </a:lnTo>
                      <a:lnTo>
                        <a:pt x="2206" y="521"/>
                      </a:lnTo>
                      <a:lnTo>
                        <a:pt x="2206" y="522"/>
                      </a:lnTo>
                      <a:lnTo>
                        <a:pt x="2205" y="528"/>
                      </a:lnTo>
                      <a:lnTo>
                        <a:pt x="2201" y="535"/>
                      </a:lnTo>
                      <a:lnTo>
                        <a:pt x="2197" y="541"/>
                      </a:lnTo>
                      <a:lnTo>
                        <a:pt x="2192" y="548"/>
                      </a:lnTo>
                      <a:lnTo>
                        <a:pt x="2188" y="554"/>
                      </a:lnTo>
                      <a:lnTo>
                        <a:pt x="2187" y="559"/>
                      </a:lnTo>
                      <a:lnTo>
                        <a:pt x="2185" y="565"/>
                      </a:lnTo>
                      <a:lnTo>
                        <a:pt x="2185" y="571"/>
                      </a:lnTo>
                      <a:lnTo>
                        <a:pt x="2184" y="578"/>
                      </a:lnTo>
                      <a:lnTo>
                        <a:pt x="2184" y="585"/>
                      </a:lnTo>
                      <a:lnTo>
                        <a:pt x="2182" y="598"/>
                      </a:lnTo>
                      <a:lnTo>
                        <a:pt x="2182" y="611"/>
                      </a:lnTo>
                      <a:lnTo>
                        <a:pt x="2182" y="616"/>
                      </a:lnTo>
                      <a:lnTo>
                        <a:pt x="2184" y="621"/>
                      </a:lnTo>
                      <a:lnTo>
                        <a:pt x="2185" y="626"/>
                      </a:lnTo>
                      <a:lnTo>
                        <a:pt x="2188" y="631"/>
                      </a:lnTo>
                      <a:lnTo>
                        <a:pt x="2193" y="636"/>
                      </a:lnTo>
                      <a:lnTo>
                        <a:pt x="2200" y="640"/>
                      </a:lnTo>
                      <a:lnTo>
                        <a:pt x="2209" y="643"/>
                      </a:lnTo>
                      <a:lnTo>
                        <a:pt x="2213" y="646"/>
                      </a:lnTo>
                      <a:lnTo>
                        <a:pt x="2220" y="648"/>
                      </a:lnTo>
                      <a:lnTo>
                        <a:pt x="2226" y="650"/>
                      </a:lnTo>
                      <a:lnTo>
                        <a:pt x="2231" y="653"/>
                      </a:lnTo>
                      <a:lnTo>
                        <a:pt x="2236" y="658"/>
                      </a:lnTo>
                      <a:lnTo>
                        <a:pt x="2241" y="662"/>
                      </a:lnTo>
                      <a:lnTo>
                        <a:pt x="2244" y="667"/>
                      </a:lnTo>
                      <a:lnTo>
                        <a:pt x="2248" y="677"/>
                      </a:lnTo>
                      <a:lnTo>
                        <a:pt x="2249" y="687"/>
                      </a:lnTo>
                      <a:lnTo>
                        <a:pt x="2249" y="697"/>
                      </a:lnTo>
                      <a:lnTo>
                        <a:pt x="2247" y="705"/>
                      </a:lnTo>
                      <a:lnTo>
                        <a:pt x="2245" y="709"/>
                      </a:lnTo>
                      <a:lnTo>
                        <a:pt x="2244" y="712"/>
                      </a:lnTo>
                      <a:lnTo>
                        <a:pt x="2242" y="716"/>
                      </a:lnTo>
                      <a:lnTo>
                        <a:pt x="2238" y="719"/>
                      </a:lnTo>
                      <a:lnTo>
                        <a:pt x="2224" y="729"/>
                      </a:lnTo>
                      <a:lnTo>
                        <a:pt x="2210" y="737"/>
                      </a:lnTo>
                      <a:lnTo>
                        <a:pt x="2201" y="743"/>
                      </a:lnTo>
                      <a:lnTo>
                        <a:pt x="2195" y="749"/>
                      </a:lnTo>
                      <a:lnTo>
                        <a:pt x="2191" y="755"/>
                      </a:lnTo>
                      <a:lnTo>
                        <a:pt x="2188" y="760"/>
                      </a:lnTo>
                      <a:lnTo>
                        <a:pt x="2187" y="763"/>
                      </a:lnTo>
                      <a:lnTo>
                        <a:pt x="2187" y="768"/>
                      </a:lnTo>
                      <a:lnTo>
                        <a:pt x="2187" y="773"/>
                      </a:lnTo>
                      <a:lnTo>
                        <a:pt x="2186" y="776"/>
                      </a:lnTo>
                      <a:lnTo>
                        <a:pt x="2186" y="779"/>
                      </a:lnTo>
                      <a:lnTo>
                        <a:pt x="2185" y="781"/>
                      </a:lnTo>
                      <a:lnTo>
                        <a:pt x="2182" y="782"/>
                      </a:lnTo>
                      <a:lnTo>
                        <a:pt x="2180" y="782"/>
                      </a:lnTo>
                      <a:lnTo>
                        <a:pt x="2178" y="784"/>
                      </a:lnTo>
                      <a:lnTo>
                        <a:pt x="2175" y="784"/>
                      </a:lnTo>
                      <a:lnTo>
                        <a:pt x="2167" y="782"/>
                      </a:lnTo>
                      <a:lnTo>
                        <a:pt x="2161" y="781"/>
                      </a:lnTo>
                      <a:lnTo>
                        <a:pt x="2148" y="779"/>
                      </a:lnTo>
                      <a:lnTo>
                        <a:pt x="2127" y="775"/>
                      </a:lnTo>
                      <a:lnTo>
                        <a:pt x="2122" y="775"/>
                      </a:lnTo>
                      <a:lnTo>
                        <a:pt x="2118" y="776"/>
                      </a:lnTo>
                      <a:lnTo>
                        <a:pt x="2116" y="778"/>
                      </a:lnTo>
                      <a:lnTo>
                        <a:pt x="2115" y="779"/>
                      </a:lnTo>
                      <a:lnTo>
                        <a:pt x="2112" y="782"/>
                      </a:lnTo>
                      <a:lnTo>
                        <a:pt x="2111" y="786"/>
                      </a:lnTo>
                      <a:lnTo>
                        <a:pt x="2110" y="790"/>
                      </a:lnTo>
                      <a:lnTo>
                        <a:pt x="2109" y="793"/>
                      </a:lnTo>
                      <a:lnTo>
                        <a:pt x="2106" y="798"/>
                      </a:lnTo>
                      <a:lnTo>
                        <a:pt x="2103" y="804"/>
                      </a:lnTo>
                      <a:lnTo>
                        <a:pt x="2099" y="813"/>
                      </a:lnTo>
                      <a:lnTo>
                        <a:pt x="2096" y="823"/>
                      </a:lnTo>
                      <a:lnTo>
                        <a:pt x="2091" y="834"/>
                      </a:lnTo>
                      <a:lnTo>
                        <a:pt x="2086" y="843"/>
                      </a:lnTo>
                      <a:lnTo>
                        <a:pt x="2080" y="856"/>
                      </a:lnTo>
                      <a:lnTo>
                        <a:pt x="2072" y="868"/>
                      </a:lnTo>
                      <a:lnTo>
                        <a:pt x="2068" y="873"/>
                      </a:lnTo>
                      <a:lnTo>
                        <a:pt x="2064" y="878"/>
                      </a:lnTo>
                      <a:lnTo>
                        <a:pt x="2059" y="881"/>
                      </a:lnTo>
                      <a:lnTo>
                        <a:pt x="2053" y="886"/>
                      </a:lnTo>
                      <a:lnTo>
                        <a:pt x="2048" y="889"/>
                      </a:lnTo>
                      <a:lnTo>
                        <a:pt x="2042" y="894"/>
                      </a:lnTo>
                      <a:lnTo>
                        <a:pt x="2040" y="895"/>
                      </a:lnTo>
                      <a:lnTo>
                        <a:pt x="2035" y="900"/>
                      </a:lnTo>
                      <a:lnTo>
                        <a:pt x="2029" y="907"/>
                      </a:lnTo>
                      <a:lnTo>
                        <a:pt x="2024" y="913"/>
                      </a:lnTo>
                      <a:lnTo>
                        <a:pt x="2020" y="919"/>
                      </a:lnTo>
                      <a:lnTo>
                        <a:pt x="2014" y="923"/>
                      </a:lnTo>
                      <a:lnTo>
                        <a:pt x="2009" y="924"/>
                      </a:lnTo>
                      <a:lnTo>
                        <a:pt x="2004" y="925"/>
                      </a:lnTo>
                      <a:lnTo>
                        <a:pt x="2002" y="926"/>
                      </a:lnTo>
                      <a:lnTo>
                        <a:pt x="1999" y="926"/>
                      </a:lnTo>
                      <a:lnTo>
                        <a:pt x="1996" y="927"/>
                      </a:lnTo>
                      <a:lnTo>
                        <a:pt x="1993" y="929"/>
                      </a:lnTo>
                      <a:lnTo>
                        <a:pt x="1992" y="931"/>
                      </a:lnTo>
                      <a:lnTo>
                        <a:pt x="1992" y="933"/>
                      </a:lnTo>
                      <a:lnTo>
                        <a:pt x="1993" y="937"/>
                      </a:lnTo>
                      <a:lnTo>
                        <a:pt x="1997" y="940"/>
                      </a:lnTo>
                      <a:lnTo>
                        <a:pt x="2003" y="945"/>
                      </a:lnTo>
                      <a:lnTo>
                        <a:pt x="2010" y="950"/>
                      </a:lnTo>
                      <a:lnTo>
                        <a:pt x="2017" y="956"/>
                      </a:lnTo>
                      <a:lnTo>
                        <a:pt x="2025" y="963"/>
                      </a:lnTo>
                      <a:lnTo>
                        <a:pt x="2027" y="964"/>
                      </a:lnTo>
                      <a:lnTo>
                        <a:pt x="2029" y="965"/>
                      </a:lnTo>
                      <a:lnTo>
                        <a:pt x="2031" y="964"/>
                      </a:lnTo>
                      <a:lnTo>
                        <a:pt x="2034" y="963"/>
                      </a:lnTo>
                      <a:lnTo>
                        <a:pt x="2040" y="960"/>
                      </a:lnTo>
                      <a:lnTo>
                        <a:pt x="2047" y="955"/>
                      </a:lnTo>
                      <a:lnTo>
                        <a:pt x="2062" y="940"/>
                      </a:lnTo>
                      <a:lnTo>
                        <a:pt x="2079" y="925"/>
                      </a:lnTo>
                      <a:lnTo>
                        <a:pt x="2086" y="918"/>
                      </a:lnTo>
                      <a:lnTo>
                        <a:pt x="2097" y="910"/>
                      </a:lnTo>
                      <a:lnTo>
                        <a:pt x="2103" y="908"/>
                      </a:lnTo>
                      <a:lnTo>
                        <a:pt x="2106" y="908"/>
                      </a:lnTo>
                      <a:lnTo>
                        <a:pt x="2109" y="908"/>
                      </a:lnTo>
                      <a:lnTo>
                        <a:pt x="2110" y="910"/>
                      </a:lnTo>
                      <a:lnTo>
                        <a:pt x="2112" y="912"/>
                      </a:lnTo>
                      <a:lnTo>
                        <a:pt x="2112" y="914"/>
                      </a:lnTo>
                      <a:lnTo>
                        <a:pt x="2113" y="920"/>
                      </a:lnTo>
                      <a:lnTo>
                        <a:pt x="2112" y="925"/>
                      </a:lnTo>
                      <a:lnTo>
                        <a:pt x="2112" y="930"/>
                      </a:lnTo>
                      <a:lnTo>
                        <a:pt x="2113" y="935"/>
                      </a:lnTo>
                      <a:lnTo>
                        <a:pt x="2115" y="937"/>
                      </a:lnTo>
                      <a:lnTo>
                        <a:pt x="2118" y="938"/>
                      </a:lnTo>
                      <a:lnTo>
                        <a:pt x="2123" y="939"/>
                      </a:lnTo>
                      <a:lnTo>
                        <a:pt x="2128" y="939"/>
                      </a:lnTo>
                      <a:lnTo>
                        <a:pt x="2134" y="937"/>
                      </a:lnTo>
                      <a:lnTo>
                        <a:pt x="2140" y="935"/>
                      </a:lnTo>
                      <a:lnTo>
                        <a:pt x="2150" y="925"/>
                      </a:lnTo>
                      <a:lnTo>
                        <a:pt x="2162" y="912"/>
                      </a:lnTo>
                      <a:lnTo>
                        <a:pt x="2168" y="907"/>
                      </a:lnTo>
                      <a:lnTo>
                        <a:pt x="2176" y="902"/>
                      </a:lnTo>
                      <a:lnTo>
                        <a:pt x="2181" y="900"/>
                      </a:lnTo>
                      <a:lnTo>
                        <a:pt x="2187" y="899"/>
                      </a:lnTo>
                      <a:lnTo>
                        <a:pt x="2192" y="898"/>
                      </a:lnTo>
                      <a:lnTo>
                        <a:pt x="2197" y="897"/>
                      </a:lnTo>
                      <a:lnTo>
                        <a:pt x="2204" y="895"/>
                      </a:lnTo>
                      <a:lnTo>
                        <a:pt x="2212" y="895"/>
                      </a:lnTo>
                      <a:lnTo>
                        <a:pt x="2220" y="897"/>
                      </a:lnTo>
                      <a:lnTo>
                        <a:pt x="2229" y="898"/>
                      </a:lnTo>
                      <a:lnTo>
                        <a:pt x="2236" y="901"/>
                      </a:lnTo>
                      <a:lnTo>
                        <a:pt x="2241" y="906"/>
                      </a:lnTo>
                      <a:lnTo>
                        <a:pt x="2243" y="912"/>
                      </a:lnTo>
                      <a:lnTo>
                        <a:pt x="2244" y="918"/>
                      </a:lnTo>
                      <a:lnTo>
                        <a:pt x="2244" y="927"/>
                      </a:lnTo>
                      <a:lnTo>
                        <a:pt x="2244" y="936"/>
                      </a:lnTo>
                      <a:lnTo>
                        <a:pt x="2244" y="940"/>
                      </a:lnTo>
                      <a:lnTo>
                        <a:pt x="2247" y="945"/>
                      </a:lnTo>
                      <a:lnTo>
                        <a:pt x="2247" y="946"/>
                      </a:lnTo>
                      <a:lnTo>
                        <a:pt x="2248" y="946"/>
                      </a:lnTo>
                      <a:lnTo>
                        <a:pt x="2250" y="948"/>
                      </a:lnTo>
                      <a:lnTo>
                        <a:pt x="2255" y="949"/>
                      </a:lnTo>
                      <a:lnTo>
                        <a:pt x="2257" y="950"/>
                      </a:lnTo>
                      <a:lnTo>
                        <a:pt x="2261" y="950"/>
                      </a:lnTo>
                      <a:lnTo>
                        <a:pt x="2263" y="951"/>
                      </a:lnTo>
                      <a:lnTo>
                        <a:pt x="2266" y="951"/>
                      </a:lnTo>
                      <a:lnTo>
                        <a:pt x="2268" y="954"/>
                      </a:lnTo>
                      <a:lnTo>
                        <a:pt x="2270" y="955"/>
                      </a:lnTo>
                      <a:lnTo>
                        <a:pt x="2272" y="957"/>
                      </a:lnTo>
                      <a:lnTo>
                        <a:pt x="2272" y="958"/>
                      </a:lnTo>
                      <a:lnTo>
                        <a:pt x="2273" y="962"/>
                      </a:lnTo>
                      <a:lnTo>
                        <a:pt x="2274" y="964"/>
                      </a:lnTo>
                      <a:lnTo>
                        <a:pt x="2274" y="980"/>
                      </a:lnTo>
                      <a:lnTo>
                        <a:pt x="2273" y="993"/>
                      </a:lnTo>
                      <a:lnTo>
                        <a:pt x="2272" y="998"/>
                      </a:lnTo>
                      <a:lnTo>
                        <a:pt x="2269" y="1001"/>
                      </a:lnTo>
                      <a:lnTo>
                        <a:pt x="2266" y="1005"/>
                      </a:lnTo>
                      <a:lnTo>
                        <a:pt x="2262" y="1007"/>
                      </a:lnTo>
                      <a:lnTo>
                        <a:pt x="2257" y="1009"/>
                      </a:lnTo>
                      <a:lnTo>
                        <a:pt x="2253" y="1012"/>
                      </a:lnTo>
                      <a:lnTo>
                        <a:pt x="2248" y="1013"/>
                      </a:lnTo>
                      <a:lnTo>
                        <a:pt x="2243" y="1015"/>
                      </a:lnTo>
                      <a:lnTo>
                        <a:pt x="2238" y="1020"/>
                      </a:lnTo>
                      <a:lnTo>
                        <a:pt x="2236" y="1025"/>
                      </a:lnTo>
                      <a:lnTo>
                        <a:pt x="2236" y="1026"/>
                      </a:lnTo>
                      <a:lnTo>
                        <a:pt x="2237" y="1030"/>
                      </a:lnTo>
                      <a:lnTo>
                        <a:pt x="2238" y="1030"/>
                      </a:lnTo>
                      <a:lnTo>
                        <a:pt x="2239" y="1031"/>
                      </a:lnTo>
                      <a:lnTo>
                        <a:pt x="2242" y="1031"/>
                      </a:lnTo>
                      <a:lnTo>
                        <a:pt x="2244" y="1030"/>
                      </a:lnTo>
                      <a:lnTo>
                        <a:pt x="2248" y="1030"/>
                      </a:lnTo>
                      <a:lnTo>
                        <a:pt x="2250" y="1028"/>
                      </a:lnTo>
                      <a:lnTo>
                        <a:pt x="2253" y="1027"/>
                      </a:lnTo>
                      <a:lnTo>
                        <a:pt x="2254" y="1026"/>
                      </a:lnTo>
                      <a:lnTo>
                        <a:pt x="2256" y="1025"/>
                      </a:lnTo>
                      <a:lnTo>
                        <a:pt x="2258" y="1024"/>
                      </a:lnTo>
                      <a:lnTo>
                        <a:pt x="2261" y="1024"/>
                      </a:lnTo>
                      <a:lnTo>
                        <a:pt x="2262" y="1023"/>
                      </a:lnTo>
                      <a:lnTo>
                        <a:pt x="2264" y="1024"/>
                      </a:lnTo>
                      <a:lnTo>
                        <a:pt x="2267" y="1025"/>
                      </a:lnTo>
                      <a:lnTo>
                        <a:pt x="2268" y="1026"/>
                      </a:lnTo>
                      <a:lnTo>
                        <a:pt x="2269" y="1028"/>
                      </a:lnTo>
                      <a:lnTo>
                        <a:pt x="2270" y="1034"/>
                      </a:lnTo>
                      <a:lnTo>
                        <a:pt x="2270" y="1042"/>
                      </a:lnTo>
                      <a:lnTo>
                        <a:pt x="2270" y="1045"/>
                      </a:lnTo>
                      <a:lnTo>
                        <a:pt x="2269" y="1049"/>
                      </a:lnTo>
                      <a:lnTo>
                        <a:pt x="2269" y="1052"/>
                      </a:lnTo>
                      <a:lnTo>
                        <a:pt x="2268" y="1056"/>
                      </a:lnTo>
                      <a:lnTo>
                        <a:pt x="2268" y="1061"/>
                      </a:lnTo>
                      <a:lnTo>
                        <a:pt x="2266" y="1066"/>
                      </a:lnTo>
                      <a:lnTo>
                        <a:pt x="2264" y="1069"/>
                      </a:lnTo>
                      <a:lnTo>
                        <a:pt x="2263" y="1071"/>
                      </a:lnTo>
                      <a:lnTo>
                        <a:pt x="2262" y="1072"/>
                      </a:lnTo>
                      <a:lnTo>
                        <a:pt x="2260" y="1074"/>
                      </a:lnTo>
                      <a:lnTo>
                        <a:pt x="2256" y="1075"/>
                      </a:lnTo>
                      <a:lnTo>
                        <a:pt x="2254" y="1075"/>
                      </a:lnTo>
                      <a:lnTo>
                        <a:pt x="2250" y="1075"/>
                      </a:lnTo>
                      <a:lnTo>
                        <a:pt x="2247" y="1074"/>
                      </a:lnTo>
                      <a:lnTo>
                        <a:pt x="2239" y="1075"/>
                      </a:lnTo>
                      <a:lnTo>
                        <a:pt x="2235" y="1076"/>
                      </a:lnTo>
                      <a:lnTo>
                        <a:pt x="2230" y="1078"/>
                      </a:lnTo>
                      <a:lnTo>
                        <a:pt x="2225" y="1083"/>
                      </a:lnTo>
                      <a:lnTo>
                        <a:pt x="2222" y="1088"/>
                      </a:lnTo>
                      <a:lnTo>
                        <a:pt x="2219" y="1094"/>
                      </a:lnTo>
                      <a:lnTo>
                        <a:pt x="2218" y="1099"/>
                      </a:lnTo>
                      <a:lnTo>
                        <a:pt x="2216" y="1105"/>
                      </a:lnTo>
                      <a:lnTo>
                        <a:pt x="2215" y="1115"/>
                      </a:lnTo>
                      <a:lnTo>
                        <a:pt x="2215" y="1125"/>
                      </a:lnTo>
                      <a:lnTo>
                        <a:pt x="2218" y="1138"/>
                      </a:lnTo>
                      <a:lnTo>
                        <a:pt x="2219" y="1151"/>
                      </a:lnTo>
                      <a:lnTo>
                        <a:pt x="2219" y="1157"/>
                      </a:lnTo>
                      <a:lnTo>
                        <a:pt x="2219" y="1164"/>
                      </a:lnTo>
                      <a:lnTo>
                        <a:pt x="2218" y="1170"/>
                      </a:lnTo>
                      <a:lnTo>
                        <a:pt x="2217" y="1176"/>
                      </a:lnTo>
                      <a:lnTo>
                        <a:pt x="2213" y="1185"/>
                      </a:lnTo>
                      <a:lnTo>
                        <a:pt x="2207" y="1195"/>
                      </a:lnTo>
                      <a:lnTo>
                        <a:pt x="2201" y="1204"/>
                      </a:lnTo>
                      <a:lnTo>
                        <a:pt x="2195" y="1214"/>
                      </a:lnTo>
                      <a:lnTo>
                        <a:pt x="2190" y="1223"/>
                      </a:lnTo>
                      <a:lnTo>
                        <a:pt x="2185" y="1233"/>
                      </a:lnTo>
                      <a:lnTo>
                        <a:pt x="2180" y="1244"/>
                      </a:lnTo>
                      <a:lnTo>
                        <a:pt x="2175" y="1254"/>
                      </a:lnTo>
                      <a:lnTo>
                        <a:pt x="2174" y="1259"/>
                      </a:lnTo>
                      <a:lnTo>
                        <a:pt x="2174" y="1265"/>
                      </a:lnTo>
                      <a:lnTo>
                        <a:pt x="2174" y="1272"/>
                      </a:lnTo>
                      <a:lnTo>
                        <a:pt x="2176" y="1280"/>
                      </a:lnTo>
                      <a:lnTo>
                        <a:pt x="2178" y="1283"/>
                      </a:lnTo>
                      <a:lnTo>
                        <a:pt x="2179" y="1285"/>
                      </a:lnTo>
                      <a:lnTo>
                        <a:pt x="2179" y="1286"/>
                      </a:lnTo>
                      <a:lnTo>
                        <a:pt x="2180" y="1289"/>
                      </a:lnTo>
                      <a:lnTo>
                        <a:pt x="2181" y="1290"/>
                      </a:lnTo>
                      <a:lnTo>
                        <a:pt x="2185" y="1294"/>
                      </a:lnTo>
                      <a:lnTo>
                        <a:pt x="2188" y="1295"/>
                      </a:lnTo>
                      <a:lnTo>
                        <a:pt x="2193" y="1296"/>
                      </a:lnTo>
                      <a:lnTo>
                        <a:pt x="2198" y="1296"/>
                      </a:lnTo>
                      <a:lnTo>
                        <a:pt x="2201" y="1296"/>
                      </a:lnTo>
                      <a:lnTo>
                        <a:pt x="2206" y="1294"/>
                      </a:lnTo>
                      <a:lnTo>
                        <a:pt x="2209" y="1290"/>
                      </a:lnTo>
                      <a:lnTo>
                        <a:pt x="2211" y="1289"/>
                      </a:lnTo>
                      <a:lnTo>
                        <a:pt x="2215" y="1283"/>
                      </a:lnTo>
                      <a:lnTo>
                        <a:pt x="2216" y="1280"/>
                      </a:lnTo>
                      <a:lnTo>
                        <a:pt x="2217" y="1278"/>
                      </a:lnTo>
                      <a:lnTo>
                        <a:pt x="2217" y="1274"/>
                      </a:lnTo>
                      <a:lnTo>
                        <a:pt x="2218" y="1273"/>
                      </a:lnTo>
                      <a:lnTo>
                        <a:pt x="2219" y="1267"/>
                      </a:lnTo>
                      <a:lnTo>
                        <a:pt x="2219" y="1263"/>
                      </a:lnTo>
                      <a:lnTo>
                        <a:pt x="2220" y="1259"/>
                      </a:lnTo>
                      <a:lnTo>
                        <a:pt x="2223" y="1255"/>
                      </a:lnTo>
                      <a:lnTo>
                        <a:pt x="2224" y="1255"/>
                      </a:lnTo>
                      <a:lnTo>
                        <a:pt x="2226" y="1255"/>
                      </a:lnTo>
                      <a:lnTo>
                        <a:pt x="2229" y="1255"/>
                      </a:lnTo>
                      <a:lnTo>
                        <a:pt x="2230" y="1257"/>
                      </a:lnTo>
                      <a:lnTo>
                        <a:pt x="2231" y="1257"/>
                      </a:lnTo>
                      <a:lnTo>
                        <a:pt x="2232" y="1258"/>
                      </a:lnTo>
                      <a:lnTo>
                        <a:pt x="2234" y="1259"/>
                      </a:lnTo>
                      <a:lnTo>
                        <a:pt x="2235" y="1260"/>
                      </a:lnTo>
                      <a:lnTo>
                        <a:pt x="2236" y="1261"/>
                      </a:lnTo>
                      <a:lnTo>
                        <a:pt x="2237" y="1263"/>
                      </a:lnTo>
                      <a:lnTo>
                        <a:pt x="2238" y="1264"/>
                      </a:lnTo>
                      <a:lnTo>
                        <a:pt x="2238" y="1266"/>
                      </a:lnTo>
                      <a:lnTo>
                        <a:pt x="2241" y="1273"/>
                      </a:lnTo>
                      <a:lnTo>
                        <a:pt x="2241" y="1284"/>
                      </a:lnTo>
                      <a:lnTo>
                        <a:pt x="2239" y="1289"/>
                      </a:lnTo>
                      <a:lnTo>
                        <a:pt x="2238" y="1295"/>
                      </a:lnTo>
                      <a:lnTo>
                        <a:pt x="2237" y="1298"/>
                      </a:lnTo>
                      <a:lnTo>
                        <a:pt x="2236" y="1301"/>
                      </a:lnTo>
                      <a:lnTo>
                        <a:pt x="2235" y="1304"/>
                      </a:lnTo>
                      <a:lnTo>
                        <a:pt x="2234" y="1307"/>
                      </a:lnTo>
                      <a:lnTo>
                        <a:pt x="2234" y="1310"/>
                      </a:lnTo>
                      <a:lnTo>
                        <a:pt x="2234" y="1313"/>
                      </a:lnTo>
                      <a:lnTo>
                        <a:pt x="2234" y="1315"/>
                      </a:lnTo>
                      <a:lnTo>
                        <a:pt x="2235" y="1316"/>
                      </a:lnTo>
                      <a:lnTo>
                        <a:pt x="2239" y="1321"/>
                      </a:lnTo>
                      <a:lnTo>
                        <a:pt x="2244" y="1326"/>
                      </a:lnTo>
                      <a:lnTo>
                        <a:pt x="2248" y="1329"/>
                      </a:lnTo>
                      <a:lnTo>
                        <a:pt x="2250" y="1333"/>
                      </a:lnTo>
                      <a:lnTo>
                        <a:pt x="2251" y="1336"/>
                      </a:lnTo>
                      <a:lnTo>
                        <a:pt x="2251" y="1341"/>
                      </a:lnTo>
                      <a:lnTo>
                        <a:pt x="2249" y="1346"/>
                      </a:lnTo>
                      <a:lnTo>
                        <a:pt x="2244" y="1351"/>
                      </a:lnTo>
                      <a:lnTo>
                        <a:pt x="2239" y="1355"/>
                      </a:lnTo>
                      <a:lnTo>
                        <a:pt x="2236" y="1361"/>
                      </a:lnTo>
                      <a:lnTo>
                        <a:pt x="2232" y="1366"/>
                      </a:lnTo>
                      <a:lnTo>
                        <a:pt x="2231" y="1372"/>
                      </a:lnTo>
                      <a:lnTo>
                        <a:pt x="2232" y="1376"/>
                      </a:lnTo>
                      <a:lnTo>
                        <a:pt x="2234" y="1379"/>
                      </a:lnTo>
                      <a:lnTo>
                        <a:pt x="2239" y="1387"/>
                      </a:lnTo>
                      <a:lnTo>
                        <a:pt x="2245" y="1395"/>
                      </a:lnTo>
                      <a:lnTo>
                        <a:pt x="2243" y="1398"/>
                      </a:lnTo>
                      <a:lnTo>
                        <a:pt x="2241" y="1400"/>
                      </a:lnTo>
                      <a:lnTo>
                        <a:pt x="2236" y="1405"/>
                      </a:lnTo>
                      <a:lnTo>
                        <a:pt x="2232" y="1410"/>
                      </a:lnTo>
                      <a:lnTo>
                        <a:pt x="2229" y="1417"/>
                      </a:lnTo>
                      <a:lnTo>
                        <a:pt x="2228" y="1422"/>
                      </a:lnTo>
                      <a:lnTo>
                        <a:pt x="2228" y="1429"/>
                      </a:lnTo>
                      <a:lnTo>
                        <a:pt x="2226" y="1437"/>
                      </a:lnTo>
                      <a:lnTo>
                        <a:pt x="2223" y="1446"/>
                      </a:lnTo>
                      <a:lnTo>
                        <a:pt x="2217" y="1453"/>
                      </a:lnTo>
                      <a:lnTo>
                        <a:pt x="2205" y="1462"/>
                      </a:lnTo>
                      <a:lnTo>
                        <a:pt x="2195" y="1472"/>
                      </a:lnTo>
                      <a:lnTo>
                        <a:pt x="2193" y="1475"/>
                      </a:lnTo>
                      <a:lnTo>
                        <a:pt x="2191" y="1480"/>
                      </a:lnTo>
                      <a:lnTo>
                        <a:pt x="2190" y="1485"/>
                      </a:lnTo>
                      <a:lnTo>
                        <a:pt x="2190" y="1490"/>
                      </a:lnTo>
                      <a:lnTo>
                        <a:pt x="2191" y="1496"/>
                      </a:lnTo>
                      <a:lnTo>
                        <a:pt x="2193" y="1500"/>
                      </a:lnTo>
                      <a:lnTo>
                        <a:pt x="2194" y="1504"/>
                      </a:lnTo>
                      <a:lnTo>
                        <a:pt x="2194" y="1506"/>
                      </a:lnTo>
                      <a:lnTo>
                        <a:pt x="2194" y="1510"/>
                      </a:lnTo>
                      <a:lnTo>
                        <a:pt x="2193" y="1512"/>
                      </a:lnTo>
                      <a:lnTo>
                        <a:pt x="2190" y="1515"/>
                      </a:lnTo>
                      <a:lnTo>
                        <a:pt x="2187" y="1516"/>
                      </a:lnTo>
                      <a:lnTo>
                        <a:pt x="2184" y="1517"/>
                      </a:lnTo>
                      <a:lnTo>
                        <a:pt x="2179" y="1518"/>
                      </a:lnTo>
                      <a:lnTo>
                        <a:pt x="2169" y="1518"/>
                      </a:lnTo>
                      <a:lnTo>
                        <a:pt x="2159" y="1517"/>
                      </a:lnTo>
                      <a:lnTo>
                        <a:pt x="2150" y="1515"/>
                      </a:lnTo>
                      <a:lnTo>
                        <a:pt x="2144" y="1512"/>
                      </a:lnTo>
                      <a:lnTo>
                        <a:pt x="2134" y="1504"/>
                      </a:lnTo>
                      <a:lnTo>
                        <a:pt x="2123" y="1496"/>
                      </a:lnTo>
                      <a:lnTo>
                        <a:pt x="2118" y="1492"/>
                      </a:lnTo>
                      <a:lnTo>
                        <a:pt x="2113" y="1488"/>
                      </a:lnTo>
                      <a:lnTo>
                        <a:pt x="2108" y="1485"/>
                      </a:lnTo>
                      <a:lnTo>
                        <a:pt x="2102" y="1484"/>
                      </a:lnTo>
                      <a:lnTo>
                        <a:pt x="2096" y="1482"/>
                      </a:lnTo>
                      <a:lnTo>
                        <a:pt x="2085" y="1482"/>
                      </a:lnTo>
                      <a:lnTo>
                        <a:pt x="2078" y="1485"/>
                      </a:lnTo>
                      <a:lnTo>
                        <a:pt x="2069" y="1488"/>
                      </a:lnTo>
                      <a:lnTo>
                        <a:pt x="2061" y="1494"/>
                      </a:lnTo>
                      <a:lnTo>
                        <a:pt x="2052" y="1500"/>
                      </a:lnTo>
                      <a:lnTo>
                        <a:pt x="2035" y="1513"/>
                      </a:lnTo>
                      <a:lnTo>
                        <a:pt x="2024" y="1524"/>
                      </a:lnTo>
                      <a:lnTo>
                        <a:pt x="2022" y="1526"/>
                      </a:lnTo>
                      <a:lnTo>
                        <a:pt x="2020" y="1531"/>
                      </a:lnTo>
                      <a:lnTo>
                        <a:pt x="2020" y="1534"/>
                      </a:lnTo>
                      <a:lnTo>
                        <a:pt x="2020" y="1536"/>
                      </a:lnTo>
                      <a:lnTo>
                        <a:pt x="2021" y="1540"/>
                      </a:lnTo>
                      <a:lnTo>
                        <a:pt x="2023" y="1542"/>
                      </a:lnTo>
                      <a:lnTo>
                        <a:pt x="2028" y="1544"/>
                      </a:lnTo>
                      <a:lnTo>
                        <a:pt x="2034" y="1545"/>
                      </a:lnTo>
                      <a:lnTo>
                        <a:pt x="2037" y="1545"/>
                      </a:lnTo>
                      <a:lnTo>
                        <a:pt x="2041" y="1545"/>
                      </a:lnTo>
                      <a:lnTo>
                        <a:pt x="2045" y="1543"/>
                      </a:lnTo>
                      <a:lnTo>
                        <a:pt x="2049" y="1541"/>
                      </a:lnTo>
                      <a:lnTo>
                        <a:pt x="2056" y="1536"/>
                      </a:lnTo>
                      <a:lnTo>
                        <a:pt x="2066" y="1530"/>
                      </a:lnTo>
                      <a:lnTo>
                        <a:pt x="2073" y="1524"/>
                      </a:lnTo>
                      <a:lnTo>
                        <a:pt x="2080" y="1521"/>
                      </a:lnTo>
                      <a:lnTo>
                        <a:pt x="2083" y="1521"/>
                      </a:lnTo>
                      <a:lnTo>
                        <a:pt x="2085" y="1519"/>
                      </a:lnTo>
                      <a:lnTo>
                        <a:pt x="2087" y="1521"/>
                      </a:lnTo>
                      <a:lnTo>
                        <a:pt x="2088" y="1522"/>
                      </a:lnTo>
                      <a:lnTo>
                        <a:pt x="2090" y="1528"/>
                      </a:lnTo>
                      <a:lnTo>
                        <a:pt x="2087" y="1535"/>
                      </a:lnTo>
                      <a:lnTo>
                        <a:pt x="2085" y="1544"/>
                      </a:lnTo>
                      <a:lnTo>
                        <a:pt x="2081" y="1554"/>
                      </a:lnTo>
                      <a:lnTo>
                        <a:pt x="2079" y="1559"/>
                      </a:lnTo>
                      <a:lnTo>
                        <a:pt x="2077" y="1563"/>
                      </a:lnTo>
                      <a:lnTo>
                        <a:pt x="2075" y="1570"/>
                      </a:lnTo>
                      <a:lnTo>
                        <a:pt x="2074" y="1574"/>
                      </a:lnTo>
                      <a:lnTo>
                        <a:pt x="2075" y="1579"/>
                      </a:lnTo>
                      <a:lnTo>
                        <a:pt x="2079" y="1586"/>
                      </a:lnTo>
                      <a:lnTo>
                        <a:pt x="2084" y="1593"/>
                      </a:lnTo>
                      <a:lnTo>
                        <a:pt x="2087" y="1598"/>
                      </a:lnTo>
                      <a:lnTo>
                        <a:pt x="2090" y="1603"/>
                      </a:lnTo>
                      <a:lnTo>
                        <a:pt x="2088" y="1606"/>
                      </a:lnTo>
                      <a:lnTo>
                        <a:pt x="2085" y="1610"/>
                      </a:lnTo>
                      <a:lnTo>
                        <a:pt x="2080" y="1611"/>
                      </a:lnTo>
                      <a:lnTo>
                        <a:pt x="2074" y="1611"/>
                      </a:lnTo>
                      <a:lnTo>
                        <a:pt x="2067" y="1611"/>
                      </a:lnTo>
                      <a:lnTo>
                        <a:pt x="2060" y="1608"/>
                      </a:lnTo>
                      <a:lnTo>
                        <a:pt x="2052" y="1605"/>
                      </a:lnTo>
                      <a:lnTo>
                        <a:pt x="2034" y="1601"/>
                      </a:lnTo>
                      <a:lnTo>
                        <a:pt x="2021" y="1599"/>
                      </a:lnTo>
                      <a:lnTo>
                        <a:pt x="2020" y="1599"/>
                      </a:lnTo>
                      <a:lnTo>
                        <a:pt x="2018" y="1599"/>
                      </a:lnTo>
                      <a:lnTo>
                        <a:pt x="2011" y="1599"/>
                      </a:lnTo>
                      <a:lnTo>
                        <a:pt x="2003" y="1599"/>
                      </a:lnTo>
                      <a:lnTo>
                        <a:pt x="1996" y="1599"/>
                      </a:lnTo>
                      <a:lnTo>
                        <a:pt x="1990" y="1598"/>
                      </a:lnTo>
                      <a:lnTo>
                        <a:pt x="1987" y="1597"/>
                      </a:lnTo>
                      <a:lnTo>
                        <a:pt x="1985" y="1595"/>
                      </a:lnTo>
                      <a:lnTo>
                        <a:pt x="1982" y="1593"/>
                      </a:lnTo>
                      <a:lnTo>
                        <a:pt x="1978" y="1589"/>
                      </a:lnTo>
                      <a:lnTo>
                        <a:pt x="1977" y="1585"/>
                      </a:lnTo>
                      <a:lnTo>
                        <a:pt x="1976" y="1580"/>
                      </a:lnTo>
                      <a:lnTo>
                        <a:pt x="1974" y="1578"/>
                      </a:lnTo>
                      <a:lnTo>
                        <a:pt x="1974" y="1575"/>
                      </a:lnTo>
                      <a:lnTo>
                        <a:pt x="1973" y="1572"/>
                      </a:lnTo>
                      <a:lnTo>
                        <a:pt x="1972" y="1568"/>
                      </a:lnTo>
                      <a:lnTo>
                        <a:pt x="1970" y="1565"/>
                      </a:lnTo>
                      <a:lnTo>
                        <a:pt x="1967" y="1561"/>
                      </a:lnTo>
                      <a:lnTo>
                        <a:pt x="1962" y="1560"/>
                      </a:lnTo>
                      <a:lnTo>
                        <a:pt x="1959" y="1561"/>
                      </a:lnTo>
                      <a:lnTo>
                        <a:pt x="1951" y="1562"/>
                      </a:lnTo>
                      <a:lnTo>
                        <a:pt x="1946" y="1565"/>
                      </a:lnTo>
                      <a:lnTo>
                        <a:pt x="1943" y="1567"/>
                      </a:lnTo>
                      <a:lnTo>
                        <a:pt x="1939" y="1572"/>
                      </a:lnTo>
                      <a:lnTo>
                        <a:pt x="1936" y="1576"/>
                      </a:lnTo>
                      <a:lnTo>
                        <a:pt x="1933" y="1581"/>
                      </a:lnTo>
                      <a:lnTo>
                        <a:pt x="1932" y="1585"/>
                      </a:lnTo>
                      <a:lnTo>
                        <a:pt x="1932" y="1588"/>
                      </a:lnTo>
                      <a:lnTo>
                        <a:pt x="1930" y="1592"/>
                      </a:lnTo>
                      <a:lnTo>
                        <a:pt x="1932" y="1597"/>
                      </a:lnTo>
                      <a:lnTo>
                        <a:pt x="1932" y="1600"/>
                      </a:lnTo>
                      <a:lnTo>
                        <a:pt x="1933" y="1603"/>
                      </a:lnTo>
                      <a:lnTo>
                        <a:pt x="1933" y="1605"/>
                      </a:lnTo>
                      <a:lnTo>
                        <a:pt x="1932" y="1607"/>
                      </a:lnTo>
                      <a:lnTo>
                        <a:pt x="1929" y="1608"/>
                      </a:lnTo>
                      <a:lnTo>
                        <a:pt x="1927" y="1610"/>
                      </a:lnTo>
                      <a:lnTo>
                        <a:pt x="1923" y="1610"/>
                      </a:lnTo>
                      <a:lnTo>
                        <a:pt x="1921" y="1611"/>
                      </a:lnTo>
                      <a:lnTo>
                        <a:pt x="1919" y="1613"/>
                      </a:lnTo>
                      <a:lnTo>
                        <a:pt x="1917" y="1623"/>
                      </a:lnTo>
                      <a:lnTo>
                        <a:pt x="1917" y="1638"/>
                      </a:lnTo>
                      <a:lnTo>
                        <a:pt x="1919" y="1648"/>
                      </a:lnTo>
                      <a:lnTo>
                        <a:pt x="1920" y="1658"/>
                      </a:lnTo>
                      <a:lnTo>
                        <a:pt x="1919" y="1674"/>
                      </a:lnTo>
                      <a:lnTo>
                        <a:pt x="1917" y="1681"/>
                      </a:lnTo>
                      <a:lnTo>
                        <a:pt x="1914" y="1687"/>
                      </a:lnTo>
                      <a:lnTo>
                        <a:pt x="1911" y="1689"/>
                      </a:lnTo>
                      <a:lnTo>
                        <a:pt x="1909" y="1692"/>
                      </a:lnTo>
                      <a:lnTo>
                        <a:pt x="1907" y="1693"/>
                      </a:lnTo>
                      <a:lnTo>
                        <a:pt x="1904" y="1693"/>
                      </a:lnTo>
                      <a:lnTo>
                        <a:pt x="1902" y="1693"/>
                      </a:lnTo>
                      <a:lnTo>
                        <a:pt x="1898" y="1692"/>
                      </a:lnTo>
                      <a:lnTo>
                        <a:pt x="1896" y="1689"/>
                      </a:lnTo>
                      <a:lnTo>
                        <a:pt x="1894" y="1685"/>
                      </a:lnTo>
                      <a:lnTo>
                        <a:pt x="1891" y="1675"/>
                      </a:lnTo>
                      <a:lnTo>
                        <a:pt x="1889" y="1663"/>
                      </a:lnTo>
                      <a:lnTo>
                        <a:pt x="1888" y="1660"/>
                      </a:lnTo>
                      <a:lnTo>
                        <a:pt x="1888" y="1656"/>
                      </a:lnTo>
                      <a:lnTo>
                        <a:pt x="1883" y="1650"/>
                      </a:lnTo>
                      <a:lnTo>
                        <a:pt x="1877" y="1645"/>
                      </a:lnTo>
                      <a:lnTo>
                        <a:pt x="1875" y="1645"/>
                      </a:lnTo>
                      <a:lnTo>
                        <a:pt x="1872" y="1644"/>
                      </a:lnTo>
                      <a:lnTo>
                        <a:pt x="1865" y="1643"/>
                      </a:lnTo>
                      <a:lnTo>
                        <a:pt x="1855" y="1643"/>
                      </a:lnTo>
                      <a:lnTo>
                        <a:pt x="1850" y="1642"/>
                      </a:lnTo>
                      <a:lnTo>
                        <a:pt x="1844" y="1642"/>
                      </a:lnTo>
                      <a:lnTo>
                        <a:pt x="1840" y="1641"/>
                      </a:lnTo>
                      <a:lnTo>
                        <a:pt x="1835" y="1639"/>
                      </a:lnTo>
                      <a:lnTo>
                        <a:pt x="1831" y="1636"/>
                      </a:lnTo>
                      <a:lnTo>
                        <a:pt x="1827" y="1632"/>
                      </a:lnTo>
                      <a:lnTo>
                        <a:pt x="1821" y="1623"/>
                      </a:lnTo>
                      <a:lnTo>
                        <a:pt x="1815" y="1612"/>
                      </a:lnTo>
                      <a:lnTo>
                        <a:pt x="1809" y="1605"/>
                      </a:lnTo>
                      <a:lnTo>
                        <a:pt x="1803" y="1600"/>
                      </a:lnTo>
                      <a:lnTo>
                        <a:pt x="1801" y="1599"/>
                      </a:lnTo>
                      <a:lnTo>
                        <a:pt x="1798" y="1598"/>
                      </a:lnTo>
                      <a:lnTo>
                        <a:pt x="1796" y="1598"/>
                      </a:lnTo>
                      <a:lnTo>
                        <a:pt x="1795" y="1599"/>
                      </a:lnTo>
                      <a:lnTo>
                        <a:pt x="1791" y="1601"/>
                      </a:lnTo>
                      <a:lnTo>
                        <a:pt x="1789" y="1605"/>
                      </a:lnTo>
                      <a:lnTo>
                        <a:pt x="1788" y="1610"/>
                      </a:lnTo>
                      <a:lnTo>
                        <a:pt x="1785" y="1617"/>
                      </a:lnTo>
                      <a:lnTo>
                        <a:pt x="1784" y="1622"/>
                      </a:lnTo>
                      <a:lnTo>
                        <a:pt x="1783" y="1626"/>
                      </a:lnTo>
                      <a:lnTo>
                        <a:pt x="1781" y="1631"/>
                      </a:lnTo>
                      <a:lnTo>
                        <a:pt x="1777" y="1633"/>
                      </a:lnTo>
                      <a:lnTo>
                        <a:pt x="1773" y="1636"/>
                      </a:lnTo>
                      <a:lnTo>
                        <a:pt x="1770" y="1638"/>
                      </a:lnTo>
                      <a:lnTo>
                        <a:pt x="1765" y="1638"/>
                      </a:lnTo>
                      <a:lnTo>
                        <a:pt x="1760" y="1638"/>
                      </a:lnTo>
                      <a:lnTo>
                        <a:pt x="1753" y="1636"/>
                      </a:lnTo>
                      <a:lnTo>
                        <a:pt x="1746" y="1633"/>
                      </a:lnTo>
                      <a:lnTo>
                        <a:pt x="1743" y="1632"/>
                      </a:lnTo>
                      <a:lnTo>
                        <a:pt x="1739" y="1632"/>
                      </a:lnTo>
                      <a:lnTo>
                        <a:pt x="1737" y="1633"/>
                      </a:lnTo>
                      <a:lnTo>
                        <a:pt x="1735" y="1636"/>
                      </a:lnTo>
                      <a:lnTo>
                        <a:pt x="1734" y="1641"/>
                      </a:lnTo>
                      <a:lnTo>
                        <a:pt x="1735" y="1647"/>
                      </a:lnTo>
                      <a:lnTo>
                        <a:pt x="1737" y="1651"/>
                      </a:lnTo>
                      <a:lnTo>
                        <a:pt x="1737" y="1656"/>
                      </a:lnTo>
                      <a:lnTo>
                        <a:pt x="1733" y="1661"/>
                      </a:lnTo>
                      <a:lnTo>
                        <a:pt x="1729" y="1663"/>
                      </a:lnTo>
                      <a:lnTo>
                        <a:pt x="1726" y="1669"/>
                      </a:lnTo>
                      <a:lnTo>
                        <a:pt x="1725" y="1671"/>
                      </a:lnTo>
                      <a:lnTo>
                        <a:pt x="1724" y="1680"/>
                      </a:lnTo>
                      <a:lnTo>
                        <a:pt x="1724" y="1688"/>
                      </a:lnTo>
                      <a:lnTo>
                        <a:pt x="1725" y="1695"/>
                      </a:lnTo>
                      <a:lnTo>
                        <a:pt x="1726" y="1702"/>
                      </a:lnTo>
                      <a:lnTo>
                        <a:pt x="1726" y="1710"/>
                      </a:lnTo>
                      <a:lnTo>
                        <a:pt x="1725" y="1717"/>
                      </a:lnTo>
                      <a:lnTo>
                        <a:pt x="1722" y="1724"/>
                      </a:lnTo>
                      <a:lnTo>
                        <a:pt x="1718" y="1730"/>
                      </a:lnTo>
                      <a:lnTo>
                        <a:pt x="1712" y="1736"/>
                      </a:lnTo>
                      <a:lnTo>
                        <a:pt x="1703" y="1739"/>
                      </a:lnTo>
                      <a:lnTo>
                        <a:pt x="1695" y="1743"/>
                      </a:lnTo>
                      <a:lnTo>
                        <a:pt x="1684" y="1745"/>
                      </a:lnTo>
                      <a:lnTo>
                        <a:pt x="1664" y="1750"/>
                      </a:lnTo>
                      <a:lnTo>
                        <a:pt x="1647" y="1753"/>
                      </a:lnTo>
                      <a:lnTo>
                        <a:pt x="1638" y="1756"/>
                      </a:lnTo>
                      <a:lnTo>
                        <a:pt x="1626" y="1761"/>
                      </a:lnTo>
                      <a:lnTo>
                        <a:pt x="1615" y="1765"/>
                      </a:lnTo>
                      <a:lnTo>
                        <a:pt x="1605" y="1770"/>
                      </a:lnTo>
                      <a:lnTo>
                        <a:pt x="1599" y="1773"/>
                      </a:lnTo>
                      <a:lnTo>
                        <a:pt x="1593" y="1774"/>
                      </a:lnTo>
                      <a:lnTo>
                        <a:pt x="1588" y="1775"/>
                      </a:lnTo>
                      <a:lnTo>
                        <a:pt x="1583" y="1774"/>
                      </a:lnTo>
                      <a:lnTo>
                        <a:pt x="1580" y="1770"/>
                      </a:lnTo>
                      <a:lnTo>
                        <a:pt x="1579" y="1764"/>
                      </a:lnTo>
                      <a:lnTo>
                        <a:pt x="1577" y="1756"/>
                      </a:lnTo>
                      <a:lnTo>
                        <a:pt x="1577" y="1749"/>
                      </a:lnTo>
                      <a:lnTo>
                        <a:pt x="1576" y="1740"/>
                      </a:lnTo>
                      <a:lnTo>
                        <a:pt x="1576" y="1734"/>
                      </a:lnTo>
                      <a:lnTo>
                        <a:pt x="1575" y="1731"/>
                      </a:lnTo>
                      <a:lnTo>
                        <a:pt x="1574" y="1730"/>
                      </a:lnTo>
                      <a:lnTo>
                        <a:pt x="1573" y="1729"/>
                      </a:lnTo>
                      <a:lnTo>
                        <a:pt x="1571" y="1727"/>
                      </a:lnTo>
                      <a:lnTo>
                        <a:pt x="1569" y="1729"/>
                      </a:lnTo>
                      <a:lnTo>
                        <a:pt x="1567" y="1729"/>
                      </a:lnTo>
                      <a:lnTo>
                        <a:pt x="1561" y="1733"/>
                      </a:lnTo>
                      <a:lnTo>
                        <a:pt x="1556" y="1738"/>
                      </a:lnTo>
                      <a:lnTo>
                        <a:pt x="1554" y="1740"/>
                      </a:lnTo>
                      <a:lnTo>
                        <a:pt x="1550" y="1742"/>
                      </a:lnTo>
                      <a:lnTo>
                        <a:pt x="1549" y="1742"/>
                      </a:lnTo>
                      <a:lnTo>
                        <a:pt x="1546" y="1740"/>
                      </a:lnTo>
                      <a:lnTo>
                        <a:pt x="1544" y="1738"/>
                      </a:lnTo>
                      <a:lnTo>
                        <a:pt x="1540" y="1733"/>
                      </a:lnTo>
                      <a:lnTo>
                        <a:pt x="1539" y="1729"/>
                      </a:lnTo>
                      <a:lnTo>
                        <a:pt x="1538" y="1723"/>
                      </a:lnTo>
                      <a:lnTo>
                        <a:pt x="1538" y="1717"/>
                      </a:lnTo>
                      <a:lnTo>
                        <a:pt x="1538" y="1713"/>
                      </a:lnTo>
                      <a:lnTo>
                        <a:pt x="1538" y="1707"/>
                      </a:lnTo>
                      <a:lnTo>
                        <a:pt x="1538" y="1701"/>
                      </a:lnTo>
                      <a:lnTo>
                        <a:pt x="1538" y="1698"/>
                      </a:lnTo>
                      <a:lnTo>
                        <a:pt x="1538" y="1694"/>
                      </a:lnTo>
                      <a:lnTo>
                        <a:pt x="1536" y="1692"/>
                      </a:lnTo>
                      <a:lnTo>
                        <a:pt x="1535" y="1690"/>
                      </a:lnTo>
                      <a:lnTo>
                        <a:pt x="1532" y="1690"/>
                      </a:lnTo>
                      <a:lnTo>
                        <a:pt x="1530" y="1692"/>
                      </a:lnTo>
                      <a:lnTo>
                        <a:pt x="1526" y="1694"/>
                      </a:lnTo>
                      <a:lnTo>
                        <a:pt x="1520" y="1698"/>
                      </a:lnTo>
                      <a:lnTo>
                        <a:pt x="1511" y="1708"/>
                      </a:lnTo>
                      <a:lnTo>
                        <a:pt x="1500" y="1719"/>
                      </a:lnTo>
                      <a:lnTo>
                        <a:pt x="1493" y="1724"/>
                      </a:lnTo>
                      <a:lnTo>
                        <a:pt x="1487" y="1727"/>
                      </a:lnTo>
                      <a:lnTo>
                        <a:pt x="1482" y="1729"/>
                      </a:lnTo>
                      <a:lnTo>
                        <a:pt x="1474" y="1729"/>
                      </a:lnTo>
                      <a:lnTo>
                        <a:pt x="1468" y="1729"/>
                      </a:lnTo>
                      <a:lnTo>
                        <a:pt x="1463" y="1725"/>
                      </a:lnTo>
                      <a:lnTo>
                        <a:pt x="1458" y="1721"/>
                      </a:lnTo>
                      <a:lnTo>
                        <a:pt x="1454" y="1717"/>
                      </a:lnTo>
                      <a:lnTo>
                        <a:pt x="1450" y="1711"/>
                      </a:lnTo>
                      <a:lnTo>
                        <a:pt x="1447" y="1705"/>
                      </a:lnTo>
                      <a:lnTo>
                        <a:pt x="1445" y="1700"/>
                      </a:lnTo>
                      <a:lnTo>
                        <a:pt x="1444" y="1694"/>
                      </a:lnTo>
                      <a:lnTo>
                        <a:pt x="1444" y="1690"/>
                      </a:lnTo>
                      <a:lnTo>
                        <a:pt x="1443" y="1685"/>
                      </a:lnTo>
                      <a:lnTo>
                        <a:pt x="1443" y="1681"/>
                      </a:lnTo>
                      <a:lnTo>
                        <a:pt x="1443" y="1676"/>
                      </a:lnTo>
                      <a:lnTo>
                        <a:pt x="1443" y="1668"/>
                      </a:lnTo>
                      <a:lnTo>
                        <a:pt x="1441" y="1662"/>
                      </a:lnTo>
                      <a:lnTo>
                        <a:pt x="1441" y="1661"/>
                      </a:lnTo>
                      <a:lnTo>
                        <a:pt x="1439" y="1661"/>
                      </a:lnTo>
                      <a:lnTo>
                        <a:pt x="1435" y="1657"/>
                      </a:lnTo>
                      <a:lnTo>
                        <a:pt x="1432" y="1656"/>
                      </a:lnTo>
                      <a:lnTo>
                        <a:pt x="1430" y="1656"/>
                      </a:lnTo>
                      <a:lnTo>
                        <a:pt x="1425" y="1655"/>
                      </a:lnTo>
                      <a:lnTo>
                        <a:pt x="1423" y="1655"/>
                      </a:lnTo>
                      <a:lnTo>
                        <a:pt x="1419" y="1654"/>
                      </a:lnTo>
                      <a:lnTo>
                        <a:pt x="1414" y="1652"/>
                      </a:lnTo>
                      <a:lnTo>
                        <a:pt x="1410" y="1650"/>
                      </a:lnTo>
                      <a:lnTo>
                        <a:pt x="1407" y="1647"/>
                      </a:lnTo>
                      <a:lnTo>
                        <a:pt x="1405" y="1643"/>
                      </a:lnTo>
                      <a:lnTo>
                        <a:pt x="1403" y="1635"/>
                      </a:lnTo>
                      <a:lnTo>
                        <a:pt x="1401" y="1624"/>
                      </a:lnTo>
                      <a:lnTo>
                        <a:pt x="1400" y="1614"/>
                      </a:lnTo>
                      <a:lnTo>
                        <a:pt x="1399" y="1607"/>
                      </a:lnTo>
                      <a:lnTo>
                        <a:pt x="1397" y="1605"/>
                      </a:lnTo>
                      <a:lnTo>
                        <a:pt x="1395" y="1601"/>
                      </a:lnTo>
                      <a:lnTo>
                        <a:pt x="1393" y="1599"/>
                      </a:lnTo>
                      <a:lnTo>
                        <a:pt x="1390" y="1597"/>
                      </a:lnTo>
                      <a:lnTo>
                        <a:pt x="1384" y="1593"/>
                      </a:lnTo>
                      <a:lnTo>
                        <a:pt x="1378" y="1588"/>
                      </a:lnTo>
                      <a:lnTo>
                        <a:pt x="1373" y="1582"/>
                      </a:lnTo>
                      <a:lnTo>
                        <a:pt x="1369" y="1574"/>
                      </a:lnTo>
                      <a:lnTo>
                        <a:pt x="1368" y="1569"/>
                      </a:lnTo>
                      <a:lnTo>
                        <a:pt x="1366" y="1566"/>
                      </a:lnTo>
                      <a:lnTo>
                        <a:pt x="1363" y="1563"/>
                      </a:lnTo>
                      <a:lnTo>
                        <a:pt x="1361" y="1562"/>
                      </a:lnTo>
                      <a:lnTo>
                        <a:pt x="1359" y="1562"/>
                      </a:lnTo>
                      <a:lnTo>
                        <a:pt x="1355" y="1563"/>
                      </a:lnTo>
                      <a:lnTo>
                        <a:pt x="1350" y="1566"/>
                      </a:lnTo>
                      <a:lnTo>
                        <a:pt x="1346" y="1569"/>
                      </a:lnTo>
                      <a:lnTo>
                        <a:pt x="1340" y="1574"/>
                      </a:lnTo>
                      <a:lnTo>
                        <a:pt x="1334" y="1576"/>
                      </a:lnTo>
                      <a:lnTo>
                        <a:pt x="1328" y="1579"/>
                      </a:lnTo>
                      <a:lnTo>
                        <a:pt x="1323" y="1580"/>
                      </a:lnTo>
                      <a:lnTo>
                        <a:pt x="1321" y="1580"/>
                      </a:lnTo>
                      <a:lnTo>
                        <a:pt x="1319" y="1580"/>
                      </a:lnTo>
                      <a:lnTo>
                        <a:pt x="1313" y="1580"/>
                      </a:lnTo>
                      <a:lnTo>
                        <a:pt x="1310" y="1581"/>
                      </a:lnTo>
                      <a:lnTo>
                        <a:pt x="1306" y="1582"/>
                      </a:lnTo>
                      <a:lnTo>
                        <a:pt x="1305" y="1585"/>
                      </a:lnTo>
                      <a:lnTo>
                        <a:pt x="1302" y="1589"/>
                      </a:lnTo>
                      <a:lnTo>
                        <a:pt x="1299" y="1594"/>
                      </a:lnTo>
                      <a:lnTo>
                        <a:pt x="1292" y="1603"/>
                      </a:lnTo>
                      <a:lnTo>
                        <a:pt x="1281" y="1613"/>
                      </a:lnTo>
                      <a:lnTo>
                        <a:pt x="1275" y="1619"/>
                      </a:lnTo>
                      <a:lnTo>
                        <a:pt x="1271" y="1625"/>
                      </a:lnTo>
                      <a:lnTo>
                        <a:pt x="1268" y="1631"/>
                      </a:lnTo>
                      <a:lnTo>
                        <a:pt x="1267" y="1637"/>
                      </a:lnTo>
                      <a:lnTo>
                        <a:pt x="1267" y="1642"/>
                      </a:lnTo>
                      <a:lnTo>
                        <a:pt x="1268" y="1648"/>
                      </a:lnTo>
                      <a:lnTo>
                        <a:pt x="1269" y="1654"/>
                      </a:lnTo>
                      <a:lnTo>
                        <a:pt x="1272" y="1658"/>
                      </a:lnTo>
                      <a:lnTo>
                        <a:pt x="1277" y="1669"/>
                      </a:lnTo>
                      <a:lnTo>
                        <a:pt x="1279" y="1680"/>
                      </a:lnTo>
                      <a:lnTo>
                        <a:pt x="1280" y="1686"/>
                      </a:lnTo>
                      <a:lnTo>
                        <a:pt x="1280" y="1692"/>
                      </a:lnTo>
                      <a:lnTo>
                        <a:pt x="1279" y="1696"/>
                      </a:lnTo>
                      <a:lnTo>
                        <a:pt x="1277" y="1701"/>
                      </a:lnTo>
                      <a:lnTo>
                        <a:pt x="1272" y="1715"/>
                      </a:lnTo>
                      <a:lnTo>
                        <a:pt x="1267" y="1730"/>
                      </a:lnTo>
                      <a:lnTo>
                        <a:pt x="1266" y="1733"/>
                      </a:lnTo>
                      <a:lnTo>
                        <a:pt x="1265" y="1734"/>
                      </a:lnTo>
                      <a:lnTo>
                        <a:pt x="1262" y="1731"/>
                      </a:lnTo>
                      <a:lnTo>
                        <a:pt x="1261" y="1724"/>
                      </a:lnTo>
                      <a:lnTo>
                        <a:pt x="1260" y="1715"/>
                      </a:lnTo>
                      <a:lnTo>
                        <a:pt x="1256" y="1710"/>
                      </a:lnTo>
                      <a:lnTo>
                        <a:pt x="1255" y="1707"/>
                      </a:lnTo>
                      <a:lnTo>
                        <a:pt x="1253" y="1706"/>
                      </a:lnTo>
                      <a:lnTo>
                        <a:pt x="1250" y="1706"/>
                      </a:lnTo>
                      <a:lnTo>
                        <a:pt x="1248" y="1705"/>
                      </a:lnTo>
                      <a:lnTo>
                        <a:pt x="1246" y="1706"/>
                      </a:lnTo>
                      <a:lnTo>
                        <a:pt x="1243" y="1707"/>
                      </a:lnTo>
                      <a:lnTo>
                        <a:pt x="1242" y="1710"/>
                      </a:lnTo>
                      <a:lnTo>
                        <a:pt x="1241" y="1712"/>
                      </a:lnTo>
                      <a:lnTo>
                        <a:pt x="1239" y="1720"/>
                      </a:lnTo>
                      <a:lnTo>
                        <a:pt x="1236" y="1730"/>
                      </a:lnTo>
                      <a:lnTo>
                        <a:pt x="1234" y="1734"/>
                      </a:lnTo>
                      <a:lnTo>
                        <a:pt x="1230" y="1738"/>
                      </a:lnTo>
                      <a:lnTo>
                        <a:pt x="1228" y="1740"/>
                      </a:lnTo>
                      <a:lnTo>
                        <a:pt x="1224" y="1743"/>
                      </a:lnTo>
                      <a:lnTo>
                        <a:pt x="1216" y="1745"/>
                      </a:lnTo>
                      <a:lnTo>
                        <a:pt x="1209" y="1745"/>
                      </a:lnTo>
                      <a:lnTo>
                        <a:pt x="1199" y="1744"/>
                      </a:lnTo>
                      <a:lnTo>
                        <a:pt x="1190" y="1740"/>
                      </a:lnTo>
                      <a:lnTo>
                        <a:pt x="1177" y="1738"/>
                      </a:lnTo>
                      <a:lnTo>
                        <a:pt x="1164" y="1737"/>
                      </a:lnTo>
                      <a:lnTo>
                        <a:pt x="1157" y="1737"/>
                      </a:lnTo>
                      <a:lnTo>
                        <a:pt x="1148" y="1738"/>
                      </a:lnTo>
                      <a:lnTo>
                        <a:pt x="1141" y="1742"/>
                      </a:lnTo>
                      <a:lnTo>
                        <a:pt x="1134" y="1745"/>
                      </a:lnTo>
                      <a:lnTo>
                        <a:pt x="1128" y="1750"/>
                      </a:lnTo>
                      <a:lnTo>
                        <a:pt x="1121" y="1756"/>
                      </a:lnTo>
                      <a:lnTo>
                        <a:pt x="1115" y="1761"/>
                      </a:lnTo>
                      <a:lnTo>
                        <a:pt x="1109" y="1768"/>
                      </a:lnTo>
                      <a:lnTo>
                        <a:pt x="1103" y="1774"/>
                      </a:lnTo>
                      <a:lnTo>
                        <a:pt x="1094" y="1781"/>
                      </a:lnTo>
                      <a:lnTo>
                        <a:pt x="1083" y="1789"/>
                      </a:lnTo>
                      <a:lnTo>
                        <a:pt x="1072" y="1796"/>
                      </a:lnTo>
                      <a:lnTo>
                        <a:pt x="1048" y="1809"/>
                      </a:lnTo>
                      <a:lnTo>
                        <a:pt x="1029" y="1819"/>
                      </a:lnTo>
                      <a:lnTo>
                        <a:pt x="1021" y="1821"/>
                      </a:lnTo>
                      <a:lnTo>
                        <a:pt x="1014" y="1824"/>
                      </a:lnTo>
                      <a:lnTo>
                        <a:pt x="1006" y="1825"/>
                      </a:lnTo>
                      <a:lnTo>
                        <a:pt x="998" y="1825"/>
                      </a:lnTo>
                      <a:lnTo>
                        <a:pt x="985" y="1824"/>
                      </a:lnTo>
                      <a:lnTo>
                        <a:pt x="977" y="1822"/>
                      </a:lnTo>
                      <a:lnTo>
                        <a:pt x="970" y="1820"/>
                      </a:lnTo>
                      <a:lnTo>
                        <a:pt x="963" y="1820"/>
                      </a:lnTo>
                      <a:lnTo>
                        <a:pt x="957" y="1820"/>
                      </a:lnTo>
                      <a:lnTo>
                        <a:pt x="951" y="1822"/>
                      </a:lnTo>
                      <a:lnTo>
                        <a:pt x="950" y="1825"/>
                      </a:lnTo>
                      <a:lnTo>
                        <a:pt x="947" y="1827"/>
                      </a:lnTo>
                      <a:lnTo>
                        <a:pt x="947" y="1831"/>
                      </a:lnTo>
                      <a:lnTo>
                        <a:pt x="947" y="1834"/>
                      </a:lnTo>
                      <a:lnTo>
                        <a:pt x="950" y="1841"/>
                      </a:lnTo>
                      <a:lnTo>
                        <a:pt x="954" y="1852"/>
                      </a:lnTo>
                      <a:lnTo>
                        <a:pt x="958" y="1858"/>
                      </a:lnTo>
                      <a:lnTo>
                        <a:pt x="960" y="1864"/>
                      </a:lnTo>
                      <a:lnTo>
                        <a:pt x="960" y="1870"/>
                      </a:lnTo>
                      <a:lnTo>
                        <a:pt x="960" y="1876"/>
                      </a:lnTo>
                      <a:lnTo>
                        <a:pt x="960" y="1883"/>
                      </a:lnTo>
                      <a:lnTo>
                        <a:pt x="958" y="1889"/>
                      </a:lnTo>
                      <a:lnTo>
                        <a:pt x="956" y="1895"/>
                      </a:lnTo>
                      <a:lnTo>
                        <a:pt x="953" y="1901"/>
                      </a:lnTo>
                      <a:lnTo>
                        <a:pt x="950" y="1906"/>
                      </a:lnTo>
                      <a:lnTo>
                        <a:pt x="946" y="1909"/>
                      </a:lnTo>
                      <a:lnTo>
                        <a:pt x="941" y="1913"/>
                      </a:lnTo>
                      <a:lnTo>
                        <a:pt x="938" y="1915"/>
                      </a:lnTo>
                      <a:lnTo>
                        <a:pt x="928" y="1920"/>
                      </a:lnTo>
                      <a:lnTo>
                        <a:pt x="918" y="1926"/>
                      </a:lnTo>
                      <a:lnTo>
                        <a:pt x="908" y="1934"/>
                      </a:lnTo>
                      <a:lnTo>
                        <a:pt x="900" y="1942"/>
                      </a:lnTo>
                      <a:lnTo>
                        <a:pt x="895" y="1947"/>
                      </a:lnTo>
                      <a:lnTo>
                        <a:pt x="891" y="1951"/>
                      </a:lnTo>
                      <a:lnTo>
                        <a:pt x="888" y="1953"/>
                      </a:lnTo>
                      <a:lnTo>
                        <a:pt x="883" y="1954"/>
                      </a:lnTo>
                      <a:lnTo>
                        <a:pt x="880" y="1956"/>
                      </a:lnTo>
                      <a:lnTo>
                        <a:pt x="876" y="1954"/>
                      </a:lnTo>
                      <a:lnTo>
                        <a:pt x="874" y="1953"/>
                      </a:lnTo>
                      <a:lnTo>
                        <a:pt x="870" y="1951"/>
                      </a:lnTo>
                      <a:lnTo>
                        <a:pt x="864" y="1945"/>
                      </a:lnTo>
                      <a:lnTo>
                        <a:pt x="857" y="1935"/>
                      </a:lnTo>
                      <a:lnTo>
                        <a:pt x="853" y="1932"/>
                      </a:lnTo>
                      <a:lnTo>
                        <a:pt x="849" y="1929"/>
                      </a:lnTo>
                      <a:lnTo>
                        <a:pt x="843" y="1927"/>
                      </a:lnTo>
                      <a:lnTo>
                        <a:pt x="838" y="1927"/>
                      </a:lnTo>
                      <a:lnTo>
                        <a:pt x="826" y="1928"/>
                      </a:lnTo>
                      <a:lnTo>
                        <a:pt x="814" y="1931"/>
                      </a:lnTo>
                      <a:lnTo>
                        <a:pt x="808" y="1932"/>
                      </a:lnTo>
                      <a:lnTo>
                        <a:pt x="802" y="1932"/>
                      </a:lnTo>
                      <a:lnTo>
                        <a:pt x="798" y="1931"/>
                      </a:lnTo>
                      <a:lnTo>
                        <a:pt x="793" y="1929"/>
                      </a:lnTo>
                      <a:lnTo>
                        <a:pt x="789" y="1926"/>
                      </a:lnTo>
                      <a:lnTo>
                        <a:pt x="786" y="1922"/>
                      </a:lnTo>
                      <a:lnTo>
                        <a:pt x="783" y="1918"/>
                      </a:lnTo>
                      <a:lnTo>
                        <a:pt x="782" y="1913"/>
                      </a:lnTo>
                      <a:lnTo>
                        <a:pt x="780" y="1908"/>
                      </a:lnTo>
                      <a:lnTo>
                        <a:pt x="778" y="1904"/>
                      </a:lnTo>
                      <a:lnTo>
                        <a:pt x="775" y="1903"/>
                      </a:lnTo>
                      <a:lnTo>
                        <a:pt x="773" y="1902"/>
                      </a:lnTo>
                      <a:lnTo>
                        <a:pt x="764" y="1901"/>
                      </a:lnTo>
                      <a:lnTo>
                        <a:pt x="756" y="1900"/>
                      </a:lnTo>
                      <a:lnTo>
                        <a:pt x="746" y="1899"/>
                      </a:lnTo>
                      <a:lnTo>
                        <a:pt x="737" y="1895"/>
                      </a:lnTo>
                      <a:lnTo>
                        <a:pt x="729" y="1891"/>
                      </a:lnTo>
                      <a:lnTo>
                        <a:pt x="721" y="1888"/>
                      </a:lnTo>
                      <a:lnTo>
                        <a:pt x="714" y="1884"/>
                      </a:lnTo>
                      <a:lnTo>
                        <a:pt x="707" y="1882"/>
                      </a:lnTo>
                      <a:lnTo>
                        <a:pt x="699" y="1881"/>
                      </a:lnTo>
                      <a:lnTo>
                        <a:pt x="691" y="1879"/>
                      </a:lnTo>
                      <a:lnTo>
                        <a:pt x="687" y="1879"/>
                      </a:lnTo>
                      <a:lnTo>
                        <a:pt x="683" y="1878"/>
                      </a:lnTo>
                      <a:lnTo>
                        <a:pt x="681" y="1876"/>
                      </a:lnTo>
                      <a:lnTo>
                        <a:pt x="677" y="1872"/>
                      </a:lnTo>
                      <a:lnTo>
                        <a:pt x="673" y="1866"/>
                      </a:lnTo>
                      <a:lnTo>
                        <a:pt x="668" y="1858"/>
                      </a:lnTo>
                      <a:lnTo>
                        <a:pt x="664" y="1847"/>
                      </a:lnTo>
                      <a:lnTo>
                        <a:pt x="661" y="1838"/>
                      </a:lnTo>
                      <a:lnTo>
                        <a:pt x="658" y="1833"/>
                      </a:lnTo>
                      <a:lnTo>
                        <a:pt x="656" y="1828"/>
                      </a:lnTo>
                      <a:lnTo>
                        <a:pt x="654" y="1826"/>
                      </a:lnTo>
                      <a:lnTo>
                        <a:pt x="651" y="1824"/>
                      </a:lnTo>
                      <a:lnTo>
                        <a:pt x="642" y="1821"/>
                      </a:lnTo>
                      <a:lnTo>
                        <a:pt x="629" y="1821"/>
                      </a:lnTo>
                      <a:lnTo>
                        <a:pt x="613" y="1821"/>
                      </a:lnTo>
                      <a:lnTo>
                        <a:pt x="599" y="1821"/>
                      </a:lnTo>
                      <a:lnTo>
                        <a:pt x="594" y="1820"/>
                      </a:lnTo>
                      <a:lnTo>
                        <a:pt x="589" y="1819"/>
                      </a:lnTo>
                      <a:lnTo>
                        <a:pt x="586" y="1815"/>
                      </a:lnTo>
                      <a:lnTo>
                        <a:pt x="584" y="1812"/>
                      </a:lnTo>
                      <a:lnTo>
                        <a:pt x="579" y="1805"/>
                      </a:lnTo>
                      <a:lnTo>
                        <a:pt x="574" y="1795"/>
                      </a:lnTo>
                      <a:lnTo>
                        <a:pt x="572" y="1792"/>
                      </a:lnTo>
                      <a:lnTo>
                        <a:pt x="568" y="1789"/>
                      </a:lnTo>
                      <a:lnTo>
                        <a:pt x="565" y="1789"/>
                      </a:lnTo>
                      <a:lnTo>
                        <a:pt x="562" y="1789"/>
                      </a:lnTo>
                      <a:lnTo>
                        <a:pt x="559" y="1790"/>
                      </a:lnTo>
                      <a:lnTo>
                        <a:pt x="555" y="1792"/>
                      </a:lnTo>
                      <a:lnTo>
                        <a:pt x="550" y="1795"/>
                      </a:lnTo>
                      <a:lnTo>
                        <a:pt x="548" y="1800"/>
                      </a:lnTo>
                      <a:lnTo>
                        <a:pt x="540" y="1808"/>
                      </a:lnTo>
                      <a:lnTo>
                        <a:pt x="532" y="1815"/>
                      </a:lnTo>
                      <a:lnTo>
                        <a:pt x="524" y="1820"/>
                      </a:lnTo>
                      <a:lnTo>
                        <a:pt x="517" y="1822"/>
                      </a:lnTo>
                      <a:lnTo>
                        <a:pt x="513" y="1825"/>
                      </a:lnTo>
                      <a:lnTo>
                        <a:pt x="510" y="1828"/>
                      </a:lnTo>
                      <a:lnTo>
                        <a:pt x="507" y="1833"/>
                      </a:lnTo>
                      <a:lnTo>
                        <a:pt x="505" y="1839"/>
                      </a:lnTo>
                      <a:lnTo>
                        <a:pt x="500" y="1852"/>
                      </a:lnTo>
                      <a:lnTo>
                        <a:pt x="494" y="1865"/>
                      </a:lnTo>
                      <a:lnTo>
                        <a:pt x="490" y="1871"/>
                      </a:lnTo>
                      <a:lnTo>
                        <a:pt x="486" y="1876"/>
                      </a:lnTo>
                      <a:lnTo>
                        <a:pt x="481" y="1879"/>
                      </a:lnTo>
                      <a:lnTo>
                        <a:pt x="477" y="1882"/>
                      </a:lnTo>
                      <a:lnTo>
                        <a:pt x="467" y="1884"/>
                      </a:lnTo>
                      <a:lnTo>
                        <a:pt x="456" y="1885"/>
                      </a:lnTo>
                      <a:lnTo>
                        <a:pt x="452" y="1887"/>
                      </a:lnTo>
                      <a:lnTo>
                        <a:pt x="447" y="1889"/>
                      </a:lnTo>
                      <a:lnTo>
                        <a:pt x="443" y="1891"/>
                      </a:lnTo>
                      <a:lnTo>
                        <a:pt x="439" y="1895"/>
                      </a:lnTo>
                      <a:lnTo>
                        <a:pt x="431" y="1904"/>
                      </a:lnTo>
                      <a:lnTo>
                        <a:pt x="425" y="1913"/>
                      </a:lnTo>
                      <a:lnTo>
                        <a:pt x="419" y="1920"/>
                      </a:lnTo>
                      <a:lnTo>
                        <a:pt x="414" y="1923"/>
                      </a:lnTo>
                      <a:lnTo>
                        <a:pt x="408" y="1926"/>
                      </a:lnTo>
                      <a:lnTo>
                        <a:pt x="402" y="1927"/>
                      </a:lnTo>
                      <a:lnTo>
                        <a:pt x="396" y="1929"/>
                      </a:lnTo>
                      <a:lnTo>
                        <a:pt x="392" y="1932"/>
                      </a:lnTo>
                      <a:lnTo>
                        <a:pt x="389" y="1937"/>
                      </a:lnTo>
                      <a:lnTo>
                        <a:pt x="385" y="1944"/>
                      </a:lnTo>
                      <a:lnTo>
                        <a:pt x="383" y="1946"/>
                      </a:lnTo>
                      <a:lnTo>
                        <a:pt x="379" y="1948"/>
                      </a:lnTo>
                      <a:lnTo>
                        <a:pt x="377" y="1950"/>
                      </a:lnTo>
                      <a:lnTo>
                        <a:pt x="374" y="1948"/>
                      </a:lnTo>
                      <a:lnTo>
                        <a:pt x="368" y="1946"/>
                      </a:lnTo>
                      <a:lnTo>
                        <a:pt x="365" y="1941"/>
                      </a:lnTo>
                      <a:lnTo>
                        <a:pt x="361" y="1935"/>
                      </a:lnTo>
                      <a:lnTo>
                        <a:pt x="356" y="1929"/>
                      </a:lnTo>
                      <a:lnTo>
                        <a:pt x="352" y="1926"/>
                      </a:lnTo>
                      <a:lnTo>
                        <a:pt x="347" y="1922"/>
                      </a:lnTo>
                      <a:lnTo>
                        <a:pt x="342" y="1920"/>
                      </a:lnTo>
                      <a:lnTo>
                        <a:pt x="337" y="1918"/>
                      </a:lnTo>
                      <a:lnTo>
                        <a:pt x="333" y="1913"/>
                      </a:lnTo>
                      <a:lnTo>
                        <a:pt x="327" y="1907"/>
                      </a:lnTo>
                      <a:lnTo>
                        <a:pt x="323" y="1902"/>
                      </a:lnTo>
                      <a:lnTo>
                        <a:pt x="320" y="1900"/>
                      </a:lnTo>
                      <a:lnTo>
                        <a:pt x="315" y="1897"/>
                      </a:lnTo>
                      <a:lnTo>
                        <a:pt x="310" y="1896"/>
                      </a:lnTo>
                      <a:lnTo>
                        <a:pt x="307" y="1895"/>
                      </a:lnTo>
                      <a:lnTo>
                        <a:pt x="304" y="1894"/>
                      </a:lnTo>
                      <a:lnTo>
                        <a:pt x="302" y="1893"/>
                      </a:lnTo>
                      <a:lnTo>
                        <a:pt x="301" y="1888"/>
                      </a:lnTo>
                      <a:lnTo>
                        <a:pt x="299" y="1882"/>
                      </a:lnTo>
                      <a:lnTo>
                        <a:pt x="298" y="1876"/>
                      </a:lnTo>
                      <a:lnTo>
                        <a:pt x="299" y="1870"/>
                      </a:lnTo>
                      <a:lnTo>
                        <a:pt x="299" y="1865"/>
                      </a:lnTo>
                      <a:lnTo>
                        <a:pt x="303" y="1856"/>
                      </a:lnTo>
                      <a:lnTo>
                        <a:pt x="307" y="1846"/>
                      </a:lnTo>
                      <a:lnTo>
                        <a:pt x="310" y="1837"/>
                      </a:lnTo>
                      <a:lnTo>
                        <a:pt x="316" y="1828"/>
                      </a:lnTo>
                      <a:lnTo>
                        <a:pt x="326" y="1815"/>
                      </a:lnTo>
                      <a:lnTo>
                        <a:pt x="337" y="1801"/>
                      </a:lnTo>
                      <a:lnTo>
                        <a:pt x="349" y="1788"/>
                      </a:lnTo>
                      <a:lnTo>
                        <a:pt x="359" y="1776"/>
                      </a:lnTo>
                      <a:lnTo>
                        <a:pt x="360" y="1773"/>
                      </a:lnTo>
                      <a:lnTo>
                        <a:pt x="362" y="1767"/>
                      </a:lnTo>
                      <a:lnTo>
                        <a:pt x="362" y="1762"/>
                      </a:lnTo>
                      <a:lnTo>
                        <a:pt x="362" y="1761"/>
                      </a:lnTo>
                      <a:lnTo>
                        <a:pt x="361" y="1759"/>
                      </a:lnTo>
                      <a:lnTo>
                        <a:pt x="360" y="1759"/>
                      </a:lnTo>
                      <a:lnTo>
                        <a:pt x="351" y="1757"/>
                      </a:lnTo>
                      <a:lnTo>
                        <a:pt x="341" y="1751"/>
                      </a:lnTo>
                      <a:lnTo>
                        <a:pt x="339" y="1748"/>
                      </a:lnTo>
                      <a:lnTo>
                        <a:pt x="336" y="1743"/>
                      </a:lnTo>
                      <a:lnTo>
                        <a:pt x="337" y="1738"/>
                      </a:lnTo>
                      <a:lnTo>
                        <a:pt x="340" y="1732"/>
                      </a:lnTo>
                      <a:lnTo>
                        <a:pt x="341" y="1730"/>
                      </a:lnTo>
                      <a:lnTo>
                        <a:pt x="343" y="1729"/>
                      </a:lnTo>
                      <a:lnTo>
                        <a:pt x="347" y="1729"/>
                      </a:lnTo>
                      <a:lnTo>
                        <a:pt x="351" y="1729"/>
                      </a:lnTo>
                      <a:lnTo>
                        <a:pt x="361" y="1729"/>
                      </a:lnTo>
                      <a:lnTo>
                        <a:pt x="373" y="1727"/>
                      </a:lnTo>
                      <a:lnTo>
                        <a:pt x="376" y="1725"/>
                      </a:lnTo>
                      <a:lnTo>
                        <a:pt x="378" y="1721"/>
                      </a:lnTo>
                      <a:lnTo>
                        <a:pt x="379" y="1717"/>
                      </a:lnTo>
                      <a:lnTo>
                        <a:pt x="380" y="1712"/>
                      </a:lnTo>
                      <a:lnTo>
                        <a:pt x="381" y="1701"/>
                      </a:lnTo>
                      <a:lnTo>
                        <a:pt x="383" y="1696"/>
                      </a:lnTo>
                      <a:lnTo>
                        <a:pt x="385" y="1694"/>
                      </a:lnTo>
                      <a:lnTo>
                        <a:pt x="389" y="1694"/>
                      </a:lnTo>
                      <a:lnTo>
                        <a:pt x="392" y="1694"/>
                      </a:lnTo>
                      <a:lnTo>
                        <a:pt x="396" y="1696"/>
                      </a:lnTo>
                      <a:lnTo>
                        <a:pt x="403" y="1700"/>
                      </a:lnTo>
                      <a:lnTo>
                        <a:pt x="408" y="1704"/>
                      </a:lnTo>
                      <a:lnTo>
                        <a:pt x="410" y="1705"/>
                      </a:lnTo>
                      <a:lnTo>
                        <a:pt x="412" y="1705"/>
                      </a:lnTo>
                      <a:lnTo>
                        <a:pt x="414" y="1704"/>
                      </a:lnTo>
                      <a:lnTo>
                        <a:pt x="415" y="1702"/>
                      </a:lnTo>
                      <a:lnTo>
                        <a:pt x="417" y="1696"/>
                      </a:lnTo>
                      <a:lnTo>
                        <a:pt x="417" y="1689"/>
                      </a:lnTo>
                      <a:lnTo>
                        <a:pt x="418" y="1681"/>
                      </a:lnTo>
                      <a:lnTo>
                        <a:pt x="419" y="1674"/>
                      </a:lnTo>
                      <a:lnTo>
                        <a:pt x="419" y="1670"/>
                      </a:lnTo>
                      <a:lnTo>
                        <a:pt x="419" y="1667"/>
                      </a:lnTo>
                      <a:lnTo>
                        <a:pt x="418" y="1663"/>
                      </a:lnTo>
                      <a:lnTo>
                        <a:pt x="417" y="1661"/>
                      </a:lnTo>
                      <a:lnTo>
                        <a:pt x="414" y="1658"/>
                      </a:lnTo>
                      <a:lnTo>
                        <a:pt x="408" y="1657"/>
                      </a:lnTo>
                      <a:lnTo>
                        <a:pt x="402" y="1656"/>
                      </a:lnTo>
                      <a:lnTo>
                        <a:pt x="395" y="1655"/>
                      </a:lnTo>
                      <a:lnTo>
                        <a:pt x="380" y="1656"/>
                      </a:lnTo>
                      <a:lnTo>
                        <a:pt x="366" y="1657"/>
                      </a:lnTo>
                      <a:lnTo>
                        <a:pt x="360" y="1658"/>
                      </a:lnTo>
                      <a:lnTo>
                        <a:pt x="356" y="1658"/>
                      </a:lnTo>
                      <a:lnTo>
                        <a:pt x="353" y="1658"/>
                      </a:lnTo>
                      <a:lnTo>
                        <a:pt x="352" y="1657"/>
                      </a:lnTo>
                      <a:lnTo>
                        <a:pt x="349" y="1651"/>
                      </a:lnTo>
                      <a:lnTo>
                        <a:pt x="348" y="1642"/>
                      </a:lnTo>
                      <a:lnTo>
                        <a:pt x="347" y="1632"/>
                      </a:lnTo>
                      <a:lnTo>
                        <a:pt x="345" y="1626"/>
                      </a:lnTo>
                      <a:lnTo>
                        <a:pt x="340" y="1620"/>
                      </a:lnTo>
                      <a:lnTo>
                        <a:pt x="334" y="1616"/>
                      </a:lnTo>
                      <a:lnTo>
                        <a:pt x="329" y="1611"/>
                      </a:lnTo>
                      <a:lnTo>
                        <a:pt x="326" y="1604"/>
                      </a:lnTo>
                      <a:lnTo>
                        <a:pt x="323" y="1595"/>
                      </a:lnTo>
                      <a:lnTo>
                        <a:pt x="322" y="1585"/>
                      </a:lnTo>
                      <a:lnTo>
                        <a:pt x="322" y="1576"/>
                      </a:lnTo>
                      <a:lnTo>
                        <a:pt x="323" y="1567"/>
                      </a:lnTo>
                      <a:lnTo>
                        <a:pt x="323" y="1565"/>
                      </a:lnTo>
                      <a:lnTo>
                        <a:pt x="324" y="1561"/>
                      </a:lnTo>
                      <a:lnTo>
                        <a:pt x="326" y="1557"/>
                      </a:lnTo>
                      <a:lnTo>
                        <a:pt x="324" y="1553"/>
                      </a:lnTo>
                      <a:lnTo>
                        <a:pt x="322" y="1548"/>
                      </a:lnTo>
                      <a:lnTo>
                        <a:pt x="317" y="1544"/>
                      </a:lnTo>
                      <a:lnTo>
                        <a:pt x="314" y="1543"/>
                      </a:lnTo>
                      <a:lnTo>
                        <a:pt x="310" y="1542"/>
                      </a:lnTo>
                      <a:lnTo>
                        <a:pt x="307" y="1544"/>
                      </a:lnTo>
                      <a:lnTo>
                        <a:pt x="301" y="1551"/>
                      </a:lnTo>
                      <a:lnTo>
                        <a:pt x="295" y="1556"/>
                      </a:lnTo>
                      <a:lnTo>
                        <a:pt x="285" y="1561"/>
                      </a:lnTo>
                      <a:lnTo>
                        <a:pt x="279" y="1565"/>
                      </a:lnTo>
                      <a:lnTo>
                        <a:pt x="276" y="1565"/>
                      </a:lnTo>
                      <a:lnTo>
                        <a:pt x="273" y="1563"/>
                      </a:lnTo>
                      <a:lnTo>
                        <a:pt x="272" y="1562"/>
                      </a:lnTo>
                      <a:lnTo>
                        <a:pt x="272" y="1560"/>
                      </a:lnTo>
                      <a:lnTo>
                        <a:pt x="272" y="1556"/>
                      </a:lnTo>
                      <a:lnTo>
                        <a:pt x="272" y="1549"/>
                      </a:lnTo>
                      <a:lnTo>
                        <a:pt x="273" y="1540"/>
                      </a:lnTo>
                      <a:lnTo>
                        <a:pt x="272" y="1536"/>
                      </a:lnTo>
                      <a:lnTo>
                        <a:pt x="272" y="1534"/>
                      </a:lnTo>
                      <a:lnTo>
                        <a:pt x="270" y="1530"/>
                      </a:lnTo>
                      <a:lnTo>
                        <a:pt x="269" y="1528"/>
                      </a:lnTo>
                      <a:lnTo>
                        <a:pt x="263" y="1523"/>
                      </a:lnTo>
                      <a:lnTo>
                        <a:pt x="257" y="1518"/>
                      </a:lnTo>
                      <a:lnTo>
                        <a:pt x="244" y="1511"/>
                      </a:lnTo>
                      <a:lnTo>
                        <a:pt x="236" y="1504"/>
                      </a:lnTo>
                      <a:lnTo>
                        <a:pt x="234" y="1500"/>
                      </a:lnTo>
                      <a:lnTo>
                        <a:pt x="233" y="1496"/>
                      </a:lnTo>
                      <a:lnTo>
                        <a:pt x="233" y="1491"/>
                      </a:lnTo>
                      <a:lnTo>
                        <a:pt x="233" y="1485"/>
                      </a:lnTo>
                      <a:lnTo>
                        <a:pt x="234" y="1480"/>
                      </a:lnTo>
                      <a:lnTo>
                        <a:pt x="235" y="1475"/>
                      </a:lnTo>
                      <a:lnTo>
                        <a:pt x="238" y="1471"/>
                      </a:lnTo>
                      <a:lnTo>
                        <a:pt x="240" y="1467"/>
                      </a:lnTo>
                      <a:lnTo>
                        <a:pt x="248" y="1459"/>
                      </a:lnTo>
                      <a:lnTo>
                        <a:pt x="260" y="1447"/>
                      </a:lnTo>
                      <a:lnTo>
                        <a:pt x="265" y="1440"/>
                      </a:lnTo>
                      <a:lnTo>
                        <a:pt x="270" y="1433"/>
                      </a:lnTo>
                      <a:lnTo>
                        <a:pt x="273" y="1427"/>
                      </a:lnTo>
                      <a:lnTo>
                        <a:pt x="276" y="1421"/>
                      </a:lnTo>
                      <a:lnTo>
                        <a:pt x="276" y="1410"/>
                      </a:lnTo>
                      <a:lnTo>
                        <a:pt x="277" y="1397"/>
                      </a:lnTo>
                      <a:lnTo>
                        <a:pt x="279" y="1385"/>
                      </a:lnTo>
                      <a:lnTo>
                        <a:pt x="283" y="1376"/>
                      </a:lnTo>
                      <a:lnTo>
                        <a:pt x="288" y="1365"/>
                      </a:lnTo>
                      <a:lnTo>
                        <a:pt x="292" y="1354"/>
                      </a:lnTo>
                      <a:lnTo>
                        <a:pt x="296" y="1341"/>
                      </a:lnTo>
                      <a:lnTo>
                        <a:pt x="298" y="1329"/>
                      </a:lnTo>
                      <a:lnTo>
                        <a:pt x="298" y="1323"/>
                      </a:lnTo>
                      <a:lnTo>
                        <a:pt x="301" y="1320"/>
                      </a:lnTo>
                      <a:lnTo>
                        <a:pt x="302" y="1317"/>
                      </a:lnTo>
                      <a:lnTo>
                        <a:pt x="305" y="1316"/>
                      </a:lnTo>
                      <a:lnTo>
                        <a:pt x="311" y="1314"/>
                      </a:lnTo>
                      <a:lnTo>
                        <a:pt x="316" y="1311"/>
                      </a:lnTo>
                      <a:lnTo>
                        <a:pt x="318" y="1309"/>
                      </a:lnTo>
                      <a:lnTo>
                        <a:pt x="321" y="1305"/>
                      </a:lnTo>
                      <a:lnTo>
                        <a:pt x="322" y="1301"/>
                      </a:lnTo>
                      <a:lnTo>
                        <a:pt x="324" y="1295"/>
                      </a:lnTo>
                      <a:lnTo>
                        <a:pt x="327" y="1284"/>
                      </a:lnTo>
                      <a:lnTo>
                        <a:pt x="329" y="1273"/>
                      </a:lnTo>
                      <a:lnTo>
                        <a:pt x="332" y="1259"/>
                      </a:lnTo>
                      <a:lnTo>
                        <a:pt x="335" y="1242"/>
                      </a:lnTo>
                      <a:lnTo>
                        <a:pt x="337" y="1235"/>
                      </a:lnTo>
                      <a:lnTo>
                        <a:pt x="342" y="1229"/>
                      </a:lnTo>
                      <a:lnTo>
                        <a:pt x="348" y="1225"/>
                      </a:lnTo>
                      <a:lnTo>
                        <a:pt x="354" y="1219"/>
                      </a:lnTo>
                      <a:lnTo>
                        <a:pt x="361" y="1211"/>
                      </a:lnTo>
                      <a:lnTo>
                        <a:pt x="371" y="1206"/>
                      </a:lnTo>
                      <a:lnTo>
                        <a:pt x="378" y="1200"/>
                      </a:lnTo>
                      <a:lnTo>
                        <a:pt x="385" y="1196"/>
                      </a:lnTo>
                      <a:lnTo>
                        <a:pt x="393" y="1192"/>
                      </a:lnTo>
                      <a:lnTo>
                        <a:pt x="397" y="1189"/>
                      </a:lnTo>
                      <a:lnTo>
                        <a:pt x="397" y="1184"/>
                      </a:lnTo>
                      <a:lnTo>
                        <a:pt x="397" y="1177"/>
                      </a:lnTo>
                      <a:lnTo>
                        <a:pt x="395" y="1166"/>
                      </a:lnTo>
                      <a:lnTo>
                        <a:pt x="392" y="1157"/>
                      </a:lnTo>
                      <a:lnTo>
                        <a:pt x="387" y="1146"/>
                      </a:lnTo>
                      <a:lnTo>
                        <a:pt x="381" y="1134"/>
                      </a:lnTo>
                      <a:lnTo>
                        <a:pt x="376" y="1121"/>
                      </a:lnTo>
                      <a:lnTo>
                        <a:pt x="368" y="1109"/>
                      </a:lnTo>
                      <a:lnTo>
                        <a:pt x="361" y="1099"/>
                      </a:lnTo>
                      <a:lnTo>
                        <a:pt x="353" y="1090"/>
                      </a:lnTo>
                      <a:lnTo>
                        <a:pt x="343" y="1083"/>
                      </a:lnTo>
                      <a:lnTo>
                        <a:pt x="334" y="1076"/>
                      </a:lnTo>
                      <a:lnTo>
                        <a:pt x="326" y="1069"/>
                      </a:lnTo>
                      <a:lnTo>
                        <a:pt x="321" y="1063"/>
                      </a:lnTo>
                      <a:lnTo>
                        <a:pt x="317" y="1055"/>
                      </a:lnTo>
                      <a:lnTo>
                        <a:pt x="313" y="1046"/>
                      </a:lnTo>
                      <a:lnTo>
                        <a:pt x="310" y="1040"/>
                      </a:lnTo>
                      <a:lnTo>
                        <a:pt x="307" y="1037"/>
                      </a:lnTo>
                      <a:lnTo>
                        <a:pt x="302" y="1034"/>
                      </a:lnTo>
                      <a:lnTo>
                        <a:pt x="298" y="1032"/>
                      </a:lnTo>
                      <a:lnTo>
                        <a:pt x="295" y="1031"/>
                      </a:lnTo>
                      <a:lnTo>
                        <a:pt x="291" y="1031"/>
                      </a:lnTo>
                      <a:lnTo>
                        <a:pt x="289" y="1031"/>
                      </a:lnTo>
                      <a:lnTo>
                        <a:pt x="286" y="1032"/>
                      </a:lnTo>
                      <a:lnTo>
                        <a:pt x="272" y="1047"/>
                      </a:lnTo>
                      <a:lnTo>
                        <a:pt x="257" y="1063"/>
                      </a:lnTo>
                      <a:lnTo>
                        <a:pt x="253" y="1065"/>
                      </a:lnTo>
                      <a:lnTo>
                        <a:pt x="248" y="1066"/>
                      </a:lnTo>
                      <a:lnTo>
                        <a:pt x="244" y="1068"/>
                      </a:lnTo>
                      <a:lnTo>
                        <a:pt x="238" y="1068"/>
                      </a:lnTo>
                      <a:lnTo>
                        <a:pt x="228" y="1066"/>
                      </a:lnTo>
                      <a:lnTo>
                        <a:pt x="219" y="1064"/>
                      </a:lnTo>
                      <a:lnTo>
                        <a:pt x="210" y="1061"/>
                      </a:lnTo>
                      <a:lnTo>
                        <a:pt x="202" y="1059"/>
                      </a:lnTo>
                      <a:lnTo>
                        <a:pt x="194" y="1061"/>
                      </a:lnTo>
                      <a:lnTo>
                        <a:pt x="185" y="1063"/>
                      </a:lnTo>
                      <a:lnTo>
                        <a:pt x="181" y="1065"/>
                      </a:lnTo>
                      <a:lnTo>
                        <a:pt x="177" y="1070"/>
                      </a:lnTo>
                      <a:lnTo>
                        <a:pt x="173" y="1075"/>
                      </a:lnTo>
                      <a:lnTo>
                        <a:pt x="170" y="1080"/>
                      </a:lnTo>
                      <a:lnTo>
                        <a:pt x="166" y="1087"/>
                      </a:lnTo>
                      <a:lnTo>
                        <a:pt x="164" y="1090"/>
                      </a:lnTo>
                      <a:lnTo>
                        <a:pt x="160" y="1094"/>
                      </a:lnTo>
                      <a:lnTo>
                        <a:pt x="158" y="1096"/>
                      </a:lnTo>
                      <a:lnTo>
                        <a:pt x="150" y="1099"/>
                      </a:lnTo>
                      <a:lnTo>
                        <a:pt x="137" y="1100"/>
                      </a:lnTo>
                      <a:lnTo>
                        <a:pt x="122" y="1101"/>
                      </a:lnTo>
                      <a:lnTo>
                        <a:pt x="108" y="1101"/>
                      </a:lnTo>
                      <a:lnTo>
                        <a:pt x="95" y="1099"/>
                      </a:lnTo>
                      <a:lnTo>
                        <a:pt x="85" y="1096"/>
                      </a:lnTo>
                      <a:lnTo>
                        <a:pt x="77" y="1091"/>
                      </a:lnTo>
                      <a:lnTo>
                        <a:pt x="66" y="1084"/>
                      </a:lnTo>
                      <a:lnTo>
                        <a:pt x="55" y="1077"/>
                      </a:lnTo>
                      <a:lnTo>
                        <a:pt x="44" y="1069"/>
                      </a:lnTo>
                      <a:lnTo>
                        <a:pt x="43" y="1065"/>
                      </a:lnTo>
                      <a:lnTo>
                        <a:pt x="43" y="1062"/>
                      </a:lnTo>
                      <a:lnTo>
                        <a:pt x="43" y="1058"/>
                      </a:lnTo>
                      <a:lnTo>
                        <a:pt x="44" y="1056"/>
                      </a:lnTo>
                      <a:lnTo>
                        <a:pt x="47" y="1045"/>
                      </a:lnTo>
                      <a:lnTo>
                        <a:pt x="49" y="1032"/>
                      </a:lnTo>
                      <a:lnTo>
                        <a:pt x="49" y="1026"/>
                      </a:lnTo>
                      <a:lnTo>
                        <a:pt x="47" y="1019"/>
                      </a:lnTo>
                      <a:lnTo>
                        <a:pt x="45" y="1012"/>
                      </a:lnTo>
                      <a:lnTo>
                        <a:pt x="43" y="1005"/>
                      </a:lnTo>
                      <a:lnTo>
                        <a:pt x="38" y="990"/>
                      </a:lnTo>
                      <a:lnTo>
                        <a:pt x="34" y="980"/>
                      </a:lnTo>
                      <a:lnTo>
                        <a:pt x="33" y="974"/>
                      </a:lnTo>
                      <a:lnTo>
                        <a:pt x="33" y="969"/>
                      </a:lnTo>
                      <a:lnTo>
                        <a:pt x="34" y="963"/>
                      </a:lnTo>
                      <a:lnTo>
                        <a:pt x="36" y="958"/>
                      </a:lnTo>
                      <a:lnTo>
                        <a:pt x="39" y="950"/>
                      </a:lnTo>
                      <a:lnTo>
                        <a:pt x="45" y="943"/>
                      </a:lnTo>
                      <a:lnTo>
                        <a:pt x="50" y="938"/>
                      </a:lnTo>
                      <a:lnTo>
                        <a:pt x="55" y="933"/>
                      </a:lnTo>
                      <a:lnTo>
                        <a:pt x="56" y="930"/>
                      </a:lnTo>
                      <a:lnTo>
                        <a:pt x="57" y="926"/>
                      </a:lnTo>
                      <a:lnTo>
                        <a:pt x="57" y="921"/>
                      </a:lnTo>
                      <a:lnTo>
                        <a:pt x="56" y="916"/>
                      </a:lnTo>
                      <a:lnTo>
                        <a:pt x="53" y="904"/>
                      </a:lnTo>
                      <a:lnTo>
                        <a:pt x="50" y="892"/>
                      </a:lnTo>
                      <a:lnTo>
                        <a:pt x="45" y="882"/>
                      </a:lnTo>
                      <a:lnTo>
                        <a:pt x="39" y="875"/>
                      </a:lnTo>
                      <a:lnTo>
                        <a:pt x="34" y="870"/>
                      </a:lnTo>
                      <a:lnTo>
                        <a:pt x="30" y="867"/>
                      </a:lnTo>
                      <a:lnTo>
                        <a:pt x="26" y="866"/>
                      </a:lnTo>
                      <a:lnTo>
                        <a:pt x="21" y="867"/>
                      </a:lnTo>
                      <a:lnTo>
                        <a:pt x="17" y="868"/>
                      </a:lnTo>
                      <a:lnTo>
                        <a:pt x="12" y="873"/>
                      </a:lnTo>
                      <a:lnTo>
                        <a:pt x="8" y="878"/>
                      </a:lnTo>
                      <a:lnTo>
                        <a:pt x="6" y="879"/>
                      </a:lnTo>
                      <a:lnTo>
                        <a:pt x="3" y="878"/>
                      </a:lnTo>
                      <a:lnTo>
                        <a:pt x="1" y="873"/>
                      </a:lnTo>
                      <a:lnTo>
                        <a:pt x="0" y="870"/>
                      </a:lnTo>
                      <a:lnTo>
                        <a:pt x="0" y="867"/>
                      </a:lnTo>
                      <a:lnTo>
                        <a:pt x="1" y="864"/>
                      </a:lnTo>
                      <a:lnTo>
                        <a:pt x="2" y="864"/>
                      </a:lnTo>
                      <a:lnTo>
                        <a:pt x="9" y="863"/>
                      </a:lnTo>
                      <a:lnTo>
                        <a:pt x="15" y="861"/>
                      </a:lnTo>
                      <a:lnTo>
                        <a:pt x="17" y="860"/>
                      </a:lnTo>
                      <a:lnTo>
                        <a:pt x="18" y="857"/>
                      </a:lnTo>
                      <a:lnTo>
                        <a:pt x="17" y="854"/>
                      </a:lnTo>
                      <a:lnTo>
                        <a:pt x="13" y="849"/>
                      </a:lnTo>
                      <a:lnTo>
                        <a:pt x="11" y="847"/>
                      </a:lnTo>
                      <a:lnTo>
                        <a:pt x="9" y="844"/>
                      </a:lnTo>
                      <a:lnTo>
                        <a:pt x="9" y="843"/>
                      </a:lnTo>
                      <a:lnTo>
                        <a:pt x="9" y="841"/>
                      </a:lnTo>
                      <a:lnTo>
                        <a:pt x="12" y="837"/>
                      </a:lnTo>
                      <a:lnTo>
                        <a:pt x="17" y="835"/>
                      </a:lnTo>
                      <a:lnTo>
                        <a:pt x="28" y="828"/>
                      </a:lnTo>
                      <a:lnTo>
                        <a:pt x="40" y="819"/>
                      </a:lnTo>
                      <a:lnTo>
                        <a:pt x="53" y="805"/>
                      </a:lnTo>
                      <a:lnTo>
                        <a:pt x="68" y="791"/>
                      </a:lnTo>
                      <a:lnTo>
                        <a:pt x="83" y="774"/>
                      </a:lnTo>
                      <a:lnTo>
                        <a:pt x="96" y="760"/>
                      </a:lnTo>
                      <a:lnTo>
                        <a:pt x="107" y="747"/>
                      </a:lnTo>
                      <a:lnTo>
                        <a:pt x="114" y="735"/>
                      </a:lnTo>
                      <a:lnTo>
                        <a:pt x="119" y="724"/>
                      </a:lnTo>
                      <a:lnTo>
                        <a:pt x="121" y="713"/>
                      </a:lnTo>
                      <a:lnTo>
                        <a:pt x="122" y="709"/>
                      </a:lnTo>
                      <a:lnTo>
                        <a:pt x="125" y="704"/>
                      </a:lnTo>
                      <a:lnTo>
                        <a:pt x="127" y="702"/>
                      </a:lnTo>
                      <a:lnTo>
                        <a:pt x="129" y="699"/>
                      </a:lnTo>
                      <a:lnTo>
                        <a:pt x="132" y="699"/>
                      </a:lnTo>
                      <a:lnTo>
                        <a:pt x="134" y="699"/>
                      </a:lnTo>
                      <a:lnTo>
                        <a:pt x="138" y="699"/>
                      </a:lnTo>
                      <a:lnTo>
                        <a:pt x="141" y="700"/>
                      </a:lnTo>
                      <a:lnTo>
                        <a:pt x="150" y="705"/>
                      </a:lnTo>
                      <a:lnTo>
                        <a:pt x="159" y="710"/>
                      </a:lnTo>
                      <a:lnTo>
                        <a:pt x="164" y="712"/>
                      </a:lnTo>
                      <a:lnTo>
                        <a:pt x="167" y="716"/>
                      </a:lnTo>
                      <a:lnTo>
                        <a:pt x="171" y="718"/>
                      </a:lnTo>
                      <a:lnTo>
                        <a:pt x="172" y="721"/>
                      </a:lnTo>
                      <a:lnTo>
                        <a:pt x="173" y="728"/>
                      </a:lnTo>
                      <a:lnTo>
                        <a:pt x="177" y="734"/>
                      </a:lnTo>
                      <a:lnTo>
                        <a:pt x="181" y="740"/>
                      </a:lnTo>
                      <a:lnTo>
                        <a:pt x="184" y="743"/>
                      </a:lnTo>
                      <a:lnTo>
                        <a:pt x="196" y="752"/>
                      </a:lnTo>
                      <a:lnTo>
                        <a:pt x="207" y="762"/>
                      </a:lnTo>
                      <a:lnTo>
                        <a:pt x="213" y="772"/>
                      </a:lnTo>
                      <a:lnTo>
                        <a:pt x="219" y="781"/>
                      </a:lnTo>
                      <a:lnTo>
                        <a:pt x="222" y="785"/>
                      </a:lnTo>
                      <a:lnTo>
                        <a:pt x="227" y="787"/>
                      </a:lnTo>
                      <a:lnTo>
                        <a:pt x="230" y="787"/>
                      </a:lnTo>
                      <a:lnTo>
                        <a:pt x="234" y="786"/>
                      </a:lnTo>
                      <a:lnTo>
                        <a:pt x="240" y="780"/>
                      </a:lnTo>
                      <a:lnTo>
                        <a:pt x="246" y="774"/>
                      </a:lnTo>
                      <a:lnTo>
                        <a:pt x="258" y="760"/>
                      </a:lnTo>
                      <a:lnTo>
                        <a:pt x="270" y="746"/>
                      </a:lnTo>
                      <a:lnTo>
                        <a:pt x="279" y="732"/>
                      </a:lnTo>
                      <a:lnTo>
                        <a:pt x="288" y="722"/>
                      </a:lnTo>
                      <a:lnTo>
                        <a:pt x="291" y="717"/>
                      </a:lnTo>
                      <a:lnTo>
                        <a:pt x="296" y="713"/>
                      </a:lnTo>
                      <a:lnTo>
                        <a:pt x="299" y="711"/>
                      </a:lnTo>
                      <a:lnTo>
                        <a:pt x="304" y="709"/>
                      </a:lnTo>
                      <a:lnTo>
                        <a:pt x="308" y="708"/>
                      </a:lnTo>
                      <a:lnTo>
                        <a:pt x="313" y="708"/>
                      </a:lnTo>
                      <a:lnTo>
                        <a:pt x="317" y="710"/>
                      </a:lnTo>
                      <a:lnTo>
                        <a:pt x="322" y="712"/>
                      </a:lnTo>
                      <a:lnTo>
                        <a:pt x="333" y="719"/>
                      </a:lnTo>
                      <a:lnTo>
                        <a:pt x="343" y="730"/>
                      </a:lnTo>
                      <a:lnTo>
                        <a:pt x="348" y="737"/>
                      </a:lnTo>
                      <a:lnTo>
                        <a:pt x="352" y="743"/>
                      </a:lnTo>
                      <a:lnTo>
                        <a:pt x="355" y="750"/>
                      </a:lnTo>
                      <a:lnTo>
                        <a:pt x="356" y="757"/>
                      </a:lnTo>
                      <a:lnTo>
                        <a:pt x="359" y="769"/>
                      </a:lnTo>
                      <a:lnTo>
                        <a:pt x="361" y="776"/>
                      </a:lnTo>
                      <a:lnTo>
                        <a:pt x="364" y="779"/>
                      </a:lnTo>
                      <a:lnTo>
                        <a:pt x="366" y="780"/>
                      </a:lnTo>
                      <a:lnTo>
                        <a:pt x="368" y="781"/>
                      </a:lnTo>
                      <a:lnTo>
                        <a:pt x="372" y="781"/>
                      </a:lnTo>
                      <a:lnTo>
                        <a:pt x="381" y="782"/>
                      </a:lnTo>
                      <a:lnTo>
                        <a:pt x="397" y="782"/>
                      </a:lnTo>
                      <a:lnTo>
                        <a:pt x="416" y="781"/>
                      </a:lnTo>
                      <a:lnTo>
                        <a:pt x="435" y="780"/>
                      </a:lnTo>
                      <a:lnTo>
                        <a:pt x="449" y="779"/>
                      </a:lnTo>
                      <a:lnTo>
                        <a:pt x="455" y="778"/>
                      </a:lnTo>
                      <a:lnTo>
                        <a:pt x="460" y="775"/>
                      </a:lnTo>
                      <a:lnTo>
                        <a:pt x="468" y="774"/>
                      </a:lnTo>
                      <a:lnTo>
                        <a:pt x="471" y="774"/>
                      </a:lnTo>
                      <a:lnTo>
                        <a:pt x="473" y="774"/>
                      </a:lnTo>
                      <a:lnTo>
                        <a:pt x="474" y="775"/>
                      </a:lnTo>
                      <a:lnTo>
                        <a:pt x="477" y="776"/>
                      </a:lnTo>
                      <a:lnTo>
                        <a:pt x="478" y="780"/>
                      </a:lnTo>
                      <a:lnTo>
                        <a:pt x="479" y="785"/>
                      </a:lnTo>
                      <a:lnTo>
                        <a:pt x="480" y="790"/>
                      </a:lnTo>
                      <a:lnTo>
                        <a:pt x="481" y="793"/>
                      </a:lnTo>
                      <a:lnTo>
                        <a:pt x="482" y="794"/>
                      </a:lnTo>
                      <a:lnTo>
                        <a:pt x="484" y="795"/>
                      </a:lnTo>
                      <a:lnTo>
                        <a:pt x="486" y="795"/>
                      </a:lnTo>
                      <a:lnTo>
                        <a:pt x="488" y="795"/>
                      </a:lnTo>
                      <a:lnTo>
                        <a:pt x="496" y="794"/>
                      </a:lnTo>
                      <a:lnTo>
                        <a:pt x="502" y="791"/>
                      </a:lnTo>
                      <a:lnTo>
                        <a:pt x="509" y="785"/>
                      </a:lnTo>
                      <a:lnTo>
                        <a:pt x="518" y="775"/>
                      </a:lnTo>
                      <a:lnTo>
                        <a:pt x="530" y="766"/>
                      </a:lnTo>
                      <a:lnTo>
                        <a:pt x="542" y="756"/>
                      </a:lnTo>
                      <a:lnTo>
                        <a:pt x="555" y="749"/>
                      </a:lnTo>
                      <a:lnTo>
                        <a:pt x="567" y="744"/>
                      </a:lnTo>
                      <a:lnTo>
                        <a:pt x="573" y="743"/>
                      </a:lnTo>
                      <a:lnTo>
                        <a:pt x="579" y="744"/>
                      </a:lnTo>
                      <a:lnTo>
                        <a:pt x="585" y="746"/>
                      </a:lnTo>
                      <a:lnTo>
                        <a:pt x="589" y="748"/>
                      </a:lnTo>
                      <a:lnTo>
                        <a:pt x="600" y="755"/>
                      </a:lnTo>
                      <a:lnTo>
                        <a:pt x="609" y="762"/>
                      </a:lnTo>
                      <a:lnTo>
                        <a:pt x="612" y="765"/>
                      </a:lnTo>
                      <a:lnTo>
                        <a:pt x="614" y="766"/>
                      </a:lnTo>
                      <a:lnTo>
                        <a:pt x="617" y="767"/>
                      </a:lnTo>
                      <a:lnTo>
                        <a:pt x="619" y="766"/>
                      </a:lnTo>
                      <a:lnTo>
                        <a:pt x="622" y="760"/>
                      </a:lnTo>
                      <a:lnTo>
                        <a:pt x="625" y="747"/>
                      </a:lnTo>
                      <a:lnTo>
                        <a:pt x="629" y="732"/>
                      </a:lnTo>
                      <a:lnTo>
                        <a:pt x="632" y="718"/>
                      </a:lnTo>
                      <a:lnTo>
                        <a:pt x="635" y="704"/>
                      </a:lnTo>
                      <a:lnTo>
                        <a:pt x="637" y="689"/>
                      </a:lnTo>
                      <a:lnTo>
                        <a:pt x="638" y="681"/>
                      </a:lnTo>
                      <a:lnTo>
                        <a:pt x="641" y="675"/>
                      </a:lnTo>
                      <a:lnTo>
                        <a:pt x="644" y="671"/>
                      </a:lnTo>
                      <a:lnTo>
                        <a:pt x="649" y="666"/>
                      </a:lnTo>
                      <a:lnTo>
                        <a:pt x="657" y="658"/>
                      </a:lnTo>
                      <a:lnTo>
                        <a:pt x="663" y="649"/>
                      </a:lnTo>
                      <a:lnTo>
                        <a:pt x="666" y="645"/>
                      </a:lnTo>
                      <a:lnTo>
                        <a:pt x="666" y="640"/>
                      </a:lnTo>
                      <a:lnTo>
                        <a:pt x="667" y="635"/>
                      </a:lnTo>
                      <a:lnTo>
                        <a:pt x="666" y="631"/>
                      </a:lnTo>
                      <a:lnTo>
                        <a:pt x="664" y="627"/>
                      </a:lnTo>
                      <a:lnTo>
                        <a:pt x="663" y="623"/>
                      </a:lnTo>
                      <a:lnTo>
                        <a:pt x="661" y="620"/>
                      </a:lnTo>
                      <a:lnTo>
                        <a:pt x="658" y="617"/>
                      </a:lnTo>
                      <a:lnTo>
                        <a:pt x="656" y="615"/>
                      </a:lnTo>
                      <a:lnTo>
                        <a:pt x="656" y="614"/>
                      </a:lnTo>
                      <a:lnTo>
                        <a:pt x="657" y="612"/>
                      </a:lnTo>
                      <a:lnTo>
                        <a:pt x="660" y="612"/>
                      </a:lnTo>
                      <a:lnTo>
                        <a:pt x="666" y="614"/>
                      </a:lnTo>
                      <a:lnTo>
                        <a:pt x="673" y="611"/>
                      </a:lnTo>
                      <a:lnTo>
                        <a:pt x="685" y="607"/>
                      </a:lnTo>
                      <a:lnTo>
                        <a:pt x="699" y="601"/>
                      </a:lnTo>
                      <a:lnTo>
                        <a:pt x="712" y="596"/>
                      </a:lnTo>
                      <a:lnTo>
                        <a:pt x="724" y="592"/>
                      </a:lnTo>
                      <a:lnTo>
                        <a:pt x="729" y="592"/>
                      </a:lnTo>
                      <a:lnTo>
                        <a:pt x="732" y="592"/>
                      </a:lnTo>
                      <a:lnTo>
                        <a:pt x="737" y="592"/>
                      </a:lnTo>
                      <a:lnTo>
                        <a:pt x="740" y="595"/>
                      </a:lnTo>
                      <a:lnTo>
                        <a:pt x="748" y="598"/>
                      </a:lnTo>
                      <a:lnTo>
                        <a:pt x="756" y="605"/>
                      </a:lnTo>
                      <a:lnTo>
                        <a:pt x="773" y="620"/>
                      </a:lnTo>
                      <a:lnTo>
                        <a:pt x="786" y="633"/>
                      </a:lnTo>
                      <a:lnTo>
                        <a:pt x="789" y="635"/>
                      </a:lnTo>
                      <a:lnTo>
                        <a:pt x="793" y="637"/>
                      </a:lnTo>
                      <a:lnTo>
                        <a:pt x="795" y="639"/>
                      </a:lnTo>
                      <a:lnTo>
                        <a:pt x="799" y="639"/>
                      </a:lnTo>
                      <a:lnTo>
                        <a:pt x="802" y="639"/>
                      </a:lnTo>
                      <a:lnTo>
                        <a:pt x="806" y="639"/>
                      </a:lnTo>
                      <a:lnTo>
                        <a:pt x="809" y="637"/>
                      </a:lnTo>
                      <a:lnTo>
                        <a:pt x="814" y="635"/>
                      </a:lnTo>
                      <a:lnTo>
                        <a:pt x="822" y="630"/>
                      </a:lnTo>
                      <a:lnTo>
                        <a:pt x="830" y="628"/>
                      </a:lnTo>
                      <a:lnTo>
                        <a:pt x="839" y="626"/>
                      </a:lnTo>
                      <a:lnTo>
                        <a:pt x="850" y="624"/>
                      </a:lnTo>
                      <a:lnTo>
                        <a:pt x="862" y="624"/>
                      </a:lnTo>
                      <a:lnTo>
                        <a:pt x="871" y="622"/>
                      </a:lnTo>
                      <a:lnTo>
                        <a:pt x="881" y="620"/>
                      </a:lnTo>
                      <a:lnTo>
                        <a:pt x="889" y="617"/>
                      </a:lnTo>
                      <a:lnTo>
                        <a:pt x="896" y="616"/>
                      </a:lnTo>
                      <a:lnTo>
                        <a:pt x="903" y="615"/>
                      </a:lnTo>
                      <a:lnTo>
                        <a:pt x="910" y="614"/>
                      </a:lnTo>
                      <a:lnTo>
                        <a:pt x="920" y="614"/>
                      </a:lnTo>
                      <a:lnTo>
                        <a:pt x="931" y="614"/>
                      </a:lnTo>
                      <a:lnTo>
                        <a:pt x="941" y="612"/>
                      </a:lnTo>
                      <a:lnTo>
                        <a:pt x="952" y="610"/>
                      </a:lnTo>
                      <a:lnTo>
                        <a:pt x="963" y="605"/>
                      </a:lnTo>
                      <a:lnTo>
                        <a:pt x="972" y="599"/>
                      </a:lnTo>
                      <a:lnTo>
                        <a:pt x="979" y="597"/>
                      </a:lnTo>
                      <a:lnTo>
                        <a:pt x="983" y="596"/>
                      </a:lnTo>
                      <a:lnTo>
                        <a:pt x="985" y="597"/>
                      </a:lnTo>
                      <a:lnTo>
                        <a:pt x="990" y="598"/>
                      </a:lnTo>
                      <a:lnTo>
                        <a:pt x="994" y="601"/>
                      </a:lnTo>
                      <a:lnTo>
                        <a:pt x="1002" y="605"/>
                      </a:lnTo>
                      <a:lnTo>
                        <a:pt x="1010" y="609"/>
                      </a:lnTo>
                      <a:lnTo>
                        <a:pt x="1015" y="610"/>
                      </a:lnTo>
                      <a:lnTo>
                        <a:pt x="1020" y="610"/>
                      </a:lnTo>
                      <a:lnTo>
                        <a:pt x="1025" y="610"/>
                      </a:lnTo>
                      <a:lnTo>
                        <a:pt x="1031" y="609"/>
                      </a:lnTo>
                      <a:lnTo>
                        <a:pt x="1039" y="605"/>
                      </a:lnTo>
                      <a:lnTo>
                        <a:pt x="1048" y="601"/>
                      </a:lnTo>
                      <a:lnTo>
                        <a:pt x="1052" y="598"/>
                      </a:lnTo>
                      <a:lnTo>
                        <a:pt x="1054" y="596"/>
                      </a:lnTo>
                      <a:lnTo>
                        <a:pt x="1057" y="593"/>
                      </a:lnTo>
                      <a:lnTo>
                        <a:pt x="1058" y="591"/>
                      </a:lnTo>
                      <a:lnTo>
                        <a:pt x="1058" y="586"/>
                      </a:lnTo>
                      <a:lnTo>
                        <a:pt x="1058" y="579"/>
                      </a:lnTo>
                      <a:lnTo>
                        <a:pt x="1058" y="563"/>
                      </a:lnTo>
                      <a:lnTo>
                        <a:pt x="1059" y="545"/>
                      </a:lnTo>
                      <a:lnTo>
                        <a:pt x="1058" y="530"/>
                      </a:lnTo>
                      <a:lnTo>
                        <a:pt x="1055" y="521"/>
                      </a:lnTo>
                      <a:lnTo>
                        <a:pt x="1053" y="516"/>
                      </a:lnTo>
                      <a:lnTo>
                        <a:pt x="1051" y="514"/>
                      </a:lnTo>
                      <a:lnTo>
                        <a:pt x="1048" y="511"/>
                      </a:lnTo>
                      <a:lnTo>
                        <a:pt x="1045" y="510"/>
                      </a:lnTo>
                      <a:lnTo>
                        <a:pt x="1041" y="509"/>
                      </a:lnTo>
                      <a:lnTo>
                        <a:pt x="1038" y="507"/>
                      </a:lnTo>
                      <a:lnTo>
                        <a:pt x="1035" y="505"/>
                      </a:lnTo>
                      <a:lnTo>
                        <a:pt x="1034" y="502"/>
                      </a:lnTo>
                      <a:lnTo>
                        <a:pt x="1033" y="498"/>
                      </a:lnTo>
                      <a:lnTo>
                        <a:pt x="1032" y="494"/>
                      </a:lnTo>
                      <a:lnTo>
                        <a:pt x="1033" y="489"/>
                      </a:lnTo>
                      <a:lnTo>
                        <a:pt x="1034" y="482"/>
                      </a:lnTo>
                      <a:lnTo>
                        <a:pt x="1035" y="476"/>
                      </a:lnTo>
                      <a:lnTo>
                        <a:pt x="1035" y="472"/>
                      </a:lnTo>
                      <a:lnTo>
                        <a:pt x="1034" y="470"/>
                      </a:lnTo>
                      <a:lnTo>
                        <a:pt x="1031" y="466"/>
                      </a:lnTo>
                      <a:lnTo>
                        <a:pt x="1023" y="459"/>
                      </a:lnTo>
                      <a:lnTo>
                        <a:pt x="1019" y="452"/>
                      </a:lnTo>
                      <a:lnTo>
                        <a:pt x="1015" y="447"/>
                      </a:lnTo>
                      <a:lnTo>
                        <a:pt x="1009" y="442"/>
                      </a:lnTo>
                      <a:lnTo>
                        <a:pt x="1006" y="440"/>
                      </a:lnTo>
                      <a:lnTo>
                        <a:pt x="1001" y="439"/>
                      </a:lnTo>
                      <a:lnTo>
                        <a:pt x="996" y="439"/>
                      </a:lnTo>
                      <a:lnTo>
                        <a:pt x="990" y="439"/>
                      </a:lnTo>
                      <a:lnTo>
                        <a:pt x="976" y="442"/>
                      </a:lnTo>
                      <a:lnTo>
                        <a:pt x="963" y="446"/>
                      </a:lnTo>
                      <a:lnTo>
                        <a:pt x="950" y="450"/>
                      </a:lnTo>
                      <a:lnTo>
                        <a:pt x="938" y="452"/>
                      </a:lnTo>
                      <a:lnTo>
                        <a:pt x="929" y="453"/>
                      </a:lnTo>
                      <a:lnTo>
                        <a:pt x="921" y="452"/>
                      </a:lnTo>
                      <a:lnTo>
                        <a:pt x="913" y="451"/>
                      </a:lnTo>
                      <a:lnTo>
                        <a:pt x="904" y="450"/>
                      </a:lnTo>
                      <a:lnTo>
                        <a:pt x="897" y="447"/>
                      </a:lnTo>
                      <a:lnTo>
                        <a:pt x="890" y="445"/>
                      </a:lnTo>
                      <a:lnTo>
                        <a:pt x="885" y="441"/>
                      </a:lnTo>
                      <a:lnTo>
                        <a:pt x="882" y="438"/>
                      </a:lnTo>
                      <a:lnTo>
                        <a:pt x="881" y="433"/>
                      </a:lnTo>
                      <a:lnTo>
                        <a:pt x="882" y="428"/>
                      </a:lnTo>
                      <a:lnTo>
                        <a:pt x="882" y="422"/>
                      </a:lnTo>
                      <a:lnTo>
                        <a:pt x="883" y="416"/>
                      </a:lnTo>
                      <a:lnTo>
                        <a:pt x="884" y="410"/>
                      </a:lnTo>
                      <a:lnTo>
                        <a:pt x="884" y="404"/>
                      </a:lnTo>
                      <a:lnTo>
                        <a:pt x="884" y="399"/>
                      </a:lnTo>
                      <a:lnTo>
                        <a:pt x="882" y="391"/>
                      </a:lnTo>
                      <a:lnTo>
                        <a:pt x="874" y="379"/>
                      </a:lnTo>
                      <a:lnTo>
                        <a:pt x="864" y="368"/>
                      </a:lnTo>
                      <a:lnTo>
                        <a:pt x="856" y="359"/>
                      </a:lnTo>
                      <a:lnTo>
                        <a:pt x="850" y="356"/>
                      </a:lnTo>
                      <a:lnTo>
                        <a:pt x="845" y="355"/>
                      </a:lnTo>
                      <a:lnTo>
                        <a:pt x="841" y="356"/>
                      </a:lnTo>
                      <a:lnTo>
                        <a:pt x="838" y="359"/>
                      </a:lnTo>
                      <a:lnTo>
                        <a:pt x="834" y="365"/>
                      </a:lnTo>
                      <a:lnTo>
                        <a:pt x="833" y="369"/>
                      </a:lnTo>
                      <a:lnTo>
                        <a:pt x="831" y="371"/>
                      </a:lnTo>
                      <a:lnTo>
                        <a:pt x="827" y="372"/>
                      </a:lnTo>
                      <a:lnTo>
                        <a:pt x="824" y="374"/>
                      </a:lnTo>
                      <a:lnTo>
                        <a:pt x="819" y="374"/>
                      </a:lnTo>
                      <a:lnTo>
                        <a:pt x="815" y="372"/>
                      </a:lnTo>
                      <a:lnTo>
                        <a:pt x="811" y="370"/>
                      </a:lnTo>
                      <a:lnTo>
                        <a:pt x="807" y="366"/>
                      </a:lnTo>
                      <a:lnTo>
                        <a:pt x="803" y="362"/>
                      </a:lnTo>
                      <a:lnTo>
                        <a:pt x="801" y="356"/>
                      </a:lnTo>
                      <a:lnTo>
                        <a:pt x="799" y="349"/>
                      </a:lnTo>
                      <a:lnTo>
                        <a:pt x="796" y="341"/>
                      </a:lnTo>
                      <a:lnTo>
                        <a:pt x="794" y="325"/>
                      </a:lnTo>
                      <a:lnTo>
                        <a:pt x="793" y="307"/>
                      </a:lnTo>
                      <a:lnTo>
                        <a:pt x="792" y="299"/>
                      </a:lnTo>
                      <a:lnTo>
                        <a:pt x="793" y="293"/>
                      </a:lnTo>
                      <a:lnTo>
                        <a:pt x="793" y="286"/>
                      </a:lnTo>
                      <a:lnTo>
                        <a:pt x="794" y="281"/>
                      </a:lnTo>
                      <a:lnTo>
                        <a:pt x="796" y="276"/>
                      </a:lnTo>
                      <a:lnTo>
                        <a:pt x="799" y="273"/>
                      </a:lnTo>
                      <a:lnTo>
                        <a:pt x="802" y="269"/>
                      </a:lnTo>
                      <a:lnTo>
                        <a:pt x="806" y="267"/>
                      </a:lnTo>
                      <a:lnTo>
                        <a:pt x="817" y="251"/>
                      </a:lnTo>
                      <a:lnTo>
                        <a:pt x="828" y="232"/>
                      </a:lnTo>
                      <a:lnTo>
                        <a:pt x="832" y="229"/>
                      </a:lnTo>
                      <a:lnTo>
                        <a:pt x="837" y="226"/>
                      </a:lnTo>
                      <a:lnTo>
                        <a:pt x="841" y="226"/>
                      </a:lnTo>
                      <a:lnTo>
                        <a:pt x="845" y="226"/>
                      </a:lnTo>
                      <a:lnTo>
                        <a:pt x="853" y="230"/>
                      </a:lnTo>
                      <a:lnTo>
                        <a:pt x="861" y="234"/>
                      </a:lnTo>
                      <a:lnTo>
                        <a:pt x="864" y="236"/>
                      </a:lnTo>
                      <a:lnTo>
                        <a:pt x="870" y="237"/>
                      </a:lnTo>
                      <a:lnTo>
                        <a:pt x="876" y="238"/>
                      </a:lnTo>
                      <a:lnTo>
                        <a:pt x="883" y="238"/>
                      </a:lnTo>
                      <a:lnTo>
                        <a:pt x="889" y="236"/>
                      </a:lnTo>
                      <a:lnTo>
                        <a:pt x="895" y="232"/>
                      </a:lnTo>
                      <a:lnTo>
                        <a:pt x="897" y="230"/>
                      </a:lnTo>
                      <a:lnTo>
                        <a:pt x="900" y="227"/>
                      </a:lnTo>
                      <a:lnTo>
                        <a:pt x="901" y="224"/>
                      </a:lnTo>
                      <a:lnTo>
                        <a:pt x="902" y="220"/>
                      </a:lnTo>
                      <a:lnTo>
                        <a:pt x="904" y="212"/>
                      </a:lnTo>
                      <a:lnTo>
                        <a:pt x="907" y="204"/>
                      </a:lnTo>
                      <a:lnTo>
                        <a:pt x="910" y="196"/>
                      </a:lnTo>
                      <a:lnTo>
                        <a:pt x="913" y="189"/>
                      </a:lnTo>
                      <a:lnTo>
                        <a:pt x="918" y="183"/>
                      </a:lnTo>
                      <a:lnTo>
                        <a:pt x="921" y="177"/>
                      </a:lnTo>
                      <a:lnTo>
                        <a:pt x="925" y="173"/>
                      </a:lnTo>
                      <a:lnTo>
                        <a:pt x="929" y="170"/>
                      </a:lnTo>
                      <a:lnTo>
                        <a:pt x="933" y="168"/>
                      </a:lnTo>
                      <a:lnTo>
                        <a:pt x="938" y="168"/>
                      </a:lnTo>
                      <a:lnTo>
                        <a:pt x="943" y="168"/>
                      </a:lnTo>
                      <a:lnTo>
                        <a:pt x="946" y="170"/>
                      </a:lnTo>
                      <a:lnTo>
                        <a:pt x="951" y="174"/>
                      </a:lnTo>
                      <a:lnTo>
                        <a:pt x="956" y="177"/>
                      </a:lnTo>
                      <a:lnTo>
                        <a:pt x="959" y="182"/>
                      </a:lnTo>
                      <a:lnTo>
                        <a:pt x="962" y="188"/>
                      </a:lnTo>
                      <a:lnTo>
                        <a:pt x="969" y="200"/>
                      </a:lnTo>
                      <a:lnTo>
                        <a:pt x="976" y="211"/>
                      </a:lnTo>
                      <a:lnTo>
                        <a:pt x="979" y="215"/>
                      </a:lnTo>
                      <a:lnTo>
                        <a:pt x="983" y="219"/>
                      </a:lnTo>
                      <a:lnTo>
                        <a:pt x="988" y="223"/>
                      </a:lnTo>
                      <a:lnTo>
                        <a:pt x="992" y="225"/>
                      </a:lnTo>
                      <a:lnTo>
                        <a:pt x="1001" y="230"/>
                      </a:lnTo>
                      <a:lnTo>
                        <a:pt x="1007" y="236"/>
                      </a:lnTo>
                      <a:lnTo>
                        <a:pt x="1013" y="243"/>
                      </a:lnTo>
                      <a:lnTo>
                        <a:pt x="1017" y="250"/>
                      </a:lnTo>
                      <a:lnTo>
                        <a:pt x="1023" y="257"/>
                      </a:lnTo>
                      <a:lnTo>
                        <a:pt x="1031" y="262"/>
                      </a:lnTo>
                      <a:lnTo>
                        <a:pt x="1039" y="268"/>
                      </a:lnTo>
                      <a:lnTo>
                        <a:pt x="1048" y="273"/>
                      </a:lnTo>
                      <a:lnTo>
                        <a:pt x="1058" y="278"/>
                      </a:lnTo>
                      <a:lnTo>
                        <a:pt x="1063" y="284"/>
                      </a:lnTo>
                      <a:lnTo>
                        <a:pt x="1067" y="292"/>
                      </a:lnTo>
                      <a:lnTo>
                        <a:pt x="1071" y="297"/>
                      </a:lnTo>
                      <a:lnTo>
                        <a:pt x="1073" y="300"/>
                      </a:lnTo>
                      <a:lnTo>
                        <a:pt x="1077" y="302"/>
                      </a:lnTo>
                      <a:lnTo>
                        <a:pt x="1080" y="302"/>
                      </a:lnTo>
                      <a:lnTo>
                        <a:pt x="1084" y="302"/>
                      </a:lnTo>
                      <a:lnTo>
                        <a:pt x="1086" y="301"/>
                      </a:lnTo>
                      <a:lnTo>
                        <a:pt x="1089" y="299"/>
                      </a:lnTo>
                      <a:lnTo>
                        <a:pt x="1090" y="295"/>
                      </a:lnTo>
                      <a:lnTo>
                        <a:pt x="1091" y="290"/>
                      </a:lnTo>
                      <a:lnTo>
                        <a:pt x="1090" y="280"/>
                      </a:lnTo>
                      <a:lnTo>
                        <a:pt x="1088" y="269"/>
                      </a:lnTo>
                      <a:lnTo>
                        <a:pt x="1086" y="262"/>
                      </a:lnTo>
                      <a:lnTo>
                        <a:pt x="1085" y="256"/>
                      </a:lnTo>
                      <a:lnTo>
                        <a:pt x="1084" y="252"/>
                      </a:lnTo>
                      <a:lnTo>
                        <a:pt x="1084" y="251"/>
                      </a:lnTo>
                      <a:lnTo>
                        <a:pt x="1085" y="252"/>
                      </a:lnTo>
                      <a:lnTo>
                        <a:pt x="1091" y="253"/>
                      </a:lnTo>
                      <a:lnTo>
                        <a:pt x="1096" y="256"/>
                      </a:lnTo>
                      <a:lnTo>
                        <a:pt x="1102" y="259"/>
                      </a:lnTo>
                      <a:lnTo>
                        <a:pt x="1114" y="267"/>
                      </a:lnTo>
                      <a:lnTo>
                        <a:pt x="1124" y="274"/>
                      </a:lnTo>
                      <a:lnTo>
                        <a:pt x="1126" y="274"/>
                      </a:lnTo>
                      <a:lnTo>
                        <a:pt x="1128" y="274"/>
                      </a:lnTo>
                      <a:lnTo>
                        <a:pt x="1129" y="273"/>
                      </a:lnTo>
                      <a:lnTo>
                        <a:pt x="1130" y="270"/>
                      </a:lnTo>
                      <a:lnTo>
                        <a:pt x="1132" y="264"/>
                      </a:lnTo>
                      <a:lnTo>
                        <a:pt x="1132" y="255"/>
                      </a:lnTo>
                      <a:lnTo>
                        <a:pt x="1132" y="245"/>
                      </a:lnTo>
                      <a:lnTo>
                        <a:pt x="1133" y="237"/>
                      </a:lnTo>
                      <a:lnTo>
                        <a:pt x="1135" y="230"/>
                      </a:lnTo>
                      <a:lnTo>
                        <a:pt x="1139" y="224"/>
                      </a:lnTo>
                      <a:lnTo>
                        <a:pt x="1141" y="220"/>
                      </a:lnTo>
                      <a:lnTo>
                        <a:pt x="1142" y="217"/>
                      </a:lnTo>
                      <a:lnTo>
                        <a:pt x="1143" y="212"/>
                      </a:lnTo>
                      <a:lnTo>
                        <a:pt x="1143" y="207"/>
                      </a:lnTo>
                      <a:lnTo>
                        <a:pt x="1142" y="202"/>
                      </a:lnTo>
                      <a:lnTo>
                        <a:pt x="1141" y="196"/>
                      </a:lnTo>
                      <a:lnTo>
                        <a:pt x="1139" y="192"/>
                      </a:lnTo>
                      <a:lnTo>
                        <a:pt x="1136" y="186"/>
                      </a:lnTo>
                      <a:lnTo>
                        <a:pt x="1129" y="174"/>
                      </a:lnTo>
                      <a:lnTo>
                        <a:pt x="1122" y="163"/>
                      </a:lnTo>
                      <a:lnTo>
                        <a:pt x="1116" y="154"/>
                      </a:lnTo>
                      <a:lnTo>
                        <a:pt x="1113" y="144"/>
                      </a:lnTo>
                      <a:lnTo>
                        <a:pt x="1113" y="141"/>
                      </a:lnTo>
                      <a:lnTo>
                        <a:pt x="1114" y="138"/>
                      </a:lnTo>
                      <a:lnTo>
                        <a:pt x="1115" y="136"/>
                      </a:lnTo>
                      <a:lnTo>
                        <a:pt x="1117" y="133"/>
                      </a:lnTo>
                      <a:lnTo>
                        <a:pt x="1120" y="133"/>
                      </a:lnTo>
                      <a:lnTo>
                        <a:pt x="1123" y="135"/>
                      </a:lnTo>
                      <a:lnTo>
                        <a:pt x="1128" y="137"/>
                      </a:lnTo>
                      <a:lnTo>
                        <a:pt x="1133" y="141"/>
                      </a:lnTo>
                      <a:lnTo>
                        <a:pt x="1141" y="149"/>
                      </a:lnTo>
                      <a:lnTo>
                        <a:pt x="1147" y="157"/>
                      </a:lnTo>
                      <a:lnTo>
                        <a:pt x="1149" y="162"/>
                      </a:lnTo>
                      <a:lnTo>
                        <a:pt x="1151" y="167"/>
                      </a:lnTo>
                      <a:lnTo>
                        <a:pt x="1152" y="171"/>
                      </a:lnTo>
                      <a:lnTo>
                        <a:pt x="1153" y="176"/>
                      </a:lnTo>
                      <a:lnTo>
                        <a:pt x="1153" y="186"/>
                      </a:lnTo>
                      <a:lnTo>
                        <a:pt x="1154" y="192"/>
                      </a:lnTo>
                      <a:lnTo>
                        <a:pt x="1155" y="194"/>
                      </a:lnTo>
                      <a:lnTo>
                        <a:pt x="1158" y="196"/>
                      </a:lnTo>
                      <a:lnTo>
                        <a:pt x="1160" y="198"/>
                      </a:lnTo>
                      <a:lnTo>
                        <a:pt x="1164" y="199"/>
                      </a:lnTo>
                      <a:lnTo>
                        <a:pt x="1173" y="202"/>
                      </a:lnTo>
                      <a:lnTo>
                        <a:pt x="1183" y="207"/>
                      </a:lnTo>
                      <a:lnTo>
                        <a:pt x="1186" y="211"/>
                      </a:lnTo>
                      <a:lnTo>
                        <a:pt x="1189" y="215"/>
                      </a:lnTo>
                      <a:lnTo>
                        <a:pt x="1190" y="223"/>
                      </a:lnTo>
                      <a:lnTo>
                        <a:pt x="1187" y="230"/>
                      </a:lnTo>
                      <a:lnTo>
                        <a:pt x="1181" y="246"/>
                      </a:lnTo>
                      <a:lnTo>
                        <a:pt x="1176" y="261"/>
                      </a:lnTo>
                      <a:lnTo>
                        <a:pt x="1171" y="271"/>
                      </a:lnTo>
                      <a:lnTo>
                        <a:pt x="1170" y="280"/>
                      </a:lnTo>
                      <a:lnTo>
                        <a:pt x="1170" y="283"/>
                      </a:lnTo>
                      <a:lnTo>
                        <a:pt x="1170" y="286"/>
                      </a:lnTo>
                      <a:lnTo>
                        <a:pt x="1171" y="288"/>
                      </a:lnTo>
                      <a:lnTo>
                        <a:pt x="1172" y="289"/>
                      </a:lnTo>
                      <a:lnTo>
                        <a:pt x="1177" y="290"/>
                      </a:lnTo>
                      <a:lnTo>
                        <a:pt x="1183" y="292"/>
                      </a:lnTo>
                      <a:lnTo>
                        <a:pt x="1190" y="293"/>
                      </a:lnTo>
                      <a:lnTo>
                        <a:pt x="1196" y="294"/>
                      </a:lnTo>
                      <a:lnTo>
                        <a:pt x="1202" y="296"/>
                      </a:lnTo>
                      <a:lnTo>
                        <a:pt x="1208" y="301"/>
                      </a:lnTo>
                      <a:lnTo>
                        <a:pt x="1210" y="303"/>
                      </a:lnTo>
                      <a:lnTo>
                        <a:pt x="1211" y="305"/>
                      </a:lnTo>
                      <a:lnTo>
                        <a:pt x="1214" y="305"/>
                      </a:lnTo>
                      <a:lnTo>
                        <a:pt x="1216" y="303"/>
                      </a:lnTo>
                      <a:lnTo>
                        <a:pt x="1222" y="299"/>
                      </a:lnTo>
                      <a:lnTo>
                        <a:pt x="1228" y="293"/>
                      </a:lnTo>
                      <a:lnTo>
                        <a:pt x="1234" y="284"/>
                      </a:lnTo>
                      <a:lnTo>
                        <a:pt x="1237" y="276"/>
                      </a:lnTo>
                      <a:lnTo>
                        <a:pt x="1239" y="271"/>
                      </a:lnTo>
                      <a:lnTo>
                        <a:pt x="1239" y="267"/>
                      </a:lnTo>
                      <a:lnTo>
                        <a:pt x="1239" y="263"/>
                      </a:lnTo>
                      <a:lnTo>
                        <a:pt x="1237" y="258"/>
                      </a:lnTo>
                      <a:lnTo>
                        <a:pt x="1235" y="253"/>
                      </a:lnTo>
                      <a:lnTo>
                        <a:pt x="1234" y="248"/>
                      </a:lnTo>
                      <a:lnTo>
                        <a:pt x="1233" y="242"/>
                      </a:lnTo>
                      <a:lnTo>
                        <a:pt x="1233" y="236"/>
                      </a:lnTo>
                      <a:lnTo>
                        <a:pt x="1234" y="230"/>
                      </a:lnTo>
                      <a:lnTo>
                        <a:pt x="1236" y="223"/>
                      </a:lnTo>
                      <a:lnTo>
                        <a:pt x="1239" y="217"/>
                      </a:lnTo>
                      <a:lnTo>
                        <a:pt x="1242" y="210"/>
                      </a:lnTo>
                      <a:lnTo>
                        <a:pt x="1253" y="195"/>
                      </a:lnTo>
                      <a:lnTo>
                        <a:pt x="1262" y="182"/>
                      </a:lnTo>
                      <a:lnTo>
                        <a:pt x="1271" y="171"/>
                      </a:lnTo>
                      <a:lnTo>
                        <a:pt x="1278" y="167"/>
                      </a:lnTo>
                      <a:lnTo>
                        <a:pt x="1283" y="164"/>
                      </a:lnTo>
                      <a:lnTo>
                        <a:pt x="1287" y="163"/>
                      </a:lnTo>
                      <a:lnTo>
                        <a:pt x="1290" y="163"/>
                      </a:lnTo>
                      <a:lnTo>
                        <a:pt x="1292" y="166"/>
                      </a:lnTo>
                      <a:lnTo>
                        <a:pt x="1296" y="167"/>
                      </a:lnTo>
                      <a:lnTo>
                        <a:pt x="1298" y="170"/>
                      </a:lnTo>
                      <a:lnTo>
                        <a:pt x="1302" y="174"/>
                      </a:lnTo>
                      <a:lnTo>
                        <a:pt x="1304" y="176"/>
                      </a:lnTo>
                      <a:lnTo>
                        <a:pt x="1307" y="179"/>
                      </a:lnTo>
                      <a:lnTo>
                        <a:pt x="1310" y="179"/>
                      </a:lnTo>
                      <a:lnTo>
                        <a:pt x="1312" y="177"/>
                      </a:lnTo>
                      <a:lnTo>
                        <a:pt x="1315" y="175"/>
                      </a:lnTo>
                      <a:lnTo>
                        <a:pt x="1315" y="170"/>
                      </a:lnTo>
                      <a:lnTo>
                        <a:pt x="1315" y="163"/>
                      </a:lnTo>
                      <a:lnTo>
                        <a:pt x="1313" y="151"/>
                      </a:lnTo>
                      <a:lnTo>
                        <a:pt x="1315" y="143"/>
                      </a:lnTo>
                      <a:lnTo>
                        <a:pt x="1316" y="141"/>
                      </a:lnTo>
                      <a:lnTo>
                        <a:pt x="1318" y="137"/>
                      </a:lnTo>
                      <a:lnTo>
                        <a:pt x="1322" y="136"/>
                      </a:lnTo>
                      <a:lnTo>
                        <a:pt x="1325" y="135"/>
                      </a:lnTo>
                      <a:lnTo>
                        <a:pt x="1331" y="133"/>
                      </a:lnTo>
                      <a:lnTo>
                        <a:pt x="1338" y="135"/>
                      </a:lnTo>
                      <a:lnTo>
                        <a:pt x="1354" y="136"/>
                      </a:lnTo>
                      <a:lnTo>
                        <a:pt x="1369" y="139"/>
                      </a:lnTo>
                      <a:lnTo>
                        <a:pt x="1382" y="143"/>
                      </a:lnTo>
                      <a:lnTo>
                        <a:pt x="1392" y="148"/>
                      </a:lnTo>
                      <a:lnTo>
                        <a:pt x="1399" y="152"/>
                      </a:lnTo>
                      <a:lnTo>
                        <a:pt x="1403" y="158"/>
                      </a:lnTo>
                      <a:lnTo>
                        <a:pt x="1405" y="163"/>
                      </a:lnTo>
                      <a:lnTo>
                        <a:pt x="1407" y="170"/>
                      </a:lnTo>
                      <a:lnTo>
                        <a:pt x="1409" y="173"/>
                      </a:lnTo>
                      <a:lnTo>
                        <a:pt x="1411" y="176"/>
                      </a:lnTo>
                      <a:lnTo>
                        <a:pt x="1413" y="177"/>
                      </a:lnTo>
                      <a:lnTo>
                        <a:pt x="1416" y="179"/>
                      </a:lnTo>
                      <a:lnTo>
                        <a:pt x="1417" y="180"/>
                      </a:lnTo>
                      <a:lnTo>
                        <a:pt x="1418" y="180"/>
                      </a:lnTo>
                      <a:lnTo>
                        <a:pt x="1419" y="179"/>
                      </a:lnTo>
                      <a:lnTo>
                        <a:pt x="1422" y="179"/>
                      </a:lnTo>
                      <a:lnTo>
                        <a:pt x="1423" y="179"/>
                      </a:lnTo>
                      <a:lnTo>
                        <a:pt x="1425" y="177"/>
                      </a:lnTo>
                      <a:lnTo>
                        <a:pt x="1426" y="177"/>
                      </a:lnTo>
                      <a:lnTo>
                        <a:pt x="1428" y="176"/>
                      </a:lnTo>
                      <a:close/>
                    </a:path>
                  </a:pathLst>
                </a:custGeom>
                <a:solidFill>
                  <a:srgbClr val="FFFFFF"/>
                </a:solidFill>
                <a:ln w="9525">
                  <a:solidFill>
                    <a:srgbClr val="AFABAB"/>
                  </a:solidFill>
                  <a:round/>
                  <a:headEnd/>
                  <a:tailEnd/>
                </a:ln>
              </p:spPr>
              <p:txBody>
                <a:bodyPr/>
                <a:lstStyle/>
                <a:p>
                  <a:endParaRPr lang="zh-CN" altLang="en-US"/>
                </a:p>
              </p:txBody>
            </p:sp>
            <p:sp>
              <p:nvSpPr>
                <p:cNvPr id="66" name="Freeform 105">
                  <a:extLst>
                    <a:ext uri="{FF2B5EF4-FFF2-40B4-BE49-F238E27FC236}">
                      <a16:creationId xmlns:a16="http://schemas.microsoft.com/office/drawing/2014/main" id="{6D4E917B-1FF2-4644-94F4-657A3138BC8E}"/>
                    </a:ext>
                  </a:extLst>
                </p:cNvPr>
                <p:cNvSpPr>
                  <a:spLocks/>
                </p:cNvSpPr>
                <p:nvPr/>
              </p:nvSpPr>
              <p:spPr bwMode="auto">
                <a:xfrm>
                  <a:off x="3544299" y="3645700"/>
                  <a:ext cx="14009" cy="11357"/>
                </a:xfrm>
                <a:custGeom>
                  <a:avLst/>
                  <a:gdLst>
                    <a:gd name="T0" fmla="*/ 2 w 78"/>
                    <a:gd name="T1" fmla="*/ 44 h 64"/>
                    <a:gd name="T2" fmla="*/ 5 w 78"/>
                    <a:gd name="T3" fmla="*/ 38 h 64"/>
                    <a:gd name="T4" fmla="*/ 10 w 78"/>
                    <a:gd name="T5" fmla="*/ 34 h 64"/>
                    <a:gd name="T6" fmla="*/ 17 w 78"/>
                    <a:gd name="T7" fmla="*/ 29 h 64"/>
                    <a:gd name="T8" fmla="*/ 26 w 78"/>
                    <a:gd name="T9" fmla="*/ 27 h 64"/>
                    <a:gd name="T10" fmla="*/ 34 w 78"/>
                    <a:gd name="T11" fmla="*/ 26 h 64"/>
                    <a:gd name="T12" fmla="*/ 41 w 78"/>
                    <a:gd name="T13" fmla="*/ 22 h 64"/>
                    <a:gd name="T14" fmla="*/ 48 w 78"/>
                    <a:gd name="T15" fmla="*/ 19 h 64"/>
                    <a:gd name="T16" fmla="*/ 53 w 78"/>
                    <a:gd name="T17" fmla="*/ 14 h 64"/>
                    <a:gd name="T18" fmla="*/ 60 w 78"/>
                    <a:gd name="T19" fmla="*/ 7 h 64"/>
                    <a:gd name="T20" fmla="*/ 70 w 78"/>
                    <a:gd name="T21" fmla="*/ 1 h 64"/>
                    <a:gd name="T22" fmla="*/ 73 w 78"/>
                    <a:gd name="T23" fmla="*/ 0 h 64"/>
                    <a:gd name="T24" fmla="*/ 77 w 78"/>
                    <a:gd name="T25" fmla="*/ 1 h 64"/>
                    <a:gd name="T26" fmla="*/ 78 w 78"/>
                    <a:gd name="T27" fmla="*/ 4 h 64"/>
                    <a:gd name="T28" fmla="*/ 78 w 78"/>
                    <a:gd name="T29" fmla="*/ 13 h 64"/>
                    <a:gd name="T30" fmla="*/ 76 w 78"/>
                    <a:gd name="T31" fmla="*/ 21 h 64"/>
                    <a:gd name="T32" fmla="*/ 73 w 78"/>
                    <a:gd name="T33" fmla="*/ 31 h 64"/>
                    <a:gd name="T34" fmla="*/ 70 w 78"/>
                    <a:gd name="T35" fmla="*/ 40 h 64"/>
                    <a:gd name="T36" fmla="*/ 67 w 78"/>
                    <a:gd name="T37" fmla="*/ 48 h 64"/>
                    <a:gd name="T38" fmla="*/ 64 w 78"/>
                    <a:gd name="T39" fmla="*/ 54 h 64"/>
                    <a:gd name="T40" fmla="*/ 60 w 78"/>
                    <a:gd name="T41" fmla="*/ 57 h 64"/>
                    <a:gd name="T42" fmla="*/ 58 w 78"/>
                    <a:gd name="T43" fmla="*/ 58 h 64"/>
                    <a:gd name="T44" fmla="*/ 54 w 78"/>
                    <a:gd name="T45" fmla="*/ 57 h 64"/>
                    <a:gd name="T46" fmla="*/ 51 w 78"/>
                    <a:gd name="T47" fmla="*/ 54 h 64"/>
                    <a:gd name="T48" fmla="*/ 46 w 78"/>
                    <a:gd name="T49" fmla="*/ 53 h 64"/>
                    <a:gd name="T50" fmla="*/ 41 w 78"/>
                    <a:gd name="T51" fmla="*/ 52 h 64"/>
                    <a:gd name="T52" fmla="*/ 35 w 78"/>
                    <a:gd name="T53" fmla="*/ 53 h 64"/>
                    <a:gd name="T54" fmla="*/ 21 w 78"/>
                    <a:gd name="T55" fmla="*/ 59 h 64"/>
                    <a:gd name="T56" fmla="*/ 7 w 78"/>
                    <a:gd name="T57" fmla="*/ 64 h 64"/>
                    <a:gd name="T58" fmla="*/ 4 w 78"/>
                    <a:gd name="T59" fmla="*/ 64 h 64"/>
                    <a:gd name="T60" fmla="*/ 2 w 78"/>
                    <a:gd name="T61" fmla="*/ 64 h 64"/>
                    <a:gd name="T62" fmla="*/ 1 w 78"/>
                    <a:gd name="T63" fmla="*/ 63 h 64"/>
                    <a:gd name="T64" fmla="*/ 0 w 78"/>
                    <a:gd name="T65" fmla="*/ 60 h 64"/>
                    <a:gd name="T66" fmla="*/ 0 w 78"/>
                    <a:gd name="T67" fmla="*/ 58 h 64"/>
                    <a:gd name="T68" fmla="*/ 0 w 78"/>
                    <a:gd name="T69" fmla="*/ 54 h 64"/>
                    <a:gd name="T70" fmla="*/ 1 w 78"/>
                    <a:gd name="T71" fmla="*/ 50 h 64"/>
                    <a:gd name="T72" fmla="*/ 2 w 78"/>
                    <a:gd name="T73" fmla="*/ 4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8" h="64">
                      <a:moveTo>
                        <a:pt x="2" y="44"/>
                      </a:moveTo>
                      <a:lnTo>
                        <a:pt x="5" y="38"/>
                      </a:lnTo>
                      <a:lnTo>
                        <a:pt x="10" y="34"/>
                      </a:lnTo>
                      <a:lnTo>
                        <a:pt x="17" y="29"/>
                      </a:lnTo>
                      <a:lnTo>
                        <a:pt x="26" y="27"/>
                      </a:lnTo>
                      <a:lnTo>
                        <a:pt x="34" y="26"/>
                      </a:lnTo>
                      <a:lnTo>
                        <a:pt x="41" y="22"/>
                      </a:lnTo>
                      <a:lnTo>
                        <a:pt x="48" y="19"/>
                      </a:lnTo>
                      <a:lnTo>
                        <a:pt x="53" y="14"/>
                      </a:lnTo>
                      <a:lnTo>
                        <a:pt x="60" y="7"/>
                      </a:lnTo>
                      <a:lnTo>
                        <a:pt x="70" y="1"/>
                      </a:lnTo>
                      <a:lnTo>
                        <a:pt x="73" y="0"/>
                      </a:lnTo>
                      <a:lnTo>
                        <a:pt x="77" y="1"/>
                      </a:lnTo>
                      <a:lnTo>
                        <a:pt x="78" y="4"/>
                      </a:lnTo>
                      <a:lnTo>
                        <a:pt x="78" y="13"/>
                      </a:lnTo>
                      <a:lnTo>
                        <a:pt x="76" y="21"/>
                      </a:lnTo>
                      <a:lnTo>
                        <a:pt x="73" y="31"/>
                      </a:lnTo>
                      <a:lnTo>
                        <a:pt x="70" y="40"/>
                      </a:lnTo>
                      <a:lnTo>
                        <a:pt x="67" y="48"/>
                      </a:lnTo>
                      <a:lnTo>
                        <a:pt x="64" y="54"/>
                      </a:lnTo>
                      <a:lnTo>
                        <a:pt x="60" y="57"/>
                      </a:lnTo>
                      <a:lnTo>
                        <a:pt x="58" y="58"/>
                      </a:lnTo>
                      <a:lnTo>
                        <a:pt x="54" y="57"/>
                      </a:lnTo>
                      <a:lnTo>
                        <a:pt x="51" y="54"/>
                      </a:lnTo>
                      <a:lnTo>
                        <a:pt x="46" y="53"/>
                      </a:lnTo>
                      <a:lnTo>
                        <a:pt x="41" y="52"/>
                      </a:lnTo>
                      <a:lnTo>
                        <a:pt x="35" y="53"/>
                      </a:lnTo>
                      <a:lnTo>
                        <a:pt x="21" y="59"/>
                      </a:lnTo>
                      <a:lnTo>
                        <a:pt x="7" y="64"/>
                      </a:lnTo>
                      <a:lnTo>
                        <a:pt x="4" y="64"/>
                      </a:lnTo>
                      <a:lnTo>
                        <a:pt x="2" y="64"/>
                      </a:lnTo>
                      <a:lnTo>
                        <a:pt x="1" y="63"/>
                      </a:lnTo>
                      <a:lnTo>
                        <a:pt x="0" y="60"/>
                      </a:lnTo>
                      <a:lnTo>
                        <a:pt x="0" y="58"/>
                      </a:lnTo>
                      <a:lnTo>
                        <a:pt x="0" y="54"/>
                      </a:lnTo>
                      <a:lnTo>
                        <a:pt x="1" y="50"/>
                      </a:lnTo>
                      <a:lnTo>
                        <a:pt x="2" y="44"/>
                      </a:lnTo>
                      <a:close/>
                    </a:path>
                  </a:pathLst>
                </a:custGeom>
                <a:grpFill/>
                <a:ln w="9525">
                  <a:solidFill>
                    <a:schemeClr val="bg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zh-CN" altLang="en-US"/>
                </a:p>
              </p:txBody>
            </p:sp>
            <p:sp>
              <p:nvSpPr>
                <p:cNvPr id="67" name="台湾">
                  <a:extLst>
                    <a:ext uri="{FF2B5EF4-FFF2-40B4-BE49-F238E27FC236}">
                      <a16:creationId xmlns:a16="http://schemas.microsoft.com/office/drawing/2014/main" id="{E3F82DCA-8FA1-4BDC-9B59-2D8A73876EF7}"/>
                    </a:ext>
                  </a:extLst>
                </p:cNvPr>
                <p:cNvSpPr>
                  <a:spLocks/>
                </p:cNvSpPr>
                <p:nvPr/>
              </p:nvSpPr>
              <p:spPr bwMode="auto">
                <a:xfrm>
                  <a:off x="4191053" y="3257721"/>
                  <a:ext cx="171452" cy="390545"/>
                </a:xfrm>
                <a:custGeom>
                  <a:avLst/>
                  <a:gdLst>
                    <a:gd name="T0" fmla="*/ 2147483646 w 666"/>
                    <a:gd name="T1" fmla="*/ 2147483646 h 1493"/>
                    <a:gd name="T2" fmla="*/ 2147483646 w 666"/>
                    <a:gd name="T3" fmla="*/ 2147483646 h 1493"/>
                    <a:gd name="T4" fmla="*/ 2147483646 w 666"/>
                    <a:gd name="T5" fmla="*/ 2147483646 h 1493"/>
                    <a:gd name="T6" fmla="*/ 2147483646 w 666"/>
                    <a:gd name="T7" fmla="*/ 2147483646 h 1493"/>
                    <a:gd name="T8" fmla="*/ 2147483646 w 666"/>
                    <a:gd name="T9" fmla="*/ 2147483646 h 1493"/>
                    <a:gd name="T10" fmla="*/ 2147483646 w 666"/>
                    <a:gd name="T11" fmla="*/ 2147483646 h 1493"/>
                    <a:gd name="T12" fmla="*/ 2147483646 w 666"/>
                    <a:gd name="T13" fmla="*/ 2147483646 h 1493"/>
                    <a:gd name="T14" fmla="*/ 2147483646 w 666"/>
                    <a:gd name="T15" fmla="*/ 2147483646 h 1493"/>
                    <a:gd name="T16" fmla="*/ 2147483646 w 666"/>
                    <a:gd name="T17" fmla="*/ 0 h 1493"/>
                    <a:gd name="T18" fmla="*/ 2147483646 w 666"/>
                    <a:gd name="T19" fmla="*/ 2147483646 h 1493"/>
                    <a:gd name="T20" fmla="*/ 2147483646 w 666"/>
                    <a:gd name="T21" fmla="*/ 2147483646 h 1493"/>
                    <a:gd name="T22" fmla="*/ 2147483646 w 666"/>
                    <a:gd name="T23" fmla="*/ 2147483646 h 1493"/>
                    <a:gd name="T24" fmla="*/ 2147483646 w 666"/>
                    <a:gd name="T25" fmla="*/ 2147483646 h 1493"/>
                    <a:gd name="T26" fmla="*/ 2147483646 w 666"/>
                    <a:gd name="T27" fmla="*/ 2147483646 h 1493"/>
                    <a:gd name="T28" fmla="*/ 2147483646 w 666"/>
                    <a:gd name="T29" fmla="*/ 2147483646 h 1493"/>
                    <a:gd name="T30" fmla="*/ 2147483646 w 666"/>
                    <a:gd name="T31" fmla="*/ 2147483646 h 1493"/>
                    <a:gd name="T32" fmla="*/ 2147483646 w 666"/>
                    <a:gd name="T33" fmla="*/ 2147483646 h 1493"/>
                    <a:gd name="T34" fmla="*/ 2147483646 w 666"/>
                    <a:gd name="T35" fmla="*/ 2147483646 h 1493"/>
                    <a:gd name="T36" fmla="*/ 2147483646 w 666"/>
                    <a:gd name="T37" fmla="*/ 2147483646 h 1493"/>
                    <a:gd name="T38" fmla="*/ 2147483646 w 666"/>
                    <a:gd name="T39" fmla="*/ 2147483646 h 1493"/>
                    <a:gd name="T40" fmla="*/ 2147483646 w 666"/>
                    <a:gd name="T41" fmla="*/ 2147483646 h 1493"/>
                    <a:gd name="T42" fmla="*/ 2147483646 w 666"/>
                    <a:gd name="T43" fmla="*/ 2147483646 h 1493"/>
                    <a:gd name="T44" fmla="*/ 2147483646 w 666"/>
                    <a:gd name="T45" fmla="*/ 2147483646 h 1493"/>
                    <a:gd name="T46" fmla="*/ 2147483646 w 666"/>
                    <a:gd name="T47" fmla="*/ 2147483646 h 1493"/>
                    <a:gd name="T48" fmla="*/ 2147483646 w 666"/>
                    <a:gd name="T49" fmla="*/ 2147483646 h 1493"/>
                    <a:gd name="T50" fmla="*/ 2147483646 w 666"/>
                    <a:gd name="T51" fmla="*/ 2147483646 h 1493"/>
                    <a:gd name="T52" fmla="*/ 2147483646 w 666"/>
                    <a:gd name="T53" fmla="*/ 2147483646 h 1493"/>
                    <a:gd name="T54" fmla="*/ 2147483646 w 666"/>
                    <a:gd name="T55" fmla="*/ 2147483646 h 1493"/>
                    <a:gd name="T56" fmla="*/ 2147483646 w 666"/>
                    <a:gd name="T57" fmla="*/ 2147483646 h 1493"/>
                    <a:gd name="T58" fmla="*/ 2147483646 w 666"/>
                    <a:gd name="T59" fmla="*/ 2147483646 h 1493"/>
                    <a:gd name="T60" fmla="*/ 2147483646 w 666"/>
                    <a:gd name="T61" fmla="*/ 2147483646 h 1493"/>
                    <a:gd name="T62" fmla="*/ 2147483646 w 666"/>
                    <a:gd name="T63" fmla="*/ 2147483646 h 1493"/>
                    <a:gd name="T64" fmla="*/ 2147483646 w 666"/>
                    <a:gd name="T65" fmla="*/ 2147483646 h 1493"/>
                    <a:gd name="T66" fmla="*/ 2147483646 w 666"/>
                    <a:gd name="T67" fmla="*/ 2147483646 h 1493"/>
                    <a:gd name="T68" fmla="*/ 2147483646 w 666"/>
                    <a:gd name="T69" fmla="*/ 2147483646 h 1493"/>
                    <a:gd name="T70" fmla="*/ 2147483646 w 666"/>
                    <a:gd name="T71" fmla="*/ 2147483646 h 1493"/>
                    <a:gd name="T72" fmla="*/ 2147483646 w 666"/>
                    <a:gd name="T73" fmla="*/ 2147483646 h 1493"/>
                    <a:gd name="T74" fmla="*/ 2147483646 w 666"/>
                    <a:gd name="T75" fmla="*/ 2147483646 h 1493"/>
                    <a:gd name="T76" fmla="*/ 2147483646 w 666"/>
                    <a:gd name="T77" fmla="*/ 2147483646 h 1493"/>
                    <a:gd name="T78" fmla="*/ 2147483646 w 666"/>
                    <a:gd name="T79" fmla="*/ 2147483646 h 1493"/>
                    <a:gd name="T80" fmla="*/ 2147483646 w 666"/>
                    <a:gd name="T81" fmla="*/ 2147483646 h 1493"/>
                    <a:gd name="T82" fmla="*/ 2147483646 w 666"/>
                    <a:gd name="T83" fmla="*/ 2147483646 h 1493"/>
                    <a:gd name="T84" fmla="*/ 2147483646 w 666"/>
                    <a:gd name="T85" fmla="*/ 2147483646 h 1493"/>
                    <a:gd name="T86" fmla="*/ 2147483646 w 666"/>
                    <a:gd name="T87" fmla="*/ 2147483646 h 1493"/>
                    <a:gd name="T88" fmla="*/ 2147483646 w 666"/>
                    <a:gd name="T89" fmla="*/ 2147483646 h 1493"/>
                    <a:gd name="T90" fmla="*/ 2147483646 w 666"/>
                    <a:gd name="T91" fmla="*/ 2147483646 h 1493"/>
                    <a:gd name="T92" fmla="*/ 2147483646 w 666"/>
                    <a:gd name="T93" fmla="*/ 2147483646 h 1493"/>
                    <a:gd name="T94" fmla="*/ 2147483646 w 666"/>
                    <a:gd name="T95" fmla="*/ 2147483646 h 1493"/>
                    <a:gd name="T96" fmla="*/ 2147483646 w 666"/>
                    <a:gd name="T97" fmla="*/ 2147483646 h 1493"/>
                    <a:gd name="T98" fmla="*/ 2147483646 w 666"/>
                    <a:gd name="T99" fmla="*/ 2147483646 h 1493"/>
                    <a:gd name="T100" fmla="*/ 2147483646 w 666"/>
                    <a:gd name="T101" fmla="*/ 2147483646 h 1493"/>
                    <a:gd name="T102" fmla="*/ 2147483646 w 666"/>
                    <a:gd name="T103" fmla="*/ 2147483646 h 1493"/>
                    <a:gd name="T104" fmla="*/ 2147483646 w 666"/>
                    <a:gd name="T105" fmla="*/ 2147483646 h 1493"/>
                    <a:gd name="T106" fmla="*/ 2147483646 w 666"/>
                    <a:gd name="T107" fmla="*/ 2147483646 h 149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666" h="1493">
                      <a:moveTo>
                        <a:pt x="187" y="371"/>
                      </a:moveTo>
                      <a:lnTo>
                        <a:pt x="195" y="353"/>
                      </a:lnTo>
                      <a:lnTo>
                        <a:pt x="204" y="335"/>
                      </a:lnTo>
                      <a:lnTo>
                        <a:pt x="207" y="327"/>
                      </a:lnTo>
                      <a:lnTo>
                        <a:pt x="213" y="320"/>
                      </a:lnTo>
                      <a:lnTo>
                        <a:pt x="219" y="312"/>
                      </a:lnTo>
                      <a:lnTo>
                        <a:pt x="228" y="303"/>
                      </a:lnTo>
                      <a:lnTo>
                        <a:pt x="241" y="288"/>
                      </a:lnTo>
                      <a:lnTo>
                        <a:pt x="254" y="270"/>
                      </a:lnTo>
                      <a:lnTo>
                        <a:pt x="261" y="259"/>
                      </a:lnTo>
                      <a:lnTo>
                        <a:pt x="266" y="249"/>
                      </a:lnTo>
                      <a:lnTo>
                        <a:pt x="269" y="237"/>
                      </a:lnTo>
                      <a:lnTo>
                        <a:pt x="273" y="224"/>
                      </a:lnTo>
                      <a:lnTo>
                        <a:pt x="276" y="203"/>
                      </a:lnTo>
                      <a:lnTo>
                        <a:pt x="280" y="186"/>
                      </a:lnTo>
                      <a:lnTo>
                        <a:pt x="285" y="168"/>
                      </a:lnTo>
                      <a:lnTo>
                        <a:pt x="292" y="152"/>
                      </a:lnTo>
                      <a:lnTo>
                        <a:pt x="295" y="145"/>
                      </a:lnTo>
                      <a:lnTo>
                        <a:pt x="300" y="138"/>
                      </a:lnTo>
                      <a:lnTo>
                        <a:pt x="306" y="132"/>
                      </a:lnTo>
                      <a:lnTo>
                        <a:pt x="312" y="126"/>
                      </a:lnTo>
                      <a:lnTo>
                        <a:pt x="319" y="120"/>
                      </a:lnTo>
                      <a:lnTo>
                        <a:pt x="326" y="114"/>
                      </a:lnTo>
                      <a:lnTo>
                        <a:pt x="336" y="109"/>
                      </a:lnTo>
                      <a:lnTo>
                        <a:pt x="345" y="106"/>
                      </a:lnTo>
                      <a:lnTo>
                        <a:pt x="381" y="93"/>
                      </a:lnTo>
                      <a:lnTo>
                        <a:pt x="407" y="82"/>
                      </a:lnTo>
                      <a:lnTo>
                        <a:pt x="418" y="77"/>
                      </a:lnTo>
                      <a:lnTo>
                        <a:pt x="426" y="70"/>
                      </a:lnTo>
                      <a:lnTo>
                        <a:pt x="430" y="66"/>
                      </a:lnTo>
                      <a:lnTo>
                        <a:pt x="433" y="60"/>
                      </a:lnTo>
                      <a:lnTo>
                        <a:pt x="437" y="54"/>
                      </a:lnTo>
                      <a:lnTo>
                        <a:pt x="439" y="46"/>
                      </a:lnTo>
                      <a:lnTo>
                        <a:pt x="443" y="39"/>
                      </a:lnTo>
                      <a:lnTo>
                        <a:pt x="446" y="33"/>
                      </a:lnTo>
                      <a:lnTo>
                        <a:pt x="450" y="26"/>
                      </a:lnTo>
                      <a:lnTo>
                        <a:pt x="455" y="22"/>
                      </a:lnTo>
                      <a:lnTo>
                        <a:pt x="458" y="16"/>
                      </a:lnTo>
                      <a:lnTo>
                        <a:pt x="464" y="12"/>
                      </a:lnTo>
                      <a:lnTo>
                        <a:pt x="469" y="7"/>
                      </a:lnTo>
                      <a:lnTo>
                        <a:pt x="474" y="5"/>
                      </a:lnTo>
                      <a:lnTo>
                        <a:pt x="480" y="3"/>
                      </a:lnTo>
                      <a:lnTo>
                        <a:pt x="484" y="0"/>
                      </a:lnTo>
                      <a:lnTo>
                        <a:pt x="490" y="0"/>
                      </a:lnTo>
                      <a:lnTo>
                        <a:pt x="495" y="0"/>
                      </a:lnTo>
                      <a:lnTo>
                        <a:pt x="500" y="1"/>
                      </a:lnTo>
                      <a:lnTo>
                        <a:pt x="505" y="3"/>
                      </a:lnTo>
                      <a:lnTo>
                        <a:pt x="509" y="6"/>
                      </a:lnTo>
                      <a:lnTo>
                        <a:pt x="514" y="10"/>
                      </a:lnTo>
                      <a:lnTo>
                        <a:pt x="522" y="18"/>
                      </a:lnTo>
                      <a:lnTo>
                        <a:pt x="529" y="25"/>
                      </a:lnTo>
                      <a:lnTo>
                        <a:pt x="538" y="31"/>
                      </a:lnTo>
                      <a:lnTo>
                        <a:pt x="546" y="37"/>
                      </a:lnTo>
                      <a:lnTo>
                        <a:pt x="554" y="41"/>
                      </a:lnTo>
                      <a:lnTo>
                        <a:pt x="564" y="43"/>
                      </a:lnTo>
                      <a:lnTo>
                        <a:pt x="573" y="45"/>
                      </a:lnTo>
                      <a:lnTo>
                        <a:pt x="584" y="44"/>
                      </a:lnTo>
                      <a:lnTo>
                        <a:pt x="596" y="44"/>
                      </a:lnTo>
                      <a:lnTo>
                        <a:pt x="606" y="44"/>
                      </a:lnTo>
                      <a:lnTo>
                        <a:pt x="615" y="45"/>
                      </a:lnTo>
                      <a:lnTo>
                        <a:pt x="623" y="49"/>
                      </a:lnTo>
                      <a:lnTo>
                        <a:pt x="631" y="54"/>
                      </a:lnTo>
                      <a:lnTo>
                        <a:pt x="638" y="61"/>
                      </a:lnTo>
                      <a:lnTo>
                        <a:pt x="645" y="69"/>
                      </a:lnTo>
                      <a:lnTo>
                        <a:pt x="652" y="80"/>
                      </a:lnTo>
                      <a:lnTo>
                        <a:pt x="658" y="90"/>
                      </a:lnTo>
                      <a:lnTo>
                        <a:pt x="663" y="101"/>
                      </a:lnTo>
                      <a:lnTo>
                        <a:pt x="665" y="112"/>
                      </a:lnTo>
                      <a:lnTo>
                        <a:pt x="666" y="121"/>
                      </a:lnTo>
                      <a:lnTo>
                        <a:pt x="665" y="131"/>
                      </a:lnTo>
                      <a:lnTo>
                        <a:pt x="661" y="139"/>
                      </a:lnTo>
                      <a:lnTo>
                        <a:pt x="655" y="146"/>
                      </a:lnTo>
                      <a:lnTo>
                        <a:pt x="648" y="152"/>
                      </a:lnTo>
                      <a:lnTo>
                        <a:pt x="641" y="159"/>
                      </a:lnTo>
                      <a:lnTo>
                        <a:pt x="634" y="168"/>
                      </a:lnTo>
                      <a:lnTo>
                        <a:pt x="628" y="178"/>
                      </a:lnTo>
                      <a:lnTo>
                        <a:pt x="625" y="190"/>
                      </a:lnTo>
                      <a:lnTo>
                        <a:pt x="623" y="203"/>
                      </a:lnTo>
                      <a:lnTo>
                        <a:pt x="623" y="216"/>
                      </a:lnTo>
                      <a:lnTo>
                        <a:pt x="625" y="225"/>
                      </a:lnTo>
                      <a:lnTo>
                        <a:pt x="627" y="232"/>
                      </a:lnTo>
                      <a:lnTo>
                        <a:pt x="629" y="240"/>
                      </a:lnTo>
                      <a:lnTo>
                        <a:pt x="633" y="249"/>
                      </a:lnTo>
                      <a:lnTo>
                        <a:pt x="639" y="265"/>
                      </a:lnTo>
                      <a:lnTo>
                        <a:pt x="644" y="283"/>
                      </a:lnTo>
                      <a:lnTo>
                        <a:pt x="647" y="300"/>
                      </a:lnTo>
                      <a:lnTo>
                        <a:pt x="648" y="316"/>
                      </a:lnTo>
                      <a:lnTo>
                        <a:pt x="648" y="333"/>
                      </a:lnTo>
                      <a:lnTo>
                        <a:pt x="647" y="350"/>
                      </a:lnTo>
                      <a:lnTo>
                        <a:pt x="644" y="366"/>
                      </a:lnTo>
                      <a:lnTo>
                        <a:pt x="639" y="383"/>
                      </a:lnTo>
                      <a:lnTo>
                        <a:pt x="632" y="400"/>
                      </a:lnTo>
                      <a:lnTo>
                        <a:pt x="623" y="416"/>
                      </a:lnTo>
                      <a:lnTo>
                        <a:pt x="615" y="433"/>
                      </a:lnTo>
                      <a:lnTo>
                        <a:pt x="606" y="451"/>
                      </a:lnTo>
                      <a:lnTo>
                        <a:pt x="596" y="468"/>
                      </a:lnTo>
                      <a:lnTo>
                        <a:pt x="588" y="485"/>
                      </a:lnTo>
                      <a:lnTo>
                        <a:pt x="582" y="503"/>
                      </a:lnTo>
                      <a:lnTo>
                        <a:pt x="577" y="520"/>
                      </a:lnTo>
                      <a:lnTo>
                        <a:pt x="573" y="540"/>
                      </a:lnTo>
                      <a:lnTo>
                        <a:pt x="572" y="564"/>
                      </a:lnTo>
                      <a:lnTo>
                        <a:pt x="571" y="590"/>
                      </a:lnTo>
                      <a:lnTo>
                        <a:pt x="571" y="618"/>
                      </a:lnTo>
                      <a:lnTo>
                        <a:pt x="570" y="647"/>
                      </a:lnTo>
                      <a:lnTo>
                        <a:pt x="570" y="674"/>
                      </a:lnTo>
                      <a:lnTo>
                        <a:pt x="570" y="698"/>
                      </a:lnTo>
                      <a:lnTo>
                        <a:pt x="568" y="718"/>
                      </a:lnTo>
                      <a:lnTo>
                        <a:pt x="563" y="760"/>
                      </a:lnTo>
                      <a:lnTo>
                        <a:pt x="557" y="807"/>
                      </a:lnTo>
                      <a:lnTo>
                        <a:pt x="553" y="830"/>
                      </a:lnTo>
                      <a:lnTo>
                        <a:pt x="551" y="850"/>
                      </a:lnTo>
                      <a:lnTo>
                        <a:pt x="547" y="867"/>
                      </a:lnTo>
                      <a:lnTo>
                        <a:pt x="544" y="880"/>
                      </a:lnTo>
                      <a:lnTo>
                        <a:pt x="539" y="901"/>
                      </a:lnTo>
                      <a:lnTo>
                        <a:pt x="537" y="925"/>
                      </a:lnTo>
                      <a:lnTo>
                        <a:pt x="534" y="939"/>
                      </a:lnTo>
                      <a:lnTo>
                        <a:pt x="532" y="952"/>
                      </a:lnTo>
                      <a:lnTo>
                        <a:pt x="529" y="965"/>
                      </a:lnTo>
                      <a:lnTo>
                        <a:pt x="525" y="980"/>
                      </a:lnTo>
                      <a:lnTo>
                        <a:pt x="519" y="995"/>
                      </a:lnTo>
                      <a:lnTo>
                        <a:pt x="509" y="1013"/>
                      </a:lnTo>
                      <a:lnTo>
                        <a:pt x="499" y="1034"/>
                      </a:lnTo>
                      <a:lnTo>
                        <a:pt x="485" y="1056"/>
                      </a:lnTo>
                      <a:lnTo>
                        <a:pt x="459" y="1097"/>
                      </a:lnTo>
                      <a:lnTo>
                        <a:pt x="433" y="1135"/>
                      </a:lnTo>
                      <a:lnTo>
                        <a:pt x="414" y="1159"/>
                      </a:lnTo>
                      <a:lnTo>
                        <a:pt x="402" y="1176"/>
                      </a:lnTo>
                      <a:lnTo>
                        <a:pt x="398" y="1185"/>
                      </a:lnTo>
                      <a:lnTo>
                        <a:pt x="393" y="1197"/>
                      </a:lnTo>
                      <a:lnTo>
                        <a:pt x="388" y="1214"/>
                      </a:lnTo>
                      <a:lnTo>
                        <a:pt x="382" y="1237"/>
                      </a:lnTo>
                      <a:lnTo>
                        <a:pt x="376" y="1261"/>
                      </a:lnTo>
                      <a:lnTo>
                        <a:pt x="373" y="1281"/>
                      </a:lnTo>
                      <a:lnTo>
                        <a:pt x="370" y="1297"/>
                      </a:lnTo>
                      <a:lnTo>
                        <a:pt x="370" y="1310"/>
                      </a:lnTo>
                      <a:lnTo>
                        <a:pt x="371" y="1321"/>
                      </a:lnTo>
                      <a:lnTo>
                        <a:pt x="373" y="1330"/>
                      </a:lnTo>
                      <a:lnTo>
                        <a:pt x="375" y="1341"/>
                      </a:lnTo>
                      <a:lnTo>
                        <a:pt x="378" y="1350"/>
                      </a:lnTo>
                      <a:lnTo>
                        <a:pt x="384" y="1374"/>
                      </a:lnTo>
                      <a:lnTo>
                        <a:pt x="388" y="1397"/>
                      </a:lnTo>
                      <a:lnTo>
                        <a:pt x="389" y="1407"/>
                      </a:lnTo>
                      <a:lnTo>
                        <a:pt x="389" y="1416"/>
                      </a:lnTo>
                      <a:lnTo>
                        <a:pt x="388" y="1423"/>
                      </a:lnTo>
                      <a:lnTo>
                        <a:pt x="386" y="1426"/>
                      </a:lnTo>
                      <a:lnTo>
                        <a:pt x="380" y="1434"/>
                      </a:lnTo>
                      <a:lnTo>
                        <a:pt x="374" y="1441"/>
                      </a:lnTo>
                      <a:lnTo>
                        <a:pt x="373" y="1445"/>
                      </a:lnTo>
                      <a:lnTo>
                        <a:pt x="373" y="1450"/>
                      </a:lnTo>
                      <a:lnTo>
                        <a:pt x="373" y="1455"/>
                      </a:lnTo>
                      <a:lnTo>
                        <a:pt x="375" y="1461"/>
                      </a:lnTo>
                      <a:lnTo>
                        <a:pt x="381" y="1472"/>
                      </a:lnTo>
                      <a:lnTo>
                        <a:pt x="386" y="1479"/>
                      </a:lnTo>
                      <a:lnTo>
                        <a:pt x="387" y="1482"/>
                      </a:lnTo>
                      <a:lnTo>
                        <a:pt x="387" y="1486"/>
                      </a:lnTo>
                      <a:lnTo>
                        <a:pt x="386" y="1488"/>
                      </a:lnTo>
                      <a:lnTo>
                        <a:pt x="383" y="1491"/>
                      </a:lnTo>
                      <a:lnTo>
                        <a:pt x="380" y="1493"/>
                      </a:lnTo>
                      <a:lnTo>
                        <a:pt x="376" y="1493"/>
                      </a:lnTo>
                      <a:lnTo>
                        <a:pt x="374" y="1492"/>
                      </a:lnTo>
                      <a:lnTo>
                        <a:pt x="370" y="1489"/>
                      </a:lnTo>
                      <a:lnTo>
                        <a:pt x="363" y="1483"/>
                      </a:lnTo>
                      <a:lnTo>
                        <a:pt x="356" y="1475"/>
                      </a:lnTo>
                      <a:lnTo>
                        <a:pt x="349" y="1468"/>
                      </a:lnTo>
                      <a:lnTo>
                        <a:pt x="343" y="1463"/>
                      </a:lnTo>
                      <a:lnTo>
                        <a:pt x="336" y="1461"/>
                      </a:lnTo>
                      <a:lnTo>
                        <a:pt x="326" y="1460"/>
                      </a:lnTo>
                      <a:lnTo>
                        <a:pt x="320" y="1460"/>
                      </a:lnTo>
                      <a:lnTo>
                        <a:pt x="314" y="1457"/>
                      </a:lnTo>
                      <a:lnTo>
                        <a:pt x="310" y="1455"/>
                      </a:lnTo>
                      <a:lnTo>
                        <a:pt x="306" y="1450"/>
                      </a:lnTo>
                      <a:lnTo>
                        <a:pt x="304" y="1444"/>
                      </a:lnTo>
                      <a:lnTo>
                        <a:pt x="301" y="1436"/>
                      </a:lnTo>
                      <a:lnTo>
                        <a:pt x="300" y="1426"/>
                      </a:lnTo>
                      <a:lnTo>
                        <a:pt x="299" y="1413"/>
                      </a:lnTo>
                      <a:lnTo>
                        <a:pt x="298" y="1399"/>
                      </a:lnTo>
                      <a:lnTo>
                        <a:pt x="294" y="1384"/>
                      </a:lnTo>
                      <a:lnTo>
                        <a:pt x="289" y="1366"/>
                      </a:lnTo>
                      <a:lnTo>
                        <a:pt x="281" y="1348"/>
                      </a:lnTo>
                      <a:lnTo>
                        <a:pt x="270" y="1331"/>
                      </a:lnTo>
                      <a:lnTo>
                        <a:pt x="258" y="1315"/>
                      </a:lnTo>
                      <a:lnTo>
                        <a:pt x="251" y="1308"/>
                      </a:lnTo>
                      <a:lnTo>
                        <a:pt x="244" y="1300"/>
                      </a:lnTo>
                      <a:lnTo>
                        <a:pt x="236" y="1293"/>
                      </a:lnTo>
                      <a:lnTo>
                        <a:pt x="228" y="1287"/>
                      </a:lnTo>
                      <a:lnTo>
                        <a:pt x="192" y="1270"/>
                      </a:lnTo>
                      <a:lnTo>
                        <a:pt x="160" y="1255"/>
                      </a:lnTo>
                      <a:lnTo>
                        <a:pt x="147" y="1249"/>
                      </a:lnTo>
                      <a:lnTo>
                        <a:pt x="136" y="1243"/>
                      </a:lnTo>
                      <a:lnTo>
                        <a:pt x="132" y="1240"/>
                      </a:lnTo>
                      <a:lnTo>
                        <a:pt x="129" y="1236"/>
                      </a:lnTo>
                      <a:lnTo>
                        <a:pt x="126" y="1234"/>
                      </a:lnTo>
                      <a:lnTo>
                        <a:pt x="125" y="1230"/>
                      </a:lnTo>
                      <a:lnTo>
                        <a:pt x="123" y="1223"/>
                      </a:lnTo>
                      <a:lnTo>
                        <a:pt x="119" y="1215"/>
                      </a:lnTo>
                      <a:lnTo>
                        <a:pt x="115" y="1205"/>
                      </a:lnTo>
                      <a:lnTo>
                        <a:pt x="109" y="1196"/>
                      </a:lnTo>
                      <a:lnTo>
                        <a:pt x="103" y="1184"/>
                      </a:lnTo>
                      <a:lnTo>
                        <a:pt x="96" y="1172"/>
                      </a:lnTo>
                      <a:lnTo>
                        <a:pt x="88" y="1158"/>
                      </a:lnTo>
                      <a:lnTo>
                        <a:pt x="82" y="1142"/>
                      </a:lnTo>
                      <a:lnTo>
                        <a:pt x="69" y="1109"/>
                      </a:lnTo>
                      <a:lnTo>
                        <a:pt x="56" y="1079"/>
                      </a:lnTo>
                      <a:lnTo>
                        <a:pt x="48" y="1067"/>
                      </a:lnTo>
                      <a:lnTo>
                        <a:pt x="41" y="1058"/>
                      </a:lnTo>
                      <a:lnTo>
                        <a:pt x="36" y="1053"/>
                      </a:lnTo>
                      <a:lnTo>
                        <a:pt x="33" y="1051"/>
                      </a:lnTo>
                      <a:lnTo>
                        <a:pt x="28" y="1047"/>
                      </a:lnTo>
                      <a:lnTo>
                        <a:pt x="23" y="1046"/>
                      </a:lnTo>
                      <a:lnTo>
                        <a:pt x="14" y="1044"/>
                      </a:lnTo>
                      <a:lnTo>
                        <a:pt x="8" y="1039"/>
                      </a:lnTo>
                      <a:lnTo>
                        <a:pt x="4" y="1033"/>
                      </a:lnTo>
                      <a:lnTo>
                        <a:pt x="2" y="1027"/>
                      </a:lnTo>
                      <a:lnTo>
                        <a:pt x="0" y="1019"/>
                      </a:lnTo>
                      <a:lnTo>
                        <a:pt x="2" y="1009"/>
                      </a:lnTo>
                      <a:lnTo>
                        <a:pt x="2" y="1000"/>
                      </a:lnTo>
                      <a:lnTo>
                        <a:pt x="3" y="988"/>
                      </a:lnTo>
                      <a:lnTo>
                        <a:pt x="6" y="962"/>
                      </a:lnTo>
                      <a:lnTo>
                        <a:pt x="10" y="932"/>
                      </a:lnTo>
                      <a:lnTo>
                        <a:pt x="12" y="918"/>
                      </a:lnTo>
                      <a:lnTo>
                        <a:pt x="15" y="906"/>
                      </a:lnTo>
                      <a:lnTo>
                        <a:pt x="18" y="896"/>
                      </a:lnTo>
                      <a:lnTo>
                        <a:pt x="21" y="890"/>
                      </a:lnTo>
                      <a:lnTo>
                        <a:pt x="24" y="883"/>
                      </a:lnTo>
                      <a:lnTo>
                        <a:pt x="25" y="874"/>
                      </a:lnTo>
                      <a:lnTo>
                        <a:pt x="27" y="862"/>
                      </a:lnTo>
                      <a:lnTo>
                        <a:pt x="25" y="849"/>
                      </a:lnTo>
                      <a:lnTo>
                        <a:pt x="24" y="837"/>
                      </a:lnTo>
                      <a:lnTo>
                        <a:pt x="22" y="824"/>
                      </a:lnTo>
                      <a:lnTo>
                        <a:pt x="19" y="813"/>
                      </a:lnTo>
                      <a:lnTo>
                        <a:pt x="16" y="805"/>
                      </a:lnTo>
                      <a:lnTo>
                        <a:pt x="12" y="798"/>
                      </a:lnTo>
                      <a:lnTo>
                        <a:pt x="10" y="789"/>
                      </a:lnTo>
                      <a:lnTo>
                        <a:pt x="9" y="780"/>
                      </a:lnTo>
                      <a:lnTo>
                        <a:pt x="9" y="770"/>
                      </a:lnTo>
                      <a:lnTo>
                        <a:pt x="10" y="760"/>
                      </a:lnTo>
                      <a:lnTo>
                        <a:pt x="12" y="750"/>
                      </a:lnTo>
                      <a:lnTo>
                        <a:pt x="16" y="739"/>
                      </a:lnTo>
                      <a:lnTo>
                        <a:pt x="23" y="729"/>
                      </a:lnTo>
                      <a:lnTo>
                        <a:pt x="29" y="720"/>
                      </a:lnTo>
                      <a:lnTo>
                        <a:pt x="36" y="713"/>
                      </a:lnTo>
                      <a:lnTo>
                        <a:pt x="41" y="709"/>
                      </a:lnTo>
                      <a:lnTo>
                        <a:pt x="47" y="704"/>
                      </a:lnTo>
                      <a:lnTo>
                        <a:pt x="54" y="698"/>
                      </a:lnTo>
                      <a:lnTo>
                        <a:pt x="60" y="691"/>
                      </a:lnTo>
                      <a:lnTo>
                        <a:pt x="61" y="687"/>
                      </a:lnTo>
                      <a:lnTo>
                        <a:pt x="60" y="685"/>
                      </a:lnTo>
                      <a:lnTo>
                        <a:pt x="58" y="681"/>
                      </a:lnTo>
                      <a:lnTo>
                        <a:pt x="54" y="678"/>
                      </a:lnTo>
                      <a:lnTo>
                        <a:pt x="52" y="672"/>
                      </a:lnTo>
                      <a:lnTo>
                        <a:pt x="52" y="666"/>
                      </a:lnTo>
                      <a:lnTo>
                        <a:pt x="52" y="661"/>
                      </a:lnTo>
                      <a:lnTo>
                        <a:pt x="54" y="657"/>
                      </a:lnTo>
                      <a:lnTo>
                        <a:pt x="56" y="651"/>
                      </a:lnTo>
                      <a:lnTo>
                        <a:pt x="59" y="647"/>
                      </a:lnTo>
                      <a:lnTo>
                        <a:pt x="79" y="615"/>
                      </a:lnTo>
                      <a:lnTo>
                        <a:pt x="97" y="583"/>
                      </a:lnTo>
                      <a:lnTo>
                        <a:pt x="113" y="550"/>
                      </a:lnTo>
                      <a:lnTo>
                        <a:pt x="128" y="517"/>
                      </a:lnTo>
                      <a:lnTo>
                        <a:pt x="132" y="501"/>
                      </a:lnTo>
                      <a:lnTo>
                        <a:pt x="136" y="484"/>
                      </a:lnTo>
                      <a:lnTo>
                        <a:pt x="138" y="478"/>
                      </a:lnTo>
                      <a:lnTo>
                        <a:pt x="141" y="472"/>
                      </a:lnTo>
                      <a:lnTo>
                        <a:pt x="145" y="458"/>
                      </a:lnTo>
                      <a:lnTo>
                        <a:pt x="151" y="443"/>
                      </a:lnTo>
                      <a:lnTo>
                        <a:pt x="156" y="430"/>
                      </a:lnTo>
                      <a:lnTo>
                        <a:pt x="162" y="416"/>
                      </a:lnTo>
                      <a:lnTo>
                        <a:pt x="168" y="404"/>
                      </a:lnTo>
                      <a:lnTo>
                        <a:pt x="174" y="394"/>
                      </a:lnTo>
                      <a:lnTo>
                        <a:pt x="181" y="383"/>
                      </a:lnTo>
                      <a:lnTo>
                        <a:pt x="187" y="371"/>
                      </a:lnTo>
                      <a:close/>
                    </a:path>
                  </a:pathLst>
                </a:custGeom>
                <a:solidFill>
                  <a:srgbClr val="FFFFFF"/>
                </a:solidFill>
                <a:ln w="9525">
                  <a:solidFill>
                    <a:srgbClr val="AFABAB"/>
                  </a:solidFill>
                  <a:round/>
                  <a:headEnd/>
                  <a:tailEnd/>
                </a:ln>
              </p:spPr>
              <p:txBody>
                <a:bodyPr/>
                <a:lstStyle/>
                <a:p>
                  <a:endParaRPr lang="zh-CN" altLang="en-US"/>
                </a:p>
              </p:txBody>
            </p:sp>
            <p:sp>
              <p:nvSpPr>
                <p:cNvPr id="68" name="海南">
                  <a:extLst>
                    <a:ext uri="{FF2B5EF4-FFF2-40B4-BE49-F238E27FC236}">
                      <a16:creationId xmlns:a16="http://schemas.microsoft.com/office/drawing/2014/main" id="{882615D4-5EF7-4FBD-88AA-4461895110DA}"/>
                    </a:ext>
                  </a:extLst>
                </p:cNvPr>
                <p:cNvSpPr>
                  <a:spLocks/>
                </p:cNvSpPr>
                <p:nvPr/>
              </p:nvSpPr>
              <p:spPr bwMode="auto">
                <a:xfrm>
                  <a:off x="2971837" y="3914979"/>
                  <a:ext cx="266703" cy="219086"/>
                </a:xfrm>
                <a:custGeom>
                  <a:avLst/>
                  <a:gdLst>
                    <a:gd name="T0" fmla="*/ 2147483646 w 1013"/>
                    <a:gd name="T1" fmla="*/ 2147483646 h 846"/>
                    <a:gd name="T2" fmla="*/ 0 w 1013"/>
                    <a:gd name="T3" fmla="*/ 2147483646 h 846"/>
                    <a:gd name="T4" fmla="*/ 2147483646 w 1013"/>
                    <a:gd name="T5" fmla="*/ 2147483646 h 846"/>
                    <a:gd name="T6" fmla="*/ 2147483646 w 1013"/>
                    <a:gd name="T7" fmla="*/ 2147483646 h 846"/>
                    <a:gd name="T8" fmla="*/ 2147483646 w 1013"/>
                    <a:gd name="T9" fmla="*/ 2147483646 h 846"/>
                    <a:gd name="T10" fmla="*/ 2147483646 w 1013"/>
                    <a:gd name="T11" fmla="*/ 2147483646 h 846"/>
                    <a:gd name="T12" fmla="*/ 2147483646 w 1013"/>
                    <a:gd name="T13" fmla="*/ 2147483646 h 846"/>
                    <a:gd name="T14" fmla="*/ 2147483646 w 1013"/>
                    <a:gd name="T15" fmla="*/ 2147483646 h 846"/>
                    <a:gd name="T16" fmla="*/ 2147483646 w 1013"/>
                    <a:gd name="T17" fmla="*/ 2147483646 h 846"/>
                    <a:gd name="T18" fmla="*/ 2147483646 w 1013"/>
                    <a:gd name="T19" fmla="*/ 2147483646 h 846"/>
                    <a:gd name="T20" fmla="*/ 2147483646 w 1013"/>
                    <a:gd name="T21" fmla="*/ 2147483646 h 846"/>
                    <a:gd name="T22" fmla="*/ 2147483646 w 1013"/>
                    <a:gd name="T23" fmla="*/ 2147483646 h 846"/>
                    <a:gd name="T24" fmla="*/ 2147483646 w 1013"/>
                    <a:gd name="T25" fmla="*/ 2147483646 h 846"/>
                    <a:gd name="T26" fmla="*/ 2147483646 w 1013"/>
                    <a:gd name="T27" fmla="*/ 2147483646 h 846"/>
                    <a:gd name="T28" fmla="*/ 2147483646 w 1013"/>
                    <a:gd name="T29" fmla="*/ 2147483646 h 846"/>
                    <a:gd name="T30" fmla="*/ 2147483646 w 1013"/>
                    <a:gd name="T31" fmla="*/ 2147483646 h 846"/>
                    <a:gd name="T32" fmla="*/ 2147483646 w 1013"/>
                    <a:gd name="T33" fmla="*/ 2147483646 h 846"/>
                    <a:gd name="T34" fmla="*/ 2147483646 w 1013"/>
                    <a:gd name="T35" fmla="*/ 2147483646 h 846"/>
                    <a:gd name="T36" fmla="*/ 2147483646 w 1013"/>
                    <a:gd name="T37" fmla="*/ 2147483646 h 846"/>
                    <a:gd name="T38" fmla="*/ 2147483646 w 1013"/>
                    <a:gd name="T39" fmla="*/ 2147483646 h 846"/>
                    <a:gd name="T40" fmla="*/ 2147483646 w 1013"/>
                    <a:gd name="T41" fmla="*/ 2147483646 h 846"/>
                    <a:gd name="T42" fmla="*/ 2147483646 w 1013"/>
                    <a:gd name="T43" fmla="*/ 2147483646 h 846"/>
                    <a:gd name="T44" fmla="*/ 2147483646 w 1013"/>
                    <a:gd name="T45" fmla="*/ 2147483646 h 846"/>
                    <a:gd name="T46" fmla="*/ 2147483646 w 1013"/>
                    <a:gd name="T47" fmla="*/ 2147483646 h 846"/>
                    <a:gd name="T48" fmla="*/ 2147483646 w 1013"/>
                    <a:gd name="T49" fmla="*/ 2147483646 h 846"/>
                    <a:gd name="T50" fmla="*/ 2147483646 w 1013"/>
                    <a:gd name="T51" fmla="*/ 2147483646 h 846"/>
                    <a:gd name="T52" fmla="*/ 2147483646 w 1013"/>
                    <a:gd name="T53" fmla="*/ 2147483646 h 846"/>
                    <a:gd name="T54" fmla="*/ 2147483646 w 1013"/>
                    <a:gd name="T55" fmla="*/ 2147483646 h 846"/>
                    <a:gd name="T56" fmla="*/ 2147483646 w 1013"/>
                    <a:gd name="T57" fmla="*/ 2147483646 h 846"/>
                    <a:gd name="T58" fmla="*/ 2147483646 w 1013"/>
                    <a:gd name="T59" fmla="*/ 2147483646 h 846"/>
                    <a:gd name="T60" fmla="*/ 2147483646 w 1013"/>
                    <a:gd name="T61" fmla="*/ 2147483646 h 846"/>
                    <a:gd name="T62" fmla="*/ 2147483646 w 1013"/>
                    <a:gd name="T63" fmla="*/ 2147483646 h 846"/>
                    <a:gd name="T64" fmla="*/ 2147483646 w 1013"/>
                    <a:gd name="T65" fmla="*/ 2147483646 h 846"/>
                    <a:gd name="T66" fmla="*/ 2147483646 w 1013"/>
                    <a:gd name="T67" fmla="*/ 2147483646 h 846"/>
                    <a:gd name="T68" fmla="*/ 2147483646 w 1013"/>
                    <a:gd name="T69" fmla="*/ 2147483646 h 846"/>
                    <a:gd name="T70" fmla="*/ 2147483646 w 1013"/>
                    <a:gd name="T71" fmla="*/ 2147483646 h 846"/>
                    <a:gd name="T72" fmla="*/ 2147483646 w 1013"/>
                    <a:gd name="T73" fmla="*/ 2147483646 h 846"/>
                    <a:gd name="T74" fmla="*/ 2147483646 w 1013"/>
                    <a:gd name="T75" fmla="*/ 2147483646 h 846"/>
                    <a:gd name="T76" fmla="*/ 2147483646 w 1013"/>
                    <a:gd name="T77" fmla="*/ 2147483646 h 846"/>
                    <a:gd name="T78" fmla="*/ 2147483646 w 1013"/>
                    <a:gd name="T79" fmla="*/ 2147483646 h 846"/>
                    <a:gd name="T80" fmla="*/ 2147483646 w 1013"/>
                    <a:gd name="T81" fmla="*/ 2147483646 h 846"/>
                    <a:gd name="T82" fmla="*/ 2147483646 w 1013"/>
                    <a:gd name="T83" fmla="*/ 2147483646 h 846"/>
                    <a:gd name="T84" fmla="*/ 2147483646 w 1013"/>
                    <a:gd name="T85" fmla="*/ 2147483646 h 846"/>
                    <a:gd name="T86" fmla="*/ 2147483646 w 1013"/>
                    <a:gd name="T87" fmla="*/ 2147483646 h 846"/>
                    <a:gd name="T88" fmla="*/ 2147483646 w 1013"/>
                    <a:gd name="T89" fmla="*/ 2147483646 h 846"/>
                    <a:gd name="T90" fmla="*/ 2147483646 w 1013"/>
                    <a:gd name="T91" fmla="*/ 2147483646 h 846"/>
                    <a:gd name="T92" fmla="*/ 2147483646 w 1013"/>
                    <a:gd name="T93" fmla="*/ 2147483646 h 846"/>
                    <a:gd name="T94" fmla="*/ 2147483646 w 1013"/>
                    <a:gd name="T95" fmla="*/ 2147483646 h 846"/>
                    <a:gd name="T96" fmla="*/ 2147483646 w 1013"/>
                    <a:gd name="T97" fmla="*/ 2147483646 h 846"/>
                    <a:gd name="T98" fmla="*/ 2147483646 w 1013"/>
                    <a:gd name="T99" fmla="*/ 2147483646 h 846"/>
                    <a:gd name="T100" fmla="*/ 2147483646 w 1013"/>
                    <a:gd name="T101" fmla="*/ 2147483646 h 846"/>
                    <a:gd name="T102" fmla="*/ 2147483646 w 1013"/>
                    <a:gd name="T103" fmla="*/ 2147483646 h 846"/>
                    <a:gd name="T104" fmla="*/ 2147483646 w 1013"/>
                    <a:gd name="T105" fmla="*/ 2147483646 h 846"/>
                    <a:gd name="T106" fmla="*/ 2147483646 w 1013"/>
                    <a:gd name="T107" fmla="*/ 2147483646 h 846"/>
                    <a:gd name="T108" fmla="*/ 2147483646 w 1013"/>
                    <a:gd name="T109" fmla="*/ 2147483646 h 846"/>
                    <a:gd name="T110" fmla="*/ 2147483646 w 1013"/>
                    <a:gd name="T111" fmla="*/ 2147483646 h 846"/>
                    <a:gd name="T112" fmla="*/ 2147483646 w 1013"/>
                    <a:gd name="T113" fmla="*/ 2147483646 h 846"/>
                    <a:gd name="T114" fmla="*/ 2147483646 w 1013"/>
                    <a:gd name="T115" fmla="*/ 2147483646 h 846"/>
                    <a:gd name="T116" fmla="*/ 2147483646 w 1013"/>
                    <a:gd name="T117" fmla="*/ 2147483646 h 846"/>
                    <a:gd name="T118" fmla="*/ 2147483646 w 1013"/>
                    <a:gd name="T119" fmla="*/ 2147483646 h 84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013" h="846">
                      <a:moveTo>
                        <a:pt x="18" y="587"/>
                      </a:moveTo>
                      <a:lnTo>
                        <a:pt x="14" y="582"/>
                      </a:lnTo>
                      <a:lnTo>
                        <a:pt x="10" y="575"/>
                      </a:lnTo>
                      <a:lnTo>
                        <a:pt x="9" y="569"/>
                      </a:lnTo>
                      <a:lnTo>
                        <a:pt x="8" y="563"/>
                      </a:lnTo>
                      <a:lnTo>
                        <a:pt x="8" y="556"/>
                      </a:lnTo>
                      <a:lnTo>
                        <a:pt x="8" y="549"/>
                      </a:lnTo>
                      <a:lnTo>
                        <a:pt x="10" y="523"/>
                      </a:lnTo>
                      <a:lnTo>
                        <a:pt x="12" y="501"/>
                      </a:lnTo>
                      <a:lnTo>
                        <a:pt x="10" y="492"/>
                      </a:lnTo>
                      <a:lnTo>
                        <a:pt x="9" y="483"/>
                      </a:lnTo>
                      <a:lnTo>
                        <a:pt x="7" y="475"/>
                      </a:lnTo>
                      <a:lnTo>
                        <a:pt x="5" y="467"/>
                      </a:lnTo>
                      <a:lnTo>
                        <a:pt x="2" y="460"/>
                      </a:lnTo>
                      <a:lnTo>
                        <a:pt x="1" y="454"/>
                      </a:lnTo>
                      <a:lnTo>
                        <a:pt x="0" y="448"/>
                      </a:lnTo>
                      <a:lnTo>
                        <a:pt x="0" y="442"/>
                      </a:lnTo>
                      <a:lnTo>
                        <a:pt x="0" y="437"/>
                      </a:lnTo>
                      <a:lnTo>
                        <a:pt x="2" y="432"/>
                      </a:lnTo>
                      <a:lnTo>
                        <a:pt x="3" y="428"/>
                      </a:lnTo>
                      <a:lnTo>
                        <a:pt x="6" y="424"/>
                      </a:lnTo>
                      <a:lnTo>
                        <a:pt x="12" y="416"/>
                      </a:lnTo>
                      <a:lnTo>
                        <a:pt x="16" y="406"/>
                      </a:lnTo>
                      <a:lnTo>
                        <a:pt x="18" y="400"/>
                      </a:lnTo>
                      <a:lnTo>
                        <a:pt x="18" y="394"/>
                      </a:lnTo>
                      <a:lnTo>
                        <a:pt x="18" y="388"/>
                      </a:lnTo>
                      <a:lnTo>
                        <a:pt x="15" y="381"/>
                      </a:lnTo>
                      <a:lnTo>
                        <a:pt x="12" y="374"/>
                      </a:lnTo>
                      <a:lnTo>
                        <a:pt x="9" y="366"/>
                      </a:lnTo>
                      <a:lnTo>
                        <a:pt x="7" y="357"/>
                      </a:lnTo>
                      <a:lnTo>
                        <a:pt x="7" y="349"/>
                      </a:lnTo>
                      <a:lnTo>
                        <a:pt x="8" y="342"/>
                      </a:lnTo>
                      <a:lnTo>
                        <a:pt x="10" y="335"/>
                      </a:lnTo>
                      <a:lnTo>
                        <a:pt x="13" y="333"/>
                      </a:lnTo>
                      <a:lnTo>
                        <a:pt x="16" y="330"/>
                      </a:lnTo>
                      <a:lnTo>
                        <a:pt x="20" y="329"/>
                      </a:lnTo>
                      <a:lnTo>
                        <a:pt x="24" y="328"/>
                      </a:lnTo>
                      <a:lnTo>
                        <a:pt x="43" y="325"/>
                      </a:lnTo>
                      <a:lnTo>
                        <a:pt x="58" y="322"/>
                      </a:lnTo>
                      <a:lnTo>
                        <a:pt x="66" y="318"/>
                      </a:lnTo>
                      <a:lnTo>
                        <a:pt x="76" y="314"/>
                      </a:lnTo>
                      <a:lnTo>
                        <a:pt x="85" y="306"/>
                      </a:lnTo>
                      <a:lnTo>
                        <a:pt x="97" y="297"/>
                      </a:lnTo>
                      <a:lnTo>
                        <a:pt x="122" y="275"/>
                      </a:lnTo>
                      <a:lnTo>
                        <a:pt x="151" y="254"/>
                      </a:lnTo>
                      <a:lnTo>
                        <a:pt x="165" y="245"/>
                      </a:lnTo>
                      <a:lnTo>
                        <a:pt x="180" y="235"/>
                      </a:lnTo>
                      <a:lnTo>
                        <a:pt x="196" y="227"/>
                      </a:lnTo>
                      <a:lnTo>
                        <a:pt x="211" y="218"/>
                      </a:lnTo>
                      <a:lnTo>
                        <a:pt x="240" y="205"/>
                      </a:lnTo>
                      <a:lnTo>
                        <a:pt x="261" y="195"/>
                      </a:lnTo>
                      <a:lnTo>
                        <a:pt x="270" y="190"/>
                      </a:lnTo>
                      <a:lnTo>
                        <a:pt x="277" y="184"/>
                      </a:lnTo>
                      <a:lnTo>
                        <a:pt x="280" y="179"/>
                      </a:lnTo>
                      <a:lnTo>
                        <a:pt x="283" y="174"/>
                      </a:lnTo>
                      <a:lnTo>
                        <a:pt x="284" y="170"/>
                      </a:lnTo>
                      <a:lnTo>
                        <a:pt x="284" y="165"/>
                      </a:lnTo>
                      <a:lnTo>
                        <a:pt x="284" y="163"/>
                      </a:lnTo>
                      <a:lnTo>
                        <a:pt x="283" y="160"/>
                      </a:lnTo>
                      <a:lnTo>
                        <a:pt x="280" y="159"/>
                      </a:lnTo>
                      <a:lnTo>
                        <a:pt x="278" y="158"/>
                      </a:lnTo>
                      <a:lnTo>
                        <a:pt x="274" y="159"/>
                      </a:lnTo>
                      <a:lnTo>
                        <a:pt x="271" y="161"/>
                      </a:lnTo>
                      <a:lnTo>
                        <a:pt x="260" y="167"/>
                      </a:lnTo>
                      <a:lnTo>
                        <a:pt x="248" y="173"/>
                      </a:lnTo>
                      <a:lnTo>
                        <a:pt x="243" y="176"/>
                      </a:lnTo>
                      <a:lnTo>
                        <a:pt x="239" y="176"/>
                      </a:lnTo>
                      <a:lnTo>
                        <a:pt x="236" y="176"/>
                      </a:lnTo>
                      <a:lnTo>
                        <a:pt x="234" y="174"/>
                      </a:lnTo>
                      <a:lnTo>
                        <a:pt x="233" y="172"/>
                      </a:lnTo>
                      <a:lnTo>
                        <a:pt x="232" y="170"/>
                      </a:lnTo>
                      <a:lnTo>
                        <a:pt x="229" y="165"/>
                      </a:lnTo>
                      <a:lnTo>
                        <a:pt x="229" y="160"/>
                      </a:lnTo>
                      <a:lnTo>
                        <a:pt x="229" y="155"/>
                      </a:lnTo>
                      <a:lnTo>
                        <a:pt x="230" y="149"/>
                      </a:lnTo>
                      <a:lnTo>
                        <a:pt x="233" y="145"/>
                      </a:lnTo>
                      <a:lnTo>
                        <a:pt x="238" y="139"/>
                      </a:lnTo>
                      <a:lnTo>
                        <a:pt x="243" y="133"/>
                      </a:lnTo>
                      <a:lnTo>
                        <a:pt x="252" y="126"/>
                      </a:lnTo>
                      <a:lnTo>
                        <a:pt x="260" y="120"/>
                      </a:lnTo>
                      <a:lnTo>
                        <a:pt x="268" y="115"/>
                      </a:lnTo>
                      <a:lnTo>
                        <a:pt x="276" y="110"/>
                      </a:lnTo>
                      <a:lnTo>
                        <a:pt x="283" y="108"/>
                      </a:lnTo>
                      <a:lnTo>
                        <a:pt x="290" y="106"/>
                      </a:lnTo>
                      <a:lnTo>
                        <a:pt x="297" y="106"/>
                      </a:lnTo>
                      <a:lnTo>
                        <a:pt x="305" y="107"/>
                      </a:lnTo>
                      <a:lnTo>
                        <a:pt x="315" y="109"/>
                      </a:lnTo>
                      <a:lnTo>
                        <a:pt x="333" y="114"/>
                      </a:lnTo>
                      <a:lnTo>
                        <a:pt x="343" y="119"/>
                      </a:lnTo>
                      <a:lnTo>
                        <a:pt x="350" y="123"/>
                      </a:lnTo>
                      <a:lnTo>
                        <a:pt x="355" y="128"/>
                      </a:lnTo>
                      <a:lnTo>
                        <a:pt x="359" y="130"/>
                      </a:lnTo>
                      <a:lnTo>
                        <a:pt x="365" y="133"/>
                      </a:lnTo>
                      <a:lnTo>
                        <a:pt x="371" y="133"/>
                      </a:lnTo>
                      <a:lnTo>
                        <a:pt x="378" y="133"/>
                      </a:lnTo>
                      <a:lnTo>
                        <a:pt x="383" y="132"/>
                      </a:lnTo>
                      <a:lnTo>
                        <a:pt x="387" y="128"/>
                      </a:lnTo>
                      <a:lnTo>
                        <a:pt x="388" y="126"/>
                      </a:lnTo>
                      <a:lnTo>
                        <a:pt x="388" y="123"/>
                      </a:lnTo>
                      <a:lnTo>
                        <a:pt x="387" y="121"/>
                      </a:lnTo>
                      <a:lnTo>
                        <a:pt x="386" y="116"/>
                      </a:lnTo>
                      <a:lnTo>
                        <a:pt x="384" y="113"/>
                      </a:lnTo>
                      <a:lnTo>
                        <a:pt x="384" y="109"/>
                      </a:lnTo>
                      <a:lnTo>
                        <a:pt x="383" y="104"/>
                      </a:lnTo>
                      <a:lnTo>
                        <a:pt x="384" y="100"/>
                      </a:lnTo>
                      <a:lnTo>
                        <a:pt x="386" y="91"/>
                      </a:lnTo>
                      <a:lnTo>
                        <a:pt x="391" y="83"/>
                      </a:lnTo>
                      <a:lnTo>
                        <a:pt x="397" y="76"/>
                      </a:lnTo>
                      <a:lnTo>
                        <a:pt x="405" y="70"/>
                      </a:lnTo>
                      <a:lnTo>
                        <a:pt x="410" y="67"/>
                      </a:lnTo>
                      <a:lnTo>
                        <a:pt x="413" y="65"/>
                      </a:lnTo>
                      <a:lnTo>
                        <a:pt x="418" y="64"/>
                      </a:lnTo>
                      <a:lnTo>
                        <a:pt x="423" y="64"/>
                      </a:lnTo>
                      <a:lnTo>
                        <a:pt x="441" y="64"/>
                      </a:lnTo>
                      <a:lnTo>
                        <a:pt x="455" y="65"/>
                      </a:lnTo>
                      <a:lnTo>
                        <a:pt x="462" y="66"/>
                      </a:lnTo>
                      <a:lnTo>
                        <a:pt x="468" y="70"/>
                      </a:lnTo>
                      <a:lnTo>
                        <a:pt x="475" y="73"/>
                      </a:lnTo>
                      <a:lnTo>
                        <a:pt x="482" y="78"/>
                      </a:lnTo>
                      <a:lnTo>
                        <a:pt x="495" y="88"/>
                      </a:lnTo>
                      <a:lnTo>
                        <a:pt x="504" y="94"/>
                      </a:lnTo>
                      <a:lnTo>
                        <a:pt x="507" y="95"/>
                      </a:lnTo>
                      <a:lnTo>
                        <a:pt x="511" y="94"/>
                      </a:lnTo>
                      <a:lnTo>
                        <a:pt x="514" y="91"/>
                      </a:lnTo>
                      <a:lnTo>
                        <a:pt x="519" y="86"/>
                      </a:lnTo>
                      <a:lnTo>
                        <a:pt x="524" y="82"/>
                      </a:lnTo>
                      <a:lnTo>
                        <a:pt x="529" y="77"/>
                      </a:lnTo>
                      <a:lnTo>
                        <a:pt x="535" y="75"/>
                      </a:lnTo>
                      <a:lnTo>
                        <a:pt x="539" y="73"/>
                      </a:lnTo>
                      <a:lnTo>
                        <a:pt x="543" y="73"/>
                      </a:lnTo>
                      <a:lnTo>
                        <a:pt x="548" y="76"/>
                      </a:lnTo>
                      <a:lnTo>
                        <a:pt x="550" y="81"/>
                      </a:lnTo>
                      <a:lnTo>
                        <a:pt x="553" y="86"/>
                      </a:lnTo>
                      <a:lnTo>
                        <a:pt x="554" y="94"/>
                      </a:lnTo>
                      <a:lnTo>
                        <a:pt x="557" y="98"/>
                      </a:lnTo>
                      <a:lnTo>
                        <a:pt x="561" y="102"/>
                      </a:lnTo>
                      <a:lnTo>
                        <a:pt x="566" y="103"/>
                      </a:lnTo>
                      <a:lnTo>
                        <a:pt x="569" y="103"/>
                      </a:lnTo>
                      <a:lnTo>
                        <a:pt x="574" y="101"/>
                      </a:lnTo>
                      <a:lnTo>
                        <a:pt x="577" y="96"/>
                      </a:lnTo>
                      <a:lnTo>
                        <a:pt x="581" y="90"/>
                      </a:lnTo>
                      <a:lnTo>
                        <a:pt x="583" y="84"/>
                      </a:lnTo>
                      <a:lnTo>
                        <a:pt x="587" y="79"/>
                      </a:lnTo>
                      <a:lnTo>
                        <a:pt x="592" y="77"/>
                      </a:lnTo>
                      <a:lnTo>
                        <a:pt x="595" y="76"/>
                      </a:lnTo>
                      <a:lnTo>
                        <a:pt x="606" y="77"/>
                      </a:lnTo>
                      <a:lnTo>
                        <a:pt x="616" y="79"/>
                      </a:lnTo>
                      <a:lnTo>
                        <a:pt x="620" y="82"/>
                      </a:lnTo>
                      <a:lnTo>
                        <a:pt x="625" y="82"/>
                      </a:lnTo>
                      <a:lnTo>
                        <a:pt x="630" y="81"/>
                      </a:lnTo>
                      <a:lnTo>
                        <a:pt x="633" y="79"/>
                      </a:lnTo>
                      <a:lnTo>
                        <a:pt x="636" y="77"/>
                      </a:lnTo>
                      <a:lnTo>
                        <a:pt x="638" y="73"/>
                      </a:lnTo>
                      <a:lnTo>
                        <a:pt x="641" y="70"/>
                      </a:lnTo>
                      <a:lnTo>
                        <a:pt x="641" y="66"/>
                      </a:lnTo>
                      <a:lnTo>
                        <a:pt x="642" y="62"/>
                      </a:lnTo>
                      <a:lnTo>
                        <a:pt x="643" y="58"/>
                      </a:lnTo>
                      <a:lnTo>
                        <a:pt x="645" y="53"/>
                      </a:lnTo>
                      <a:lnTo>
                        <a:pt x="649" y="48"/>
                      </a:lnTo>
                      <a:lnTo>
                        <a:pt x="654" y="46"/>
                      </a:lnTo>
                      <a:lnTo>
                        <a:pt x="658" y="43"/>
                      </a:lnTo>
                      <a:lnTo>
                        <a:pt x="665" y="43"/>
                      </a:lnTo>
                      <a:lnTo>
                        <a:pt x="674" y="43"/>
                      </a:lnTo>
                      <a:lnTo>
                        <a:pt x="681" y="44"/>
                      </a:lnTo>
                      <a:lnTo>
                        <a:pt x="689" y="44"/>
                      </a:lnTo>
                      <a:lnTo>
                        <a:pt x="695" y="44"/>
                      </a:lnTo>
                      <a:lnTo>
                        <a:pt x="701" y="41"/>
                      </a:lnTo>
                      <a:lnTo>
                        <a:pt x="711" y="37"/>
                      </a:lnTo>
                      <a:lnTo>
                        <a:pt x="721" y="29"/>
                      </a:lnTo>
                      <a:lnTo>
                        <a:pt x="726" y="27"/>
                      </a:lnTo>
                      <a:lnTo>
                        <a:pt x="731" y="25"/>
                      </a:lnTo>
                      <a:lnTo>
                        <a:pt x="737" y="26"/>
                      </a:lnTo>
                      <a:lnTo>
                        <a:pt x="743" y="27"/>
                      </a:lnTo>
                      <a:lnTo>
                        <a:pt x="750" y="31"/>
                      </a:lnTo>
                      <a:lnTo>
                        <a:pt x="757" y="37"/>
                      </a:lnTo>
                      <a:lnTo>
                        <a:pt x="765" y="43"/>
                      </a:lnTo>
                      <a:lnTo>
                        <a:pt x="775" y="51"/>
                      </a:lnTo>
                      <a:lnTo>
                        <a:pt x="784" y="58"/>
                      </a:lnTo>
                      <a:lnTo>
                        <a:pt x="794" y="64"/>
                      </a:lnTo>
                      <a:lnTo>
                        <a:pt x="801" y="69"/>
                      </a:lnTo>
                      <a:lnTo>
                        <a:pt x="808" y="71"/>
                      </a:lnTo>
                      <a:lnTo>
                        <a:pt x="810" y="71"/>
                      </a:lnTo>
                      <a:lnTo>
                        <a:pt x="813" y="70"/>
                      </a:lnTo>
                      <a:lnTo>
                        <a:pt x="815" y="69"/>
                      </a:lnTo>
                      <a:lnTo>
                        <a:pt x="818" y="67"/>
                      </a:lnTo>
                      <a:lnTo>
                        <a:pt x="820" y="60"/>
                      </a:lnTo>
                      <a:lnTo>
                        <a:pt x="820" y="51"/>
                      </a:lnTo>
                      <a:lnTo>
                        <a:pt x="819" y="33"/>
                      </a:lnTo>
                      <a:lnTo>
                        <a:pt x="818" y="22"/>
                      </a:lnTo>
                      <a:lnTo>
                        <a:pt x="819" y="19"/>
                      </a:lnTo>
                      <a:lnTo>
                        <a:pt x="821" y="15"/>
                      </a:lnTo>
                      <a:lnTo>
                        <a:pt x="827" y="12"/>
                      </a:lnTo>
                      <a:lnTo>
                        <a:pt x="834" y="7"/>
                      </a:lnTo>
                      <a:lnTo>
                        <a:pt x="843" y="3"/>
                      </a:lnTo>
                      <a:lnTo>
                        <a:pt x="849" y="1"/>
                      </a:lnTo>
                      <a:lnTo>
                        <a:pt x="854" y="0"/>
                      </a:lnTo>
                      <a:lnTo>
                        <a:pt x="858" y="1"/>
                      </a:lnTo>
                      <a:lnTo>
                        <a:pt x="862" y="3"/>
                      </a:lnTo>
                      <a:lnTo>
                        <a:pt x="865" y="8"/>
                      </a:lnTo>
                      <a:lnTo>
                        <a:pt x="868" y="14"/>
                      </a:lnTo>
                      <a:lnTo>
                        <a:pt x="870" y="21"/>
                      </a:lnTo>
                      <a:lnTo>
                        <a:pt x="873" y="28"/>
                      </a:lnTo>
                      <a:lnTo>
                        <a:pt x="878" y="35"/>
                      </a:lnTo>
                      <a:lnTo>
                        <a:pt x="884" y="40"/>
                      </a:lnTo>
                      <a:lnTo>
                        <a:pt x="890" y="44"/>
                      </a:lnTo>
                      <a:lnTo>
                        <a:pt x="907" y="50"/>
                      </a:lnTo>
                      <a:lnTo>
                        <a:pt x="925" y="56"/>
                      </a:lnTo>
                      <a:lnTo>
                        <a:pt x="942" y="60"/>
                      </a:lnTo>
                      <a:lnTo>
                        <a:pt x="958" y="66"/>
                      </a:lnTo>
                      <a:lnTo>
                        <a:pt x="965" y="71"/>
                      </a:lnTo>
                      <a:lnTo>
                        <a:pt x="971" y="78"/>
                      </a:lnTo>
                      <a:lnTo>
                        <a:pt x="977" y="86"/>
                      </a:lnTo>
                      <a:lnTo>
                        <a:pt x="982" y="98"/>
                      </a:lnTo>
                      <a:lnTo>
                        <a:pt x="994" y="130"/>
                      </a:lnTo>
                      <a:lnTo>
                        <a:pt x="1005" y="169"/>
                      </a:lnTo>
                      <a:lnTo>
                        <a:pt x="1009" y="185"/>
                      </a:lnTo>
                      <a:lnTo>
                        <a:pt x="1011" y="201"/>
                      </a:lnTo>
                      <a:lnTo>
                        <a:pt x="1013" y="207"/>
                      </a:lnTo>
                      <a:lnTo>
                        <a:pt x="1013" y="211"/>
                      </a:lnTo>
                      <a:lnTo>
                        <a:pt x="1011" y="215"/>
                      </a:lnTo>
                      <a:lnTo>
                        <a:pt x="1009" y="217"/>
                      </a:lnTo>
                      <a:lnTo>
                        <a:pt x="998" y="226"/>
                      </a:lnTo>
                      <a:lnTo>
                        <a:pt x="984" y="237"/>
                      </a:lnTo>
                      <a:lnTo>
                        <a:pt x="977" y="243"/>
                      </a:lnTo>
                      <a:lnTo>
                        <a:pt x="970" y="248"/>
                      </a:lnTo>
                      <a:lnTo>
                        <a:pt x="963" y="252"/>
                      </a:lnTo>
                      <a:lnTo>
                        <a:pt x="957" y="253"/>
                      </a:lnTo>
                      <a:lnTo>
                        <a:pt x="953" y="252"/>
                      </a:lnTo>
                      <a:lnTo>
                        <a:pt x="950" y="249"/>
                      </a:lnTo>
                      <a:lnTo>
                        <a:pt x="948" y="247"/>
                      </a:lnTo>
                      <a:lnTo>
                        <a:pt x="947" y="242"/>
                      </a:lnTo>
                      <a:lnTo>
                        <a:pt x="946" y="234"/>
                      </a:lnTo>
                      <a:lnTo>
                        <a:pt x="944" y="224"/>
                      </a:lnTo>
                      <a:lnTo>
                        <a:pt x="941" y="221"/>
                      </a:lnTo>
                      <a:lnTo>
                        <a:pt x="939" y="218"/>
                      </a:lnTo>
                      <a:lnTo>
                        <a:pt x="935" y="217"/>
                      </a:lnTo>
                      <a:lnTo>
                        <a:pt x="931" y="216"/>
                      </a:lnTo>
                      <a:lnTo>
                        <a:pt x="922" y="218"/>
                      </a:lnTo>
                      <a:lnTo>
                        <a:pt x="914" y="222"/>
                      </a:lnTo>
                      <a:lnTo>
                        <a:pt x="912" y="223"/>
                      </a:lnTo>
                      <a:lnTo>
                        <a:pt x="909" y="226"/>
                      </a:lnTo>
                      <a:lnTo>
                        <a:pt x="909" y="227"/>
                      </a:lnTo>
                      <a:lnTo>
                        <a:pt x="909" y="229"/>
                      </a:lnTo>
                      <a:lnTo>
                        <a:pt x="913" y="233"/>
                      </a:lnTo>
                      <a:lnTo>
                        <a:pt x="919" y="239"/>
                      </a:lnTo>
                      <a:lnTo>
                        <a:pt x="922" y="241"/>
                      </a:lnTo>
                      <a:lnTo>
                        <a:pt x="926" y="246"/>
                      </a:lnTo>
                      <a:lnTo>
                        <a:pt x="928" y="252"/>
                      </a:lnTo>
                      <a:lnTo>
                        <a:pt x="931" y="258"/>
                      </a:lnTo>
                      <a:lnTo>
                        <a:pt x="931" y="265"/>
                      </a:lnTo>
                      <a:lnTo>
                        <a:pt x="931" y="271"/>
                      </a:lnTo>
                      <a:lnTo>
                        <a:pt x="928" y="274"/>
                      </a:lnTo>
                      <a:lnTo>
                        <a:pt x="927" y="277"/>
                      </a:lnTo>
                      <a:lnTo>
                        <a:pt x="925" y="280"/>
                      </a:lnTo>
                      <a:lnTo>
                        <a:pt x="921" y="283"/>
                      </a:lnTo>
                      <a:lnTo>
                        <a:pt x="913" y="289"/>
                      </a:lnTo>
                      <a:lnTo>
                        <a:pt x="902" y="298"/>
                      </a:lnTo>
                      <a:lnTo>
                        <a:pt x="890" y="311"/>
                      </a:lnTo>
                      <a:lnTo>
                        <a:pt x="877" y="327"/>
                      </a:lnTo>
                      <a:lnTo>
                        <a:pt x="864" y="343"/>
                      </a:lnTo>
                      <a:lnTo>
                        <a:pt x="852" y="362"/>
                      </a:lnTo>
                      <a:lnTo>
                        <a:pt x="840" y="382"/>
                      </a:lnTo>
                      <a:lnTo>
                        <a:pt x="832" y="403"/>
                      </a:lnTo>
                      <a:lnTo>
                        <a:pt x="819" y="441"/>
                      </a:lnTo>
                      <a:lnTo>
                        <a:pt x="812" y="473"/>
                      </a:lnTo>
                      <a:lnTo>
                        <a:pt x="808" y="486"/>
                      </a:lnTo>
                      <a:lnTo>
                        <a:pt x="802" y="499"/>
                      </a:lnTo>
                      <a:lnTo>
                        <a:pt x="800" y="505"/>
                      </a:lnTo>
                      <a:lnTo>
                        <a:pt x="795" y="511"/>
                      </a:lnTo>
                      <a:lnTo>
                        <a:pt x="791" y="517"/>
                      </a:lnTo>
                      <a:lnTo>
                        <a:pt x="786" y="523"/>
                      </a:lnTo>
                      <a:lnTo>
                        <a:pt x="776" y="533"/>
                      </a:lnTo>
                      <a:lnTo>
                        <a:pt x="771" y="543"/>
                      </a:lnTo>
                      <a:lnTo>
                        <a:pt x="769" y="546"/>
                      </a:lnTo>
                      <a:lnTo>
                        <a:pt x="769" y="551"/>
                      </a:lnTo>
                      <a:lnTo>
                        <a:pt x="769" y="554"/>
                      </a:lnTo>
                      <a:lnTo>
                        <a:pt x="769" y="557"/>
                      </a:lnTo>
                      <a:lnTo>
                        <a:pt x="770" y="558"/>
                      </a:lnTo>
                      <a:lnTo>
                        <a:pt x="772" y="561"/>
                      </a:lnTo>
                      <a:lnTo>
                        <a:pt x="775" y="562"/>
                      </a:lnTo>
                      <a:lnTo>
                        <a:pt x="777" y="562"/>
                      </a:lnTo>
                      <a:lnTo>
                        <a:pt x="780" y="561"/>
                      </a:lnTo>
                      <a:lnTo>
                        <a:pt x="783" y="560"/>
                      </a:lnTo>
                      <a:lnTo>
                        <a:pt x="787" y="558"/>
                      </a:lnTo>
                      <a:lnTo>
                        <a:pt x="790" y="555"/>
                      </a:lnTo>
                      <a:lnTo>
                        <a:pt x="796" y="550"/>
                      </a:lnTo>
                      <a:lnTo>
                        <a:pt x="802" y="546"/>
                      </a:lnTo>
                      <a:lnTo>
                        <a:pt x="806" y="545"/>
                      </a:lnTo>
                      <a:lnTo>
                        <a:pt x="809" y="546"/>
                      </a:lnTo>
                      <a:lnTo>
                        <a:pt x="810" y="550"/>
                      </a:lnTo>
                      <a:lnTo>
                        <a:pt x="813" y="555"/>
                      </a:lnTo>
                      <a:lnTo>
                        <a:pt x="813" y="562"/>
                      </a:lnTo>
                      <a:lnTo>
                        <a:pt x="813" y="569"/>
                      </a:lnTo>
                      <a:lnTo>
                        <a:pt x="813" y="574"/>
                      </a:lnTo>
                      <a:lnTo>
                        <a:pt x="812" y="579"/>
                      </a:lnTo>
                      <a:lnTo>
                        <a:pt x="810" y="582"/>
                      </a:lnTo>
                      <a:lnTo>
                        <a:pt x="808" y="587"/>
                      </a:lnTo>
                      <a:lnTo>
                        <a:pt x="801" y="594"/>
                      </a:lnTo>
                      <a:lnTo>
                        <a:pt x="794" y="601"/>
                      </a:lnTo>
                      <a:lnTo>
                        <a:pt x="775" y="614"/>
                      </a:lnTo>
                      <a:lnTo>
                        <a:pt x="756" y="625"/>
                      </a:lnTo>
                      <a:lnTo>
                        <a:pt x="747" y="628"/>
                      </a:lnTo>
                      <a:lnTo>
                        <a:pt x="739" y="628"/>
                      </a:lnTo>
                      <a:lnTo>
                        <a:pt x="732" y="628"/>
                      </a:lnTo>
                      <a:lnTo>
                        <a:pt x="724" y="627"/>
                      </a:lnTo>
                      <a:lnTo>
                        <a:pt x="715" y="627"/>
                      </a:lnTo>
                      <a:lnTo>
                        <a:pt x="706" y="628"/>
                      </a:lnTo>
                      <a:lnTo>
                        <a:pt x="694" y="632"/>
                      </a:lnTo>
                      <a:lnTo>
                        <a:pt x="682" y="639"/>
                      </a:lnTo>
                      <a:lnTo>
                        <a:pt x="670" y="649"/>
                      </a:lnTo>
                      <a:lnTo>
                        <a:pt x="660" y="656"/>
                      </a:lnTo>
                      <a:lnTo>
                        <a:pt x="651" y="664"/>
                      </a:lnTo>
                      <a:lnTo>
                        <a:pt x="644" y="671"/>
                      </a:lnTo>
                      <a:lnTo>
                        <a:pt x="638" y="678"/>
                      </a:lnTo>
                      <a:lnTo>
                        <a:pt x="635" y="686"/>
                      </a:lnTo>
                      <a:lnTo>
                        <a:pt x="632" y="693"/>
                      </a:lnTo>
                      <a:lnTo>
                        <a:pt x="630" y="700"/>
                      </a:lnTo>
                      <a:lnTo>
                        <a:pt x="629" y="714"/>
                      </a:lnTo>
                      <a:lnTo>
                        <a:pt x="626" y="725"/>
                      </a:lnTo>
                      <a:lnTo>
                        <a:pt x="625" y="730"/>
                      </a:lnTo>
                      <a:lnTo>
                        <a:pt x="623" y="734"/>
                      </a:lnTo>
                      <a:lnTo>
                        <a:pt x="619" y="738"/>
                      </a:lnTo>
                      <a:lnTo>
                        <a:pt x="614" y="741"/>
                      </a:lnTo>
                      <a:lnTo>
                        <a:pt x="608" y="745"/>
                      </a:lnTo>
                      <a:lnTo>
                        <a:pt x="601" y="747"/>
                      </a:lnTo>
                      <a:lnTo>
                        <a:pt x="593" y="750"/>
                      </a:lnTo>
                      <a:lnTo>
                        <a:pt x="586" y="750"/>
                      </a:lnTo>
                      <a:lnTo>
                        <a:pt x="579" y="750"/>
                      </a:lnTo>
                      <a:lnTo>
                        <a:pt x="573" y="749"/>
                      </a:lnTo>
                      <a:lnTo>
                        <a:pt x="570" y="747"/>
                      </a:lnTo>
                      <a:lnTo>
                        <a:pt x="568" y="746"/>
                      </a:lnTo>
                      <a:lnTo>
                        <a:pt x="568" y="744"/>
                      </a:lnTo>
                      <a:lnTo>
                        <a:pt x="567" y="741"/>
                      </a:lnTo>
                      <a:lnTo>
                        <a:pt x="568" y="738"/>
                      </a:lnTo>
                      <a:lnTo>
                        <a:pt x="572" y="734"/>
                      </a:lnTo>
                      <a:lnTo>
                        <a:pt x="575" y="731"/>
                      </a:lnTo>
                      <a:lnTo>
                        <a:pt x="579" y="728"/>
                      </a:lnTo>
                      <a:lnTo>
                        <a:pt x="582" y="725"/>
                      </a:lnTo>
                      <a:lnTo>
                        <a:pt x="585" y="722"/>
                      </a:lnTo>
                      <a:lnTo>
                        <a:pt x="585" y="719"/>
                      </a:lnTo>
                      <a:lnTo>
                        <a:pt x="583" y="715"/>
                      </a:lnTo>
                      <a:lnTo>
                        <a:pt x="581" y="711"/>
                      </a:lnTo>
                      <a:lnTo>
                        <a:pt x="577" y="708"/>
                      </a:lnTo>
                      <a:lnTo>
                        <a:pt x="574" y="706"/>
                      </a:lnTo>
                      <a:lnTo>
                        <a:pt x="570" y="706"/>
                      </a:lnTo>
                      <a:lnTo>
                        <a:pt x="566" y="707"/>
                      </a:lnTo>
                      <a:lnTo>
                        <a:pt x="561" y="711"/>
                      </a:lnTo>
                      <a:lnTo>
                        <a:pt x="555" y="716"/>
                      </a:lnTo>
                      <a:lnTo>
                        <a:pt x="550" y="725"/>
                      </a:lnTo>
                      <a:lnTo>
                        <a:pt x="544" y="733"/>
                      </a:lnTo>
                      <a:lnTo>
                        <a:pt x="538" y="740"/>
                      </a:lnTo>
                      <a:lnTo>
                        <a:pt x="532" y="745"/>
                      </a:lnTo>
                      <a:lnTo>
                        <a:pt x="526" y="747"/>
                      </a:lnTo>
                      <a:lnTo>
                        <a:pt x="520" y="750"/>
                      </a:lnTo>
                      <a:lnTo>
                        <a:pt x="514" y="750"/>
                      </a:lnTo>
                      <a:lnTo>
                        <a:pt x="510" y="749"/>
                      </a:lnTo>
                      <a:lnTo>
                        <a:pt x="505" y="747"/>
                      </a:lnTo>
                      <a:lnTo>
                        <a:pt x="500" y="745"/>
                      </a:lnTo>
                      <a:lnTo>
                        <a:pt x="494" y="744"/>
                      </a:lnTo>
                      <a:lnTo>
                        <a:pt x="490" y="744"/>
                      </a:lnTo>
                      <a:lnTo>
                        <a:pt x="485" y="744"/>
                      </a:lnTo>
                      <a:lnTo>
                        <a:pt x="480" y="746"/>
                      </a:lnTo>
                      <a:lnTo>
                        <a:pt x="475" y="749"/>
                      </a:lnTo>
                      <a:lnTo>
                        <a:pt x="472" y="752"/>
                      </a:lnTo>
                      <a:lnTo>
                        <a:pt x="468" y="758"/>
                      </a:lnTo>
                      <a:lnTo>
                        <a:pt x="465" y="764"/>
                      </a:lnTo>
                      <a:lnTo>
                        <a:pt x="462" y="771"/>
                      </a:lnTo>
                      <a:lnTo>
                        <a:pt x="461" y="777"/>
                      </a:lnTo>
                      <a:lnTo>
                        <a:pt x="460" y="783"/>
                      </a:lnTo>
                      <a:lnTo>
                        <a:pt x="461" y="788"/>
                      </a:lnTo>
                      <a:lnTo>
                        <a:pt x="462" y="793"/>
                      </a:lnTo>
                      <a:lnTo>
                        <a:pt x="465" y="797"/>
                      </a:lnTo>
                      <a:lnTo>
                        <a:pt x="468" y="800"/>
                      </a:lnTo>
                      <a:lnTo>
                        <a:pt x="472" y="803"/>
                      </a:lnTo>
                      <a:lnTo>
                        <a:pt x="474" y="807"/>
                      </a:lnTo>
                      <a:lnTo>
                        <a:pt x="476" y="809"/>
                      </a:lnTo>
                      <a:lnTo>
                        <a:pt x="476" y="813"/>
                      </a:lnTo>
                      <a:lnTo>
                        <a:pt x="476" y="816"/>
                      </a:lnTo>
                      <a:lnTo>
                        <a:pt x="475" y="819"/>
                      </a:lnTo>
                      <a:lnTo>
                        <a:pt x="472" y="821"/>
                      </a:lnTo>
                      <a:lnTo>
                        <a:pt x="469" y="823"/>
                      </a:lnTo>
                      <a:lnTo>
                        <a:pt x="465" y="825"/>
                      </a:lnTo>
                      <a:lnTo>
                        <a:pt x="461" y="825"/>
                      </a:lnTo>
                      <a:lnTo>
                        <a:pt x="457" y="825"/>
                      </a:lnTo>
                      <a:lnTo>
                        <a:pt x="453" y="825"/>
                      </a:lnTo>
                      <a:lnTo>
                        <a:pt x="444" y="821"/>
                      </a:lnTo>
                      <a:lnTo>
                        <a:pt x="434" y="816"/>
                      </a:lnTo>
                      <a:lnTo>
                        <a:pt x="429" y="814"/>
                      </a:lnTo>
                      <a:lnTo>
                        <a:pt x="425" y="813"/>
                      </a:lnTo>
                      <a:lnTo>
                        <a:pt x="422" y="813"/>
                      </a:lnTo>
                      <a:lnTo>
                        <a:pt x="419" y="813"/>
                      </a:lnTo>
                      <a:lnTo>
                        <a:pt x="417" y="814"/>
                      </a:lnTo>
                      <a:lnTo>
                        <a:pt x="416" y="816"/>
                      </a:lnTo>
                      <a:lnTo>
                        <a:pt x="416" y="819"/>
                      </a:lnTo>
                      <a:lnTo>
                        <a:pt x="416" y="823"/>
                      </a:lnTo>
                      <a:lnTo>
                        <a:pt x="415" y="832"/>
                      </a:lnTo>
                      <a:lnTo>
                        <a:pt x="413" y="840"/>
                      </a:lnTo>
                      <a:lnTo>
                        <a:pt x="412" y="842"/>
                      </a:lnTo>
                      <a:lnTo>
                        <a:pt x="410" y="845"/>
                      </a:lnTo>
                      <a:lnTo>
                        <a:pt x="406" y="846"/>
                      </a:lnTo>
                      <a:lnTo>
                        <a:pt x="404" y="846"/>
                      </a:lnTo>
                      <a:lnTo>
                        <a:pt x="397" y="831"/>
                      </a:lnTo>
                      <a:lnTo>
                        <a:pt x="388" y="814"/>
                      </a:lnTo>
                      <a:lnTo>
                        <a:pt x="384" y="814"/>
                      </a:lnTo>
                      <a:lnTo>
                        <a:pt x="379" y="816"/>
                      </a:lnTo>
                      <a:lnTo>
                        <a:pt x="374" y="820"/>
                      </a:lnTo>
                      <a:lnTo>
                        <a:pt x="369" y="823"/>
                      </a:lnTo>
                      <a:lnTo>
                        <a:pt x="367" y="826"/>
                      </a:lnTo>
                      <a:lnTo>
                        <a:pt x="365" y="826"/>
                      </a:lnTo>
                      <a:lnTo>
                        <a:pt x="362" y="827"/>
                      </a:lnTo>
                      <a:lnTo>
                        <a:pt x="360" y="826"/>
                      </a:lnTo>
                      <a:lnTo>
                        <a:pt x="358" y="825"/>
                      </a:lnTo>
                      <a:lnTo>
                        <a:pt x="355" y="822"/>
                      </a:lnTo>
                      <a:lnTo>
                        <a:pt x="353" y="819"/>
                      </a:lnTo>
                      <a:lnTo>
                        <a:pt x="352" y="813"/>
                      </a:lnTo>
                      <a:lnTo>
                        <a:pt x="349" y="808"/>
                      </a:lnTo>
                      <a:lnTo>
                        <a:pt x="346" y="803"/>
                      </a:lnTo>
                      <a:lnTo>
                        <a:pt x="343" y="798"/>
                      </a:lnTo>
                      <a:lnTo>
                        <a:pt x="340" y="795"/>
                      </a:lnTo>
                      <a:lnTo>
                        <a:pt x="331" y="790"/>
                      </a:lnTo>
                      <a:lnTo>
                        <a:pt x="323" y="787"/>
                      </a:lnTo>
                      <a:lnTo>
                        <a:pt x="314" y="784"/>
                      </a:lnTo>
                      <a:lnTo>
                        <a:pt x="303" y="783"/>
                      </a:lnTo>
                      <a:lnTo>
                        <a:pt x="292" y="783"/>
                      </a:lnTo>
                      <a:lnTo>
                        <a:pt x="281" y="784"/>
                      </a:lnTo>
                      <a:lnTo>
                        <a:pt x="262" y="787"/>
                      </a:lnTo>
                      <a:lnTo>
                        <a:pt x="247" y="789"/>
                      </a:lnTo>
                      <a:lnTo>
                        <a:pt x="240" y="789"/>
                      </a:lnTo>
                      <a:lnTo>
                        <a:pt x="234" y="788"/>
                      </a:lnTo>
                      <a:lnTo>
                        <a:pt x="228" y="784"/>
                      </a:lnTo>
                      <a:lnTo>
                        <a:pt x="222" y="778"/>
                      </a:lnTo>
                      <a:lnTo>
                        <a:pt x="213" y="766"/>
                      </a:lnTo>
                      <a:lnTo>
                        <a:pt x="204" y="759"/>
                      </a:lnTo>
                      <a:lnTo>
                        <a:pt x="201" y="757"/>
                      </a:lnTo>
                      <a:lnTo>
                        <a:pt x="195" y="756"/>
                      </a:lnTo>
                      <a:lnTo>
                        <a:pt x="188" y="756"/>
                      </a:lnTo>
                      <a:lnTo>
                        <a:pt x="177" y="757"/>
                      </a:lnTo>
                      <a:lnTo>
                        <a:pt x="167" y="758"/>
                      </a:lnTo>
                      <a:lnTo>
                        <a:pt x="159" y="757"/>
                      </a:lnTo>
                      <a:lnTo>
                        <a:pt x="153" y="756"/>
                      </a:lnTo>
                      <a:lnTo>
                        <a:pt x="148" y="753"/>
                      </a:lnTo>
                      <a:lnTo>
                        <a:pt x="141" y="746"/>
                      </a:lnTo>
                      <a:lnTo>
                        <a:pt x="136" y="739"/>
                      </a:lnTo>
                      <a:lnTo>
                        <a:pt x="134" y="737"/>
                      </a:lnTo>
                      <a:lnTo>
                        <a:pt x="132" y="734"/>
                      </a:lnTo>
                      <a:lnTo>
                        <a:pt x="128" y="732"/>
                      </a:lnTo>
                      <a:lnTo>
                        <a:pt x="125" y="731"/>
                      </a:lnTo>
                      <a:lnTo>
                        <a:pt x="115" y="730"/>
                      </a:lnTo>
                      <a:lnTo>
                        <a:pt x="107" y="728"/>
                      </a:lnTo>
                      <a:lnTo>
                        <a:pt x="102" y="727"/>
                      </a:lnTo>
                      <a:lnTo>
                        <a:pt x="97" y="725"/>
                      </a:lnTo>
                      <a:lnTo>
                        <a:pt x="94" y="721"/>
                      </a:lnTo>
                      <a:lnTo>
                        <a:pt x="91" y="718"/>
                      </a:lnTo>
                      <a:lnTo>
                        <a:pt x="88" y="714"/>
                      </a:lnTo>
                      <a:lnTo>
                        <a:pt x="87" y="711"/>
                      </a:lnTo>
                      <a:lnTo>
                        <a:pt x="85" y="706"/>
                      </a:lnTo>
                      <a:lnTo>
                        <a:pt x="84" y="702"/>
                      </a:lnTo>
                      <a:lnTo>
                        <a:pt x="84" y="696"/>
                      </a:lnTo>
                      <a:lnTo>
                        <a:pt x="81" y="690"/>
                      </a:lnTo>
                      <a:lnTo>
                        <a:pt x="78" y="688"/>
                      </a:lnTo>
                      <a:lnTo>
                        <a:pt x="76" y="688"/>
                      </a:lnTo>
                      <a:lnTo>
                        <a:pt x="72" y="690"/>
                      </a:lnTo>
                      <a:lnTo>
                        <a:pt x="68" y="694"/>
                      </a:lnTo>
                      <a:lnTo>
                        <a:pt x="63" y="699"/>
                      </a:lnTo>
                      <a:lnTo>
                        <a:pt x="56" y="701"/>
                      </a:lnTo>
                      <a:lnTo>
                        <a:pt x="47" y="702"/>
                      </a:lnTo>
                      <a:lnTo>
                        <a:pt x="40" y="701"/>
                      </a:lnTo>
                      <a:lnTo>
                        <a:pt x="35" y="700"/>
                      </a:lnTo>
                      <a:lnTo>
                        <a:pt x="32" y="699"/>
                      </a:lnTo>
                      <a:lnTo>
                        <a:pt x="29" y="696"/>
                      </a:lnTo>
                      <a:lnTo>
                        <a:pt x="27" y="693"/>
                      </a:lnTo>
                      <a:lnTo>
                        <a:pt x="25" y="689"/>
                      </a:lnTo>
                      <a:lnTo>
                        <a:pt x="22" y="684"/>
                      </a:lnTo>
                      <a:lnTo>
                        <a:pt x="22" y="680"/>
                      </a:lnTo>
                      <a:lnTo>
                        <a:pt x="22" y="675"/>
                      </a:lnTo>
                      <a:lnTo>
                        <a:pt x="25" y="661"/>
                      </a:lnTo>
                      <a:lnTo>
                        <a:pt x="27" y="649"/>
                      </a:lnTo>
                      <a:lnTo>
                        <a:pt x="31" y="639"/>
                      </a:lnTo>
                      <a:lnTo>
                        <a:pt x="33" y="630"/>
                      </a:lnTo>
                      <a:lnTo>
                        <a:pt x="35" y="623"/>
                      </a:lnTo>
                      <a:lnTo>
                        <a:pt x="35" y="617"/>
                      </a:lnTo>
                      <a:lnTo>
                        <a:pt x="35" y="611"/>
                      </a:lnTo>
                      <a:lnTo>
                        <a:pt x="33" y="606"/>
                      </a:lnTo>
                      <a:lnTo>
                        <a:pt x="31" y="601"/>
                      </a:lnTo>
                      <a:lnTo>
                        <a:pt x="27" y="596"/>
                      </a:lnTo>
                      <a:lnTo>
                        <a:pt x="24" y="592"/>
                      </a:lnTo>
                      <a:lnTo>
                        <a:pt x="18" y="587"/>
                      </a:lnTo>
                      <a:close/>
                    </a:path>
                  </a:pathLst>
                </a:custGeom>
                <a:solidFill>
                  <a:srgbClr val="FFFFFF"/>
                </a:solidFill>
                <a:ln w="9525">
                  <a:solidFill>
                    <a:srgbClr val="AFABAB"/>
                  </a:solidFill>
                  <a:round/>
                  <a:headEnd/>
                  <a:tailEnd/>
                </a:ln>
              </p:spPr>
              <p:txBody>
                <a:bodyPr/>
                <a:lstStyle/>
                <a:p>
                  <a:endParaRPr lang="zh-CN" altLang="en-US"/>
                </a:p>
              </p:txBody>
            </p:sp>
            <p:sp>
              <p:nvSpPr>
                <p:cNvPr id="69" name="Freeform 108">
                  <a:extLst>
                    <a:ext uri="{FF2B5EF4-FFF2-40B4-BE49-F238E27FC236}">
                      <a16:creationId xmlns:a16="http://schemas.microsoft.com/office/drawing/2014/main" id="{DFFF70C6-5C9B-48FB-801C-6244E2173DFF}"/>
                    </a:ext>
                  </a:extLst>
                </p:cNvPr>
                <p:cNvSpPr>
                  <a:spLocks/>
                </p:cNvSpPr>
                <p:nvPr/>
              </p:nvSpPr>
              <p:spPr bwMode="auto">
                <a:xfrm>
                  <a:off x="4202726" y="2498611"/>
                  <a:ext cx="70045" cy="45429"/>
                </a:xfrm>
                <a:custGeom>
                  <a:avLst/>
                  <a:gdLst>
                    <a:gd name="T0" fmla="*/ 147 w 268"/>
                    <a:gd name="T1" fmla="*/ 108 h 134"/>
                    <a:gd name="T2" fmla="*/ 129 w 268"/>
                    <a:gd name="T3" fmla="*/ 101 h 134"/>
                    <a:gd name="T4" fmla="*/ 104 w 268"/>
                    <a:gd name="T5" fmla="*/ 93 h 134"/>
                    <a:gd name="T6" fmla="*/ 79 w 268"/>
                    <a:gd name="T7" fmla="*/ 85 h 134"/>
                    <a:gd name="T8" fmla="*/ 61 w 268"/>
                    <a:gd name="T9" fmla="*/ 76 h 134"/>
                    <a:gd name="T10" fmla="*/ 50 w 268"/>
                    <a:gd name="T11" fmla="*/ 68 h 134"/>
                    <a:gd name="T12" fmla="*/ 41 w 268"/>
                    <a:gd name="T13" fmla="*/ 60 h 134"/>
                    <a:gd name="T14" fmla="*/ 34 w 268"/>
                    <a:gd name="T15" fmla="*/ 52 h 134"/>
                    <a:gd name="T16" fmla="*/ 25 w 268"/>
                    <a:gd name="T17" fmla="*/ 48 h 134"/>
                    <a:gd name="T18" fmla="*/ 17 w 268"/>
                    <a:gd name="T19" fmla="*/ 44 h 134"/>
                    <a:gd name="T20" fmla="*/ 10 w 268"/>
                    <a:gd name="T21" fmla="*/ 42 h 134"/>
                    <a:gd name="T22" fmla="*/ 4 w 268"/>
                    <a:gd name="T23" fmla="*/ 38 h 134"/>
                    <a:gd name="T24" fmla="*/ 2 w 268"/>
                    <a:gd name="T25" fmla="*/ 33 h 134"/>
                    <a:gd name="T26" fmla="*/ 0 w 268"/>
                    <a:gd name="T27" fmla="*/ 31 h 134"/>
                    <a:gd name="T28" fmla="*/ 0 w 268"/>
                    <a:gd name="T29" fmla="*/ 28 h 134"/>
                    <a:gd name="T30" fmla="*/ 2 w 268"/>
                    <a:gd name="T31" fmla="*/ 25 h 134"/>
                    <a:gd name="T32" fmla="*/ 3 w 268"/>
                    <a:gd name="T33" fmla="*/ 22 h 134"/>
                    <a:gd name="T34" fmla="*/ 9 w 268"/>
                    <a:gd name="T35" fmla="*/ 16 h 134"/>
                    <a:gd name="T36" fmla="*/ 16 w 268"/>
                    <a:gd name="T37" fmla="*/ 10 h 134"/>
                    <a:gd name="T38" fmla="*/ 22 w 268"/>
                    <a:gd name="T39" fmla="*/ 7 h 134"/>
                    <a:gd name="T40" fmla="*/ 29 w 268"/>
                    <a:gd name="T41" fmla="*/ 5 h 134"/>
                    <a:gd name="T42" fmla="*/ 37 w 268"/>
                    <a:gd name="T43" fmla="*/ 3 h 134"/>
                    <a:gd name="T44" fmla="*/ 46 w 268"/>
                    <a:gd name="T45" fmla="*/ 1 h 134"/>
                    <a:gd name="T46" fmla="*/ 54 w 268"/>
                    <a:gd name="T47" fmla="*/ 0 h 134"/>
                    <a:gd name="T48" fmla="*/ 62 w 268"/>
                    <a:gd name="T49" fmla="*/ 0 h 134"/>
                    <a:gd name="T50" fmla="*/ 69 w 268"/>
                    <a:gd name="T51" fmla="*/ 1 h 134"/>
                    <a:gd name="T52" fmla="*/ 74 w 268"/>
                    <a:gd name="T53" fmla="*/ 5 h 134"/>
                    <a:gd name="T54" fmla="*/ 83 w 268"/>
                    <a:gd name="T55" fmla="*/ 13 h 134"/>
                    <a:gd name="T56" fmla="*/ 91 w 268"/>
                    <a:gd name="T57" fmla="*/ 20 h 134"/>
                    <a:gd name="T58" fmla="*/ 100 w 268"/>
                    <a:gd name="T59" fmla="*/ 26 h 134"/>
                    <a:gd name="T60" fmla="*/ 111 w 268"/>
                    <a:gd name="T61" fmla="*/ 31 h 134"/>
                    <a:gd name="T62" fmla="*/ 123 w 268"/>
                    <a:gd name="T63" fmla="*/ 35 h 134"/>
                    <a:gd name="T64" fmla="*/ 135 w 268"/>
                    <a:gd name="T65" fmla="*/ 39 h 134"/>
                    <a:gd name="T66" fmla="*/ 140 w 268"/>
                    <a:gd name="T67" fmla="*/ 42 h 134"/>
                    <a:gd name="T68" fmla="*/ 144 w 268"/>
                    <a:gd name="T69" fmla="*/ 44 h 134"/>
                    <a:gd name="T70" fmla="*/ 148 w 268"/>
                    <a:gd name="T71" fmla="*/ 48 h 134"/>
                    <a:gd name="T72" fmla="*/ 151 w 268"/>
                    <a:gd name="T73" fmla="*/ 52 h 134"/>
                    <a:gd name="T74" fmla="*/ 156 w 268"/>
                    <a:gd name="T75" fmla="*/ 57 h 134"/>
                    <a:gd name="T76" fmla="*/ 161 w 268"/>
                    <a:gd name="T77" fmla="*/ 61 h 134"/>
                    <a:gd name="T78" fmla="*/ 168 w 268"/>
                    <a:gd name="T79" fmla="*/ 66 h 134"/>
                    <a:gd name="T80" fmla="*/ 176 w 268"/>
                    <a:gd name="T81" fmla="*/ 69 h 134"/>
                    <a:gd name="T82" fmla="*/ 192 w 268"/>
                    <a:gd name="T83" fmla="*/ 75 h 134"/>
                    <a:gd name="T84" fmla="*/ 209 w 268"/>
                    <a:gd name="T85" fmla="*/ 80 h 134"/>
                    <a:gd name="T86" fmla="*/ 224 w 268"/>
                    <a:gd name="T87" fmla="*/ 83 h 134"/>
                    <a:gd name="T88" fmla="*/ 242 w 268"/>
                    <a:gd name="T89" fmla="*/ 87 h 134"/>
                    <a:gd name="T90" fmla="*/ 250 w 268"/>
                    <a:gd name="T91" fmla="*/ 88 h 134"/>
                    <a:gd name="T92" fmla="*/ 257 w 268"/>
                    <a:gd name="T93" fmla="*/ 91 h 134"/>
                    <a:gd name="T94" fmla="*/ 262 w 268"/>
                    <a:gd name="T95" fmla="*/ 94 h 134"/>
                    <a:gd name="T96" fmla="*/ 267 w 268"/>
                    <a:gd name="T97" fmla="*/ 99 h 134"/>
                    <a:gd name="T98" fmla="*/ 268 w 268"/>
                    <a:gd name="T99" fmla="*/ 104 h 134"/>
                    <a:gd name="T100" fmla="*/ 268 w 268"/>
                    <a:gd name="T101" fmla="*/ 110 h 134"/>
                    <a:gd name="T102" fmla="*/ 267 w 268"/>
                    <a:gd name="T103" fmla="*/ 114 h 134"/>
                    <a:gd name="T104" fmla="*/ 263 w 268"/>
                    <a:gd name="T105" fmla="*/ 119 h 134"/>
                    <a:gd name="T106" fmla="*/ 255 w 268"/>
                    <a:gd name="T107" fmla="*/ 127 h 134"/>
                    <a:gd name="T108" fmla="*/ 245 w 268"/>
                    <a:gd name="T109" fmla="*/ 133 h 134"/>
                    <a:gd name="T110" fmla="*/ 239 w 268"/>
                    <a:gd name="T111" fmla="*/ 134 h 134"/>
                    <a:gd name="T112" fmla="*/ 229 w 268"/>
                    <a:gd name="T113" fmla="*/ 133 h 134"/>
                    <a:gd name="T114" fmla="*/ 216 w 268"/>
                    <a:gd name="T115" fmla="*/ 131 h 134"/>
                    <a:gd name="T116" fmla="*/ 200 w 268"/>
                    <a:gd name="T117" fmla="*/ 126 h 134"/>
                    <a:gd name="T118" fmla="*/ 169 w 268"/>
                    <a:gd name="T119" fmla="*/ 117 h 134"/>
                    <a:gd name="T120" fmla="*/ 147 w 268"/>
                    <a:gd name="T121" fmla="*/ 10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8" h="134">
                      <a:moveTo>
                        <a:pt x="147" y="108"/>
                      </a:moveTo>
                      <a:lnTo>
                        <a:pt x="129" y="101"/>
                      </a:lnTo>
                      <a:lnTo>
                        <a:pt x="104" y="93"/>
                      </a:lnTo>
                      <a:lnTo>
                        <a:pt x="79" y="85"/>
                      </a:lnTo>
                      <a:lnTo>
                        <a:pt x="61" y="76"/>
                      </a:lnTo>
                      <a:lnTo>
                        <a:pt x="50" y="68"/>
                      </a:lnTo>
                      <a:lnTo>
                        <a:pt x="41" y="60"/>
                      </a:lnTo>
                      <a:lnTo>
                        <a:pt x="34" y="52"/>
                      </a:lnTo>
                      <a:lnTo>
                        <a:pt x="25" y="48"/>
                      </a:lnTo>
                      <a:lnTo>
                        <a:pt x="17" y="44"/>
                      </a:lnTo>
                      <a:lnTo>
                        <a:pt x="10" y="42"/>
                      </a:lnTo>
                      <a:lnTo>
                        <a:pt x="4" y="38"/>
                      </a:lnTo>
                      <a:lnTo>
                        <a:pt x="2" y="33"/>
                      </a:lnTo>
                      <a:lnTo>
                        <a:pt x="0" y="31"/>
                      </a:lnTo>
                      <a:lnTo>
                        <a:pt x="0" y="28"/>
                      </a:lnTo>
                      <a:lnTo>
                        <a:pt x="2" y="25"/>
                      </a:lnTo>
                      <a:lnTo>
                        <a:pt x="3" y="22"/>
                      </a:lnTo>
                      <a:lnTo>
                        <a:pt x="9" y="16"/>
                      </a:lnTo>
                      <a:lnTo>
                        <a:pt x="16" y="10"/>
                      </a:lnTo>
                      <a:lnTo>
                        <a:pt x="22" y="7"/>
                      </a:lnTo>
                      <a:lnTo>
                        <a:pt x="29" y="5"/>
                      </a:lnTo>
                      <a:lnTo>
                        <a:pt x="37" y="3"/>
                      </a:lnTo>
                      <a:lnTo>
                        <a:pt x="46" y="1"/>
                      </a:lnTo>
                      <a:lnTo>
                        <a:pt x="54" y="0"/>
                      </a:lnTo>
                      <a:lnTo>
                        <a:pt x="62" y="0"/>
                      </a:lnTo>
                      <a:lnTo>
                        <a:pt x="69" y="1"/>
                      </a:lnTo>
                      <a:lnTo>
                        <a:pt x="74" y="5"/>
                      </a:lnTo>
                      <a:lnTo>
                        <a:pt x="83" y="13"/>
                      </a:lnTo>
                      <a:lnTo>
                        <a:pt x="91" y="20"/>
                      </a:lnTo>
                      <a:lnTo>
                        <a:pt x="100" y="26"/>
                      </a:lnTo>
                      <a:lnTo>
                        <a:pt x="111" y="31"/>
                      </a:lnTo>
                      <a:lnTo>
                        <a:pt x="123" y="35"/>
                      </a:lnTo>
                      <a:lnTo>
                        <a:pt x="135" y="39"/>
                      </a:lnTo>
                      <a:lnTo>
                        <a:pt x="140" y="42"/>
                      </a:lnTo>
                      <a:lnTo>
                        <a:pt x="144" y="44"/>
                      </a:lnTo>
                      <a:lnTo>
                        <a:pt x="148" y="48"/>
                      </a:lnTo>
                      <a:lnTo>
                        <a:pt x="151" y="52"/>
                      </a:lnTo>
                      <a:lnTo>
                        <a:pt x="156" y="57"/>
                      </a:lnTo>
                      <a:lnTo>
                        <a:pt x="161" y="61"/>
                      </a:lnTo>
                      <a:lnTo>
                        <a:pt x="168" y="66"/>
                      </a:lnTo>
                      <a:lnTo>
                        <a:pt x="176" y="69"/>
                      </a:lnTo>
                      <a:lnTo>
                        <a:pt x="192" y="75"/>
                      </a:lnTo>
                      <a:lnTo>
                        <a:pt x="209" y="80"/>
                      </a:lnTo>
                      <a:lnTo>
                        <a:pt x="224" y="83"/>
                      </a:lnTo>
                      <a:lnTo>
                        <a:pt x="242" y="87"/>
                      </a:lnTo>
                      <a:lnTo>
                        <a:pt x="250" y="88"/>
                      </a:lnTo>
                      <a:lnTo>
                        <a:pt x="257" y="91"/>
                      </a:lnTo>
                      <a:lnTo>
                        <a:pt x="262" y="94"/>
                      </a:lnTo>
                      <a:lnTo>
                        <a:pt x="267" y="99"/>
                      </a:lnTo>
                      <a:lnTo>
                        <a:pt x="268" y="104"/>
                      </a:lnTo>
                      <a:lnTo>
                        <a:pt x="268" y="110"/>
                      </a:lnTo>
                      <a:lnTo>
                        <a:pt x="267" y="114"/>
                      </a:lnTo>
                      <a:lnTo>
                        <a:pt x="263" y="119"/>
                      </a:lnTo>
                      <a:lnTo>
                        <a:pt x="255" y="127"/>
                      </a:lnTo>
                      <a:lnTo>
                        <a:pt x="245" y="133"/>
                      </a:lnTo>
                      <a:lnTo>
                        <a:pt x="239" y="134"/>
                      </a:lnTo>
                      <a:lnTo>
                        <a:pt x="229" y="133"/>
                      </a:lnTo>
                      <a:lnTo>
                        <a:pt x="216" y="131"/>
                      </a:lnTo>
                      <a:lnTo>
                        <a:pt x="200" y="126"/>
                      </a:lnTo>
                      <a:lnTo>
                        <a:pt x="169" y="117"/>
                      </a:lnTo>
                      <a:lnTo>
                        <a:pt x="147" y="108"/>
                      </a:lnTo>
                      <a:close/>
                    </a:path>
                  </a:pathLst>
                </a:custGeom>
                <a:grpFill/>
                <a:ln w="9525">
                  <a:solidFill>
                    <a:schemeClr val="bg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zh-CN" altLang="en-US"/>
                </a:p>
              </p:txBody>
            </p:sp>
            <p:sp>
              <p:nvSpPr>
                <p:cNvPr id="70" name="Freeform 109">
                  <a:extLst>
                    <a:ext uri="{FF2B5EF4-FFF2-40B4-BE49-F238E27FC236}">
                      <a16:creationId xmlns:a16="http://schemas.microsoft.com/office/drawing/2014/main" id="{62B5846A-1260-46FC-A2B6-F4BE7D6D258A}"/>
                    </a:ext>
                  </a:extLst>
                </p:cNvPr>
                <p:cNvSpPr>
                  <a:spLocks/>
                </p:cNvSpPr>
                <p:nvPr/>
              </p:nvSpPr>
              <p:spPr bwMode="auto">
                <a:xfrm>
                  <a:off x="4244753" y="2555397"/>
                  <a:ext cx="14009" cy="0"/>
                </a:xfrm>
                <a:custGeom>
                  <a:avLst/>
                  <a:gdLst>
                    <a:gd name="T0" fmla="*/ 27 w 68"/>
                    <a:gd name="T1" fmla="*/ 22 h 35"/>
                    <a:gd name="T2" fmla="*/ 15 w 68"/>
                    <a:gd name="T3" fmla="*/ 16 h 35"/>
                    <a:gd name="T4" fmla="*/ 2 w 68"/>
                    <a:gd name="T5" fmla="*/ 9 h 35"/>
                    <a:gd name="T6" fmla="*/ 1 w 68"/>
                    <a:gd name="T7" fmla="*/ 8 h 35"/>
                    <a:gd name="T8" fmla="*/ 0 w 68"/>
                    <a:gd name="T9" fmla="*/ 6 h 35"/>
                    <a:gd name="T10" fmla="*/ 0 w 68"/>
                    <a:gd name="T11" fmla="*/ 3 h 35"/>
                    <a:gd name="T12" fmla="*/ 1 w 68"/>
                    <a:gd name="T13" fmla="*/ 2 h 35"/>
                    <a:gd name="T14" fmla="*/ 6 w 68"/>
                    <a:gd name="T15" fmla="*/ 0 h 35"/>
                    <a:gd name="T16" fmla="*/ 13 w 68"/>
                    <a:gd name="T17" fmla="*/ 0 h 35"/>
                    <a:gd name="T18" fmla="*/ 23 w 68"/>
                    <a:gd name="T19" fmla="*/ 2 h 35"/>
                    <a:gd name="T20" fmla="*/ 34 w 68"/>
                    <a:gd name="T21" fmla="*/ 7 h 35"/>
                    <a:gd name="T22" fmla="*/ 45 w 68"/>
                    <a:gd name="T23" fmla="*/ 10 h 35"/>
                    <a:gd name="T24" fmla="*/ 53 w 68"/>
                    <a:gd name="T25" fmla="*/ 14 h 35"/>
                    <a:gd name="T26" fmla="*/ 59 w 68"/>
                    <a:gd name="T27" fmla="*/ 18 h 35"/>
                    <a:gd name="T28" fmla="*/ 64 w 68"/>
                    <a:gd name="T29" fmla="*/ 23 h 35"/>
                    <a:gd name="T30" fmla="*/ 65 w 68"/>
                    <a:gd name="T31" fmla="*/ 26 h 35"/>
                    <a:gd name="T32" fmla="*/ 66 w 68"/>
                    <a:gd name="T33" fmla="*/ 28 h 35"/>
                    <a:gd name="T34" fmla="*/ 68 w 68"/>
                    <a:gd name="T35" fmla="*/ 32 h 35"/>
                    <a:gd name="T36" fmla="*/ 66 w 68"/>
                    <a:gd name="T37" fmla="*/ 34 h 35"/>
                    <a:gd name="T38" fmla="*/ 65 w 68"/>
                    <a:gd name="T39" fmla="*/ 35 h 35"/>
                    <a:gd name="T40" fmla="*/ 61 w 68"/>
                    <a:gd name="T41" fmla="*/ 35 h 35"/>
                    <a:gd name="T42" fmla="*/ 56 w 68"/>
                    <a:gd name="T43" fmla="*/ 34 h 35"/>
                    <a:gd name="T44" fmla="*/ 50 w 68"/>
                    <a:gd name="T45" fmla="*/ 33 h 35"/>
                    <a:gd name="T46" fmla="*/ 37 w 68"/>
                    <a:gd name="T47" fmla="*/ 28 h 35"/>
                    <a:gd name="T48" fmla="*/ 27 w 68"/>
                    <a:gd name="T49"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35">
                      <a:moveTo>
                        <a:pt x="27" y="22"/>
                      </a:moveTo>
                      <a:lnTo>
                        <a:pt x="15" y="16"/>
                      </a:lnTo>
                      <a:lnTo>
                        <a:pt x="2" y="9"/>
                      </a:lnTo>
                      <a:lnTo>
                        <a:pt x="1" y="8"/>
                      </a:lnTo>
                      <a:lnTo>
                        <a:pt x="0" y="6"/>
                      </a:lnTo>
                      <a:lnTo>
                        <a:pt x="0" y="3"/>
                      </a:lnTo>
                      <a:lnTo>
                        <a:pt x="1" y="2"/>
                      </a:lnTo>
                      <a:lnTo>
                        <a:pt x="6" y="0"/>
                      </a:lnTo>
                      <a:lnTo>
                        <a:pt x="13" y="0"/>
                      </a:lnTo>
                      <a:lnTo>
                        <a:pt x="23" y="2"/>
                      </a:lnTo>
                      <a:lnTo>
                        <a:pt x="34" y="7"/>
                      </a:lnTo>
                      <a:lnTo>
                        <a:pt x="45" y="10"/>
                      </a:lnTo>
                      <a:lnTo>
                        <a:pt x="53" y="14"/>
                      </a:lnTo>
                      <a:lnTo>
                        <a:pt x="59" y="18"/>
                      </a:lnTo>
                      <a:lnTo>
                        <a:pt x="64" y="23"/>
                      </a:lnTo>
                      <a:lnTo>
                        <a:pt x="65" y="26"/>
                      </a:lnTo>
                      <a:lnTo>
                        <a:pt x="66" y="28"/>
                      </a:lnTo>
                      <a:lnTo>
                        <a:pt x="68" y="32"/>
                      </a:lnTo>
                      <a:lnTo>
                        <a:pt x="66" y="34"/>
                      </a:lnTo>
                      <a:lnTo>
                        <a:pt x="65" y="35"/>
                      </a:lnTo>
                      <a:lnTo>
                        <a:pt x="61" y="35"/>
                      </a:lnTo>
                      <a:lnTo>
                        <a:pt x="56" y="34"/>
                      </a:lnTo>
                      <a:lnTo>
                        <a:pt x="50" y="33"/>
                      </a:lnTo>
                      <a:lnTo>
                        <a:pt x="37" y="28"/>
                      </a:lnTo>
                      <a:lnTo>
                        <a:pt x="27" y="22"/>
                      </a:lnTo>
                      <a:close/>
                    </a:path>
                  </a:pathLst>
                </a:custGeom>
                <a:grpFill/>
                <a:ln w="9525">
                  <a:solidFill>
                    <a:schemeClr val="bg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zh-CN" altLang="en-US"/>
                </a:p>
              </p:txBody>
            </p:sp>
            <p:sp>
              <p:nvSpPr>
                <p:cNvPr id="71" name="Freeform 110">
                  <a:extLst>
                    <a:ext uri="{FF2B5EF4-FFF2-40B4-BE49-F238E27FC236}">
                      <a16:creationId xmlns:a16="http://schemas.microsoft.com/office/drawing/2014/main" id="{8976E540-9F8F-4857-AC6A-EE05552ADD95}"/>
                    </a:ext>
                  </a:extLst>
                </p:cNvPr>
                <p:cNvSpPr>
                  <a:spLocks/>
                </p:cNvSpPr>
                <p:nvPr/>
              </p:nvSpPr>
              <p:spPr bwMode="auto">
                <a:xfrm>
                  <a:off x="4258762" y="2555397"/>
                  <a:ext cx="14009" cy="0"/>
                </a:xfrm>
                <a:custGeom>
                  <a:avLst/>
                  <a:gdLst>
                    <a:gd name="T0" fmla="*/ 19 w 25"/>
                    <a:gd name="T1" fmla="*/ 24 h 24"/>
                    <a:gd name="T2" fmla="*/ 16 w 25"/>
                    <a:gd name="T3" fmla="*/ 23 h 24"/>
                    <a:gd name="T4" fmla="*/ 12 w 25"/>
                    <a:gd name="T5" fmla="*/ 21 h 24"/>
                    <a:gd name="T6" fmla="*/ 9 w 25"/>
                    <a:gd name="T7" fmla="*/ 18 h 24"/>
                    <a:gd name="T8" fmla="*/ 5 w 25"/>
                    <a:gd name="T9" fmla="*/ 13 h 24"/>
                    <a:gd name="T10" fmla="*/ 3 w 25"/>
                    <a:gd name="T11" fmla="*/ 10 h 24"/>
                    <a:gd name="T12" fmla="*/ 0 w 25"/>
                    <a:gd name="T13" fmla="*/ 5 h 24"/>
                    <a:gd name="T14" fmla="*/ 0 w 25"/>
                    <a:gd name="T15" fmla="*/ 3 h 24"/>
                    <a:gd name="T16" fmla="*/ 0 w 25"/>
                    <a:gd name="T17" fmla="*/ 2 h 24"/>
                    <a:gd name="T18" fmla="*/ 2 w 25"/>
                    <a:gd name="T19" fmla="*/ 0 h 24"/>
                    <a:gd name="T20" fmla="*/ 3 w 25"/>
                    <a:gd name="T21" fmla="*/ 0 h 24"/>
                    <a:gd name="T22" fmla="*/ 8 w 25"/>
                    <a:gd name="T23" fmla="*/ 0 h 24"/>
                    <a:gd name="T24" fmla="*/ 13 w 25"/>
                    <a:gd name="T25" fmla="*/ 3 h 24"/>
                    <a:gd name="T26" fmla="*/ 17 w 25"/>
                    <a:gd name="T27" fmla="*/ 4 h 24"/>
                    <a:gd name="T28" fmla="*/ 19 w 25"/>
                    <a:gd name="T29" fmla="*/ 6 h 24"/>
                    <a:gd name="T30" fmla="*/ 22 w 25"/>
                    <a:gd name="T31" fmla="*/ 9 h 24"/>
                    <a:gd name="T32" fmla="*/ 24 w 25"/>
                    <a:gd name="T33" fmla="*/ 11 h 24"/>
                    <a:gd name="T34" fmla="*/ 25 w 25"/>
                    <a:gd name="T35" fmla="*/ 17 h 24"/>
                    <a:gd name="T36" fmla="*/ 24 w 25"/>
                    <a:gd name="T37" fmla="*/ 21 h 24"/>
                    <a:gd name="T38" fmla="*/ 22 w 25"/>
                    <a:gd name="T39" fmla="*/ 23 h 24"/>
                    <a:gd name="T40" fmla="*/ 19 w 25"/>
                    <a:gd name="T4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5" h="24">
                      <a:moveTo>
                        <a:pt x="19" y="24"/>
                      </a:moveTo>
                      <a:lnTo>
                        <a:pt x="16" y="23"/>
                      </a:lnTo>
                      <a:lnTo>
                        <a:pt x="12" y="21"/>
                      </a:lnTo>
                      <a:lnTo>
                        <a:pt x="9" y="18"/>
                      </a:lnTo>
                      <a:lnTo>
                        <a:pt x="5" y="13"/>
                      </a:lnTo>
                      <a:lnTo>
                        <a:pt x="3" y="10"/>
                      </a:lnTo>
                      <a:lnTo>
                        <a:pt x="0" y="5"/>
                      </a:lnTo>
                      <a:lnTo>
                        <a:pt x="0" y="3"/>
                      </a:lnTo>
                      <a:lnTo>
                        <a:pt x="0" y="2"/>
                      </a:lnTo>
                      <a:lnTo>
                        <a:pt x="2" y="0"/>
                      </a:lnTo>
                      <a:lnTo>
                        <a:pt x="3" y="0"/>
                      </a:lnTo>
                      <a:lnTo>
                        <a:pt x="8" y="0"/>
                      </a:lnTo>
                      <a:lnTo>
                        <a:pt x="13" y="3"/>
                      </a:lnTo>
                      <a:lnTo>
                        <a:pt x="17" y="4"/>
                      </a:lnTo>
                      <a:lnTo>
                        <a:pt x="19" y="6"/>
                      </a:lnTo>
                      <a:lnTo>
                        <a:pt x="22" y="9"/>
                      </a:lnTo>
                      <a:lnTo>
                        <a:pt x="24" y="11"/>
                      </a:lnTo>
                      <a:lnTo>
                        <a:pt x="25" y="17"/>
                      </a:lnTo>
                      <a:lnTo>
                        <a:pt x="24" y="21"/>
                      </a:lnTo>
                      <a:lnTo>
                        <a:pt x="22" y="23"/>
                      </a:lnTo>
                      <a:lnTo>
                        <a:pt x="19" y="24"/>
                      </a:lnTo>
                      <a:close/>
                    </a:path>
                  </a:pathLst>
                </a:custGeom>
                <a:grpFill/>
                <a:ln w="9525">
                  <a:solidFill>
                    <a:schemeClr val="bg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zh-CN" altLang="en-US"/>
                </a:p>
              </p:txBody>
            </p:sp>
          </p:grpSp>
          <p:pic>
            <p:nvPicPr>
              <p:cNvPr id="34" name="Picture 40">
                <a:extLst>
                  <a:ext uri="{FF2B5EF4-FFF2-40B4-BE49-F238E27FC236}">
                    <a16:creationId xmlns:a16="http://schemas.microsoft.com/office/drawing/2014/main" id="{FC2ECE72-4133-4649-99A3-CBA11465B231}"/>
                  </a:ext>
                </a:extLst>
              </p:cNvPr>
              <p:cNvPicPr>
                <a:picLocks noChangeAspect="1" noChangeArrowheads="1"/>
                <a:extLst>
                  <a:ext uri="{84589F7E-364E-4C9E-8A38-B11213B215E9}">
                    <a14:cameraTool xmlns:a14="http://schemas.microsoft.com/office/drawing/2010/main" cellRange="$I$8:$J$12"/>
                  </a:ext>
                </a:extLst>
              </p:cNvPicPr>
              <p:nvPr/>
            </p:nvPicPr>
            <p:blipFill>
              <a:blip r:embed="rId5"/>
              <a:srcRect/>
              <a:stretch>
                <a:fillRect/>
              </a:stretch>
            </p:blipFill>
            <p:spPr bwMode="auto">
              <a:xfrm>
                <a:off x="5746284" y="4792641"/>
                <a:ext cx="1080994" cy="1127311"/>
              </a:xfrm>
              <a:prstGeom prst="rect">
                <a:avLst/>
              </a:prstGeom>
              <a:solidFill>
                <a:srgbClr xmlns:mc="http://schemas.openxmlformats.org/markup-compatibility/2006" xmlns:a14="http://schemas.microsoft.com/office/drawing/2010/main" val="FFFFFF" mc:Ignorable="a14" a14:legacySpreadsheetColorIndex="9"/>
              </a:solidFill>
              <a:ln>
                <a:noFill/>
              </a:ln>
              <a:extLst>
                <a:ext uri="{91240B29-F687-4F45-9708-019B960494DF}">
                  <a14:hiddenLine xmlns:a14="http://schemas.microsoft.com/office/drawing/2010/main" w="9525">
                    <a:solidFill>
                      <a:srgbClr xmlns:mc="http://schemas.openxmlformats.org/markup-compatibility/2006" val="000000" mc:Ignorable="a14" a14:legacySpreadsheetColorIndex="64"/>
                    </a:solidFill>
                    <a:miter lim="800000"/>
                    <a:headEnd/>
                    <a:tailEnd/>
                  </a14:hiddenLine>
                </a:ext>
              </a:extLst>
            </p:spPr>
          </p:pic>
        </p:grpSp>
        <p:sp>
          <p:nvSpPr>
            <p:cNvPr id="13" name="椭圆 12">
              <a:extLst>
                <a:ext uri="{FF2B5EF4-FFF2-40B4-BE49-F238E27FC236}">
                  <a16:creationId xmlns:a16="http://schemas.microsoft.com/office/drawing/2014/main" id="{09284F79-67DF-4CEC-9D29-B3BEC450EF7A}"/>
                </a:ext>
              </a:extLst>
            </p:cNvPr>
            <p:cNvSpPr/>
            <p:nvPr/>
          </p:nvSpPr>
          <p:spPr>
            <a:xfrm>
              <a:off x="4813525" y="4942442"/>
              <a:ext cx="656464" cy="580033"/>
            </a:xfrm>
            <a:prstGeom prst="ellipse">
              <a:avLst/>
            </a:prstGeom>
            <a:solidFill>
              <a:schemeClr val="lt1">
                <a:alpha val="0"/>
              </a:schemeClr>
            </a:solid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kumimoji="1" lang="zh-CN" altLang="en-US" dirty="0"/>
            </a:p>
          </p:txBody>
        </p:sp>
        <p:grpSp>
          <p:nvGrpSpPr>
            <p:cNvPr id="14" name="组合 13">
              <a:extLst>
                <a:ext uri="{FF2B5EF4-FFF2-40B4-BE49-F238E27FC236}">
                  <a16:creationId xmlns:a16="http://schemas.microsoft.com/office/drawing/2014/main" id="{2578C798-1D0B-4416-9450-AA467929CDBE}"/>
                </a:ext>
              </a:extLst>
            </p:cNvPr>
            <p:cNvGrpSpPr>
              <a:grpSpLocks noChangeAspect="1"/>
            </p:cNvGrpSpPr>
            <p:nvPr/>
          </p:nvGrpSpPr>
          <p:grpSpPr bwMode="auto">
            <a:xfrm>
              <a:off x="5333457" y="5795544"/>
              <a:ext cx="360000" cy="359727"/>
              <a:chOff x="0" y="0"/>
              <a:chExt cx="928102" cy="841107"/>
            </a:xfrm>
          </p:grpSpPr>
          <p:pic>
            <p:nvPicPr>
              <p:cNvPr id="16" name="Picture 40">
                <a:extLst>
                  <a:ext uri="{FF2B5EF4-FFF2-40B4-BE49-F238E27FC236}">
                    <a16:creationId xmlns:a16="http://schemas.microsoft.com/office/drawing/2014/main" id="{DF6013B1-79E5-42F9-B5C9-7D8533CB2F44}"/>
                  </a:ext>
                </a:extLst>
              </p:cNvPr>
              <p:cNvPicPr>
                <a:picLocks noChangeAspect="1" noChangeArrowheads="1"/>
                <a:extLst>
                  <a:ext uri="{84589F7E-364E-4C9E-8A38-B11213B215E9}">
                    <a14:cameraTool xmlns:a14="http://schemas.microsoft.com/office/drawing/2010/main" cellRange=""/>
                  </a:ext>
                </a:extLst>
              </p:cNvPicPr>
              <p:nvPr/>
            </p:nvPicPr>
            <p:blipFill>
              <a:blip r:embed="rId6"/>
              <a:srcRect/>
              <a:stretch>
                <a:fillRect/>
              </a:stretch>
            </p:blipFill>
            <p:spPr bwMode="auto">
              <a:xfrm>
                <a:off x="87085" y="0"/>
                <a:ext cx="607573" cy="656893"/>
              </a:xfrm>
              <a:prstGeom prst="rect">
                <a:avLst/>
              </a:prstGeom>
              <a:solidFill>
                <a:srgbClr xmlns:mc="http://schemas.openxmlformats.org/markup-compatibility/2006" xmlns:a14="http://schemas.microsoft.com/office/drawing/2010/main" val="FFFFFF" mc:Ignorable="a14" a14:legacySpreadsheetColorIndex="9"/>
              </a:solidFill>
              <a:ln>
                <a:noFill/>
              </a:ln>
              <a:extLst>
                <a:ext uri="{91240B29-F687-4F45-9708-019B960494DF}">
                  <a14:hiddenLine xmlns:a14="http://schemas.microsoft.com/office/drawing/2010/main" w="9525">
                    <a:solidFill>
                      <a:srgbClr xmlns:mc="http://schemas.openxmlformats.org/markup-compatibility/2006" val="000000" mc:Ignorable="a14" a14:legacySpreadsheetColorIndex="64"/>
                    </a:solidFill>
                    <a:miter lim="800000"/>
                    <a:headEnd/>
                    <a:tailEnd/>
                  </a14:hiddenLine>
                </a:ext>
              </a:extLst>
            </p:spPr>
          </p:pic>
          <p:grpSp>
            <p:nvGrpSpPr>
              <p:cNvPr id="17" name="组合 16">
                <a:extLst>
                  <a:ext uri="{FF2B5EF4-FFF2-40B4-BE49-F238E27FC236}">
                    <a16:creationId xmlns:a16="http://schemas.microsoft.com/office/drawing/2014/main" id="{B3221084-BD68-4195-B320-B808E30BB6D6}"/>
                  </a:ext>
                </a:extLst>
              </p:cNvPr>
              <p:cNvGrpSpPr>
                <a:grpSpLocks/>
              </p:cNvGrpSpPr>
              <p:nvPr/>
            </p:nvGrpSpPr>
            <p:grpSpPr bwMode="auto">
              <a:xfrm>
                <a:off x="0" y="72688"/>
                <a:ext cx="928102" cy="768419"/>
                <a:chOff x="0" y="72688"/>
                <a:chExt cx="928102" cy="768419"/>
              </a:xfrm>
            </p:grpSpPr>
            <p:grpSp>
              <p:nvGrpSpPr>
                <p:cNvPr id="18" name="组合 17">
                  <a:extLst>
                    <a:ext uri="{FF2B5EF4-FFF2-40B4-BE49-F238E27FC236}">
                      <a16:creationId xmlns:a16="http://schemas.microsoft.com/office/drawing/2014/main" id="{6B4D66EB-9516-48DF-BF2F-5AC28E4D28DE}"/>
                    </a:ext>
                  </a:extLst>
                </p:cNvPr>
                <p:cNvGrpSpPr>
                  <a:grpSpLocks/>
                </p:cNvGrpSpPr>
                <p:nvPr/>
              </p:nvGrpSpPr>
              <p:grpSpPr bwMode="auto">
                <a:xfrm>
                  <a:off x="0" y="363440"/>
                  <a:ext cx="201762" cy="280368"/>
                  <a:chOff x="0" y="363411"/>
                  <a:chExt cx="201762" cy="279477"/>
                </a:xfrm>
              </p:grpSpPr>
              <p:sp>
                <p:nvSpPr>
                  <p:cNvPr id="31" name="弧形 1">
                    <a:extLst>
                      <a:ext uri="{FF2B5EF4-FFF2-40B4-BE49-F238E27FC236}">
                        <a16:creationId xmlns:a16="http://schemas.microsoft.com/office/drawing/2014/main" id="{B28C8AEF-8E49-4062-8020-91EC09FDD099}"/>
                      </a:ext>
                    </a:extLst>
                  </p:cNvPr>
                  <p:cNvSpPr/>
                  <p:nvPr/>
                </p:nvSpPr>
                <p:spPr>
                  <a:xfrm>
                    <a:off x="134508" y="363411"/>
                    <a:ext cx="67254" cy="93159"/>
                  </a:xfrm>
                  <a:prstGeom prst="arc">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txBody>
                  <a:bodyPr rtlCol="0" anchor="t"/>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zh-CN" altLang="en-US"/>
                  </a:p>
                </p:txBody>
              </p:sp>
              <p:sp>
                <p:nvSpPr>
                  <p:cNvPr id="32" name="弧形 4">
                    <a:extLst>
                      <a:ext uri="{FF2B5EF4-FFF2-40B4-BE49-F238E27FC236}">
                        <a16:creationId xmlns:a16="http://schemas.microsoft.com/office/drawing/2014/main" id="{A6531C79-35A5-4137-95BF-D88062AE7FC3}"/>
                      </a:ext>
                    </a:extLst>
                  </p:cNvPr>
                  <p:cNvSpPr/>
                  <p:nvPr/>
                </p:nvSpPr>
                <p:spPr>
                  <a:xfrm>
                    <a:off x="0" y="394464"/>
                    <a:ext cx="201762" cy="248424"/>
                  </a:xfrm>
                  <a:prstGeom prst="arc">
                    <a:avLst>
                      <a:gd name="adj1" fmla="val 21448084"/>
                      <a:gd name="adj2" fmla="val 2086819"/>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txBody>
                  <a:bodyPr rtlCol="0" anchor="t"/>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zh-CN" altLang="en-US"/>
                  </a:p>
                </p:txBody>
              </p:sp>
            </p:grpSp>
            <p:grpSp>
              <p:nvGrpSpPr>
                <p:cNvPr id="19" name="组合 18">
                  <a:extLst>
                    <a:ext uri="{FF2B5EF4-FFF2-40B4-BE49-F238E27FC236}">
                      <a16:creationId xmlns:a16="http://schemas.microsoft.com/office/drawing/2014/main" id="{12CC3C69-A479-4484-8824-E46473D6404D}"/>
                    </a:ext>
                  </a:extLst>
                </p:cNvPr>
                <p:cNvGrpSpPr>
                  <a:grpSpLocks/>
                </p:cNvGrpSpPr>
                <p:nvPr/>
              </p:nvGrpSpPr>
              <p:grpSpPr bwMode="auto">
                <a:xfrm>
                  <a:off x="134508" y="72688"/>
                  <a:ext cx="793594" cy="768419"/>
                  <a:chOff x="134508" y="72688"/>
                  <a:chExt cx="793594" cy="768419"/>
                </a:xfrm>
              </p:grpSpPr>
              <p:sp>
                <p:nvSpPr>
                  <p:cNvPr id="20" name="弧形 93">
                    <a:extLst>
                      <a:ext uri="{FF2B5EF4-FFF2-40B4-BE49-F238E27FC236}">
                        <a16:creationId xmlns:a16="http://schemas.microsoft.com/office/drawing/2014/main" id="{86EB6437-7AB4-455B-AB7F-14F690E0625D}"/>
                      </a:ext>
                    </a:extLst>
                  </p:cNvPr>
                  <p:cNvSpPr/>
                  <p:nvPr/>
                </p:nvSpPr>
                <p:spPr>
                  <a:xfrm>
                    <a:off x="161409" y="571122"/>
                    <a:ext cx="255564" cy="269985"/>
                  </a:xfrm>
                  <a:prstGeom prst="arc">
                    <a:avLst>
                      <a:gd name="adj1" fmla="val 9326382"/>
                      <a:gd name="adj2" fmla="val 11451094"/>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txBody>
                  <a:bodyPr rtlCol="0" anchor="t"/>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zh-CN" altLang="en-US"/>
                  </a:p>
                </p:txBody>
              </p:sp>
              <p:grpSp>
                <p:nvGrpSpPr>
                  <p:cNvPr id="22" name="组合 21">
                    <a:extLst>
                      <a:ext uri="{FF2B5EF4-FFF2-40B4-BE49-F238E27FC236}">
                        <a16:creationId xmlns:a16="http://schemas.microsoft.com/office/drawing/2014/main" id="{D76A7FC4-5582-4438-8605-62794D20FD23}"/>
                      </a:ext>
                    </a:extLst>
                  </p:cNvPr>
                  <p:cNvGrpSpPr>
                    <a:grpSpLocks/>
                  </p:cNvGrpSpPr>
                  <p:nvPr/>
                </p:nvGrpSpPr>
                <p:grpSpPr bwMode="auto">
                  <a:xfrm>
                    <a:off x="134508" y="72688"/>
                    <a:ext cx="793594" cy="747651"/>
                    <a:chOff x="134508" y="72688"/>
                    <a:chExt cx="793594" cy="747651"/>
                  </a:xfrm>
                </p:grpSpPr>
                <p:sp>
                  <p:nvSpPr>
                    <p:cNvPr id="23" name="弧形 94">
                      <a:extLst>
                        <a:ext uri="{FF2B5EF4-FFF2-40B4-BE49-F238E27FC236}">
                          <a16:creationId xmlns:a16="http://schemas.microsoft.com/office/drawing/2014/main" id="{47EA8AC2-C397-40F5-B1C7-124953C4E9E2}"/>
                        </a:ext>
                      </a:extLst>
                    </p:cNvPr>
                    <p:cNvSpPr/>
                    <p:nvPr/>
                  </p:nvSpPr>
                  <p:spPr>
                    <a:xfrm>
                      <a:off x="134508" y="550354"/>
                      <a:ext cx="295916" cy="269985"/>
                    </a:xfrm>
                    <a:prstGeom prst="arc">
                      <a:avLst>
                        <a:gd name="adj1" fmla="val 3126579"/>
                        <a:gd name="adj2" fmla="val 5623005"/>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txBody>
                    <a:bodyPr rtlCol="0" anchor="t"/>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zh-CN" altLang="en-US"/>
                    </a:p>
                  </p:txBody>
                </p:sp>
                <p:grpSp>
                  <p:nvGrpSpPr>
                    <p:cNvPr id="24" name="组合 23">
                      <a:extLst>
                        <a:ext uri="{FF2B5EF4-FFF2-40B4-BE49-F238E27FC236}">
                          <a16:creationId xmlns:a16="http://schemas.microsoft.com/office/drawing/2014/main" id="{DE965187-91A6-458B-BA91-B25091A14B66}"/>
                        </a:ext>
                      </a:extLst>
                    </p:cNvPr>
                    <p:cNvGrpSpPr>
                      <a:grpSpLocks/>
                    </p:cNvGrpSpPr>
                    <p:nvPr/>
                  </p:nvGrpSpPr>
                  <p:grpSpPr bwMode="auto">
                    <a:xfrm>
                      <a:off x="147958" y="72688"/>
                      <a:ext cx="780144" cy="623043"/>
                      <a:chOff x="147958" y="72688"/>
                      <a:chExt cx="780144" cy="623043"/>
                    </a:xfrm>
                  </p:grpSpPr>
                  <p:cxnSp>
                    <p:nvCxnSpPr>
                      <p:cNvPr id="25" name="直接连接符 7">
                        <a:extLst>
                          <a:ext uri="{FF2B5EF4-FFF2-40B4-BE49-F238E27FC236}">
                            <a16:creationId xmlns:a16="http://schemas.microsoft.com/office/drawing/2014/main" id="{BBC0FA77-AEAF-4477-8112-049CBA30FB71}"/>
                          </a:ext>
                        </a:extLst>
                      </p:cNvPr>
                      <p:cNvCxnSpPr/>
                      <p:nvPr/>
                    </p:nvCxnSpPr>
                    <p:spPr>
                      <a:xfrm flipV="1">
                        <a:off x="578382" y="353057"/>
                        <a:ext cx="0" cy="6230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26" name="组合 25">
                        <a:extLst>
                          <a:ext uri="{FF2B5EF4-FFF2-40B4-BE49-F238E27FC236}">
                            <a16:creationId xmlns:a16="http://schemas.microsoft.com/office/drawing/2014/main" id="{A41C51D0-6EAC-4284-BFC3-D441498F83B9}"/>
                          </a:ext>
                        </a:extLst>
                      </p:cNvPr>
                      <p:cNvGrpSpPr>
                        <a:grpSpLocks/>
                      </p:cNvGrpSpPr>
                      <p:nvPr/>
                    </p:nvGrpSpPr>
                    <p:grpSpPr bwMode="auto">
                      <a:xfrm>
                        <a:off x="147958" y="72688"/>
                        <a:ext cx="780144" cy="623043"/>
                        <a:chOff x="147958" y="72688"/>
                        <a:chExt cx="780144" cy="623043"/>
                      </a:xfrm>
                    </p:grpSpPr>
                    <p:sp>
                      <p:nvSpPr>
                        <p:cNvPr id="27" name="弧形 96">
                          <a:extLst>
                            <a:ext uri="{FF2B5EF4-FFF2-40B4-BE49-F238E27FC236}">
                              <a16:creationId xmlns:a16="http://schemas.microsoft.com/office/drawing/2014/main" id="{6A4AC643-8964-4400-9159-35F42E36C865}"/>
                            </a:ext>
                          </a:extLst>
                        </p:cNvPr>
                        <p:cNvSpPr/>
                        <p:nvPr/>
                      </p:nvSpPr>
                      <p:spPr>
                        <a:xfrm>
                          <a:off x="147958" y="488050"/>
                          <a:ext cx="376621" cy="207681"/>
                        </a:xfrm>
                        <a:prstGeom prst="arc">
                          <a:avLst>
                            <a:gd name="adj1" fmla="val 1449428"/>
                            <a:gd name="adj2" fmla="val 3313998"/>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txBody>
                        <a:bodyPr rtlCol="0" anchor="t"/>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zh-CN" altLang="en-US"/>
                        </a:p>
                      </p:txBody>
                    </p:sp>
                    <p:sp>
                      <p:nvSpPr>
                        <p:cNvPr id="28" name="弧形 97">
                          <a:extLst>
                            <a:ext uri="{FF2B5EF4-FFF2-40B4-BE49-F238E27FC236}">
                              <a16:creationId xmlns:a16="http://schemas.microsoft.com/office/drawing/2014/main" id="{4237E0D9-4192-40D8-ADDF-A784678769B6}"/>
                            </a:ext>
                          </a:extLst>
                        </p:cNvPr>
                        <p:cNvSpPr/>
                        <p:nvPr/>
                      </p:nvSpPr>
                      <p:spPr>
                        <a:xfrm>
                          <a:off x="215212" y="373825"/>
                          <a:ext cx="363170" cy="259601"/>
                        </a:xfrm>
                        <a:prstGeom prst="arc">
                          <a:avLst>
                            <a:gd name="adj1" fmla="val 238845"/>
                            <a:gd name="adj2" fmla="val 2106913"/>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txBody>
                        <a:bodyPr rtlCol="0" anchor="t"/>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zh-CN" altLang="en-US"/>
                        </a:p>
                      </p:txBody>
                    </p:sp>
                    <p:sp>
                      <p:nvSpPr>
                        <p:cNvPr id="29" name="弧形 102">
                          <a:extLst>
                            <a:ext uri="{FF2B5EF4-FFF2-40B4-BE49-F238E27FC236}">
                              <a16:creationId xmlns:a16="http://schemas.microsoft.com/office/drawing/2014/main" id="{D4418AC0-1447-41BE-AFE6-B68252943677}"/>
                            </a:ext>
                          </a:extLst>
                        </p:cNvPr>
                        <p:cNvSpPr/>
                        <p:nvPr/>
                      </p:nvSpPr>
                      <p:spPr>
                        <a:xfrm>
                          <a:off x="578382" y="155760"/>
                          <a:ext cx="322818" cy="259601"/>
                        </a:xfrm>
                        <a:prstGeom prst="arc">
                          <a:avLst>
                            <a:gd name="adj1" fmla="val 10599368"/>
                            <a:gd name="adj2" fmla="val 12681396"/>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txBody>
                        <a:bodyPr rtlCol="0" anchor="t"/>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zh-CN" altLang="en-US"/>
                        </a:p>
                      </p:txBody>
                    </p:sp>
                    <p:sp>
                      <p:nvSpPr>
                        <p:cNvPr id="30" name="弧形 103">
                          <a:extLst>
                            <a:ext uri="{FF2B5EF4-FFF2-40B4-BE49-F238E27FC236}">
                              <a16:creationId xmlns:a16="http://schemas.microsoft.com/office/drawing/2014/main" id="{F3CED660-479C-4F3B-8DF7-E453262ED969}"/>
                            </a:ext>
                          </a:extLst>
                        </p:cNvPr>
                        <p:cNvSpPr/>
                        <p:nvPr/>
                      </p:nvSpPr>
                      <p:spPr>
                        <a:xfrm>
                          <a:off x="618735" y="72688"/>
                          <a:ext cx="309367" cy="269985"/>
                        </a:xfrm>
                        <a:prstGeom prst="arc">
                          <a:avLst>
                            <a:gd name="adj1" fmla="val 11772860"/>
                            <a:gd name="adj2" fmla="val 13610432"/>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txBody>
                        <a:bodyPr rtlCol="0" anchor="t"/>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zh-CN" altLang="en-US"/>
                        </a:p>
                      </p:txBody>
                    </p:sp>
                  </p:grpSp>
                </p:grpSp>
              </p:grpSp>
            </p:grpSp>
          </p:grpSp>
        </p:grpSp>
        <p:sp>
          <p:nvSpPr>
            <p:cNvPr id="15" name="文本框 14">
              <a:extLst>
                <a:ext uri="{FF2B5EF4-FFF2-40B4-BE49-F238E27FC236}">
                  <a16:creationId xmlns:a16="http://schemas.microsoft.com/office/drawing/2014/main" id="{AFCDCEE9-B1E1-46FB-8FC8-3CE23257E987}"/>
                </a:ext>
              </a:extLst>
            </p:cNvPr>
            <p:cNvSpPr txBox="1"/>
            <p:nvPr/>
          </p:nvSpPr>
          <p:spPr>
            <a:xfrm>
              <a:off x="3551618" y="5586269"/>
              <a:ext cx="459468" cy="125078"/>
            </a:xfrm>
            <a:prstGeom prst="rect">
              <a:avLst/>
            </a:prstGeom>
            <a:noFill/>
          </p:spPr>
          <p:txBody>
            <a:bodyPr wrap="square">
              <a:spAutoFit/>
            </a:bodyPr>
            <a:lstStyle/>
            <a:p>
              <a:r>
                <a:rPr lang="en-US" altLang="zh-CN" sz="900" dirty="0">
                  <a:ea typeface="+mn-ea"/>
                  <a:cs typeface="Arial" panose="020B0604020202020204" pitchFamily="34" charset="0"/>
                </a:rPr>
                <a:t>100 Mt</a:t>
              </a:r>
              <a:endParaRPr lang="zh-CN" altLang="en-US" sz="900" dirty="0"/>
            </a:p>
          </p:txBody>
        </p:sp>
      </p:grpSp>
      <p:sp>
        <p:nvSpPr>
          <p:cNvPr id="72" name="椭圆 71">
            <a:extLst>
              <a:ext uri="{FF2B5EF4-FFF2-40B4-BE49-F238E27FC236}">
                <a16:creationId xmlns:a16="http://schemas.microsoft.com/office/drawing/2014/main" id="{FADB8618-55BC-4030-8DAE-FF8A55B382E4}"/>
              </a:ext>
            </a:extLst>
          </p:cNvPr>
          <p:cNvSpPr/>
          <p:nvPr/>
        </p:nvSpPr>
        <p:spPr>
          <a:xfrm rot="20184429">
            <a:off x="6571401" y="2518164"/>
            <a:ext cx="1841780" cy="703270"/>
          </a:xfrm>
          <a:prstGeom prst="ellipse">
            <a:avLst/>
          </a:prstGeom>
          <a:solidFill>
            <a:schemeClr val="lt1">
              <a:alpha val="0"/>
            </a:schemeClr>
          </a:solid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kumimoji="1" lang="zh-CN" altLang="en-US" dirty="0"/>
          </a:p>
        </p:txBody>
      </p:sp>
      <p:sp>
        <p:nvSpPr>
          <p:cNvPr id="73" name="椭圆 72">
            <a:extLst>
              <a:ext uri="{FF2B5EF4-FFF2-40B4-BE49-F238E27FC236}">
                <a16:creationId xmlns:a16="http://schemas.microsoft.com/office/drawing/2014/main" id="{D19CC32B-F91E-4A74-B7FC-DD18B9F0F2E6}"/>
              </a:ext>
            </a:extLst>
          </p:cNvPr>
          <p:cNvSpPr/>
          <p:nvPr/>
        </p:nvSpPr>
        <p:spPr>
          <a:xfrm rot="20184429">
            <a:off x="6517919" y="3812190"/>
            <a:ext cx="1841780" cy="703270"/>
          </a:xfrm>
          <a:prstGeom prst="ellipse">
            <a:avLst/>
          </a:prstGeom>
          <a:solidFill>
            <a:schemeClr val="lt1">
              <a:alpha val="0"/>
            </a:schemeClr>
          </a:solid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kumimoji="1" lang="zh-CN" altLang="en-US" dirty="0"/>
          </a:p>
        </p:txBody>
      </p:sp>
      <p:sp>
        <p:nvSpPr>
          <p:cNvPr id="75" name="文本框 74">
            <a:extLst>
              <a:ext uri="{FF2B5EF4-FFF2-40B4-BE49-F238E27FC236}">
                <a16:creationId xmlns:a16="http://schemas.microsoft.com/office/drawing/2014/main" id="{385929F4-8A88-43D4-A039-E19C17114CA9}"/>
              </a:ext>
            </a:extLst>
          </p:cNvPr>
          <p:cNvSpPr txBox="1"/>
          <p:nvPr/>
        </p:nvSpPr>
        <p:spPr>
          <a:xfrm>
            <a:off x="257661" y="6200218"/>
            <a:ext cx="11674927" cy="400110"/>
          </a:xfrm>
          <a:prstGeom prst="rect">
            <a:avLst/>
          </a:prstGeom>
          <a:solidFill>
            <a:schemeClr val="accent1">
              <a:lumMod val="75000"/>
            </a:schemeClr>
          </a:solidFill>
        </p:spPr>
        <p:txBody>
          <a:bodyPr wrap="square">
            <a:spAutoFit/>
          </a:bodyPr>
          <a:lstStyle/>
          <a:p>
            <a:pPr marL="0" marR="0" lvl="0" indent="0" algn="ctr" defTabSz="914400" rtl="0" eaLnBrk="0" fontAlgn="base" latinLnBrk="0" hangingPunct="0">
              <a:lnSpc>
                <a:spcPct val="100000"/>
              </a:lnSpc>
              <a:spcBef>
                <a:spcPct val="20000"/>
              </a:spcBef>
              <a:spcAft>
                <a:spcPct val="0"/>
              </a:spcAft>
              <a:buClr>
                <a:srgbClr val="E7E6E6"/>
              </a:buClr>
              <a:buSzPct val="75000"/>
              <a:buFont typeface="Wingdings" pitchFamily="2" charset="2"/>
              <a:buNone/>
              <a:tabLst/>
              <a:defRPr/>
            </a:pPr>
            <a:r>
              <a:rPr kumimoji="1" lang="en-US" altLang="zh-CN" sz="2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Important to understand the layout change driven by energy transition</a:t>
            </a:r>
          </a:p>
        </p:txBody>
      </p:sp>
    </p:spTree>
    <p:extLst>
      <p:ext uri="{BB962C8B-B14F-4D97-AF65-F5344CB8AC3E}">
        <p14:creationId xmlns:p14="http://schemas.microsoft.com/office/powerpoint/2010/main" val="2975948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3D130B-99BA-4BB2-80B5-9C601D751EA8}"/>
              </a:ext>
            </a:extLst>
          </p:cNvPr>
          <p:cNvSpPr>
            <a:spLocks noGrp="1"/>
          </p:cNvSpPr>
          <p:nvPr>
            <p:ph type="title"/>
            <p:custDataLst>
              <p:tags r:id="rId1"/>
            </p:custDataLst>
          </p:nvPr>
        </p:nvSpPr>
        <p:spPr>
          <a:xfrm>
            <a:off x="-2" y="49"/>
            <a:ext cx="8191437" cy="755489"/>
          </a:xfrm>
        </p:spPr>
        <p:txBody>
          <a:bodyPr/>
          <a:lstStyle/>
          <a:p>
            <a:r>
              <a:rPr lang="en-US" altLang="zh-CN" sz="3200" dirty="0">
                <a:solidFill>
                  <a:srgbClr val="376092"/>
                </a:solidFill>
                <a:latin typeface="微软雅黑" panose="020B0503020204020204" pitchFamily="34" charset="-122"/>
                <a:ea typeface="微软雅黑" panose="020B0503020204020204" pitchFamily="34" charset="-122"/>
              </a:rPr>
              <a:t> Research objectives</a:t>
            </a:r>
            <a:r>
              <a:rPr lang="zh-CN" altLang="en-US" sz="3200" dirty="0">
                <a:solidFill>
                  <a:srgbClr val="376092"/>
                </a:solidFill>
                <a:latin typeface="微软雅黑" panose="020B0503020204020204" pitchFamily="34" charset="-122"/>
                <a:ea typeface="微软雅黑" panose="020B0503020204020204" pitchFamily="34" charset="-122"/>
              </a:rPr>
              <a:t>丨研究问题</a:t>
            </a:r>
            <a:endParaRPr lang="en-US" altLang="zh-CN" sz="3200" dirty="0">
              <a:solidFill>
                <a:srgbClr val="376092"/>
              </a:solidFill>
              <a:latin typeface="微软雅黑" panose="020B0503020204020204" pitchFamily="34" charset="-122"/>
              <a:ea typeface="微软雅黑" panose="020B0503020204020204" pitchFamily="34" charset="-122"/>
            </a:endParaRPr>
          </a:p>
        </p:txBody>
      </p:sp>
      <p:sp>
        <p:nvSpPr>
          <p:cNvPr id="46" name="圆角矩形 11">
            <a:extLst>
              <a:ext uri="{FF2B5EF4-FFF2-40B4-BE49-F238E27FC236}">
                <a16:creationId xmlns:a16="http://schemas.microsoft.com/office/drawing/2014/main" id="{0E7C8496-D940-4F7E-89BA-4EA870F5CE93}"/>
              </a:ext>
            </a:extLst>
          </p:cNvPr>
          <p:cNvSpPr/>
          <p:nvPr/>
        </p:nvSpPr>
        <p:spPr>
          <a:xfrm>
            <a:off x="3410141" y="1549804"/>
            <a:ext cx="5018423" cy="608557"/>
          </a:xfrm>
          <a:prstGeom prst="round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zh-CN" sz="2400" b="1" dirty="0">
                <a:solidFill>
                  <a:srgbClr val="C00000"/>
                </a:solidFill>
              </a:rPr>
              <a:t>Emission reduction driven transition</a:t>
            </a:r>
          </a:p>
        </p:txBody>
      </p:sp>
      <p:sp>
        <p:nvSpPr>
          <p:cNvPr id="10" name="圆角矩形 11">
            <a:extLst>
              <a:ext uri="{FF2B5EF4-FFF2-40B4-BE49-F238E27FC236}">
                <a16:creationId xmlns:a16="http://schemas.microsoft.com/office/drawing/2014/main" id="{ACEAC27E-A945-4E86-930C-8615101006C1}"/>
              </a:ext>
            </a:extLst>
          </p:cNvPr>
          <p:cNvSpPr/>
          <p:nvPr/>
        </p:nvSpPr>
        <p:spPr>
          <a:xfrm>
            <a:off x="5919353" y="3954339"/>
            <a:ext cx="5018423" cy="1179222"/>
          </a:xfrm>
          <a:prstGeom prst="round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zh-CN" sz="2000" dirty="0"/>
              <a:t>How will the spatial-temporal steel capacity layout evolve? (Considering interregional capacity relocation &amp;</a:t>
            </a:r>
            <a:r>
              <a:rPr kumimoji="1" lang="zh-CN" altLang="en-US" sz="2000" dirty="0"/>
              <a:t> </a:t>
            </a:r>
            <a:r>
              <a:rPr kumimoji="1" lang="en-US" altLang="zh-CN" sz="2000" dirty="0"/>
              <a:t>transportation) </a:t>
            </a:r>
          </a:p>
        </p:txBody>
      </p:sp>
      <p:sp>
        <p:nvSpPr>
          <p:cNvPr id="13" name="圆角矩形 26">
            <a:extLst>
              <a:ext uri="{FF2B5EF4-FFF2-40B4-BE49-F238E27FC236}">
                <a16:creationId xmlns:a16="http://schemas.microsoft.com/office/drawing/2014/main" id="{710AE1B5-A429-4FB2-963E-9DE0118770D0}"/>
              </a:ext>
            </a:extLst>
          </p:cNvPr>
          <p:cNvSpPr/>
          <p:nvPr/>
        </p:nvSpPr>
        <p:spPr>
          <a:xfrm>
            <a:off x="1174524" y="3935393"/>
            <a:ext cx="4471236" cy="1162377"/>
          </a:xfrm>
          <a:prstGeom prst="roundRect">
            <a:avLst/>
          </a:prstGeom>
          <a:ln>
            <a:solidFill>
              <a:srgbClr val="00B0F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sz="2000" dirty="0">
                <a:solidFill>
                  <a:srgbClr val="00B0F0"/>
                </a:solidFill>
              </a:rPr>
              <a:t>How the future mode and cost of low-carbon steel production system evolve? Especially  </a:t>
            </a:r>
            <a:r>
              <a:rPr lang="en-US" altLang="zh-CN" sz="2000" b="1" dirty="0">
                <a:solidFill>
                  <a:srgbClr val="00B0F0"/>
                </a:solidFill>
              </a:rPr>
              <a:t>H</a:t>
            </a:r>
            <a:r>
              <a:rPr lang="en-US" altLang="zh-CN" sz="2000" b="1" baseline="-25000" dirty="0">
                <a:solidFill>
                  <a:srgbClr val="00B0F0"/>
                </a:solidFill>
              </a:rPr>
              <a:t>2</a:t>
            </a:r>
            <a:r>
              <a:rPr lang="en-US" altLang="zh-CN" sz="2000" b="1" dirty="0">
                <a:solidFill>
                  <a:srgbClr val="00B0F0"/>
                </a:solidFill>
              </a:rPr>
              <a:t>-based </a:t>
            </a:r>
            <a:r>
              <a:rPr lang="en-US" altLang="zh-CN" sz="2000" dirty="0">
                <a:solidFill>
                  <a:srgbClr val="00B0F0"/>
                </a:solidFill>
              </a:rPr>
              <a:t>routes</a:t>
            </a:r>
            <a:endParaRPr lang="zh-CN" altLang="en-US" sz="2000" dirty="0">
              <a:solidFill>
                <a:srgbClr val="00B0F0"/>
              </a:solidFill>
            </a:endParaRPr>
          </a:p>
        </p:txBody>
      </p:sp>
      <p:cxnSp>
        <p:nvCxnSpPr>
          <p:cNvPr id="6" name="直接箭头连接符 5">
            <a:extLst>
              <a:ext uri="{FF2B5EF4-FFF2-40B4-BE49-F238E27FC236}">
                <a16:creationId xmlns:a16="http://schemas.microsoft.com/office/drawing/2014/main" id="{B52602BE-319A-43C0-83A8-A3842321D9C9}"/>
              </a:ext>
            </a:extLst>
          </p:cNvPr>
          <p:cNvCxnSpPr>
            <a:stCxn id="46" idx="2"/>
            <a:endCxn id="13" idx="0"/>
          </p:cNvCxnSpPr>
          <p:nvPr/>
        </p:nvCxnSpPr>
        <p:spPr>
          <a:xfrm flipH="1">
            <a:off x="3410142" y="2158361"/>
            <a:ext cx="2509211" cy="1777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57A0A8A8-5A7A-4A21-BDD9-4A9B0591603F}"/>
              </a:ext>
            </a:extLst>
          </p:cNvPr>
          <p:cNvCxnSpPr>
            <a:cxnSpLocks/>
            <a:stCxn id="46" idx="2"/>
            <a:endCxn id="10" idx="0"/>
          </p:cNvCxnSpPr>
          <p:nvPr/>
        </p:nvCxnSpPr>
        <p:spPr>
          <a:xfrm>
            <a:off x="5919353" y="2158361"/>
            <a:ext cx="2509212" cy="17959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8850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559AB29-A2C4-4189-A08A-76B125E2DD06}"/>
              </a:ext>
            </a:extLst>
          </p:cNvPr>
          <p:cNvSpPr>
            <a:spLocks noGrp="1"/>
          </p:cNvSpPr>
          <p:nvPr>
            <p:ph type="title"/>
            <p:custDataLst>
              <p:tags r:id="rId1"/>
            </p:custDataLst>
          </p:nvPr>
        </p:nvSpPr>
        <p:spPr>
          <a:xfrm>
            <a:off x="246906" y="10633"/>
            <a:ext cx="7270865" cy="791957"/>
          </a:xfrm>
        </p:spPr>
        <p:txBody>
          <a:bodyPr/>
          <a:lstStyle/>
          <a:p>
            <a:r>
              <a:rPr kumimoji="0" lang="en-US" altLang="zh-CN" sz="3200" b="1" i="0" u="none" strike="noStrike" kern="1200" cap="none" spc="0" normalizeH="0" baseline="0" noProof="0" dirty="0">
                <a:ln>
                  <a:noFill/>
                </a:ln>
                <a:solidFill>
                  <a:srgbClr val="376092"/>
                </a:solidFill>
                <a:effectLst/>
                <a:uLnTx/>
                <a:uFillTx/>
                <a:latin typeface="微软雅黑" panose="020B0503020204020204" pitchFamily="34" charset="-122"/>
                <a:ea typeface="微软雅黑" panose="020B0503020204020204" pitchFamily="34" charset="-122"/>
                <a:cs typeface="Arial" panose="020B0604020202020204" pitchFamily="34" charset="0"/>
              </a:rPr>
              <a:t>Outline / </a:t>
            </a:r>
            <a:r>
              <a:rPr kumimoji="0" lang="zh-CN" altLang="en-US" sz="3200" b="1" i="0" u="none" strike="noStrike" kern="1200" cap="none" spc="0" normalizeH="0" baseline="0" noProof="0" dirty="0">
                <a:ln>
                  <a:noFill/>
                </a:ln>
                <a:solidFill>
                  <a:srgbClr val="376092"/>
                </a:solidFill>
                <a:effectLst/>
                <a:uLnTx/>
                <a:uFillTx/>
                <a:latin typeface="微软雅黑" panose="020B0503020204020204" pitchFamily="34" charset="-122"/>
                <a:ea typeface="微软雅黑" panose="020B0503020204020204" pitchFamily="34" charset="-122"/>
                <a:cs typeface="Arial" panose="020B0604020202020204" pitchFamily="34" charset="0"/>
              </a:rPr>
              <a:t>主要内容</a:t>
            </a:r>
            <a:endParaRPr kumimoji="1" lang="zh-CN" altLang="en-US" sz="2800" b="1" dirty="0">
              <a:solidFill>
                <a:schemeClr val="accent1">
                  <a:lumMod val="75000"/>
                </a:schemeClr>
              </a:solidFill>
            </a:endParaRPr>
          </a:p>
        </p:txBody>
      </p:sp>
      <p:sp>
        <p:nvSpPr>
          <p:cNvPr id="5" name="文本框 4">
            <a:extLst>
              <a:ext uri="{FF2B5EF4-FFF2-40B4-BE49-F238E27FC236}">
                <a16:creationId xmlns:a16="http://schemas.microsoft.com/office/drawing/2014/main" id="{ACE11846-E2A7-43A7-AC5B-73DA1E2E3D75}"/>
              </a:ext>
            </a:extLst>
          </p:cNvPr>
          <p:cNvSpPr txBox="1"/>
          <p:nvPr>
            <p:custDataLst>
              <p:tags r:id="rId2"/>
            </p:custDataLst>
          </p:nvPr>
        </p:nvSpPr>
        <p:spPr>
          <a:xfrm>
            <a:off x="1834184" y="1356786"/>
            <a:ext cx="8324588" cy="783821"/>
          </a:xfrm>
          <a:prstGeom prst="rect">
            <a:avLst/>
          </a:prstGeom>
          <a:solidFill>
            <a:srgbClr val="D9D9D9"/>
          </a:solidFill>
        </p:spPr>
        <p:txBody>
          <a:bodyPr wrap="square" lIns="1080000" anchor="ctr">
            <a:normAutofit lnSpcReduction="10000"/>
          </a:bodyPr>
          <a:lstStyle>
            <a:defPPr>
              <a:defRPr lang="zh-CN"/>
            </a:defPPr>
            <a:lvl1pPr>
              <a:defRPr sz="28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研究背景和目标</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Background and objectives </a:t>
            </a:r>
          </a:p>
        </p:txBody>
      </p:sp>
      <p:sp>
        <p:nvSpPr>
          <p:cNvPr id="7" name="平行四边形 6">
            <a:extLst>
              <a:ext uri="{FF2B5EF4-FFF2-40B4-BE49-F238E27FC236}">
                <a16:creationId xmlns:a16="http://schemas.microsoft.com/office/drawing/2014/main" id="{CC28CA0B-4EB7-4788-AFB4-C7BD3D77965A}"/>
              </a:ext>
            </a:extLst>
          </p:cNvPr>
          <p:cNvSpPr>
            <a:spLocks noChangeAspect="1"/>
          </p:cNvSpPr>
          <p:nvPr>
            <p:custDataLst>
              <p:tags r:id="rId3"/>
            </p:custDataLst>
          </p:nvPr>
        </p:nvSpPr>
        <p:spPr>
          <a:xfrm rot="5400000" flipH="1">
            <a:off x="1711020" y="1295981"/>
            <a:ext cx="952152" cy="715904"/>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8" name="文本框 7">
            <a:extLst>
              <a:ext uri="{FF2B5EF4-FFF2-40B4-BE49-F238E27FC236}">
                <a16:creationId xmlns:a16="http://schemas.microsoft.com/office/drawing/2014/main" id="{2E1EF6DA-075A-441D-9BF0-0A820A1BD33B}"/>
              </a:ext>
            </a:extLst>
          </p:cNvPr>
          <p:cNvSpPr txBox="1"/>
          <p:nvPr>
            <p:custDataLst>
              <p:tags r:id="rId4"/>
            </p:custDataLst>
          </p:nvPr>
        </p:nvSpPr>
        <p:spPr>
          <a:xfrm>
            <a:off x="1837684" y="1326776"/>
            <a:ext cx="698823"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1</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
        <p:nvSpPr>
          <p:cNvPr id="9" name="文本框 8">
            <a:extLst>
              <a:ext uri="{FF2B5EF4-FFF2-40B4-BE49-F238E27FC236}">
                <a16:creationId xmlns:a16="http://schemas.microsoft.com/office/drawing/2014/main" id="{9B990F21-DB76-4D96-98B8-FAF43962D041}"/>
              </a:ext>
            </a:extLst>
          </p:cNvPr>
          <p:cNvSpPr txBox="1"/>
          <p:nvPr>
            <p:custDataLst>
              <p:tags r:id="rId5"/>
            </p:custDataLst>
          </p:nvPr>
        </p:nvSpPr>
        <p:spPr>
          <a:xfrm>
            <a:off x="1868996" y="2487867"/>
            <a:ext cx="8324588" cy="783821"/>
          </a:xfrm>
          <a:prstGeom prst="rect">
            <a:avLst/>
          </a:prstGeom>
          <a:solidFill>
            <a:srgbClr val="D9D9D9"/>
          </a:solidFill>
        </p:spPr>
        <p:txBody>
          <a:bodyPr wrap="square" lIns="1080000" anchor="ctr">
            <a:noAutofit/>
          </a:bodyPr>
          <a:lstStyle>
            <a:defPPr>
              <a:defRPr lang="zh-CN"/>
            </a:defPPr>
            <a:lvl1pPr>
              <a:defRPr sz="2800"/>
            </a:lvl1pPr>
          </a:lstStyle>
          <a:p>
            <a:pPr>
              <a:defRPr/>
            </a:pPr>
            <a:r>
              <a:rPr lang="zh-CN" altLang="en-US" sz="2000" b="1" dirty="0">
                <a:solidFill>
                  <a:srgbClr val="C00000"/>
                </a:solidFill>
                <a:latin typeface="Arial" panose="020B0604020202020204" pitchFamily="34" charset="0"/>
                <a:ea typeface="微软雅黑" panose="020B0503020204020204" pitchFamily="34" charset="-122"/>
              </a:rPr>
              <a:t>研究设计和创新点</a:t>
            </a:r>
          </a:p>
          <a:p>
            <a:pPr>
              <a:defRPr/>
            </a:pPr>
            <a:r>
              <a:rPr lang="en-US" altLang="zh-CN" b="1" dirty="0">
                <a:solidFill>
                  <a:srgbClr val="C00000"/>
                </a:solidFill>
                <a:latin typeface="Arial" panose="020B0604020202020204" pitchFamily="34" charset="0"/>
                <a:ea typeface="微软雅黑" panose="020B0503020204020204" pitchFamily="34" charset="-122"/>
              </a:rPr>
              <a:t>Content design and novelty </a:t>
            </a:r>
          </a:p>
        </p:txBody>
      </p:sp>
      <p:sp>
        <p:nvSpPr>
          <p:cNvPr id="10" name="平行四边形 9">
            <a:extLst>
              <a:ext uri="{FF2B5EF4-FFF2-40B4-BE49-F238E27FC236}">
                <a16:creationId xmlns:a16="http://schemas.microsoft.com/office/drawing/2014/main" id="{70C0C7C3-C516-4F07-916A-FD0248A76707}"/>
              </a:ext>
            </a:extLst>
          </p:cNvPr>
          <p:cNvSpPr>
            <a:spLocks noChangeAspect="1"/>
          </p:cNvSpPr>
          <p:nvPr>
            <p:custDataLst>
              <p:tags r:id="rId6"/>
            </p:custDataLst>
          </p:nvPr>
        </p:nvSpPr>
        <p:spPr>
          <a:xfrm rot="5400000" flipH="1">
            <a:off x="1710710" y="2432102"/>
            <a:ext cx="952152" cy="727019"/>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文本框 10">
            <a:extLst>
              <a:ext uri="{FF2B5EF4-FFF2-40B4-BE49-F238E27FC236}">
                <a16:creationId xmlns:a16="http://schemas.microsoft.com/office/drawing/2014/main" id="{11EC9E31-9D9A-4AD6-8AD1-47BB9207652E}"/>
              </a:ext>
            </a:extLst>
          </p:cNvPr>
          <p:cNvSpPr txBox="1"/>
          <p:nvPr>
            <p:custDataLst>
              <p:tags r:id="rId7"/>
            </p:custDataLst>
          </p:nvPr>
        </p:nvSpPr>
        <p:spPr>
          <a:xfrm>
            <a:off x="1826055" y="2487866"/>
            <a:ext cx="721462"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2</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
        <p:nvSpPr>
          <p:cNvPr id="12" name="文本框 11">
            <a:extLst>
              <a:ext uri="{FF2B5EF4-FFF2-40B4-BE49-F238E27FC236}">
                <a16:creationId xmlns:a16="http://schemas.microsoft.com/office/drawing/2014/main" id="{2DEE9DFE-6C1C-45AF-8F9E-825368D41615}"/>
              </a:ext>
            </a:extLst>
          </p:cNvPr>
          <p:cNvSpPr txBox="1"/>
          <p:nvPr>
            <p:custDataLst>
              <p:tags r:id="rId8"/>
            </p:custDataLst>
          </p:nvPr>
        </p:nvSpPr>
        <p:spPr>
          <a:xfrm>
            <a:off x="1826055" y="3606458"/>
            <a:ext cx="8324588" cy="1075978"/>
          </a:xfrm>
          <a:prstGeom prst="rect">
            <a:avLst/>
          </a:prstGeom>
          <a:solidFill>
            <a:srgbClr val="D9D9D9"/>
          </a:solidFill>
        </p:spPr>
        <p:txBody>
          <a:bodyPr wrap="square" lIns="1080000" anchor="ctr">
            <a:normAutofit/>
          </a:bodyPr>
          <a:lstStyle>
            <a:defPPr>
              <a:defRPr lang="zh-CN"/>
            </a:defPPr>
            <a:lvl1pPr>
              <a:defRPr sz="2800"/>
            </a:lvl1pPr>
          </a:lstStyle>
          <a:p>
            <a:pPr>
              <a:defRPr/>
            </a:pPr>
            <a:r>
              <a:rPr lang="zh-CN" altLang="en-US" sz="2000" b="1" dirty="0">
                <a:latin typeface="Arial" panose="020B0604020202020204" pitchFamily="34" charset="0"/>
                <a:ea typeface="微软雅黑" panose="020B0503020204020204" pitchFamily="34" charset="-122"/>
              </a:rPr>
              <a:t>初步研究成果</a:t>
            </a:r>
          </a:p>
          <a:p>
            <a:pPr>
              <a:defRPr/>
            </a:pPr>
            <a:r>
              <a:rPr lang="en-US" altLang="zh-CN" b="1" dirty="0">
                <a:latin typeface="Arial" panose="020B0604020202020204" pitchFamily="34" charset="0"/>
                <a:ea typeface="微软雅黑" panose="020B0503020204020204" pitchFamily="34" charset="-122"/>
              </a:rPr>
              <a:t>Preliminary results and highlights</a:t>
            </a:r>
          </a:p>
        </p:txBody>
      </p:sp>
      <p:sp>
        <p:nvSpPr>
          <p:cNvPr id="13" name="平行四边形 12">
            <a:extLst>
              <a:ext uri="{FF2B5EF4-FFF2-40B4-BE49-F238E27FC236}">
                <a16:creationId xmlns:a16="http://schemas.microsoft.com/office/drawing/2014/main" id="{EB588E40-F255-4CDD-83B5-88A0A6C29455}"/>
              </a:ext>
            </a:extLst>
          </p:cNvPr>
          <p:cNvSpPr>
            <a:spLocks noChangeAspect="1"/>
          </p:cNvSpPr>
          <p:nvPr>
            <p:custDataLst>
              <p:tags r:id="rId9"/>
            </p:custDataLst>
          </p:nvPr>
        </p:nvSpPr>
        <p:spPr>
          <a:xfrm rot="5400000" flipH="1">
            <a:off x="1716060" y="3786210"/>
            <a:ext cx="952152" cy="715904"/>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文本框 13">
            <a:extLst>
              <a:ext uri="{FF2B5EF4-FFF2-40B4-BE49-F238E27FC236}">
                <a16:creationId xmlns:a16="http://schemas.microsoft.com/office/drawing/2014/main" id="{9538478C-DD54-4832-95EF-6E7112AEE1A0}"/>
              </a:ext>
            </a:extLst>
          </p:cNvPr>
          <p:cNvSpPr txBox="1"/>
          <p:nvPr>
            <p:custDataLst>
              <p:tags r:id="rId10"/>
            </p:custDataLst>
          </p:nvPr>
        </p:nvSpPr>
        <p:spPr>
          <a:xfrm>
            <a:off x="1826776" y="3841419"/>
            <a:ext cx="698823"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3</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
        <p:nvSpPr>
          <p:cNvPr id="15" name="文本框 14">
            <a:extLst>
              <a:ext uri="{FF2B5EF4-FFF2-40B4-BE49-F238E27FC236}">
                <a16:creationId xmlns:a16="http://schemas.microsoft.com/office/drawing/2014/main" id="{5E291431-54C3-4508-B36A-CFE8E6A5A5DF}"/>
              </a:ext>
            </a:extLst>
          </p:cNvPr>
          <p:cNvSpPr txBox="1"/>
          <p:nvPr>
            <p:custDataLst>
              <p:tags r:id="rId11"/>
            </p:custDataLst>
          </p:nvPr>
        </p:nvSpPr>
        <p:spPr>
          <a:xfrm>
            <a:off x="1823276" y="5142154"/>
            <a:ext cx="8324588" cy="1075978"/>
          </a:xfrm>
          <a:prstGeom prst="rect">
            <a:avLst/>
          </a:prstGeom>
          <a:solidFill>
            <a:srgbClr val="D9D9D9"/>
          </a:solidFill>
        </p:spPr>
        <p:txBody>
          <a:bodyPr wrap="square" lIns="1080000" anchor="ctr">
            <a:normAutofit/>
          </a:bodyPr>
          <a:lstStyle>
            <a:defPPr>
              <a:defRPr lang="zh-CN"/>
            </a:defPPr>
            <a:lvl1pPr>
              <a:defRPr sz="2800"/>
            </a:lvl1pPr>
          </a:lstStyle>
          <a:p>
            <a:pPr>
              <a:defRPr/>
            </a:pPr>
            <a:r>
              <a:rPr lang="zh-CN" altLang="en-US" sz="2000" b="1" dirty="0">
                <a:latin typeface="Arial" panose="020B0604020202020204" pitchFamily="34" charset="0"/>
                <a:ea typeface="微软雅黑" panose="020B0503020204020204" pitchFamily="34" charset="-122"/>
              </a:rPr>
              <a:t>下一步研究计划</a:t>
            </a:r>
          </a:p>
          <a:p>
            <a:pPr>
              <a:defRPr/>
            </a:pPr>
            <a:r>
              <a:rPr lang="en-US" altLang="zh-CN" b="1" dirty="0">
                <a:latin typeface="Arial" panose="020B0604020202020204" pitchFamily="34" charset="0"/>
                <a:ea typeface="微软雅黑" panose="020B0503020204020204" pitchFamily="34" charset="-122"/>
              </a:rPr>
              <a:t>Next step</a:t>
            </a:r>
            <a:endParaRPr lang="zh-CN" altLang="en-US" b="1" dirty="0">
              <a:latin typeface="Arial" panose="020B0604020202020204" pitchFamily="34" charset="0"/>
              <a:ea typeface="微软雅黑" panose="020B0503020204020204" pitchFamily="34" charset="-122"/>
            </a:endParaRPr>
          </a:p>
        </p:txBody>
      </p:sp>
      <p:sp>
        <p:nvSpPr>
          <p:cNvPr id="16" name="平行四边形 15">
            <a:extLst>
              <a:ext uri="{FF2B5EF4-FFF2-40B4-BE49-F238E27FC236}">
                <a16:creationId xmlns:a16="http://schemas.microsoft.com/office/drawing/2014/main" id="{AB89DF93-60F6-4AD5-86AA-0B52FC981237}"/>
              </a:ext>
            </a:extLst>
          </p:cNvPr>
          <p:cNvSpPr>
            <a:spLocks noChangeAspect="1"/>
          </p:cNvSpPr>
          <p:nvPr>
            <p:custDataLst>
              <p:tags r:id="rId12"/>
            </p:custDataLst>
          </p:nvPr>
        </p:nvSpPr>
        <p:spPr>
          <a:xfrm rot="5400000" flipH="1">
            <a:off x="1713281" y="5321906"/>
            <a:ext cx="952152" cy="715904"/>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文本框 16">
            <a:extLst>
              <a:ext uri="{FF2B5EF4-FFF2-40B4-BE49-F238E27FC236}">
                <a16:creationId xmlns:a16="http://schemas.microsoft.com/office/drawing/2014/main" id="{67CAE065-82FF-4645-9039-8C2DD9B8B42D}"/>
              </a:ext>
            </a:extLst>
          </p:cNvPr>
          <p:cNvSpPr txBox="1"/>
          <p:nvPr>
            <p:custDataLst>
              <p:tags r:id="rId13"/>
            </p:custDataLst>
          </p:nvPr>
        </p:nvSpPr>
        <p:spPr>
          <a:xfrm>
            <a:off x="1823997" y="5377115"/>
            <a:ext cx="698823"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4</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580519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3D130B-99BA-4BB2-80B5-9C601D751EA8}"/>
              </a:ext>
            </a:extLst>
          </p:cNvPr>
          <p:cNvSpPr>
            <a:spLocks noGrp="1"/>
          </p:cNvSpPr>
          <p:nvPr>
            <p:ph type="title"/>
            <p:custDataLst>
              <p:tags r:id="rId1"/>
            </p:custDataLst>
          </p:nvPr>
        </p:nvSpPr>
        <p:spPr>
          <a:xfrm>
            <a:off x="-2" y="49"/>
            <a:ext cx="8191437" cy="755489"/>
          </a:xfrm>
        </p:spPr>
        <p:txBody>
          <a:bodyPr/>
          <a:lstStyle/>
          <a:p>
            <a:r>
              <a:rPr lang="en-US" altLang="zh-CN" sz="3200" dirty="0">
                <a:solidFill>
                  <a:srgbClr val="376092"/>
                </a:solidFill>
                <a:latin typeface="微软雅黑" panose="020B0503020204020204" pitchFamily="34" charset="-122"/>
                <a:ea typeface="微软雅黑" panose="020B0503020204020204" pitchFamily="34" charset="-122"/>
              </a:rPr>
              <a:t> Research content</a:t>
            </a:r>
            <a:r>
              <a:rPr lang="zh-CN" altLang="en-US" sz="3200" dirty="0">
                <a:solidFill>
                  <a:srgbClr val="376092"/>
                </a:solidFill>
                <a:latin typeface="微软雅黑" panose="020B0503020204020204" pitchFamily="34" charset="-122"/>
                <a:ea typeface="微软雅黑" panose="020B0503020204020204" pitchFamily="34" charset="-122"/>
              </a:rPr>
              <a:t>丨研究内容</a:t>
            </a:r>
            <a:endParaRPr lang="en-US" altLang="zh-CN" sz="3200" dirty="0">
              <a:solidFill>
                <a:srgbClr val="376092"/>
              </a:solidFill>
              <a:latin typeface="微软雅黑" panose="020B0503020204020204" pitchFamily="34" charset="-122"/>
              <a:ea typeface="微软雅黑" panose="020B0503020204020204" pitchFamily="34" charset="-122"/>
            </a:endParaRPr>
          </a:p>
        </p:txBody>
      </p:sp>
      <p:sp>
        <p:nvSpPr>
          <p:cNvPr id="68" name="内容占位符 2">
            <a:extLst>
              <a:ext uri="{FF2B5EF4-FFF2-40B4-BE49-F238E27FC236}">
                <a16:creationId xmlns:a16="http://schemas.microsoft.com/office/drawing/2014/main" id="{41185378-E650-40D6-A6F8-83DE9004E055}"/>
              </a:ext>
            </a:extLst>
          </p:cNvPr>
          <p:cNvSpPr txBox="1">
            <a:spLocks/>
          </p:cNvSpPr>
          <p:nvPr/>
        </p:nvSpPr>
        <p:spPr>
          <a:xfrm>
            <a:off x="329259" y="819754"/>
            <a:ext cx="11533482" cy="755485"/>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4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9pPr>
          </a:lstStyle>
          <a:p>
            <a:pPr lvl="0" algn="just">
              <a:buClr>
                <a:schemeClr val="tx1"/>
              </a:buClr>
            </a:pPr>
            <a:r>
              <a:rPr lang="en-US" altLang="zh-CN" sz="2100" dirty="0"/>
              <a:t>The spatial-temporal evolution of technology deployment and</a:t>
            </a:r>
            <a:r>
              <a:rPr lang="zh-CN" altLang="en-US" sz="2100" dirty="0"/>
              <a:t> </a:t>
            </a:r>
            <a:r>
              <a:rPr lang="en-US" altLang="zh-CN" sz="2100" dirty="0"/>
              <a:t>industrial layout results from the comprehensive evaluation of various elements along the supply chain driven by cost.</a:t>
            </a:r>
          </a:p>
        </p:txBody>
      </p:sp>
      <p:sp>
        <p:nvSpPr>
          <p:cNvPr id="71" name="矩形 70">
            <a:extLst>
              <a:ext uri="{FF2B5EF4-FFF2-40B4-BE49-F238E27FC236}">
                <a16:creationId xmlns:a16="http://schemas.microsoft.com/office/drawing/2014/main" id="{79DC0B9E-E444-454D-893B-D82C36C19F67}"/>
              </a:ext>
            </a:extLst>
          </p:cNvPr>
          <p:cNvSpPr/>
          <p:nvPr/>
        </p:nvSpPr>
        <p:spPr>
          <a:xfrm>
            <a:off x="381137" y="1793995"/>
            <a:ext cx="11481604" cy="4534069"/>
          </a:xfrm>
          <a:prstGeom prst="rect">
            <a:avLst/>
          </a:prstGeom>
          <a:noFill/>
          <a:ln w="28575" cap="flat" cmpd="sng" algn="ctr">
            <a:solidFill>
              <a:srgbClr val="F4B18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a:cs typeface="Arial" panose="020B0604020202020204" pitchFamily="34" charset="0"/>
            </a:endParaRPr>
          </a:p>
        </p:txBody>
      </p:sp>
      <p:sp>
        <p:nvSpPr>
          <p:cNvPr id="72" name="内容占位符 6">
            <a:extLst>
              <a:ext uri="{FF2B5EF4-FFF2-40B4-BE49-F238E27FC236}">
                <a16:creationId xmlns:a16="http://schemas.microsoft.com/office/drawing/2014/main" id="{2174AC3D-B462-45D6-980A-8B12806F1098}"/>
              </a:ext>
            </a:extLst>
          </p:cNvPr>
          <p:cNvSpPr txBox="1">
            <a:spLocks/>
          </p:cNvSpPr>
          <p:nvPr/>
        </p:nvSpPr>
        <p:spPr bwMode="auto">
          <a:xfrm>
            <a:off x="381138" y="1797889"/>
            <a:ext cx="11481603" cy="1180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Clr>
                <a:schemeClr val="bg2"/>
              </a:buClr>
              <a:buSzPct val="75000"/>
              <a:buFont typeface="Wingdings" pitchFamily="2" charset="2"/>
              <a:buChar char="n"/>
              <a:defRPr sz="2400" b="1" i="0" baseline="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2"/>
              </a:buClr>
              <a:buSzPct val="80000"/>
              <a:buFont typeface="Wingdings" pitchFamily="2" charset="2"/>
              <a:buChar char="¨"/>
              <a:defRPr sz="1800" b="0" i="0" baseline="0">
                <a:solidFill>
                  <a:schemeClr val="tx1"/>
                </a:solidFill>
                <a:latin typeface="+mn-lt"/>
                <a:ea typeface="+mn-ea"/>
              </a:defRPr>
            </a:lvl2pPr>
            <a:lvl3pPr marL="1142971" indent="-228594" algn="l" rtl="0" eaLnBrk="0" fontAlgn="base" hangingPunct="0">
              <a:spcBef>
                <a:spcPct val="20000"/>
              </a:spcBef>
              <a:spcAft>
                <a:spcPct val="0"/>
              </a:spcAft>
              <a:buClr>
                <a:schemeClr val="bg2"/>
              </a:buClr>
              <a:buSzPct val="65000"/>
              <a:buFont typeface="Wingdings" pitchFamily="2" charset="2"/>
              <a:buChar char="n"/>
              <a:defRPr sz="1800" b="0" i="0" baseline="0">
                <a:solidFill>
                  <a:schemeClr val="tx1"/>
                </a:solidFill>
                <a:latin typeface="+mn-lt"/>
                <a:ea typeface="+mn-ea"/>
              </a:defRPr>
            </a:lvl3pPr>
            <a:lvl4pPr marL="1600160" indent="-228594" algn="l" rtl="0" eaLnBrk="0" fontAlgn="base" hangingPunct="0">
              <a:spcBef>
                <a:spcPct val="20000"/>
              </a:spcBef>
              <a:spcAft>
                <a:spcPct val="0"/>
              </a:spcAft>
              <a:buClr>
                <a:schemeClr val="accent2"/>
              </a:buClr>
              <a:buSzPct val="70000"/>
              <a:buFont typeface="Wingdings" pitchFamily="2" charset="2"/>
              <a:buChar char="¨"/>
              <a:defRPr sz="1800" b="0" i="0" baseline="0">
                <a:solidFill>
                  <a:schemeClr val="tx1"/>
                </a:solidFill>
                <a:latin typeface="+mn-lt"/>
                <a:ea typeface="+mn-ea"/>
              </a:defRPr>
            </a:lvl4pPr>
            <a:lvl5pPr marL="2057349" indent="-228594" algn="l" rtl="0" eaLnBrk="0" fontAlgn="base" hangingPunct="0">
              <a:spcBef>
                <a:spcPct val="20000"/>
              </a:spcBef>
              <a:spcAft>
                <a:spcPct val="0"/>
              </a:spcAft>
              <a:buClr>
                <a:schemeClr val="bg2"/>
              </a:buClr>
              <a:buFont typeface="Wingdings" pitchFamily="2" charset="2"/>
              <a:buChar char="§"/>
              <a:defRPr sz="1800" b="0" i="0" baseline="0">
                <a:solidFill>
                  <a:schemeClr val="tx1"/>
                </a:solidFill>
                <a:latin typeface="+mn-lt"/>
                <a:ea typeface="+mn-ea"/>
              </a:defRPr>
            </a:lvl5pPr>
            <a:lvl6pPr marL="2514537"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b="1">
                <a:solidFill>
                  <a:schemeClr val="tx1"/>
                </a:solidFill>
                <a:latin typeface="+mn-lt"/>
                <a:ea typeface="+mn-ea"/>
              </a:defRPr>
            </a:lvl9pPr>
          </a:lstStyle>
          <a:p>
            <a:pPr marL="342900" indent="-342900">
              <a:lnSpc>
                <a:spcPct val="130000"/>
              </a:lnSpc>
              <a:buClr>
                <a:srgbClr val="00007D"/>
              </a:buClr>
            </a:pPr>
            <a:r>
              <a:rPr lang="en-US" altLang="zh-CN" sz="1800" dirty="0">
                <a:solidFill>
                  <a:srgbClr val="C00000"/>
                </a:solidFill>
                <a:highlight>
                  <a:srgbClr val="FFFF00"/>
                </a:highlight>
                <a:latin typeface="Arial" panose="020B0604020202020204" pitchFamily="34" charset="0"/>
                <a:ea typeface="SimHei" panose="02010609060101010101" pitchFamily="49" charset="-122"/>
                <a:cs typeface="Arial" panose="020B0604020202020204" pitchFamily="34" charset="0"/>
              </a:rPr>
              <a:t>A new integration modeling methods </a:t>
            </a:r>
            <a:r>
              <a:rPr lang="en-US" altLang="zh-CN" sz="1800" dirty="0">
                <a:solidFill>
                  <a:srgbClr val="000000"/>
                </a:solidFill>
                <a:latin typeface="Arial" panose="020B0604020202020204" pitchFamily="34" charset="0"/>
                <a:ea typeface="SimHei" panose="02010609060101010101" pitchFamily="49" charset="-122"/>
                <a:cs typeface="Arial" panose="020B0604020202020204" pitchFamily="34" charset="0"/>
              </a:rPr>
              <a:t>should be established to reveal the industrial layout evolution:</a:t>
            </a:r>
          </a:p>
          <a:p>
            <a:pPr marL="742941" lvl="1" indent="-342900">
              <a:spcBef>
                <a:spcPts val="0"/>
              </a:spcBef>
              <a:buClr>
                <a:srgbClr val="9999CC"/>
              </a:buClr>
              <a:buFont typeface="Wingdings" pitchFamily="2" charset="2"/>
              <a:buChar char="n"/>
            </a:pPr>
            <a:r>
              <a:rPr lang="en-US" altLang="zh-CN" dirty="0">
                <a:solidFill>
                  <a:srgbClr val="0070C0"/>
                </a:solidFill>
                <a:latin typeface="Arial" panose="020B0604020202020204" pitchFamily="34" charset="0"/>
                <a:ea typeface="SimHei" panose="02010609060101010101" pitchFamily="49" charset="-122"/>
                <a:cs typeface="Arial" panose="020B0604020202020204" pitchFamily="34" charset="0"/>
              </a:rPr>
              <a:t>Supply chain:</a:t>
            </a:r>
            <a:r>
              <a:rPr lang="zh-CN" altLang="en-US" dirty="0">
                <a:solidFill>
                  <a:srgbClr val="0070C0"/>
                </a:solidFill>
                <a:latin typeface="Arial" panose="020B0604020202020204" pitchFamily="34" charset="0"/>
                <a:ea typeface="SimHei" panose="02010609060101010101" pitchFamily="49" charset="-122"/>
                <a:cs typeface="Arial" panose="020B0604020202020204" pitchFamily="34" charset="0"/>
              </a:rPr>
              <a:t> </a:t>
            </a:r>
            <a:r>
              <a:rPr lang="en-US" altLang="zh-CN" dirty="0">
                <a:solidFill>
                  <a:srgbClr val="000000"/>
                </a:solidFill>
                <a:latin typeface="Arial" panose="020B0604020202020204" pitchFamily="34" charset="0"/>
                <a:ea typeface="SimHei" panose="02010609060101010101" pitchFamily="49" charset="-122"/>
                <a:cs typeface="Arial" panose="020B0604020202020204" pitchFamily="34" charset="0"/>
              </a:rPr>
              <a:t>Low-carbon technologies application,</a:t>
            </a:r>
            <a:r>
              <a:rPr lang="zh-CN" altLang="en-US" dirty="0">
                <a:solidFill>
                  <a:srgbClr val="000000"/>
                </a:solidFill>
                <a:latin typeface="Arial" panose="020B0604020202020204" pitchFamily="34" charset="0"/>
                <a:ea typeface="SimHei" panose="02010609060101010101" pitchFamily="49" charset="-122"/>
                <a:cs typeface="Arial" panose="020B0604020202020204" pitchFamily="34" charset="0"/>
              </a:rPr>
              <a:t> </a:t>
            </a:r>
            <a:r>
              <a:rPr lang="en-US" altLang="zh-CN" dirty="0">
                <a:solidFill>
                  <a:srgbClr val="000000"/>
                </a:solidFill>
                <a:latin typeface="Arial" panose="020B0604020202020204" pitchFamily="34" charset="0"/>
                <a:ea typeface="宋体"/>
                <a:cs typeface="Arial" panose="020B0604020202020204" pitchFamily="34" charset="0"/>
              </a:rPr>
              <a:t>cost</a:t>
            </a:r>
            <a:r>
              <a:rPr lang="zh-CN" altLang="en-US" dirty="0">
                <a:solidFill>
                  <a:srgbClr val="000000"/>
                </a:solidFill>
                <a:latin typeface="Arial" panose="020B0604020202020204" pitchFamily="34" charset="0"/>
                <a:ea typeface="宋体"/>
                <a:cs typeface="Arial" panose="020B0604020202020204" pitchFamily="34" charset="0"/>
              </a:rPr>
              <a:t> </a:t>
            </a:r>
            <a:r>
              <a:rPr lang="en-US" altLang="zh-CN" dirty="0">
                <a:solidFill>
                  <a:srgbClr val="000000"/>
                </a:solidFill>
                <a:latin typeface="Arial" panose="020B0604020202020204" pitchFamily="34" charset="0"/>
                <a:ea typeface="宋体"/>
                <a:cs typeface="Arial" panose="020B0604020202020204" pitchFamily="34" charset="0"/>
              </a:rPr>
              <a:t>prediction</a:t>
            </a:r>
            <a:r>
              <a:rPr lang="zh-CN" altLang="en-US" dirty="0">
                <a:solidFill>
                  <a:srgbClr val="000000"/>
                </a:solidFill>
                <a:latin typeface="Arial" panose="020B0604020202020204" pitchFamily="34" charset="0"/>
                <a:ea typeface="宋体"/>
                <a:cs typeface="Arial" panose="020B0604020202020204" pitchFamily="34" charset="0"/>
              </a:rPr>
              <a:t> </a:t>
            </a:r>
            <a:r>
              <a:rPr lang="en-US" altLang="zh-CN" dirty="0">
                <a:solidFill>
                  <a:srgbClr val="000000"/>
                </a:solidFill>
                <a:latin typeface="Arial" panose="020B0604020202020204" pitchFamily="34" charset="0"/>
                <a:ea typeface="宋体"/>
                <a:cs typeface="Arial" panose="020B0604020202020204" pitchFamily="34" charset="0"/>
              </a:rPr>
              <a:t>of</a:t>
            </a:r>
            <a:r>
              <a:rPr lang="zh-CN" altLang="en-US" dirty="0">
                <a:solidFill>
                  <a:srgbClr val="000000"/>
                </a:solidFill>
                <a:latin typeface="Arial" panose="020B0604020202020204" pitchFamily="34" charset="0"/>
                <a:ea typeface="宋体"/>
                <a:cs typeface="Arial" panose="020B0604020202020204" pitchFamily="34" charset="0"/>
              </a:rPr>
              <a:t> </a:t>
            </a:r>
            <a:r>
              <a:rPr lang="en-US" altLang="zh-CN" dirty="0">
                <a:solidFill>
                  <a:srgbClr val="000000"/>
                </a:solidFill>
                <a:latin typeface="Arial" panose="020B0604020202020204" pitchFamily="34" charset="0"/>
                <a:ea typeface="宋体"/>
                <a:cs typeface="Arial" panose="020B0604020202020204" pitchFamily="34" charset="0"/>
              </a:rPr>
              <a:t>various elements </a:t>
            </a:r>
          </a:p>
          <a:p>
            <a:pPr marL="742941" lvl="1" indent="-342900">
              <a:spcBef>
                <a:spcPts val="0"/>
              </a:spcBef>
              <a:buClr>
                <a:srgbClr val="9999CC"/>
              </a:buClr>
              <a:buFont typeface="Wingdings" pitchFamily="2" charset="2"/>
              <a:buChar char="n"/>
            </a:pPr>
            <a:r>
              <a:rPr lang="en-US" altLang="zh-CN" dirty="0">
                <a:solidFill>
                  <a:srgbClr val="0070C0"/>
                </a:solidFill>
                <a:latin typeface="Arial" panose="020B0604020202020204" pitchFamily="34" charset="0"/>
                <a:ea typeface="SimHei" panose="02010609060101010101" pitchFamily="49" charset="-122"/>
                <a:cs typeface="Arial" panose="020B0604020202020204" pitchFamily="34" charset="0"/>
              </a:rPr>
              <a:t>Layout evolution: </a:t>
            </a:r>
            <a:r>
              <a:rPr lang="en-US" altLang="zh-CN" dirty="0">
                <a:solidFill>
                  <a:srgbClr val="000000"/>
                </a:solidFill>
                <a:latin typeface="Arial" panose="020B0604020202020204" pitchFamily="34" charset="0"/>
                <a:ea typeface="SimHei" panose="02010609060101010101" pitchFamily="49" charset="-122"/>
                <a:cs typeface="Arial" panose="020B0604020202020204" pitchFamily="34" charset="0"/>
              </a:rPr>
              <a:t>An integrated approach for industry planning</a:t>
            </a:r>
            <a:r>
              <a:rPr lang="zh-CN" altLang="en-US" dirty="0">
                <a:solidFill>
                  <a:srgbClr val="000000"/>
                </a:solidFill>
                <a:latin typeface="Arial" panose="020B0604020202020204" pitchFamily="34" charset="0"/>
                <a:ea typeface="SimHei" panose="02010609060101010101" pitchFamily="49" charset="-122"/>
                <a:cs typeface="Arial" panose="020B0604020202020204" pitchFamily="34" charset="0"/>
              </a:rPr>
              <a:t> </a:t>
            </a:r>
            <a:r>
              <a:rPr lang="en-US" altLang="zh-CN" dirty="0">
                <a:solidFill>
                  <a:srgbClr val="000000"/>
                </a:solidFill>
                <a:latin typeface="Arial" panose="020B0604020202020204" pitchFamily="34" charset="0"/>
                <a:ea typeface="SimHei" panose="02010609060101010101" pitchFamily="49" charset="-122"/>
                <a:cs typeface="Arial" panose="020B0604020202020204" pitchFamily="34" charset="0"/>
              </a:rPr>
              <a:t>based on optimization, considering the economic optimality across the entire supply chain</a:t>
            </a:r>
          </a:p>
        </p:txBody>
      </p:sp>
      <p:pic>
        <p:nvPicPr>
          <p:cNvPr id="73" name="图片 72">
            <a:extLst>
              <a:ext uri="{FF2B5EF4-FFF2-40B4-BE49-F238E27FC236}">
                <a16:creationId xmlns:a16="http://schemas.microsoft.com/office/drawing/2014/main" id="{60BDCCA9-A5AB-4F5E-B35C-2879C63B31E2}"/>
              </a:ext>
            </a:extLst>
          </p:cNvPr>
          <p:cNvPicPr>
            <a:picLocks noChangeAspect="1"/>
          </p:cNvPicPr>
          <p:nvPr/>
        </p:nvPicPr>
        <p:blipFill>
          <a:blip r:embed="rId4"/>
          <a:stretch>
            <a:fillRect/>
          </a:stretch>
        </p:blipFill>
        <p:spPr>
          <a:xfrm>
            <a:off x="676706" y="3197294"/>
            <a:ext cx="10514479" cy="2911531"/>
          </a:xfrm>
          <a:prstGeom prst="rect">
            <a:avLst/>
          </a:prstGeom>
        </p:spPr>
      </p:pic>
      <p:sp>
        <p:nvSpPr>
          <p:cNvPr id="8" name="文本框 7">
            <a:extLst>
              <a:ext uri="{FF2B5EF4-FFF2-40B4-BE49-F238E27FC236}">
                <a16:creationId xmlns:a16="http://schemas.microsoft.com/office/drawing/2014/main" id="{20579601-F349-415B-BBE4-D3B799843B15}"/>
              </a:ext>
            </a:extLst>
          </p:cNvPr>
          <p:cNvSpPr txBox="1"/>
          <p:nvPr/>
        </p:nvSpPr>
        <p:spPr>
          <a:xfrm>
            <a:off x="132397" y="6546820"/>
            <a:ext cx="11927205" cy="307777"/>
          </a:xfrm>
          <a:prstGeom prst="rect">
            <a:avLst/>
          </a:prstGeom>
          <a:noFill/>
        </p:spPr>
        <p:txBody>
          <a:bodyPr wrap="square">
            <a:spAutoFit/>
          </a:bodyPr>
          <a:lstStyle/>
          <a:p>
            <a:r>
              <a:rPr lang="zh-CN" altLang="en-US" sz="1400" dirty="0">
                <a:latin typeface="微软雅黑" panose="020B0503020204020204" pitchFamily="34" charset="-122"/>
                <a:ea typeface="微软雅黑" panose="020B0503020204020204" pitchFamily="34" charset="-122"/>
              </a:rPr>
              <a:t>建立模型，具备研究（供应链）组成技术的演变以及技术、经济、环境性能的变化的能力，并据此研究不同技术的适用性，以及供应链布局的演变</a:t>
            </a:r>
            <a:endParaRPr lang="en-US" altLang="zh-CN"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08085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3D130B-99BA-4BB2-80B5-9C601D751EA8}"/>
              </a:ext>
            </a:extLst>
          </p:cNvPr>
          <p:cNvSpPr>
            <a:spLocks noGrp="1"/>
          </p:cNvSpPr>
          <p:nvPr>
            <p:ph type="title"/>
            <p:custDataLst>
              <p:tags r:id="rId1"/>
            </p:custDataLst>
          </p:nvPr>
        </p:nvSpPr>
        <p:spPr>
          <a:xfrm>
            <a:off x="-2" y="49"/>
            <a:ext cx="9829802" cy="755489"/>
          </a:xfrm>
        </p:spPr>
        <p:txBody>
          <a:bodyPr/>
          <a:lstStyle/>
          <a:p>
            <a:r>
              <a:rPr lang="en-US" altLang="zh-CN" sz="3200" dirty="0">
                <a:solidFill>
                  <a:srgbClr val="376092"/>
                </a:solidFill>
                <a:latin typeface="微软雅黑" panose="020B0503020204020204" pitchFamily="34" charset="-122"/>
                <a:ea typeface="微软雅黑" panose="020B0503020204020204" pitchFamily="34" charset="-122"/>
              </a:rPr>
              <a:t>Research highlight 1</a:t>
            </a:r>
            <a:r>
              <a:rPr lang="zh-CN" altLang="en-US" sz="3200" dirty="0">
                <a:solidFill>
                  <a:srgbClr val="376092"/>
                </a:solidFill>
                <a:latin typeface="微软雅黑" panose="020B0503020204020204" pitchFamily="34" charset="-122"/>
                <a:ea typeface="微软雅黑" panose="020B0503020204020204" pitchFamily="34" charset="-122"/>
              </a:rPr>
              <a:t>丨研究创新点一</a:t>
            </a:r>
            <a:endParaRPr lang="en-US" altLang="zh-CN" sz="3200" dirty="0">
              <a:solidFill>
                <a:srgbClr val="376092"/>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87864D5A-BA58-49E2-80F0-8051F9FC4314}"/>
              </a:ext>
            </a:extLst>
          </p:cNvPr>
          <p:cNvSpPr txBox="1"/>
          <p:nvPr/>
        </p:nvSpPr>
        <p:spPr>
          <a:xfrm>
            <a:off x="102937" y="795878"/>
            <a:ext cx="11986125" cy="2400657"/>
          </a:xfrm>
          <a:prstGeom prst="rect">
            <a:avLst/>
          </a:prstGeom>
          <a:noFill/>
        </p:spPr>
        <p:txBody>
          <a:bodyPr wrap="square">
            <a:spAutoFit/>
          </a:bodyPr>
          <a:lstStyle/>
          <a:p>
            <a:pPr marL="285750" indent="-285750">
              <a:buFont typeface="Wingdings" panose="05000000000000000000" pitchFamily="2" charset="2"/>
              <a:buChar char="n"/>
            </a:pPr>
            <a:r>
              <a:rPr lang="en-US" altLang="zh-CN" sz="2000" b="1" dirty="0">
                <a:solidFill>
                  <a:srgbClr val="0070C0"/>
                </a:solidFill>
              </a:rPr>
              <a:t>Flexibility Analysis of H₂-DRI-EAF system</a:t>
            </a:r>
            <a:r>
              <a:rPr lang="en-US" altLang="zh-CN" sz="2000" dirty="0">
                <a:solidFill>
                  <a:srgbClr val="0070C0"/>
                </a:solidFill>
              </a:rPr>
              <a:t>  </a:t>
            </a:r>
            <a:r>
              <a:rPr kumimoji="1" lang="zh-CN" altLang="en-US" sz="2000" b="1" dirty="0"/>
              <a:t>氢能钢铁灵活生产系统建模分析</a:t>
            </a:r>
            <a:endParaRPr lang="en-US" altLang="zh-CN" sz="2000" b="1" dirty="0">
              <a:solidFill>
                <a:srgbClr val="0070C0"/>
              </a:solidFill>
            </a:endParaRPr>
          </a:p>
          <a:p>
            <a:pPr marL="269875" lvl="1" algn="just">
              <a:spcBef>
                <a:spcPts val="600"/>
              </a:spcBef>
              <a:spcAft>
                <a:spcPts val="600"/>
              </a:spcAft>
            </a:pPr>
            <a:r>
              <a:rPr lang="en-US" altLang="zh-CN" dirty="0"/>
              <a:t>An </a:t>
            </a:r>
            <a:r>
              <a:rPr lang="en-US" altLang="zh-CN" b="1" dirty="0"/>
              <a:t>hourly resolution system optimization model</a:t>
            </a:r>
            <a:r>
              <a:rPr lang="en-US" altLang="zh-CN" dirty="0"/>
              <a:t> is developed, integrating electricity, hydrogen, iron, and steel production, storage, and consumption. The model evaluates the flexible operational modes of different production units and assesses the overall economic and environmental benefits of the system. This study unveils a paradigm shift in the temporal decoupling and flexible operation of production processes under renewable-centric H₂-DRI-EAF. </a:t>
            </a:r>
          </a:p>
          <a:p>
            <a:pPr marL="269875" lvl="1" algn="just"/>
            <a:r>
              <a:rPr kumimoji="1" lang="zh-CN" altLang="en-US" sz="1600" dirty="0"/>
              <a:t>氢能钢铁灵活生产系统建模：建立了</a:t>
            </a:r>
            <a:r>
              <a:rPr kumimoji="1" lang="zh-CN" altLang="en-US" sz="1600" dirty="0">
                <a:solidFill>
                  <a:srgbClr val="FF0000"/>
                </a:solidFill>
              </a:rPr>
              <a:t>考虑电、氢、铁、钢的生产、储存、消费的小时级系统优化模型</a:t>
            </a:r>
            <a:r>
              <a:rPr kumimoji="1" lang="zh-CN" altLang="en-US" sz="1600" dirty="0"/>
              <a:t>，评估了</a:t>
            </a:r>
            <a:r>
              <a:rPr kumimoji="1" lang="zh-CN" altLang="en-US" sz="1600" dirty="0">
                <a:solidFill>
                  <a:srgbClr val="FF0000"/>
                </a:solidFill>
              </a:rPr>
              <a:t>不同生产设备的灵活运行模式和系统整体的经济与环境效益</a:t>
            </a:r>
            <a:r>
              <a:rPr kumimoji="1" lang="zh-CN" altLang="en-US" sz="1600" dirty="0"/>
              <a:t>，揭示了</a:t>
            </a:r>
            <a:r>
              <a:rPr kumimoji="1" lang="zh-CN" altLang="en-US" sz="1600" dirty="0">
                <a:solidFill>
                  <a:srgbClr val="FF0000"/>
                </a:solidFill>
              </a:rPr>
              <a:t>基于可再生绿氢</a:t>
            </a:r>
            <a:r>
              <a:rPr kumimoji="1" lang="en-US" altLang="zh-CN" sz="1600" dirty="0">
                <a:solidFill>
                  <a:srgbClr val="FF0000"/>
                </a:solidFill>
              </a:rPr>
              <a:t>DRI</a:t>
            </a:r>
            <a:r>
              <a:rPr kumimoji="1" lang="zh-CN" altLang="en-US" sz="1600" dirty="0">
                <a:solidFill>
                  <a:srgbClr val="FF0000"/>
                </a:solidFill>
              </a:rPr>
              <a:t>电炉炼钢技术</a:t>
            </a:r>
            <a:r>
              <a:rPr kumimoji="1" lang="zh-CN" altLang="en-US" sz="1600" dirty="0"/>
              <a:t>的生产流程之间的时域解耦和灵活运行的范式转变的特征。</a:t>
            </a:r>
            <a:endParaRPr lang="en-US" altLang="zh-CN" sz="1600" dirty="0"/>
          </a:p>
        </p:txBody>
      </p:sp>
      <p:pic>
        <p:nvPicPr>
          <p:cNvPr id="4" name="图片 3">
            <a:extLst>
              <a:ext uri="{FF2B5EF4-FFF2-40B4-BE49-F238E27FC236}">
                <a16:creationId xmlns:a16="http://schemas.microsoft.com/office/drawing/2014/main" id="{691CB360-6BF5-402D-8947-898D2173A8B9}"/>
              </a:ext>
            </a:extLst>
          </p:cNvPr>
          <p:cNvPicPr>
            <a:picLocks noChangeAspect="1"/>
          </p:cNvPicPr>
          <p:nvPr/>
        </p:nvPicPr>
        <p:blipFill>
          <a:blip r:embed="rId4"/>
          <a:stretch>
            <a:fillRect/>
          </a:stretch>
        </p:blipFill>
        <p:spPr>
          <a:xfrm>
            <a:off x="449460" y="3219428"/>
            <a:ext cx="5161632" cy="2640804"/>
          </a:xfrm>
          <a:prstGeom prst="rect">
            <a:avLst/>
          </a:prstGeom>
        </p:spPr>
      </p:pic>
      <p:graphicFrame>
        <p:nvGraphicFramePr>
          <p:cNvPr id="6" name="表格 5">
            <a:extLst>
              <a:ext uri="{FF2B5EF4-FFF2-40B4-BE49-F238E27FC236}">
                <a16:creationId xmlns:a16="http://schemas.microsoft.com/office/drawing/2014/main" id="{B88ED457-9281-4BC9-8AF3-FB0DD82A602B}"/>
              </a:ext>
            </a:extLst>
          </p:cNvPr>
          <p:cNvGraphicFramePr>
            <a:graphicFrameLocks noGrp="1"/>
          </p:cNvGraphicFramePr>
          <p:nvPr>
            <p:extLst>
              <p:ext uri="{D42A27DB-BD31-4B8C-83A1-F6EECF244321}">
                <p14:modId xmlns:p14="http://schemas.microsoft.com/office/powerpoint/2010/main" val="4197304182"/>
              </p:ext>
            </p:extLst>
          </p:nvPr>
        </p:nvGraphicFramePr>
        <p:xfrm>
          <a:off x="5913243" y="3272472"/>
          <a:ext cx="5974771" cy="2534717"/>
        </p:xfrm>
        <a:graphic>
          <a:graphicData uri="http://schemas.openxmlformats.org/drawingml/2006/table">
            <a:tbl>
              <a:tblPr firstRow="1" firstCol="1" bandRow="1">
                <a:effectLst/>
                <a:tableStyleId>{93296810-A885-4BE3-A3E7-6D5BEEA58F35}</a:tableStyleId>
              </a:tblPr>
              <a:tblGrid>
                <a:gridCol w="1028769">
                  <a:extLst>
                    <a:ext uri="{9D8B030D-6E8A-4147-A177-3AD203B41FA5}">
                      <a16:colId xmlns:a16="http://schemas.microsoft.com/office/drawing/2014/main" val="3663193524"/>
                    </a:ext>
                  </a:extLst>
                </a:gridCol>
                <a:gridCol w="4095290">
                  <a:extLst>
                    <a:ext uri="{9D8B030D-6E8A-4147-A177-3AD203B41FA5}">
                      <a16:colId xmlns:a16="http://schemas.microsoft.com/office/drawing/2014/main" val="3364112481"/>
                    </a:ext>
                  </a:extLst>
                </a:gridCol>
                <a:gridCol w="476641">
                  <a:extLst>
                    <a:ext uri="{9D8B030D-6E8A-4147-A177-3AD203B41FA5}">
                      <a16:colId xmlns:a16="http://schemas.microsoft.com/office/drawing/2014/main" val="2823565745"/>
                    </a:ext>
                  </a:extLst>
                </a:gridCol>
                <a:gridCol w="374071">
                  <a:extLst>
                    <a:ext uri="{9D8B030D-6E8A-4147-A177-3AD203B41FA5}">
                      <a16:colId xmlns:a16="http://schemas.microsoft.com/office/drawing/2014/main" val="2787522763"/>
                    </a:ext>
                  </a:extLst>
                </a:gridCol>
              </a:tblGrid>
              <a:tr h="267013">
                <a:tc rowSpan="2">
                  <a:txBody>
                    <a:bodyPr/>
                    <a:lstStyle/>
                    <a:p>
                      <a:pPr algn="ctr">
                        <a:lnSpc>
                          <a:spcPct val="115000"/>
                        </a:lnSpc>
                      </a:pPr>
                      <a:r>
                        <a:rPr lang="en-US" sz="1050" kern="100" dirty="0">
                          <a:solidFill>
                            <a:srgbClr val="0070C0"/>
                          </a:solidFill>
                          <a:effectLst/>
                        </a:rPr>
                        <a:t>Flexibility measure</a:t>
                      </a:r>
                      <a:endParaRPr lang="zh-CN" sz="1050" kern="100" dirty="0">
                        <a:solidFill>
                          <a:srgbClr val="0070C0"/>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rowSpan="2">
                  <a:txBody>
                    <a:bodyPr/>
                    <a:lstStyle/>
                    <a:p>
                      <a:pPr algn="ctr">
                        <a:lnSpc>
                          <a:spcPct val="115000"/>
                        </a:lnSpc>
                      </a:pPr>
                      <a:r>
                        <a:rPr lang="en-US" sz="1050" kern="100" dirty="0">
                          <a:effectLst/>
                        </a:rPr>
                        <a:t>Description</a:t>
                      </a:r>
                      <a:endParaRPr lang="zh-CN" sz="105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gridSpan="2">
                  <a:txBody>
                    <a:bodyPr/>
                    <a:lstStyle/>
                    <a:p>
                      <a:pPr algn="ctr">
                        <a:lnSpc>
                          <a:spcPct val="115000"/>
                        </a:lnSpc>
                      </a:pPr>
                      <a:r>
                        <a:rPr lang="en-US" sz="900" kern="100">
                          <a:effectLst/>
                        </a:rPr>
                        <a:t>Scenarios</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hMerge="1">
                  <a:txBody>
                    <a:bodyPr/>
                    <a:lstStyle/>
                    <a:p>
                      <a:endParaRPr lang="zh-CN" altLang="en-US"/>
                    </a:p>
                  </a:txBody>
                  <a:tcPr/>
                </a:tc>
                <a:extLst>
                  <a:ext uri="{0D108BD9-81ED-4DB2-BD59-A6C34878D82A}">
                    <a16:rowId xmlns:a16="http://schemas.microsoft.com/office/drawing/2014/main" val="3342048758"/>
                  </a:ext>
                </a:extLst>
              </a:tr>
              <a:tr h="267013">
                <a:tc vMerge="1">
                  <a:txBody>
                    <a:bodyPr/>
                    <a:lstStyle/>
                    <a:p>
                      <a:endParaRPr lang="zh-CN" altLang="en-US"/>
                    </a:p>
                  </a:txBody>
                  <a:tcPr/>
                </a:tc>
                <a:tc vMerge="1">
                  <a:txBody>
                    <a:bodyPr/>
                    <a:lstStyle/>
                    <a:p>
                      <a:endParaRPr lang="zh-CN" altLang="en-US"/>
                    </a:p>
                  </a:txBody>
                  <a:tcPr/>
                </a:tc>
                <a:tc>
                  <a:txBody>
                    <a:bodyPr/>
                    <a:lstStyle/>
                    <a:p>
                      <a:pPr algn="ctr">
                        <a:lnSpc>
                          <a:spcPct val="115000"/>
                        </a:lnSpc>
                      </a:pPr>
                      <a:r>
                        <a:rPr lang="en-US" sz="900" kern="100" dirty="0">
                          <a:effectLst/>
                        </a:rPr>
                        <a:t>EX</a:t>
                      </a:r>
                      <a:endParaRPr lang="zh-CN" sz="9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a:effectLst/>
                        </a:rPr>
                        <a:t>ALL</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193968775"/>
                  </a:ext>
                </a:extLst>
              </a:tr>
              <a:tr h="285813">
                <a:tc>
                  <a:txBody>
                    <a:bodyPr/>
                    <a:lstStyle/>
                    <a:p>
                      <a:pPr algn="just">
                        <a:lnSpc>
                          <a:spcPct val="115000"/>
                        </a:lnSpc>
                      </a:pPr>
                      <a:r>
                        <a:rPr lang="en-US" sz="900" kern="100" dirty="0" err="1">
                          <a:effectLst/>
                        </a:rPr>
                        <a:t>Electrolyzer</a:t>
                      </a:r>
                      <a:r>
                        <a:rPr lang="en-US" sz="900" kern="100" dirty="0">
                          <a:effectLst/>
                        </a:rPr>
                        <a:t> load</a:t>
                      </a:r>
                      <a:endParaRPr lang="zh-CN" sz="9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nSpc>
                          <a:spcPct val="115000"/>
                        </a:lnSpc>
                      </a:pPr>
                      <a:r>
                        <a:rPr lang="en-US" sz="900" kern="100" dirty="0">
                          <a:effectLst/>
                        </a:rPr>
                        <a:t>Flexible operation of </a:t>
                      </a:r>
                      <a:r>
                        <a:rPr lang="en-US" sz="900" kern="100" dirty="0" err="1">
                          <a:effectLst/>
                        </a:rPr>
                        <a:t>electrolyzers</a:t>
                      </a:r>
                      <a:r>
                        <a:rPr lang="en-US" sz="900" kern="100" dirty="0">
                          <a:effectLst/>
                        </a:rPr>
                        <a:t>, with hydrogen storage in pressurized tanks</a:t>
                      </a:r>
                      <a:endParaRPr lang="zh-CN" sz="9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dirty="0">
                          <a:solidFill>
                            <a:schemeClr val="accent2">
                              <a:lumMod val="75000"/>
                            </a:schemeClr>
                          </a:solidFill>
                          <a:effectLst/>
                        </a:rPr>
                        <a:t>Yes</a:t>
                      </a:r>
                      <a:endParaRPr lang="zh-CN" sz="900" kern="100" dirty="0">
                        <a:solidFill>
                          <a:schemeClr val="accent2">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dirty="0">
                          <a:solidFill>
                            <a:schemeClr val="accent2">
                              <a:lumMod val="75000"/>
                            </a:schemeClr>
                          </a:solidFill>
                          <a:effectLst/>
                        </a:rPr>
                        <a:t>Yes</a:t>
                      </a:r>
                      <a:endParaRPr lang="zh-CN" sz="900" kern="100" dirty="0">
                        <a:solidFill>
                          <a:schemeClr val="accent2">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732982810"/>
                  </a:ext>
                </a:extLst>
              </a:tr>
              <a:tr h="285813">
                <a:tc>
                  <a:txBody>
                    <a:bodyPr/>
                    <a:lstStyle/>
                    <a:p>
                      <a:pPr algn="just">
                        <a:lnSpc>
                          <a:spcPct val="115000"/>
                        </a:lnSpc>
                      </a:pPr>
                      <a:r>
                        <a:rPr lang="en-US" sz="900" kern="100">
                          <a:effectLst/>
                        </a:rPr>
                        <a:t>EAF load</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nSpc>
                          <a:spcPct val="115000"/>
                        </a:lnSpc>
                      </a:pPr>
                      <a:r>
                        <a:rPr lang="en-US" sz="900" kern="100">
                          <a:effectLst/>
                        </a:rPr>
                        <a:t>Flexible operation of EAF through batch processes</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dirty="0">
                          <a:solidFill>
                            <a:schemeClr val="accent2">
                              <a:lumMod val="75000"/>
                            </a:schemeClr>
                          </a:solidFill>
                          <a:effectLst/>
                        </a:rPr>
                        <a:t>Yes</a:t>
                      </a:r>
                      <a:endParaRPr lang="zh-CN" sz="900" kern="100" dirty="0">
                        <a:solidFill>
                          <a:schemeClr val="accent2">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dirty="0">
                          <a:solidFill>
                            <a:schemeClr val="accent2">
                              <a:lumMod val="75000"/>
                            </a:schemeClr>
                          </a:solidFill>
                          <a:effectLst/>
                        </a:rPr>
                        <a:t>Yes</a:t>
                      </a:r>
                      <a:endParaRPr lang="zh-CN" sz="900" kern="100" dirty="0">
                        <a:solidFill>
                          <a:schemeClr val="accent2">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243581285"/>
                  </a:ext>
                </a:extLst>
              </a:tr>
              <a:tr h="285813">
                <a:tc>
                  <a:txBody>
                    <a:bodyPr/>
                    <a:lstStyle/>
                    <a:p>
                      <a:pPr algn="just">
                        <a:lnSpc>
                          <a:spcPct val="115000"/>
                        </a:lnSpc>
                      </a:pPr>
                      <a:r>
                        <a:rPr lang="en-US" sz="900" kern="100">
                          <a:effectLst/>
                        </a:rPr>
                        <a:t>DRI furnace load</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nSpc>
                          <a:spcPct val="115000"/>
                        </a:lnSpc>
                      </a:pPr>
                      <a:r>
                        <a:rPr lang="en-US" sz="900" kern="100">
                          <a:effectLst/>
                        </a:rPr>
                        <a:t>Semi-flexible operation of DRI furnace, with DRI storage</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dirty="0">
                          <a:effectLst/>
                        </a:rPr>
                        <a:t>No</a:t>
                      </a:r>
                      <a:endParaRPr lang="zh-CN" sz="9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dirty="0">
                          <a:solidFill>
                            <a:schemeClr val="accent2">
                              <a:lumMod val="75000"/>
                            </a:schemeClr>
                          </a:solidFill>
                          <a:effectLst/>
                        </a:rPr>
                        <a:t>Yes</a:t>
                      </a:r>
                      <a:endParaRPr lang="zh-CN" sz="900" kern="100" dirty="0">
                        <a:solidFill>
                          <a:schemeClr val="accent2">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83023197"/>
                  </a:ext>
                </a:extLst>
              </a:tr>
              <a:tr h="285813">
                <a:tc>
                  <a:txBody>
                    <a:bodyPr/>
                    <a:lstStyle/>
                    <a:p>
                      <a:pPr algn="just">
                        <a:lnSpc>
                          <a:spcPct val="115000"/>
                        </a:lnSpc>
                      </a:pPr>
                      <a:r>
                        <a:rPr lang="en-US" sz="900" kern="100" dirty="0">
                          <a:effectLst/>
                        </a:rPr>
                        <a:t>Scrap blend ratio</a:t>
                      </a:r>
                      <a:endParaRPr lang="zh-CN" sz="9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nSpc>
                          <a:spcPct val="115000"/>
                        </a:lnSpc>
                      </a:pPr>
                      <a:r>
                        <a:rPr lang="en-US" sz="900" kern="100">
                          <a:effectLst/>
                        </a:rPr>
                        <a:t>Adjustable scrap blending ratio per batch in EAF</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dirty="0">
                          <a:effectLst/>
                        </a:rPr>
                        <a:t>No</a:t>
                      </a:r>
                      <a:endParaRPr lang="zh-CN" sz="9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dirty="0">
                          <a:solidFill>
                            <a:schemeClr val="accent2">
                              <a:lumMod val="75000"/>
                            </a:schemeClr>
                          </a:solidFill>
                          <a:effectLst/>
                        </a:rPr>
                        <a:t>Yes</a:t>
                      </a:r>
                      <a:endParaRPr lang="zh-CN" sz="900" kern="100" dirty="0">
                        <a:solidFill>
                          <a:schemeClr val="accent2">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836180624"/>
                  </a:ext>
                </a:extLst>
              </a:tr>
              <a:tr h="285813">
                <a:tc>
                  <a:txBody>
                    <a:bodyPr/>
                    <a:lstStyle/>
                    <a:p>
                      <a:pPr algn="just">
                        <a:lnSpc>
                          <a:spcPct val="115000"/>
                        </a:lnSpc>
                      </a:pPr>
                      <a:r>
                        <a:rPr lang="en-US" sz="900" kern="100">
                          <a:effectLst/>
                        </a:rPr>
                        <a:t>Steel demand</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nSpc>
                          <a:spcPct val="115000"/>
                        </a:lnSpc>
                      </a:pPr>
                      <a:r>
                        <a:rPr lang="en-US" sz="900" kern="100">
                          <a:effectLst/>
                        </a:rPr>
                        <a:t>Variable hourly steel production within each demand period</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a:effectLst/>
                        </a:rPr>
                        <a:t>No</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dirty="0">
                          <a:solidFill>
                            <a:schemeClr val="accent2">
                              <a:lumMod val="75000"/>
                            </a:schemeClr>
                          </a:solidFill>
                          <a:effectLst/>
                        </a:rPr>
                        <a:t>Yes</a:t>
                      </a:r>
                      <a:endParaRPr lang="zh-CN" sz="900" kern="100" dirty="0">
                        <a:solidFill>
                          <a:schemeClr val="accent2">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510249917"/>
                  </a:ext>
                </a:extLst>
              </a:tr>
              <a:tr h="285813">
                <a:tc>
                  <a:txBody>
                    <a:bodyPr/>
                    <a:lstStyle/>
                    <a:p>
                      <a:pPr algn="just">
                        <a:lnSpc>
                          <a:spcPct val="115000"/>
                        </a:lnSpc>
                      </a:pPr>
                      <a:r>
                        <a:rPr lang="en-US" sz="900" kern="100">
                          <a:effectLst/>
                        </a:rPr>
                        <a:t>Gas backup</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nSpc>
                          <a:spcPct val="115000"/>
                        </a:lnSpc>
                      </a:pPr>
                      <a:r>
                        <a:rPr lang="en-US" sz="900" kern="100">
                          <a:effectLst/>
                        </a:rPr>
                        <a:t>With natural gas as a backup option in DRI furnace blending with hydrogen</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a:effectLst/>
                        </a:rPr>
                        <a:t>No</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dirty="0">
                          <a:solidFill>
                            <a:schemeClr val="accent2">
                              <a:lumMod val="75000"/>
                            </a:schemeClr>
                          </a:solidFill>
                          <a:effectLst/>
                        </a:rPr>
                        <a:t>Yes</a:t>
                      </a:r>
                      <a:endParaRPr lang="zh-CN" sz="900" kern="100" dirty="0">
                        <a:solidFill>
                          <a:schemeClr val="accent2">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568994547"/>
                  </a:ext>
                </a:extLst>
              </a:tr>
              <a:tr h="285813">
                <a:tc>
                  <a:txBody>
                    <a:bodyPr/>
                    <a:lstStyle/>
                    <a:p>
                      <a:pPr algn="just">
                        <a:lnSpc>
                          <a:spcPct val="115000"/>
                        </a:lnSpc>
                      </a:pPr>
                      <a:r>
                        <a:rPr lang="en-US" sz="900" kern="100">
                          <a:effectLst/>
                        </a:rPr>
                        <a:t>Grid backup</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nSpc>
                          <a:spcPct val="115000"/>
                        </a:lnSpc>
                      </a:pPr>
                      <a:r>
                        <a:rPr lang="en-US" sz="900" kern="100">
                          <a:effectLst/>
                        </a:rPr>
                        <a:t>With grid power as a backup option to supply electricity during shortage periods</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a:effectLst/>
                        </a:rPr>
                        <a:t>No</a:t>
                      </a:r>
                      <a:endParaRPr lang="zh-CN" sz="9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15000"/>
                        </a:lnSpc>
                      </a:pPr>
                      <a:r>
                        <a:rPr lang="en-US" sz="900" kern="100" dirty="0">
                          <a:solidFill>
                            <a:schemeClr val="accent2">
                              <a:lumMod val="75000"/>
                            </a:schemeClr>
                          </a:solidFill>
                          <a:effectLst/>
                        </a:rPr>
                        <a:t>Yes</a:t>
                      </a:r>
                      <a:endParaRPr lang="zh-CN" sz="900" kern="100" dirty="0">
                        <a:solidFill>
                          <a:schemeClr val="accent2">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3900260845"/>
                  </a:ext>
                </a:extLst>
              </a:tr>
            </a:tbl>
          </a:graphicData>
        </a:graphic>
      </p:graphicFrame>
      <p:sp>
        <p:nvSpPr>
          <p:cNvPr id="8" name="文本框 7">
            <a:extLst>
              <a:ext uri="{FF2B5EF4-FFF2-40B4-BE49-F238E27FC236}">
                <a16:creationId xmlns:a16="http://schemas.microsoft.com/office/drawing/2014/main" id="{661DA04B-1428-4CEF-85A0-F07ADCDD7D36}"/>
              </a:ext>
            </a:extLst>
          </p:cNvPr>
          <p:cNvSpPr txBox="1"/>
          <p:nvPr/>
        </p:nvSpPr>
        <p:spPr>
          <a:xfrm>
            <a:off x="556407" y="6228469"/>
            <a:ext cx="11079184" cy="400110"/>
          </a:xfrm>
          <a:prstGeom prst="rect">
            <a:avLst/>
          </a:prstGeom>
          <a:solidFill>
            <a:schemeClr val="accent1">
              <a:lumMod val="75000"/>
            </a:schemeClr>
          </a:solidFill>
          <a:ln>
            <a:solidFill>
              <a:srgbClr val="00B0F0"/>
            </a:solidFill>
          </a:ln>
        </p:spPr>
        <p:txBody>
          <a:bodyPr wrap="square">
            <a:spAutoFit/>
          </a:bodyPr>
          <a:lstStyle/>
          <a:p>
            <a:pPr algn="ctr"/>
            <a:r>
              <a:rPr lang="en-US" altLang="zh-CN" sz="2000" b="1" kern="0" dirty="0">
                <a:solidFill>
                  <a:schemeClr val="bg1"/>
                </a:solidFill>
                <a:effectLst/>
                <a:ea typeface="宋体" panose="02010600030101010101" pitchFamily="2" charset="-122"/>
              </a:rPr>
              <a:t>One research paper to be submitted to </a:t>
            </a:r>
            <a:r>
              <a:rPr lang="en-US" altLang="zh-CN" sz="2000" b="1" i="1" kern="0" dirty="0">
                <a:solidFill>
                  <a:schemeClr val="bg1"/>
                </a:solidFill>
                <a:effectLst/>
                <a:ea typeface="宋体" panose="02010600030101010101" pitchFamily="2" charset="-122"/>
              </a:rPr>
              <a:t>Nature Energy</a:t>
            </a:r>
            <a:r>
              <a:rPr lang="en-US" altLang="zh-CN" sz="2000" b="1" kern="0" dirty="0">
                <a:solidFill>
                  <a:schemeClr val="bg1"/>
                </a:solidFill>
                <a:effectLst/>
                <a:ea typeface="宋体" panose="02010600030101010101" pitchFamily="2" charset="-122"/>
              </a:rPr>
              <a:t>, co-authored with Aramco </a:t>
            </a:r>
            <a:endParaRPr lang="zh-CN" altLang="en-US" sz="2000" dirty="0">
              <a:solidFill>
                <a:schemeClr val="bg1"/>
              </a:solidFill>
            </a:endParaRPr>
          </a:p>
        </p:txBody>
      </p:sp>
    </p:spTree>
    <p:extLst>
      <p:ext uri="{BB962C8B-B14F-4D97-AF65-F5344CB8AC3E}">
        <p14:creationId xmlns:p14="http://schemas.microsoft.com/office/powerpoint/2010/main" val="304294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3D130B-99BA-4BB2-80B5-9C601D751EA8}"/>
              </a:ext>
            </a:extLst>
          </p:cNvPr>
          <p:cNvSpPr>
            <a:spLocks noGrp="1"/>
          </p:cNvSpPr>
          <p:nvPr>
            <p:ph type="title"/>
            <p:custDataLst>
              <p:tags r:id="rId1"/>
            </p:custDataLst>
          </p:nvPr>
        </p:nvSpPr>
        <p:spPr>
          <a:xfrm>
            <a:off x="-2" y="49"/>
            <a:ext cx="9829802" cy="755489"/>
          </a:xfrm>
        </p:spPr>
        <p:txBody>
          <a:bodyPr/>
          <a:lstStyle/>
          <a:p>
            <a:r>
              <a:rPr lang="en-US" altLang="zh-CN" sz="3200" dirty="0">
                <a:solidFill>
                  <a:srgbClr val="376092"/>
                </a:solidFill>
                <a:latin typeface="微软雅黑" panose="020B0503020204020204" pitchFamily="34" charset="-122"/>
                <a:ea typeface="微软雅黑" panose="020B0503020204020204" pitchFamily="34" charset="-122"/>
              </a:rPr>
              <a:t>Research highlight 2</a:t>
            </a:r>
            <a:r>
              <a:rPr lang="zh-CN" altLang="en-US" sz="3200" dirty="0">
                <a:solidFill>
                  <a:srgbClr val="376092"/>
                </a:solidFill>
                <a:latin typeface="微软雅黑" panose="020B0503020204020204" pitchFamily="34" charset="-122"/>
                <a:ea typeface="微软雅黑" panose="020B0503020204020204" pitchFamily="34" charset="-122"/>
              </a:rPr>
              <a:t>丨研究创新点二</a:t>
            </a:r>
            <a:endParaRPr lang="en-US" altLang="zh-CN" sz="3200" dirty="0">
              <a:solidFill>
                <a:srgbClr val="376092"/>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6B0B8DE9-E74E-4AD0-9139-4441E3175C95}"/>
              </a:ext>
            </a:extLst>
          </p:cNvPr>
          <p:cNvSpPr txBox="1"/>
          <p:nvPr/>
        </p:nvSpPr>
        <p:spPr>
          <a:xfrm>
            <a:off x="340956" y="867053"/>
            <a:ext cx="11510088" cy="2416046"/>
          </a:xfrm>
          <a:prstGeom prst="rect">
            <a:avLst/>
          </a:prstGeom>
          <a:noFill/>
        </p:spPr>
        <p:txBody>
          <a:bodyPr wrap="square">
            <a:spAutoFit/>
          </a:bodyPr>
          <a:lstStyle/>
          <a:p>
            <a:pPr marL="285750" indent="-285750">
              <a:buFont typeface="Wingdings" panose="05000000000000000000" pitchFamily="2" charset="2"/>
              <a:buChar char="n"/>
            </a:pPr>
            <a:r>
              <a:rPr lang="en-US" altLang="zh-CN" sz="2000" b="1" dirty="0">
                <a:solidFill>
                  <a:srgbClr val="0070C0"/>
                </a:solidFill>
              </a:rPr>
              <a:t>Industrial Layout Analysis  </a:t>
            </a:r>
            <a:r>
              <a:rPr kumimoji="1" lang="zh-CN" altLang="en-US" sz="2000" b="1" dirty="0"/>
              <a:t>产业布局演变建模分析</a:t>
            </a:r>
            <a:endParaRPr lang="en-US" altLang="zh-CN" sz="2000" b="1" dirty="0">
              <a:solidFill>
                <a:srgbClr val="0070C0"/>
              </a:solidFill>
            </a:endParaRPr>
          </a:p>
          <a:p>
            <a:pPr marL="269875"/>
            <a:r>
              <a:rPr lang="en-US" altLang="zh-CN" dirty="0"/>
              <a:t>This study explores the </a:t>
            </a:r>
            <a:r>
              <a:rPr lang="en-US" altLang="zh-CN" b="1" dirty="0"/>
              <a:t>spatiotemporal evolution of the steel industry's industrial layout</a:t>
            </a:r>
            <a:r>
              <a:rPr lang="en-US" altLang="zh-CN" dirty="0"/>
              <a:t> under the carbon neutrality target. It characterizes the </a:t>
            </a:r>
            <a:r>
              <a:rPr lang="en-US" altLang="zh-CN" b="1" dirty="0"/>
              <a:t>provincial deep decarbonization transition pathways</a:t>
            </a:r>
            <a:r>
              <a:rPr lang="en-US" altLang="zh-CN" dirty="0"/>
              <a:t> based on optimal industry chain perspectives and regional resource endowments. Furthermore, it delineates the </a:t>
            </a:r>
            <a:r>
              <a:rPr lang="en-US" altLang="zh-CN" b="1" dirty="0"/>
              <a:t>spatiotemporal distribution of technological transformations</a:t>
            </a:r>
            <a:r>
              <a:rPr lang="en-US" altLang="zh-CN" dirty="0"/>
              <a:t>, </a:t>
            </a:r>
            <a:r>
              <a:rPr lang="en-US" altLang="zh-CN" b="1" dirty="0"/>
              <a:t>breakthrough technology application at the provincial level</a:t>
            </a:r>
            <a:r>
              <a:rPr lang="en-US" altLang="zh-CN" dirty="0"/>
              <a:t> and </a:t>
            </a:r>
            <a:r>
              <a:rPr lang="en-US" altLang="zh-CN" b="1" dirty="0"/>
              <a:t>the interprovincial relocation of production capacity</a:t>
            </a:r>
            <a:r>
              <a:rPr lang="en-US" altLang="zh-CN" dirty="0"/>
              <a:t>.</a:t>
            </a:r>
          </a:p>
          <a:p>
            <a:pPr marL="269875">
              <a:spcBef>
                <a:spcPts val="600"/>
              </a:spcBef>
            </a:pPr>
            <a:r>
              <a:rPr lang="zh-CN" altLang="en-US" kern="0" dirty="0">
                <a:latin typeface="+mn-ea"/>
              </a:rPr>
              <a:t>刻画了基于</a:t>
            </a:r>
            <a:r>
              <a:rPr lang="zh-CN" altLang="en-US" kern="0" dirty="0">
                <a:solidFill>
                  <a:srgbClr val="C00000"/>
                </a:solidFill>
                <a:latin typeface="+mn-ea"/>
              </a:rPr>
              <a:t>产业链</a:t>
            </a:r>
            <a:r>
              <a:rPr lang="zh-CN" altLang="en-US" kern="0" dirty="0">
                <a:latin typeface="+mn-ea"/>
              </a:rPr>
              <a:t>最优视角和</a:t>
            </a:r>
            <a:r>
              <a:rPr lang="zh-CN" altLang="en-US" kern="0" dirty="0">
                <a:solidFill>
                  <a:srgbClr val="C00000"/>
                </a:solidFill>
                <a:latin typeface="+mn-ea"/>
              </a:rPr>
              <a:t>资源禀赋</a:t>
            </a:r>
            <a:r>
              <a:rPr lang="zh-CN" altLang="en-US" kern="0" dirty="0">
                <a:latin typeface="+mn-ea"/>
              </a:rPr>
              <a:t>地区</a:t>
            </a:r>
            <a:r>
              <a:rPr lang="zh-CN" altLang="en-US" kern="0" dirty="0">
                <a:solidFill>
                  <a:srgbClr val="C00000"/>
                </a:solidFill>
                <a:latin typeface="+mn-ea"/>
              </a:rPr>
              <a:t>差异性</a:t>
            </a:r>
            <a:r>
              <a:rPr lang="zh-CN" altLang="en-US" kern="0" dirty="0">
                <a:latin typeface="+mn-ea"/>
              </a:rPr>
              <a:t>的</a:t>
            </a:r>
            <a:r>
              <a:rPr lang="zh-CN" altLang="en-US" kern="0" dirty="0">
                <a:solidFill>
                  <a:srgbClr val="C00000"/>
                </a:solidFill>
                <a:latin typeface="+mn-ea"/>
              </a:rPr>
              <a:t>分省</a:t>
            </a:r>
            <a:r>
              <a:rPr lang="zh-CN" altLang="en-US" kern="0" dirty="0">
                <a:latin typeface="+mn-ea"/>
              </a:rPr>
              <a:t>深度脱碳转型技术路径，描绘了</a:t>
            </a:r>
            <a:r>
              <a:rPr lang="zh-CN" altLang="en-US" kern="0" dirty="0">
                <a:solidFill>
                  <a:srgbClr val="C00000"/>
                </a:solidFill>
                <a:latin typeface="+mn-ea"/>
              </a:rPr>
              <a:t>技术变革</a:t>
            </a:r>
            <a:r>
              <a:rPr lang="zh-CN" altLang="en-US" kern="0" dirty="0">
                <a:latin typeface="+mn-ea"/>
              </a:rPr>
              <a:t>的</a:t>
            </a:r>
            <a:r>
              <a:rPr lang="zh-CN" altLang="en-US" kern="0" dirty="0">
                <a:solidFill>
                  <a:srgbClr val="C00000"/>
                </a:solidFill>
                <a:latin typeface="+mn-ea"/>
              </a:rPr>
              <a:t>时空分布规律，分省的突破性技术</a:t>
            </a:r>
            <a:r>
              <a:rPr lang="zh-CN" altLang="en-US" kern="0" dirty="0">
                <a:latin typeface="+mn-ea"/>
              </a:rPr>
              <a:t>应用和</a:t>
            </a:r>
            <a:r>
              <a:rPr lang="zh-CN" altLang="en-US" kern="0" dirty="0">
                <a:solidFill>
                  <a:srgbClr val="C00000"/>
                </a:solidFill>
                <a:latin typeface="+mn-ea"/>
              </a:rPr>
              <a:t>产能跨省转移</a:t>
            </a:r>
            <a:r>
              <a:rPr lang="zh-CN" altLang="en-US" kern="0" dirty="0">
                <a:latin typeface="+mn-ea"/>
              </a:rPr>
              <a:t>方向，揭示了</a:t>
            </a:r>
            <a:r>
              <a:rPr lang="zh-CN" altLang="en-US" kern="0" dirty="0">
                <a:solidFill>
                  <a:srgbClr val="C00000"/>
                </a:solidFill>
                <a:latin typeface="+mn-ea"/>
              </a:rPr>
              <a:t>碳中和</a:t>
            </a:r>
            <a:r>
              <a:rPr lang="zh-CN" altLang="en-US" kern="0" dirty="0">
                <a:latin typeface="+mn-ea"/>
              </a:rPr>
              <a:t>背景下钢铁行业的</a:t>
            </a:r>
            <a:r>
              <a:rPr lang="zh-CN" altLang="en-US" kern="0" dirty="0">
                <a:solidFill>
                  <a:srgbClr val="C00000"/>
                </a:solidFill>
                <a:latin typeface="+mn-ea"/>
              </a:rPr>
              <a:t>产业布局时空演变</a:t>
            </a:r>
            <a:r>
              <a:rPr lang="zh-CN" altLang="en-US" kern="0" dirty="0">
                <a:latin typeface="+mn-ea"/>
              </a:rPr>
              <a:t>规律。</a:t>
            </a:r>
            <a:endParaRPr lang="en-US" altLang="zh-CN" dirty="0"/>
          </a:p>
        </p:txBody>
      </p:sp>
      <p:pic>
        <p:nvPicPr>
          <p:cNvPr id="10" name="图片 9">
            <a:extLst>
              <a:ext uri="{FF2B5EF4-FFF2-40B4-BE49-F238E27FC236}">
                <a16:creationId xmlns:a16="http://schemas.microsoft.com/office/drawing/2014/main" id="{F9FF75AE-2010-4626-AED1-F3DDA5CE3A32}"/>
              </a:ext>
            </a:extLst>
          </p:cNvPr>
          <p:cNvPicPr>
            <a:picLocks noChangeAspect="1"/>
          </p:cNvPicPr>
          <p:nvPr/>
        </p:nvPicPr>
        <p:blipFill>
          <a:blip r:embed="rId4"/>
          <a:stretch>
            <a:fillRect/>
          </a:stretch>
        </p:blipFill>
        <p:spPr>
          <a:xfrm>
            <a:off x="3501736" y="3254612"/>
            <a:ext cx="8349308" cy="2577855"/>
          </a:xfrm>
          <a:prstGeom prst="rect">
            <a:avLst/>
          </a:prstGeom>
        </p:spPr>
      </p:pic>
      <p:sp>
        <p:nvSpPr>
          <p:cNvPr id="11" name="文本框 10">
            <a:extLst>
              <a:ext uri="{FF2B5EF4-FFF2-40B4-BE49-F238E27FC236}">
                <a16:creationId xmlns:a16="http://schemas.microsoft.com/office/drawing/2014/main" id="{54CCFD1C-95BF-451F-B7CE-01DBBFC9641B}"/>
              </a:ext>
            </a:extLst>
          </p:cNvPr>
          <p:cNvSpPr txBox="1"/>
          <p:nvPr/>
        </p:nvSpPr>
        <p:spPr>
          <a:xfrm>
            <a:off x="467591" y="3547851"/>
            <a:ext cx="3034145" cy="1991379"/>
          </a:xfrm>
          <a:prstGeom prst="rect">
            <a:avLst/>
          </a:prstGeom>
          <a:noFill/>
        </p:spPr>
        <p:txBody>
          <a:bodyPr wrap="square">
            <a:spAutoFit/>
          </a:bodyPr>
          <a:lstStyle/>
          <a:p>
            <a:pPr marL="342900" indent="-342900">
              <a:lnSpc>
                <a:spcPct val="150000"/>
              </a:lnSpc>
              <a:buFont typeface="Wingdings" pitchFamily="2" charset="2"/>
              <a:buChar char="Ø"/>
              <a:defRPr/>
            </a:pPr>
            <a:r>
              <a:rPr lang="en-US" altLang="zh-CN" sz="1400" b="1" dirty="0">
                <a:latin typeface="Arial" panose="020B0604020202020204" pitchFamily="34" charset="0"/>
                <a:cs typeface="Arial" panose="020B0604020202020204" pitchFamily="34" charset="0"/>
              </a:rPr>
              <a:t>Methodology: superstructure</a:t>
            </a:r>
          </a:p>
          <a:p>
            <a:pPr marL="342900" indent="-342900">
              <a:lnSpc>
                <a:spcPct val="150000"/>
              </a:lnSpc>
              <a:buFont typeface="Wingdings" pitchFamily="2" charset="2"/>
              <a:buChar char="Ø"/>
              <a:defRPr/>
            </a:pPr>
            <a:r>
              <a:rPr lang="en-US" altLang="zh-CN" sz="1400" b="1" dirty="0">
                <a:latin typeface="Arial" panose="020B0604020202020204" pitchFamily="34" charset="0"/>
                <a:cs typeface="Arial" panose="020B0604020202020204" pitchFamily="34" charset="0"/>
              </a:rPr>
              <a:t>Planning</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period:</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2021~2060</a:t>
            </a:r>
          </a:p>
          <a:p>
            <a:pPr marL="342900" indent="-342900">
              <a:lnSpc>
                <a:spcPct val="150000"/>
              </a:lnSpc>
              <a:buFont typeface="Wingdings" pitchFamily="2" charset="2"/>
              <a:buChar char="Ø"/>
              <a:defRPr/>
            </a:pPr>
            <a:r>
              <a:rPr lang="en-US" altLang="zh-CN" sz="1400" b="1" dirty="0">
                <a:latin typeface="Arial" panose="020B0604020202020204" pitchFamily="34" charset="0"/>
                <a:cs typeface="Arial" panose="020B0604020202020204" pitchFamily="34" charset="0"/>
              </a:rPr>
              <a:t>Temporal resolution:</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year</a:t>
            </a:r>
          </a:p>
          <a:p>
            <a:pPr marL="342900" indent="-342900">
              <a:lnSpc>
                <a:spcPct val="150000"/>
              </a:lnSpc>
              <a:buFont typeface="Wingdings" pitchFamily="2" charset="2"/>
              <a:buChar char="Ø"/>
              <a:defRPr/>
            </a:pPr>
            <a:r>
              <a:rPr lang="en-US" altLang="zh-CN" sz="1400" b="1" dirty="0">
                <a:latin typeface="Arial" panose="020B0604020202020204" pitchFamily="34" charset="0"/>
                <a:cs typeface="Arial" panose="020B0604020202020204" pitchFamily="34" charset="0"/>
              </a:rPr>
              <a:t>Spatial resolution:</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province</a:t>
            </a:r>
          </a:p>
          <a:p>
            <a:pPr marL="342900" indent="-342900">
              <a:lnSpc>
                <a:spcPct val="150000"/>
              </a:lnSpc>
              <a:buFont typeface="Wingdings" pitchFamily="2" charset="2"/>
              <a:buChar char="Ø"/>
              <a:defRPr/>
            </a:pPr>
            <a:r>
              <a:rPr lang="en-US" altLang="zh-CN" sz="1400" b="1" dirty="0">
                <a:latin typeface="Arial" panose="020B0604020202020204" pitchFamily="34" charset="0"/>
                <a:cs typeface="Arial" panose="020B0604020202020204" pitchFamily="34" charset="0"/>
              </a:rPr>
              <a:t>Output:</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provincial</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pathway &amp;</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industrial layout evolution</a:t>
            </a:r>
          </a:p>
        </p:txBody>
      </p:sp>
      <p:sp>
        <p:nvSpPr>
          <p:cNvPr id="12" name="文本框 11">
            <a:extLst>
              <a:ext uri="{FF2B5EF4-FFF2-40B4-BE49-F238E27FC236}">
                <a16:creationId xmlns:a16="http://schemas.microsoft.com/office/drawing/2014/main" id="{355C3454-4CFA-42B4-8FD2-C0ABAB639949}"/>
              </a:ext>
            </a:extLst>
          </p:cNvPr>
          <p:cNvSpPr txBox="1"/>
          <p:nvPr/>
        </p:nvSpPr>
        <p:spPr>
          <a:xfrm>
            <a:off x="467591" y="6263534"/>
            <a:ext cx="11079184" cy="400110"/>
          </a:xfrm>
          <a:prstGeom prst="rect">
            <a:avLst/>
          </a:prstGeom>
          <a:solidFill>
            <a:schemeClr val="accent1">
              <a:lumMod val="75000"/>
            </a:schemeClr>
          </a:solidFill>
          <a:ln>
            <a:solidFill>
              <a:srgbClr val="00B0F0"/>
            </a:solidFill>
          </a:ln>
        </p:spPr>
        <p:txBody>
          <a:bodyPr wrap="square">
            <a:spAutoFit/>
          </a:bodyPr>
          <a:lstStyle/>
          <a:p>
            <a:pPr algn="ctr"/>
            <a:r>
              <a:rPr lang="en-US" altLang="zh-CN" sz="2000" b="1" kern="0" dirty="0">
                <a:solidFill>
                  <a:schemeClr val="bg1"/>
                </a:solidFill>
                <a:effectLst/>
                <a:ea typeface="宋体" panose="02010600030101010101" pitchFamily="2" charset="-122"/>
              </a:rPr>
              <a:t>One policy proposal in preparation to be submitted to Relevant decision-making authorities</a:t>
            </a:r>
            <a:endParaRPr lang="zh-CN" altLang="en-US" sz="2000" dirty="0">
              <a:solidFill>
                <a:schemeClr val="bg1"/>
              </a:solidFill>
            </a:endParaRPr>
          </a:p>
        </p:txBody>
      </p:sp>
    </p:spTree>
    <p:extLst>
      <p:ext uri="{BB962C8B-B14F-4D97-AF65-F5344CB8AC3E}">
        <p14:creationId xmlns:p14="http://schemas.microsoft.com/office/powerpoint/2010/main" val="576451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559AB29-A2C4-4189-A08A-76B125E2DD06}"/>
              </a:ext>
            </a:extLst>
          </p:cNvPr>
          <p:cNvSpPr>
            <a:spLocks noGrp="1"/>
          </p:cNvSpPr>
          <p:nvPr>
            <p:ph type="title"/>
            <p:custDataLst>
              <p:tags r:id="rId1"/>
            </p:custDataLst>
          </p:nvPr>
        </p:nvSpPr>
        <p:spPr>
          <a:xfrm>
            <a:off x="246906" y="10633"/>
            <a:ext cx="7270865" cy="791957"/>
          </a:xfrm>
        </p:spPr>
        <p:txBody>
          <a:bodyPr/>
          <a:lstStyle/>
          <a:p>
            <a:r>
              <a:rPr kumimoji="0" lang="en-US" altLang="zh-CN" sz="3200" b="1" i="0" u="none" strike="noStrike" kern="1200" cap="none" spc="0" normalizeH="0" baseline="0" noProof="0" dirty="0">
                <a:ln>
                  <a:noFill/>
                </a:ln>
                <a:solidFill>
                  <a:srgbClr val="376092"/>
                </a:solidFill>
                <a:effectLst/>
                <a:uLnTx/>
                <a:uFillTx/>
                <a:latin typeface="微软雅黑" panose="020B0503020204020204" pitchFamily="34" charset="-122"/>
                <a:ea typeface="微软雅黑" panose="020B0503020204020204" pitchFamily="34" charset="-122"/>
                <a:cs typeface="Arial" panose="020B0604020202020204" pitchFamily="34" charset="0"/>
              </a:rPr>
              <a:t>Outline / </a:t>
            </a:r>
            <a:r>
              <a:rPr kumimoji="0" lang="zh-CN" altLang="en-US" sz="3200" b="1" i="0" u="none" strike="noStrike" kern="1200" cap="none" spc="0" normalizeH="0" baseline="0" noProof="0" dirty="0">
                <a:ln>
                  <a:noFill/>
                </a:ln>
                <a:solidFill>
                  <a:srgbClr val="376092"/>
                </a:solidFill>
                <a:effectLst/>
                <a:uLnTx/>
                <a:uFillTx/>
                <a:latin typeface="微软雅黑" panose="020B0503020204020204" pitchFamily="34" charset="-122"/>
                <a:ea typeface="微软雅黑" panose="020B0503020204020204" pitchFamily="34" charset="-122"/>
                <a:cs typeface="Arial" panose="020B0604020202020204" pitchFamily="34" charset="0"/>
              </a:rPr>
              <a:t>主要内容</a:t>
            </a:r>
            <a:endParaRPr kumimoji="1" lang="zh-CN" altLang="en-US" sz="2800" b="1" dirty="0">
              <a:solidFill>
                <a:schemeClr val="accent1">
                  <a:lumMod val="75000"/>
                </a:schemeClr>
              </a:solidFill>
            </a:endParaRPr>
          </a:p>
        </p:txBody>
      </p:sp>
      <p:sp>
        <p:nvSpPr>
          <p:cNvPr id="5" name="文本框 4">
            <a:extLst>
              <a:ext uri="{FF2B5EF4-FFF2-40B4-BE49-F238E27FC236}">
                <a16:creationId xmlns:a16="http://schemas.microsoft.com/office/drawing/2014/main" id="{ACE11846-E2A7-43A7-AC5B-73DA1E2E3D75}"/>
              </a:ext>
            </a:extLst>
          </p:cNvPr>
          <p:cNvSpPr txBox="1"/>
          <p:nvPr>
            <p:custDataLst>
              <p:tags r:id="rId2"/>
            </p:custDataLst>
          </p:nvPr>
        </p:nvSpPr>
        <p:spPr>
          <a:xfrm>
            <a:off x="1834184" y="1356786"/>
            <a:ext cx="8324588" cy="783821"/>
          </a:xfrm>
          <a:prstGeom prst="rect">
            <a:avLst/>
          </a:prstGeom>
          <a:solidFill>
            <a:srgbClr val="D9D9D9"/>
          </a:solidFill>
        </p:spPr>
        <p:txBody>
          <a:bodyPr wrap="square" lIns="1080000" anchor="ctr">
            <a:normAutofit lnSpcReduction="10000"/>
          </a:bodyPr>
          <a:lstStyle>
            <a:defPPr>
              <a:defRPr lang="zh-CN"/>
            </a:defPPr>
            <a:lvl1pPr>
              <a:defRPr sz="28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研究背景和目标</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Background and objectives </a:t>
            </a:r>
          </a:p>
        </p:txBody>
      </p:sp>
      <p:sp>
        <p:nvSpPr>
          <p:cNvPr id="7" name="平行四边形 6">
            <a:extLst>
              <a:ext uri="{FF2B5EF4-FFF2-40B4-BE49-F238E27FC236}">
                <a16:creationId xmlns:a16="http://schemas.microsoft.com/office/drawing/2014/main" id="{CC28CA0B-4EB7-4788-AFB4-C7BD3D77965A}"/>
              </a:ext>
            </a:extLst>
          </p:cNvPr>
          <p:cNvSpPr>
            <a:spLocks noChangeAspect="1"/>
          </p:cNvSpPr>
          <p:nvPr>
            <p:custDataLst>
              <p:tags r:id="rId3"/>
            </p:custDataLst>
          </p:nvPr>
        </p:nvSpPr>
        <p:spPr>
          <a:xfrm rot="5400000" flipH="1">
            <a:off x="1711020" y="1295981"/>
            <a:ext cx="952152" cy="715904"/>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8" name="文本框 7">
            <a:extLst>
              <a:ext uri="{FF2B5EF4-FFF2-40B4-BE49-F238E27FC236}">
                <a16:creationId xmlns:a16="http://schemas.microsoft.com/office/drawing/2014/main" id="{2E1EF6DA-075A-441D-9BF0-0A820A1BD33B}"/>
              </a:ext>
            </a:extLst>
          </p:cNvPr>
          <p:cNvSpPr txBox="1"/>
          <p:nvPr>
            <p:custDataLst>
              <p:tags r:id="rId4"/>
            </p:custDataLst>
          </p:nvPr>
        </p:nvSpPr>
        <p:spPr>
          <a:xfrm>
            <a:off x="1837684" y="1326776"/>
            <a:ext cx="698823"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1</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
        <p:nvSpPr>
          <p:cNvPr id="9" name="文本框 8">
            <a:extLst>
              <a:ext uri="{FF2B5EF4-FFF2-40B4-BE49-F238E27FC236}">
                <a16:creationId xmlns:a16="http://schemas.microsoft.com/office/drawing/2014/main" id="{9B990F21-DB76-4D96-98B8-FAF43962D041}"/>
              </a:ext>
            </a:extLst>
          </p:cNvPr>
          <p:cNvSpPr txBox="1"/>
          <p:nvPr>
            <p:custDataLst>
              <p:tags r:id="rId5"/>
            </p:custDataLst>
          </p:nvPr>
        </p:nvSpPr>
        <p:spPr>
          <a:xfrm>
            <a:off x="1868996" y="2487867"/>
            <a:ext cx="8324588" cy="783821"/>
          </a:xfrm>
          <a:prstGeom prst="rect">
            <a:avLst/>
          </a:prstGeom>
          <a:solidFill>
            <a:srgbClr val="D9D9D9"/>
          </a:solidFill>
        </p:spPr>
        <p:txBody>
          <a:bodyPr wrap="square" lIns="1080000" anchor="ctr">
            <a:noAutofit/>
          </a:bodyPr>
          <a:lstStyle>
            <a:defPPr>
              <a:defRPr lang="zh-CN"/>
            </a:defPPr>
            <a:lvl1pPr>
              <a:defRPr sz="2800"/>
            </a:lvl1pPr>
          </a:lstStyle>
          <a:p>
            <a:pPr>
              <a:defRPr/>
            </a:pPr>
            <a:r>
              <a:rPr lang="zh-CN" altLang="en-US" sz="2000" b="1" dirty="0">
                <a:latin typeface="Arial" panose="020B0604020202020204" pitchFamily="34" charset="0"/>
                <a:ea typeface="微软雅黑" panose="020B0503020204020204" pitchFamily="34" charset="-122"/>
              </a:rPr>
              <a:t>研究设计和创新点</a:t>
            </a:r>
          </a:p>
          <a:p>
            <a:pPr>
              <a:defRPr/>
            </a:pPr>
            <a:r>
              <a:rPr lang="en-US" altLang="zh-CN" b="1" dirty="0">
                <a:latin typeface="Arial" panose="020B0604020202020204" pitchFamily="34" charset="0"/>
                <a:ea typeface="微软雅黑" panose="020B0503020204020204" pitchFamily="34" charset="-122"/>
              </a:rPr>
              <a:t>Content design and novelty </a:t>
            </a:r>
          </a:p>
        </p:txBody>
      </p:sp>
      <p:sp>
        <p:nvSpPr>
          <p:cNvPr id="10" name="平行四边形 9">
            <a:extLst>
              <a:ext uri="{FF2B5EF4-FFF2-40B4-BE49-F238E27FC236}">
                <a16:creationId xmlns:a16="http://schemas.microsoft.com/office/drawing/2014/main" id="{70C0C7C3-C516-4F07-916A-FD0248A76707}"/>
              </a:ext>
            </a:extLst>
          </p:cNvPr>
          <p:cNvSpPr>
            <a:spLocks noChangeAspect="1"/>
          </p:cNvSpPr>
          <p:nvPr>
            <p:custDataLst>
              <p:tags r:id="rId6"/>
            </p:custDataLst>
          </p:nvPr>
        </p:nvSpPr>
        <p:spPr>
          <a:xfrm rot="5400000" flipH="1">
            <a:off x="1710710" y="2432102"/>
            <a:ext cx="952152" cy="727019"/>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文本框 10">
            <a:extLst>
              <a:ext uri="{FF2B5EF4-FFF2-40B4-BE49-F238E27FC236}">
                <a16:creationId xmlns:a16="http://schemas.microsoft.com/office/drawing/2014/main" id="{11EC9E31-9D9A-4AD6-8AD1-47BB9207652E}"/>
              </a:ext>
            </a:extLst>
          </p:cNvPr>
          <p:cNvSpPr txBox="1"/>
          <p:nvPr>
            <p:custDataLst>
              <p:tags r:id="rId7"/>
            </p:custDataLst>
          </p:nvPr>
        </p:nvSpPr>
        <p:spPr>
          <a:xfrm>
            <a:off x="1826055" y="2487866"/>
            <a:ext cx="721462"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2</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
        <p:nvSpPr>
          <p:cNvPr id="12" name="文本框 11">
            <a:extLst>
              <a:ext uri="{FF2B5EF4-FFF2-40B4-BE49-F238E27FC236}">
                <a16:creationId xmlns:a16="http://schemas.microsoft.com/office/drawing/2014/main" id="{2DEE9DFE-6C1C-45AF-8F9E-825368D41615}"/>
              </a:ext>
            </a:extLst>
          </p:cNvPr>
          <p:cNvSpPr txBox="1"/>
          <p:nvPr>
            <p:custDataLst>
              <p:tags r:id="rId8"/>
            </p:custDataLst>
          </p:nvPr>
        </p:nvSpPr>
        <p:spPr>
          <a:xfrm>
            <a:off x="1826055" y="3606458"/>
            <a:ext cx="8324588" cy="1075978"/>
          </a:xfrm>
          <a:prstGeom prst="rect">
            <a:avLst/>
          </a:prstGeom>
          <a:solidFill>
            <a:srgbClr val="D9D9D9"/>
          </a:solidFill>
        </p:spPr>
        <p:txBody>
          <a:bodyPr wrap="square" lIns="1080000" anchor="ctr">
            <a:normAutofit/>
          </a:bodyPr>
          <a:lstStyle>
            <a:defPPr>
              <a:defRPr lang="zh-CN"/>
            </a:defPPr>
            <a:lvl1pPr>
              <a:defRPr sz="2800"/>
            </a:lvl1pPr>
          </a:lstStyle>
          <a:p>
            <a:pPr>
              <a:defRPr/>
            </a:pPr>
            <a:r>
              <a:rPr lang="zh-CN" altLang="en-US" sz="2000" b="1" dirty="0">
                <a:solidFill>
                  <a:srgbClr val="C00000"/>
                </a:solidFill>
                <a:latin typeface="Arial" panose="020B0604020202020204" pitchFamily="34" charset="0"/>
                <a:ea typeface="微软雅黑" panose="020B0503020204020204" pitchFamily="34" charset="-122"/>
              </a:rPr>
              <a:t>初步研究成果</a:t>
            </a:r>
          </a:p>
          <a:p>
            <a:pPr>
              <a:defRPr/>
            </a:pPr>
            <a:r>
              <a:rPr lang="en-US" altLang="zh-CN" b="1" dirty="0">
                <a:solidFill>
                  <a:srgbClr val="C00000"/>
                </a:solidFill>
                <a:latin typeface="Arial" panose="020B0604020202020204" pitchFamily="34" charset="0"/>
                <a:ea typeface="微软雅黑" panose="020B0503020204020204" pitchFamily="34" charset="-122"/>
              </a:rPr>
              <a:t>Preliminary results and highlights</a:t>
            </a:r>
          </a:p>
        </p:txBody>
      </p:sp>
      <p:sp>
        <p:nvSpPr>
          <p:cNvPr id="13" name="平行四边形 12">
            <a:extLst>
              <a:ext uri="{FF2B5EF4-FFF2-40B4-BE49-F238E27FC236}">
                <a16:creationId xmlns:a16="http://schemas.microsoft.com/office/drawing/2014/main" id="{EB588E40-F255-4CDD-83B5-88A0A6C29455}"/>
              </a:ext>
            </a:extLst>
          </p:cNvPr>
          <p:cNvSpPr>
            <a:spLocks noChangeAspect="1"/>
          </p:cNvSpPr>
          <p:nvPr>
            <p:custDataLst>
              <p:tags r:id="rId9"/>
            </p:custDataLst>
          </p:nvPr>
        </p:nvSpPr>
        <p:spPr>
          <a:xfrm rot="5400000" flipH="1">
            <a:off x="1716060" y="3786210"/>
            <a:ext cx="952152" cy="715904"/>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文本框 13">
            <a:extLst>
              <a:ext uri="{FF2B5EF4-FFF2-40B4-BE49-F238E27FC236}">
                <a16:creationId xmlns:a16="http://schemas.microsoft.com/office/drawing/2014/main" id="{9538478C-DD54-4832-95EF-6E7112AEE1A0}"/>
              </a:ext>
            </a:extLst>
          </p:cNvPr>
          <p:cNvSpPr txBox="1"/>
          <p:nvPr>
            <p:custDataLst>
              <p:tags r:id="rId10"/>
            </p:custDataLst>
          </p:nvPr>
        </p:nvSpPr>
        <p:spPr>
          <a:xfrm>
            <a:off x="1826776" y="3841419"/>
            <a:ext cx="698823"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3</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
        <p:nvSpPr>
          <p:cNvPr id="15" name="文本框 14">
            <a:extLst>
              <a:ext uri="{FF2B5EF4-FFF2-40B4-BE49-F238E27FC236}">
                <a16:creationId xmlns:a16="http://schemas.microsoft.com/office/drawing/2014/main" id="{5E291431-54C3-4508-B36A-CFE8E6A5A5DF}"/>
              </a:ext>
            </a:extLst>
          </p:cNvPr>
          <p:cNvSpPr txBox="1"/>
          <p:nvPr>
            <p:custDataLst>
              <p:tags r:id="rId11"/>
            </p:custDataLst>
          </p:nvPr>
        </p:nvSpPr>
        <p:spPr>
          <a:xfrm>
            <a:off x="1823276" y="5142154"/>
            <a:ext cx="8324588" cy="1075978"/>
          </a:xfrm>
          <a:prstGeom prst="rect">
            <a:avLst/>
          </a:prstGeom>
          <a:solidFill>
            <a:srgbClr val="D9D9D9"/>
          </a:solidFill>
        </p:spPr>
        <p:txBody>
          <a:bodyPr wrap="square" lIns="1080000" anchor="ctr">
            <a:normAutofit/>
          </a:bodyPr>
          <a:lstStyle>
            <a:defPPr>
              <a:defRPr lang="zh-CN"/>
            </a:defPPr>
            <a:lvl1pPr>
              <a:defRPr sz="2800"/>
            </a:lvl1pPr>
          </a:lstStyle>
          <a:p>
            <a:pPr>
              <a:defRPr/>
            </a:pPr>
            <a:r>
              <a:rPr lang="zh-CN" altLang="en-US" sz="2000" b="1" dirty="0">
                <a:latin typeface="Arial" panose="020B0604020202020204" pitchFamily="34" charset="0"/>
                <a:ea typeface="微软雅黑" panose="020B0503020204020204" pitchFamily="34" charset="-122"/>
              </a:rPr>
              <a:t>下一步研究计划</a:t>
            </a:r>
          </a:p>
          <a:p>
            <a:pPr>
              <a:defRPr/>
            </a:pPr>
            <a:r>
              <a:rPr lang="en-US" altLang="zh-CN" b="1" dirty="0">
                <a:latin typeface="Arial" panose="020B0604020202020204" pitchFamily="34" charset="0"/>
                <a:ea typeface="微软雅黑" panose="020B0503020204020204" pitchFamily="34" charset="-122"/>
              </a:rPr>
              <a:t>Next step</a:t>
            </a:r>
            <a:endParaRPr lang="zh-CN" altLang="en-US" b="1" dirty="0">
              <a:latin typeface="Arial" panose="020B0604020202020204" pitchFamily="34" charset="0"/>
              <a:ea typeface="微软雅黑" panose="020B0503020204020204" pitchFamily="34" charset="-122"/>
            </a:endParaRPr>
          </a:p>
        </p:txBody>
      </p:sp>
      <p:sp>
        <p:nvSpPr>
          <p:cNvPr id="16" name="平行四边形 15">
            <a:extLst>
              <a:ext uri="{FF2B5EF4-FFF2-40B4-BE49-F238E27FC236}">
                <a16:creationId xmlns:a16="http://schemas.microsoft.com/office/drawing/2014/main" id="{AB89DF93-60F6-4AD5-86AA-0B52FC981237}"/>
              </a:ext>
            </a:extLst>
          </p:cNvPr>
          <p:cNvSpPr>
            <a:spLocks noChangeAspect="1"/>
          </p:cNvSpPr>
          <p:nvPr>
            <p:custDataLst>
              <p:tags r:id="rId12"/>
            </p:custDataLst>
          </p:nvPr>
        </p:nvSpPr>
        <p:spPr>
          <a:xfrm rot="5400000" flipH="1">
            <a:off x="1713281" y="5321906"/>
            <a:ext cx="952152" cy="715904"/>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文本框 16">
            <a:extLst>
              <a:ext uri="{FF2B5EF4-FFF2-40B4-BE49-F238E27FC236}">
                <a16:creationId xmlns:a16="http://schemas.microsoft.com/office/drawing/2014/main" id="{67CAE065-82FF-4645-9039-8C2DD9B8B42D}"/>
              </a:ext>
            </a:extLst>
          </p:cNvPr>
          <p:cNvSpPr txBox="1"/>
          <p:nvPr>
            <p:custDataLst>
              <p:tags r:id="rId13"/>
            </p:custDataLst>
          </p:nvPr>
        </p:nvSpPr>
        <p:spPr>
          <a:xfrm>
            <a:off x="1823997" y="5377115"/>
            <a:ext cx="698823"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4</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777832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BC14C-397C-F781-E4F2-BAF872A3C68F}"/>
            </a:ext>
          </a:extLst>
        </p:cNvPr>
        <p:cNvGrpSpPr/>
        <p:nvPr/>
      </p:nvGrpSpPr>
      <p:grpSpPr>
        <a:xfrm>
          <a:off x="0" y="0"/>
          <a:ext cx="0" cy="0"/>
          <a:chOff x="0" y="0"/>
          <a:chExt cx="0" cy="0"/>
        </a:xfrm>
      </p:grpSpPr>
      <p:sp>
        <p:nvSpPr>
          <p:cNvPr id="12" name="Slide Number Placeholder 6">
            <a:extLst>
              <a:ext uri="{FF2B5EF4-FFF2-40B4-BE49-F238E27FC236}">
                <a16:creationId xmlns:a16="http://schemas.microsoft.com/office/drawing/2014/main" id="{31F94656-F4A1-D093-7F50-BD10EBC98ABD}"/>
              </a:ext>
            </a:extLst>
          </p:cNvPr>
          <p:cNvSpPr txBox="1">
            <a:spLocks/>
          </p:cNvSpPr>
          <p:nvPr/>
        </p:nvSpPr>
        <p:spPr>
          <a:xfrm>
            <a:off x="9392866" y="6472937"/>
            <a:ext cx="27432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9pPr>
          </a:lstStyle>
          <a:p>
            <a:r>
              <a:rPr lang="en-US" dirty="0">
                <a:solidFill>
                  <a:srgbClr val="EE6D0B"/>
                </a:solidFill>
              </a:rPr>
              <a:t>Slide | </a:t>
            </a:r>
            <a:fld id="{9BB2484B-60F0-4966-AE12-5F29AA4E4B60}" type="slidenum">
              <a:rPr lang="en-US" smtClean="0">
                <a:solidFill>
                  <a:srgbClr val="EE6D0B"/>
                </a:solidFill>
              </a:rPr>
              <a:pPr/>
              <a:t>14</a:t>
            </a:fld>
            <a:endParaRPr lang="en-US" dirty="0">
              <a:solidFill>
                <a:srgbClr val="EE6D0B"/>
              </a:solidFill>
            </a:endParaRPr>
          </a:p>
        </p:txBody>
      </p:sp>
      <p:sp>
        <p:nvSpPr>
          <p:cNvPr id="4" name="Google Shape;312;p5">
            <a:extLst>
              <a:ext uri="{FF2B5EF4-FFF2-40B4-BE49-F238E27FC236}">
                <a16:creationId xmlns:a16="http://schemas.microsoft.com/office/drawing/2014/main" id="{5F5694FA-5428-AAA4-1218-81A756806A3B}"/>
              </a:ext>
            </a:extLst>
          </p:cNvPr>
          <p:cNvSpPr txBox="1"/>
          <p:nvPr/>
        </p:nvSpPr>
        <p:spPr>
          <a:xfrm>
            <a:off x="102870" y="113682"/>
            <a:ext cx="11807190" cy="523180"/>
          </a:xfrm>
          <a:prstGeom prst="rect">
            <a:avLst/>
          </a:prstGeom>
          <a:noFill/>
          <a:ln>
            <a:noFill/>
          </a:ln>
        </p:spPr>
        <p:txBody>
          <a:bodyPr spcFirstLastPara="1" wrap="square" lIns="91425" tIns="45700" rIns="91425" bIns="45700" anchor="t" anchorCtr="0">
            <a:spAutoFit/>
          </a:bodyPr>
          <a:lstStyle/>
          <a:p>
            <a:r>
              <a:rPr lang="en-US" altLang="zh-CN" sz="2800" b="1" dirty="0">
                <a:solidFill>
                  <a:srgbClr val="376092"/>
                </a:solidFill>
                <a:latin typeface="微软雅黑" panose="020B0503020204020204" pitchFamily="34" charset="-122"/>
                <a:ea typeface="微软雅黑" panose="020B0503020204020204" pitchFamily="34" charset="-122"/>
                <a:cs typeface="Arial" panose="020B0604020202020204" pitchFamily="34" charset="0"/>
                <a:sym typeface="Roboto"/>
              </a:rPr>
              <a:t>H₂-DRI-EAF can achieve</a:t>
            </a:r>
            <a:r>
              <a:rPr lang="zh-CN" altLang="en-US" sz="2800" b="1" dirty="0">
                <a:solidFill>
                  <a:srgbClr val="376092"/>
                </a:solidFill>
                <a:latin typeface="微软雅黑" panose="020B0503020204020204" pitchFamily="34" charset="-122"/>
                <a:ea typeface="微软雅黑" panose="020B0503020204020204" pitchFamily="34" charset="-122"/>
                <a:cs typeface="Arial" panose="020B0604020202020204" pitchFamily="34" charset="0"/>
                <a:sym typeface="Roboto"/>
              </a:rPr>
              <a:t> </a:t>
            </a:r>
            <a:r>
              <a:rPr lang="en-US" altLang="zh-CN" sz="2800" b="1" dirty="0">
                <a:solidFill>
                  <a:srgbClr val="376092"/>
                </a:solidFill>
                <a:latin typeface="微软雅黑" panose="020B0503020204020204" pitchFamily="34" charset="-122"/>
                <a:ea typeface="微软雅黑" panose="020B0503020204020204" pitchFamily="34" charset="-122"/>
                <a:cs typeface="Arial" panose="020B0604020202020204" pitchFamily="34" charset="0"/>
                <a:sym typeface="Roboto"/>
              </a:rPr>
              <a:t>near cost parity with BF-BOF by 2035</a:t>
            </a:r>
            <a:endParaRPr lang="en-US" sz="2800" b="1" dirty="0">
              <a:solidFill>
                <a:srgbClr val="37609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文本框 8">
            <a:extLst>
              <a:ext uri="{FF2B5EF4-FFF2-40B4-BE49-F238E27FC236}">
                <a16:creationId xmlns:a16="http://schemas.microsoft.com/office/drawing/2014/main" id="{6AE0895B-5299-F0A8-00F1-03D5A91DDECD}"/>
              </a:ext>
            </a:extLst>
          </p:cNvPr>
          <p:cNvSpPr txBox="1"/>
          <p:nvPr/>
        </p:nvSpPr>
        <p:spPr>
          <a:xfrm>
            <a:off x="626540" y="6091462"/>
            <a:ext cx="5092169" cy="369332"/>
          </a:xfrm>
          <a:prstGeom prst="rect">
            <a:avLst/>
          </a:prstGeom>
          <a:noFill/>
        </p:spPr>
        <p:txBody>
          <a:bodyPr wrap="square">
            <a:spAutoFit/>
          </a:bodyPr>
          <a:lstStyle/>
          <a:p>
            <a:pPr algn="ctr"/>
            <a:r>
              <a:rPr lang="en-US" altLang="zh-CN" sz="1800" b="1" kern="0" dirty="0">
                <a:solidFill>
                  <a:srgbClr val="000000"/>
                </a:solidFill>
                <a:effectLst/>
                <a:ea typeface="宋体" panose="02010600030101010101" pitchFamily="2" charset="-122"/>
              </a:rPr>
              <a:t>Levelized cost of steel (LCOS)</a:t>
            </a:r>
            <a:r>
              <a:rPr lang="zh-CN" altLang="en-US" sz="1800" b="1" kern="0" dirty="0">
                <a:solidFill>
                  <a:srgbClr val="000000"/>
                </a:solidFill>
                <a:effectLst/>
                <a:ea typeface="宋体" panose="02010600030101010101" pitchFamily="2" charset="-122"/>
              </a:rPr>
              <a:t> </a:t>
            </a:r>
            <a:r>
              <a:rPr lang="en-US" altLang="zh-CN" b="1" kern="0" dirty="0">
                <a:solidFill>
                  <a:srgbClr val="000000"/>
                </a:solidFill>
                <a:ea typeface="宋体" panose="02010600030101010101" pitchFamily="2" charset="-122"/>
              </a:rPr>
              <a:t>comparison in 2035</a:t>
            </a:r>
            <a:endParaRPr lang="zh-CN" altLang="en-US" dirty="0"/>
          </a:p>
        </p:txBody>
      </p:sp>
      <p:sp>
        <p:nvSpPr>
          <p:cNvPr id="10" name="文本框 9">
            <a:extLst>
              <a:ext uri="{FF2B5EF4-FFF2-40B4-BE49-F238E27FC236}">
                <a16:creationId xmlns:a16="http://schemas.microsoft.com/office/drawing/2014/main" id="{9A501518-03AD-9985-BC5C-F583343A2ED4}"/>
              </a:ext>
            </a:extLst>
          </p:cNvPr>
          <p:cNvSpPr txBox="1"/>
          <p:nvPr/>
        </p:nvSpPr>
        <p:spPr>
          <a:xfrm>
            <a:off x="6787512" y="6076314"/>
            <a:ext cx="4286848" cy="369332"/>
          </a:xfrm>
          <a:prstGeom prst="rect">
            <a:avLst/>
          </a:prstGeom>
          <a:noFill/>
        </p:spPr>
        <p:txBody>
          <a:bodyPr wrap="square">
            <a:spAutoFit/>
          </a:bodyPr>
          <a:lstStyle/>
          <a:p>
            <a:pPr algn="ctr"/>
            <a:r>
              <a:rPr lang="en-US" altLang="zh-CN" sz="1800" b="1" kern="0" dirty="0">
                <a:solidFill>
                  <a:srgbClr val="000000"/>
                </a:solidFill>
                <a:effectLst/>
                <a:ea typeface="宋体" panose="02010600030101010101" pitchFamily="2" charset="-122"/>
              </a:rPr>
              <a:t>Emission factor</a:t>
            </a:r>
            <a:r>
              <a:rPr lang="zh-CN" altLang="en-US" sz="1800" b="1" kern="0" dirty="0">
                <a:solidFill>
                  <a:srgbClr val="000000"/>
                </a:solidFill>
                <a:effectLst/>
                <a:ea typeface="宋体" panose="02010600030101010101" pitchFamily="2" charset="-122"/>
              </a:rPr>
              <a:t> </a:t>
            </a:r>
            <a:r>
              <a:rPr lang="en-US" altLang="zh-CN" b="1" kern="0" dirty="0">
                <a:solidFill>
                  <a:srgbClr val="000000"/>
                </a:solidFill>
                <a:ea typeface="宋体" panose="02010600030101010101" pitchFamily="2" charset="-122"/>
              </a:rPr>
              <a:t>comparison</a:t>
            </a:r>
            <a:endParaRPr lang="zh-CN" altLang="en-US" dirty="0"/>
          </a:p>
        </p:txBody>
      </p:sp>
      <p:sp>
        <p:nvSpPr>
          <p:cNvPr id="11" name="Content Placeholder 2">
            <a:extLst>
              <a:ext uri="{FF2B5EF4-FFF2-40B4-BE49-F238E27FC236}">
                <a16:creationId xmlns:a16="http://schemas.microsoft.com/office/drawing/2014/main" id="{C6EE11A8-5702-C97F-F9A3-83CA71EBABB6}"/>
              </a:ext>
            </a:extLst>
          </p:cNvPr>
          <p:cNvSpPr>
            <a:spLocks noGrp="1"/>
          </p:cNvSpPr>
          <p:nvPr>
            <p:ph idx="4294967295"/>
          </p:nvPr>
        </p:nvSpPr>
        <p:spPr>
          <a:xfrm>
            <a:off x="274320" y="855663"/>
            <a:ext cx="11635740" cy="1704975"/>
          </a:xfrm>
        </p:spPr>
        <p:txBody>
          <a:bodyPr>
            <a:noAutofit/>
          </a:bodyPr>
          <a:lstStyle/>
          <a:p>
            <a:pPr>
              <a:buFont typeface="Wingdings" pitchFamily="2" charset="2"/>
              <a:buChar char="l"/>
            </a:pPr>
            <a:r>
              <a:rPr lang="en-US" sz="2000" dirty="0">
                <a:latin typeface="Arial" panose="020B0604020202020204" pitchFamily="34" charset="0"/>
                <a:cs typeface="Arial" panose="020B0604020202020204" pitchFamily="34" charset="0"/>
              </a:rPr>
              <a:t>H₂-DRI-EAF can achieve near cost parity with BF-BOF by 2035 with 50% economically sourced scrap </a:t>
            </a:r>
            <a:r>
              <a:rPr lang="en-US" altLang="zh-CN" sz="2000" dirty="0">
                <a:latin typeface="Arial" panose="020B0604020202020204" pitchFamily="34" charset="0"/>
                <a:cs typeface="Arial" panose="020B0604020202020204" pitchFamily="34" charset="0"/>
              </a:rPr>
              <a:t>in</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most regions</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and</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an 85%+ reduction in emissions compared to BF-BOF </a:t>
            </a:r>
            <a:endParaRPr lang="en-US" sz="2000" dirty="0">
              <a:latin typeface="Arial" panose="020B0604020202020204" pitchFamily="34" charset="0"/>
              <a:cs typeface="Arial" panose="020B0604020202020204" pitchFamily="34" charset="0"/>
            </a:endParaRPr>
          </a:p>
          <a:p>
            <a:pPr>
              <a:buFont typeface="Wingdings" pitchFamily="2" charset="2"/>
              <a:buChar char="l"/>
            </a:pPr>
            <a:r>
              <a:rPr lang="en-US" altLang="zh-CN" sz="2000" dirty="0">
                <a:latin typeface="Arial" panose="020B0604020202020204" pitchFamily="34" charset="0"/>
                <a:cs typeface="Arial" panose="020B0604020202020204" pitchFamily="34" charset="0"/>
              </a:rPr>
              <a:t>Less </a:t>
            </a:r>
            <a:r>
              <a:rPr lang="en-US" sz="2000" dirty="0">
                <a:latin typeface="Arial" panose="020B0604020202020204" pitchFamily="34" charset="0"/>
                <a:cs typeface="Arial" panose="020B0604020202020204" pitchFamily="34" charset="0"/>
              </a:rPr>
              <a:t>annual variations in LCOS for H₂-DRI-EAF than historical variations in BF-BOF costs</a:t>
            </a:r>
          </a:p>
          <a:p>
            <a:pPr>
              <a:buFont typeface="Wingdings" pitchFamily="2" charset="2"/>
              <a:buChar char="l"/>
            </a:pPr>
            <a:r>
              <a:rPr lang="en-US" altLang="zh-CN" sz="2000" dirty="0">
                <a:latin typeface="Arial" panose="020B0604020202020204" pitchFamily="34" charset="0"/>
                <a:cs typeface="Arial" panose="020B0604020202020204" pitchFamily="34" charset="0"/>
              </a:rPr>
              <a:t>LCOS of blending 50% costlier scrap and 100% DRI routes remain higher than BF-BOF even under high</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historical fossil energy costs</a:t>
            </a:r>
            <a:endParaRPr lang="en-US" sz="2000" dirty="0">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A866C708-9872-D83C-9672-1D95D7B5032E}"/>
              </a:ext>
            </a:extLst>
          </p:cNvPr>
          <p:cNvSpPr txBox="1"/>
          <p:nvPr/>
        </p:nvSpPr>
        <p:spPr>
          <a:xfrm>
            <a:off x="489856" y="6466994"/>
            <a:ext cx="10377008" cy="338554"/>
          </a:xfrm>
          <a:prstGeom prst="rect">
            <a:avLst/>
          </a:prstGeom>
          <a:noFill/>
        </p:spPr>
        <p:txBody>
          <a:bodyPr wrap="none" rtlCol="0">
            <a:spAutoFit/>
          </a:bodyPr>
          <a:lstStyle/>
          <a:p>
            <a:r>
              <a:rPr kumimoji="1" lang="en-US" altLang="zh-CN" sz="1600" dirty="0"/>
              <a:t>Basic settings:</a:t>
            </a:r>
            <a:r>
              <a:rPr kumimoji="1" lang="zh-CN" altLang="en-US" sz="1600" dirty="0"/>
              <a:t> </a:t>
            </a:r>
            <a:r>
              <a:rPr kumimoji="1" lang="en-US" altLang="zh-CN" sz="1600" dirty="0"/>
              <a:t>2016</a:t>
            </a:r>
            <a:r>
              <a:rPr kumimoji="1" lang="zh-CN" altLang="en-US" sz="1600" dirty="0"/>
              <a:t> </a:t>
            </a:r>
            <a:r>
              <a:rPr kumimoji="1" lang="en-US" altLang="zh-CN" sz="1600" dirty="0"/>
              <a:t>configuration,</a:t>
            </a:r>
            <a:r>
              <a:rPr kumimoji="1" lang="zh-CN" altLang="en-US" sz="1600" dirty="0"/>
              <a:t> </a:t>
            </a:r>
            <a:r>
              <a:rPr kumimoji="1" lang="en-US" altLang="zh-CN" sz="1600" dirty="0"/>
              <a:t>$135/t for</a:t>
            </a:r>
            <a:r>
              <a:rPr kumimoji="1" lang="zh-CN" altLang="en-US" sz="1600" dirty="0"/>
              <a:t> </a:t>
            </a:r>
            <a:r>
              <a:rPr kumimoji="1" lang="en-US" altLang="zh-CN" sz="1600" dirty="0"/>
              <a:t>BF pellet and $160/t DR pellet prices;</a:t>
            </a:r>
            <a:r>
              <a:rPr kumimoji="1" lang="zh-CN" altLang="en-US" sz="1600" dirty="0"/>
              <a:t> </a:t>
            </a:r>
            <a:r>
              <a:rPr kumimoji="1" lang="en-US" altLang="zh-CN" sz="1600" dirty="0"/>
              <a:t>$286/t</a:t>
            </a:r>
            <a:r>
              <a:rPr kumimoji="1" lang="zh-CN" altLang="en-US" sz="1600" dirty="0"/>
              <a:t> </a:t>
            </a:r>
            <a:r>
              <a:rPr kumimoji="1" lang="en-US" altLang="zh-CN" sz="1600" dirty="0"/>
              <a:t>and</a:t>
            </a:r>
            <a:r>
              <a:rPr kumimoji="1" lang="zh-CN" altLang="en-US" sz="1600" dirty="0"/>
              <a:t> </a:t>
            </a:r>
            <a:r>
              <a:rPr kumimoji="1" lang="en-US" altLang="zh-CN" sz="1600" dirty="0"/>
              <a:t>$392/t</a:t>
            </a:r>
            <a:r>
              <a:rPr kumimoji="1" lang="zh-CN" altLang="en-US" sz="1600" dirty="0"/>
              <a:t> </a:t>
            </a:r>
            <a:r>
              <a:rPr kumimoji="1" lang="en-US" altLang="zh-CN" sz="1600" dirty="0"/>
              <a:t>for</a:t>
            </a:r>
            <a:r>
              <a:rPr kumimoji="1" lang="zh-CN" altLang="en-US" sz="1600" dirty="0"/>
              <a:t> </a:t>
            </a:r>
            <a:r>
              <a:rPr kumimoji="1" lang="en-US" altLang="zh-CN" sz="1600" dirty="0"/>
              <a:t>two</a:t>
            </a:r>
            <a:r>
              <a:rPr kumimoji="1" lang="zh-CN" altLang="en-US" sz="1600" dirty="0"/>
              <a:t> </a:t>
            </a:r>
            <a:r>
              <a:rPr kumimoji="1" lang="en-US" altLang="zh-CN" sz="1600" dirty="0"/>
              <a:t>scrap</a:t>
            </a:r>
            <a:r>
              <a:rPr kumimoji="1" lang="zh-CN" altLang="en-US" sz="1600" dirty="0"/>
              <a:t> </a:t>
            </a:r>
            <a:r>
              <a:rPr kumimoji="1" lang="en-US" altLang="zh-CN" sz="1600" dirty="0"/>
              <a:t>prices</a:t>
            </a:r>
            <a:r>
              <a:rPr kumimoji="1" lang="zh-CN" altLang="en-US" sz="1600" dirty="0"/>
              <a:t> </a:t>
            </a:r>
          </a:p>
        </p:txBody>
      </p:sp>
      <p:pic>
        <p:nvPicPr>
          <p:cNvPr id="7" name="图片 6">
            <a:extLst>
              <a:ext uri="{FF2B5EF4-FFF2-40B4-BE49-F238E27FC236}">
                <a16:creationId xmlns:a16="http://schemas.microsoft.com/office/drawing/2014/main" id="{B39CCD15-87AA-4612-961A-1F838254C9C1}"/>
              </a:ext>
            </a:extLst>
          </p:cNvPr>
          <p:cNvPicPr>
            <a:picLocks noChangeAspect="1"/>
          </p:cNvPicPr>
          <p:nvPr/>
        </p:nvPicPr>
        <p:blipFill>
          <a:blip r:embed="rId3"/>
          <a:stretch>
            <a:fillRect/>
          </a:stretch>
        </p:blipFill>
        <p:spPr>
          <a:xfrm>
            <a:off x="982984" y="2489592"/>
            <a:ext cx="4097015" cy="3634587"/>
          </a:xfrm>
          <a:prstGeom prst="rect">
            <a:avLst/>
          </a:prstGeom>
        </p:spPr>
      </p:pic>
      <p:pic>
        <p:nvPicPr>
          <p:cNvPr id="24" name="图片 23">
            <a:extLst>
              <a:ext uri="{FF2B5EF4-FFF2-40B4-BE49-F238E27FC236}">
                <a16:creationId xmlns:a16="http://schemas.microsoft.com/office/drawing/2014/main" id="{A8C9017E-A3A2-4BE6-8BAF-7614C89D12AD}"/>
              </a:ext>
            </a:extLst>
          </p:cNvPr>
          <p:cNvPicPr>
            <a:picLocks noChangeAspect="1"/>
          </p:cNvPicPr>
          <p:nvPr/>
        </p:nvPicPr>
        <p:blipFill>
          <a:blip r:embed="rId4"/>
          <a:stretch>
            <a:fillRect/>
          </a:stretch>
        </p:blipFill>
        <p:spPr>
          <a:xfrm>
            <a:off x="6984691" y="2603976"/>
            <a:ext cx="3892490" cy="3429000"/>
          </a:xfrm>
          <a:prstGeom prst="rect">
            <a:avLst/>
          </a:prstGeom>
        </p:spPr>
      </p:pic>
    </p:spTree>
    <p:extLst>
      <p:ext uri="{BB962C8B-B14F-4D97-AF65-F5344CB8AC3E}">
        <p14:creationId xmlns:p14="http://schemas.microsoft.com/office/powerpoint/2010/main" val="974461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3D130B-99BA-4BB2-80B5-9C601D751EA8}"/>
              </a:ext>
            </a:extLst>
          </p:cNvPr>
          <p:cNvSpPr>
            <a:spLocks noGrp="1"/>
          </p:cNvSpPr>
          <p:nvPr>
            <p:ph type="title"/>
            <p:custDataLst>
              <p:tags r:id="rId1"/>
            </p:custDataLst>
          </p:nvPr>
        </p:nvSpPr>
        <p:spPr>
          <a:xfrm>
            <a:off x="-2" y="49"/>
            <a:ext cx="12104372" cy="755489"/>
          </a:xfrm>
        </p:spPr>
        <p:txBody>
          <a:bodyPr/>
          <a:lstStyle/>
          <a:p>
            <a:r>
              <a:rPr lang="en-US" altLang="zh-CN" sz="2800" dirty="0">
                <a:solidFill>
                  <a:srgbClr val="376092"/>
                </a:solidFill>
                <a:latin typeface="微软雅黑" panose="020B0503020204020204" pitchFamily="34" charset="-122"/>
                <a:ea typeface="微软雅黑" panose="020B0503020204020204" pitchFamily="34" charset="-122"/>
              </a:rPr>
              <a:t> Scrap-EAF and H</a:t>
            </a:r>
            <a:r>
              <a:rPr lang="en-US" altLang="zh-CN" sz="2800" baseline="-25000" dirty="0">
                <a:solidFill>
                  <a:srgbClr val="376092"/>
                </a:solidFill>
                <a:latin typeface="微软雅黑" panose="020B0503020204020204" pitchFamily="34" charset="-122"/>
                <a:ea typeface="微软雅黑" panose="020B0503020204020204" pitchFamily="34" charset="-122"/>
              </a:rPr>
              <a:t>2</a:t>
            </a:r>
            <a:r>
              <a:rPr lang="en-US" altLang="zh-CN" sz="2800" dirty="0">
                <a:solidFill>
                  <a:srgbClr val="376092"/>
                </a:solidFill>
                <a:latin typeface="微软雅黑" panose="020B0503020204020204" pitchFamily="34" charset="-122"/>
                <a:ea typeface="微软雅黑" panose="020B0503020204020204" pitchFamily="34" charset="-122"/>
              </a:rPr>
              <a:t>-based DRI will dominate the production</a:t>
            </a:r>
          </a:p>
        </p:txBody>
      </p:sp>
      <p:sp>
        <p:nvSpPr>
          <p:cNvPr id="2" name="文本框 1">
            <a:extLst>
              <a:ext uri="{FF2B5EF4-FFF2-40B4-BE49-F238E27FC236}">
                <a16:creationId xmlns:a16="http://schemas.microsoft.com/office/drawing/2014/main" id="{19352747-A560-85ED-C35C-1547FFE2A70E}"/>
              </a:ext>
            </a:extLst>
          </p:cNvPr>
          <p:cNvSpPr txBox="1"/>
          <p:nvPr/>
        </p:nvSpPr>
        <p:spPr>
          <a:xfrm>
            <a:off x="377536" y="1027514"/>
            <a:ext cx="11398827" cy="2056204"/>
          </a:xfrm>
          <a:prstGeom prst="rect">
            <a:avLst/>
          </a:prstGeom>
          <a:noFill/>
        </p:spPr>
        <p:txBody>
          <a:bodyPr wrap="square">
            <a:spAutoFit/>
          </a:bodyPr>
          <a:lstStyle/>
          <a:p>
            <a:pPr marL="285750" indent="-285750">
              <a:lnSpc>
                <a:spcPct val="120000"/>
              </a:lnSpc>
              <a:buFont typeface="Wingdings" pitchFamily="2" charset="2"/>
              <a:buChar char="l"/>
              <a:defRPr/>
            </a:pPr>
            <a:r>
              <a:rPr lang="en-US" altLang="zh-CN" sz="1800" kern="0" dirty="0">
                <a:effectLst/>
                <a:latin typeface="Arial" panose="020B0604020202020204" pitchFamily="34" charset="0"/>
                <a:ea typeface="宋体" panose="02010600030101010101" pitchFamily="2" charset="-122"/>
                <a:cs typeface="Arial" panose="020B0604020202020204" pitchFamily="34" charset="0"/>
              </a:rPr>
              <a:t>National steel demand is forecast to decrease to 645 Mt in 2060. </a:t>
            </a:r>
          </a:p>
          <a:p>
            <a:pPr marL="285750" indent="-285750">
              <a:lnSpc>
                <a:spcPct val="120000"/>
              </a:lnSpc>
              <a:buFont typeface="Wingdings" pitchFamily="2" charset="2"/>
              <a:buChar char="l"/>
              <a:defRPr/>
            </a:pPr>
            <a:r>
              <a:rPr lang="en-US" altLang="zh-CN" dirty="0">
                <a:latin typeface="Arial" panose="020B0604020202020204" pitchFamily="34" charset="0"/>
                <a:cs typeface="Arial" panose="020B0604020202020204" pitchFamily="34" charset="0"/>
              </a:rPr>
              <a:t>T</a:t>
            </a:r>
            <a:r>
              <a:rPr lang="en-US" altLang="zh-CN" i="0" u="none" strike="noStrike" dirty="0">
                <a:effectLst/>
                <a:latin typeface="Arial" panose="020B0604020202020204" pitchFamily="34" charset="0"/>
                <a:cs typeface="Arial" panose="020B0604020202020204" pitchFamily="34" charset="0"/>
              </a:rPr>
              <a:t>echnology mix:</a:t>
            </a:r>
            <a:r>
              <a:rPr lang="zh-CN" altLang="en-US" i="0" u="none" strike="noStrike" dirty="0">
                <a:effectLst/>
                <a:latin typeface="Arial" panose="020B0604020202020204" pitchFamily="34" charset="0"/>
                <a:cs typeface="Arial" panose="020B0604020202020204" pitchFamily="34" charset="0"/>
              </a:rPr>
              <a:t> </a:t>
            </a:r>
            <a:r>
              <a:rPr lang="en-US" altLang="zh-CN" i="0" u="none" strike="noStrike" dirty="0">
                <a:effectLst/>
                <a:latin typeface="Arial" panose="020B0604020202020204" pitchFamily="34" charset="0"/>
                <a:cs typeface="Arial" panose="020B0604020202020204" pitchFamily="34" charset="0"/>
              </a:rPr>
              <a:t>BF-BOF</a:t>
            </a:r>
            <a:r>
              <a:rPr lang="zh-CN" altLang="en-US" i="0" u="none" strike="noStrike" dirty="0">
                <a:effectLst/>
                <a:latin typeface="Arial" panose="020B0604020202020204" pitchFamily="34" charset="0"/>
                <a:cs typeface="Arial" panose="020B0604020202020204" pitchFamily="34" charset="0"/>
              </a:rPr>
              <a:t> </a:t>
            </a:r>
            <a:r>
              <a:rPr lang="en-US" altLang="zh-CN" i="0" u="none" strike="noStrike" dirty="0">
                <a:effectLst/>
                <a:latin typeface="Arial" panose="020B0604020202020204" pitchFamily="34" charset="0"/>
                <a:cs typeface="Arial" panose="020B0604020202020204" pitchFamily="34" charset="0"/>
              </a:rPr>
              <a:t>to Scrap-EAF</a:t>
            </a:r>
            <a:r>
              <a:rPr lang="en-US" altLang="zh-CN" dirty="0">
                <a:latin typeface="Arial" panose="020B0604020202020204" pitchFamily="34" charset="0"/>
                <a:cs typeface="Arial" panose="020B0604020202020204" pitchFamily="34" charset="0"/>
              </a:rPr>
              <a:t>,</a:t>
            </a:r>
            <a:r>
              <a:rPr lang="zh-CN" altLang="en-US" i="0" u="none" strike="noStrike" dirty="0">
                <a:effectLst/>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H</a:t>
            </a:r>
            <a:r>
              <a:rPr lang="en-US" altLang="zh-CN" baseline="-25000" dirty="0">
                <a:latin typeface="Arial" panose="020B0604020202020204" pitchFamily="34" charset="0"/>
                <a:cs typeface="Arial" panose="020B0604020202020204" pitchFamily="34" charset="0"/>
              </a:rPr>
              <a:t>2</a:t>
            </a:r>
            <a:r>
              <a:rPr lang="en-US" altLang="zh-CN" i="0" u="none" strike="noStrike" dirty="0">
                <a:effectLst/>
                <a:latin typeface="Arial" panose="020B0604020202020204" pitchFamily="34" charset="0"/>
                <a:cs typeface="Arial" panose="020B0604020202020204" pitchFamily="34" charset="0"/>
              </a:rPr>
              <a:t>-based and CCS routes.</a:t>
            </a:r>
          </a:p>
          <a:p>
            <a:pPr marL="285750" indent="-285750">
              <a:lnSpc>
                <a:spcPct val="120000"/>
              </a:lnSpc>
              <a:buFont typeface="Wingdings" panose="05000000000000000000" pitchFamily="2" charset="2"/>
              <a:buChar char="l"/>
            </a:pPr>
            <a:r>
              <a:rPr lang="en-US" altLang="zh-CN" kern="0" dirty="0">
                <a:latin typeface="Arial" panose="020B0604020202020204" pitchFamily="34" charset="0"/>
                <a:ea typeface="宋体" panose="02010600030101010101" pitchFamily="2" charset="-122"/>
                <a:cs typeface="Arial" panose="020B0604020202020204" pitchFamily="34" charset="0"/>
              </a:rPr>
              <a:t>E</a:t>
            </a:r>
            <a:r>
              <a:rPr lang="en-US" altLang="zh-CN" sz="1800" kern="0" dirty="0">
                <a:effectLst/>
                <a:latin typeface="Arial" panose="020B0604020202020204" pitchFamily="34" charset="0"/>
                <a:ea typeface="宋体" panose="02010600030101010101" pitchFamily="2" charset="-122"/>
                <a:cs typeface="Arial" panose="020B0604020202020204" pitchFamily="34" charset="0"/>
              </a:rPr>
              <a:t>nergy consumption is reduced from 530 million tons of standard coal equivalent (</a:t>
            </a:r>
            <a:r>
              <a:rPr lang="en-US" altLang="zh-CN" sz="1800" kern="0" dirty="0" err="1">
                <a:effectLst/>
                <a:latin typeface="Arial" panose="020B0604020202020204" pitchFamily="34" charset="0"/>
                <a:ea typeface="宋体" panose="02010600030101010101" pitchFamily="2" charset="-122"/>
                <a:cs typeface="Arial" panose="020B0604020202020204" pitchFamily="34" charset="0"/>
              </a:rPr>
              <a:t>tce</a:t>
            </a:r>
            <a:r>
              <a:rPr lang="en-US" altLang="zh-CN" sz="1800" kern="0" dirty="0">
                <a:effectLst/>
                <a:latin typeface="Arial" panose="020B0604020202020204" pitchFamily="34" charset="0"/>
                <a:ea typeface="宋体" panose="02010600030101010101" pitchFamily="2" charset="-122"/>
                <a:cs typeface="Arial" panose="020B0604020202020204" pitchFamily="34" charset="0"/>
              </a:rPr>
              <a:t>) in 2020 to 186 million </a:t>
            </a:r>
            <a:r>
              <a:rPr lang="en-US" altLang="zh-CN" sz="1800" kern="0" dirty="0" err="1">
                <a:effectLst/>
                <a:latin typeface="Arial" panose="020B0604020202020204" pitchFamily="34" charset="0"/>
                <a:ea typeface="宋体" panose="02010600030101010101" pitchFamily="2" charset="-122"/>
                <a:cs typeface="Arial" panose="020B0604020202020204" pitchFamily="34" charset="0"/>
              </a:rPr>
              <a:t>tce</a:t>
            </a:r>
            <a:r>
              <a:rPr lang="en-US" altLang="zh-CN" sz="1800" kern="0" dirty="0">
                <a:effectLst/>
                <a:latin typeface="Arial" panose="020B0604020202020204" pitchFamily="34" charset="0"/>
                <a:ea typeface="宋体" panose="02010600030101010101" pitchFamily="2" charset="-122"/>
                <a:cs typeface="Arial" panose="020B0604020202020204" pitchFamily="34" charset="0"/>
              </a:rPr>
              <a:t> in 2060. </a:t>
            </a:r>
            <a:r>
              <a:rPr lang="en-US" altLang="zh-CN" sz="1800" dirty="0">
                <a:effectLst/>
                <a:latin typeface="Arial" panose="020B0604020202020204" pitchFamily="34" charset="0"/>
                <a:ea typeface="宋体" panose="02010600030101010101" pitchFamily="2" charset="-122"/>
                <a:cs typeface="Arial" panose="020B0604020202020204" pitchFamily="34" charset="0"/>
              </a:rPr>
              <a:t>The ratio of hydrogen rises to 23% by 2060. </a:t>
            </a:r>
            <a:endParaRPr lang="zh-CN" altLang="zh-CN" sz="1800" dirty="0">
              <a:effectLst/>
              <a:latin typeface="Arial" panose="020B0604020202020204" pitchFamily="34" charset="0"/>
              <a:ea typeface="宋体" panose="02010600030101010101" pitchFamily="2" charset="-122"/>
              <a:cs typeface="Arial" panose="020B0604020202020204" pitchFamily="34" charset="0"/>
            </a:endParaRPr>
          </a:p>
          <a:p>
            <a:pPr marL="285750" indent="-285750">
              <a:lnSpc>
                <a:spcPct val="120000"/>
              </a:lnSpc>
              <a:buFont typeface="Wingdings" panose="05000000000000000000" pitchFamily="2" charset="2"/>
              <a:buChar char="l"/>
            </a:pPr>
            <a:r>
              <a:rPr lang="en-US" altLang="zh-CN" sz="1800" kern="0" dirty="0">
                <a:effectLst/>
                <a:latin typeface="Arial" panose="020B0604020202020204" pitchFamily="34" charset="0"/>
                <a:ea typeface="宋体" panose="02010600030101010101" pitchFamily="2" charset="-122"/>
                <a:cs typeface="Arial" panose="020B0604020202020204" pitchFamily="34" charset="0"/>
              </a:rPr>
              <a:t>The remaining net emissions are 136 Mt in 2060, reduced by 92% of CO</a:t>
            </a:r>
            <a:r>
              <a:rPr lang="en-US" altLang="zh-CN" sz="1800" kern="0" baseline="-25000" dirty="0">
                <a:effectLst/>
                <a:latin typeface="Arial" panose="020B0604020202020204" pitchFamily="34" charset="0"/>
                <a:ea typeface="宋体" panose="02010600030101010101" pitchFamily="2" charset="-122"/>
                <a:cs typeface="Arial" panose="020B0604020202020204" pitchFamily="34" charset="0"/>
              </a:rPr>
              <a:t>2</a:t>
            </a:r>
            <a:r>
              <a:rPr lang="en-US" altLang="zh-CN" sz="1800" kern="0" dirty="0">
                <a:effectLst/>
                <a:latin typeface="Arial" panose="020B0604020202020204" pitchFamily="34" charset="0"/>
                <a:ea typeface="宋体" panose="02010600030101010101" pitchFamily="2" charset="-122"/>
                <a:cs typeface="Arial" panose="020B0604020202020204" pitchFamily="34" charset="0"/>
              </a:rPr>
              <a:t> emissions in 2020. By 2060, annual CO</a:t>
            </a:r>
            <a:r>
              <a:rPr lang="en-US" altLang="zh-CN" sz="1800" kern="0" baseline="-25000" dirty="0">
                <a:effectLst/>
                <a:latin typeface="Arial" panose="020B0604020202020204" pitchFamily="34" charset="0"/>
                <a:ea typeface="宋体" panose="02010600030101010101" pitchFamily="2" charset="-122"/>
                <a:cs typeface="Arial" panose="020B0604020202020204" pitchFamily="34" charset="0"/>
              </a:rPr>
              <a:t>2</a:t>
            </a:r>
            <a:r>
              <a:rPr lang="en-US" altLang="zh-CN" sz="1800" kern="0" dirty="0">
                <a:effectLst/>
                <a:latin typeface="Arial" panose="020B0604020202020204" pitchFamily="34" charset="0"/>
                <a:ea typeface="宋体" panose="02010600030101010101" pitchFamily="2" charset="-122"/>
                <a:cs typeface="Arial" panose="020B0604020202020204" pitchFamily="34" charset="0"/>
              </a:rPr>
              <a:t> sequestration is around 175 Mt.</a:t>
            </a:r>
            <a:endParaRPr lang="en-US" altLang="zh-CN" i="0" u="none" strike="noStrike" dirty="0">
              <a:effectLst/>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555F14A3-F59B-D614-D3B9-F54C0B1BD7DE}"/>
              </a:ext>
            </a:extLst>
          </p:cNvPr>
          <p:cNvSpPr txBox="1"/>
          <p:nvPr/>
        </p:nvSpPr>
        <p:spPr>
          <a:xfrm>
            <a:off x="880523" y="5979529"/>
            <a:ext cx="3100288" cy="369332"/>
          </a:xfrm>
          <a:prstGeom prst="rect">
            <a:avLst/>
          </a:prstGeom>
          <a:noFill/>
        </p:spPr>
        <p:txBody>
          <a:bodyPr wrap="square" rtlCol="0">
            <a:spAutoFit/>
          </a:bodyPr>
          <a:lstStyle/>
          <a:p>
            <a:pPr algn="ctr"/>
            <a:r>
              <a:rPr lang="en-US" altLang="zh-CN" kern="0" dirty="0">
                <a:latin typeface="Times New Roman" panose="02020603050405020304" pitchFamily="18" charset="0"/>
                <a:ea typeface="宋体" panose="02010600030101010101" pitchFamily="2" charset="-122"/>
              </a:rPr>
              <a:t>National technology mix</a:t>
            </a:r>
            <a:endParaRPr lang="zh-CN" altLang="en-US" kern="0" dirty="0">
              <a:latin typeface="Times New Roman" panose="02020603050405020304" pitchFamily="18" charset="0"/>
              <a:ea typeface="宋体" panose="02010600030101010101" pitchFamily="2" charset="-122"/>
            </a:endParaRPr>
          </a:p>
        </p:txBody>
      </p:sp>
      <p:pic>
        <p:nvPicPr>
          <p:cNvPr id="10" name="图片 9" descr="图表&#10;&#10;描述已自动生成">
            <a:extLst>
              <a:ext uri="{FF2B5EF4-FFF2-40B4-BE49-F238E27FC236}">
                <a16:creationId xmlns:a16="http://schemas.microsoft.com/office/drawing/2014/main" id="{3D37C750-46B6-687B-1FD5-04D7DCB6549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20652" y="3211394"/>
            <a:ext cx="2862262" cy="2754062"/>
          </a:xfrm>
          <a:prstGeom prst="rect">
            <a:avLst/>
          </a:prstGeom>
        </p:spPr>
      </p:pic>
      <p:pic>
        <p:nvPicPr>
          <p:cNvPr id="11" name="图片 10" descr="图表, 折线图&#10;&#10;描述已自动生成">
            <a:extLst>
              <a:ext uri="{FF2B5EF4-FFF2-40B4-BE49-F238E27FC236}">
                <a16:creationId xmlns:a16="http://schemas.microsoft.com/office/drawing/2014/main" id="{FE12981B-EB46-DFAF-F9D3-387D6C3363B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91435" y="3245704"/>
            <a:ext cx="2862262" cy="2754062"/>
          </a:xfrm>
          <a:prstGeom prst="rect">
            <a:avLst/>
          </a:prstGeom>
        </p:spPr>
      </p:pic>
      <p:sp>
        <p:nvSpPr>
          <p:cNvPr id="12" name="文本框 11">
            <a:extLst>
              <a:ext uri="{FF2B5EF4-FFF2-40B4-BE49-F238E27FC236}">
                <a16:creationId xmlns:a16="http://schemas.microsoft.com/office/drawing/2014/main" id="{E7DF0157-D74F-88B4-2EBD-32FA2DE886A3}"/>
              </a:ext>
            </a:extLst>
          </p:cNvPr>
          <p:cNvSpPr txBox="1"/>
          <p:nvPr/>
        </p:nvSpPr>
        <p:spPr>
          <a:xfrm>
            <a:off x="5235494" y="5969667"/>
            <a:ext cx="1952124" cy="369332"/>
          </a:xfrm>
          <a:prstGeom prst="rect">
            <a:avLst/>
          </a:prstGeom>
          <a:noFill/>
        </p:spPr>
        <p:txBody>
          <a:bodyPr wrap="square">
            <a:spAutoFit/>
          </a:bodyPr>
          <a:lstStyle/>
          <a:p>
            <a:r>
              <a:rPr lang="en-US" altLang="zh-CN" sz="1800" kern="0" dirty="0">
                <a:effectLst/>
                <a:latin typeface="Times New Roman" panose="02020603050405020304" pitchFamily="18" charset="0"/>
                <a:ea typeface="宋体" panose="02010600030101010101" pitchFamily="2" charset="-122"/>
              </a:rPr>
              <a:t>Final energy mix</a:t>
            </a:r>
            <a:endParaRPr lang="zh-CN" altLang="en-US" dirty="0"/>
          </a:p>
        </p:txBody>
      </p:sp>
      <p:sp>
        <p:nvSpPr>
          <p:cNvPr id="13" name="文本框 12">
            <a:extLst>
              <a:ext uri="{FF2B5EF4-FFF2-40B4-BE49-F238E27FC236}">
                <a16:creationId xmlns:a16="http://schemas.microsoft.com/office/drawing/2014/main" id="{D597393D-AC32-BFA2-878C-DBAADD7ACF74}"/>
              </a:ext>
            </a:extLst>
          </p:cNvPr>
          <p:cNvSpPr txBox="1"/>
          <p:nvPr/>
        </p:nvSpPr>
        <p:spPr>
          <a:xfrm>
            <a:off x="7902460" y="5830486"/>
            <a:ext cx="3735177" cy="646331"/>
          </a:xfrm>
          <a:prstGeom prst="rect">
            <a:avLst/>
          </a:prstGeom>
          <a:noFill/>
        </p:spPr>
        <p:txBody>
          <a:bodyPr wrap="square">
            <a:spAutoFit/>
          </a:bodyPr>
          <a:lstStyle/>
          <a:p>
            <a:pPr algn="ctr"/>
            <a:r>
              <a:rPr lang="en-US" altLang="zh-CN" kern="0" dirty="0">
                <a:latin typeface="Times New Roman" panose="02020603050405020304" pitchFamily="18" charset="0"/>
                <a:ea typeface="宋体" panose="02010600030101010101" pitchFamily="2" charset="-122"/>
              </a:rPr>
              <a:t>N</a:t>
            </a:r>
            <a:r>
              <a:rPr lang="en-US" altLang="zh-CN" sz="1800" kern="0" dirty="0">
                <a:effectLst/>
                <a:latin typeface="Times New Roman" panose="02020603050405020304" pitchFamily="18" charset="0"/>
                <a:ea typeface="宋体" panose="02010600030101010101" pitchFamily="2" charset="-122"/>
              </a:rPr>
              <a:t>et and captured emissions of China’s iron and steel industry</a:t>
            </a:r>
            <a:r>
              <a:rPr lang="zh-CN" altLang="zh-CN" dirty="0">
                <a:effectLst/>
              </a:rPr>
              <a:t> </a:t>
            </a:r>
            <a:endParaRPr lang="zh-CN" altLang="en-US" dirty="0"/>
          </a:p>
        </p:txBody>
      </p:sp>
      <p:pic>
        <p:nvPicPr>
          <p:cNvPr id="14" name="图片 13" descr="图表&#10;&#10;描述已自动生成">
            <a:extLst>
              <a:ext uri="{FF2B5EF4-FFF2-40B4-BE49-F238E27FC236}">
                <a16:creationId xmlns:a16="http://schemas.microsoft.com/office/drawing/2014/main" id="{D654CDB8-77EF-129E-0399-FFCBD4A414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6872" y="3290630"/>
            <a:ext cx="3218356" cy="2754062"/>
          </a:xfrm>
          <a:prstGeom prst="rect">
            <a:avLst/>
          </a:prstGeom>
        </p:spPr>
      </p:pic>
    </p:spTree>
    <p:extLst>
      <p:ext uri="{BB962C8B-B14F-4D97-AF65-F5344CB8AC3E}">
        <p14:creationId xmlns:p14="http://schemas.microsoft.com/office/powerpoint/2010/main" val="3392587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3D130B-99BA-4BB2-80B5-9C601D751EA8}"/>
              </a:ext>
            </a:extLst>
          </p:cNvPr>
          <p:cNvSpPr>
            <a:spLocks noGrp="1"/>
          </p:cNvSpPr>
          <p:nvPr>
            <p:ph type="title"/>
            <p:custDataLst>
              <p:tags r:id="rId1"/>
            </p:custDataLst>
          </p:nvPr>
        </p:nvSpPr>
        <p:spPr>
          <a:xfrm>
            <a:off x="215774" y="-2827"/>
            <a:ext cx="11650643" cy="755489"/>
          </a:xfrm>
        </p:spPr>
        <p:txBody>
          <a:bodyPr/>
          <a:lstStyle/>
          <a:p>
            <a:r>
              <a:rPr lang="en-US" altLang="zh-CN" sz="2800" dirty="0">
                <a:solidFill>
                  <a:srgbClr val="376092"/>
                </a:solidFill>
                <a:latin typeface="微软雅黑" panose="020B0503020204020204" pitchFamily="34" charset="-122"/>
                <a:ea typeface="微软雅黑" panose="020B0503020204020204" pitchFamily="34" charset="-122"/>
              </a:rPr>
              <a:t>Capacity will gravitate towards regions fortified by clean energy</a:t>
            </a:r>
          </a:p>
        </p:txBody>
      </p:sp>
      <p:pic>
        <p:nvPicPr>
          <p:cNvPr id="2" name="图片 1">
            <a:extLst>
              <a:ext uri="{FF2B5EF4-FFF2-40B4-BE49-F238E27FC236}">
                <a16:creationId xmlns:a16="http://schemas.microsoft.com/office/drawing/2014/main" id="{D5E1C30F-260C-F4BE-E82B-538DB394D6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94258" y="3007298"/>
            <a:ext cx="3729302" cy="2880000"/>
          </a:xfrm>
          <a:prstGeom prst="rect">
            <a:avLst/>
          </a:prstGeom>
        </p:spPr>
      </p:pic>
      <p:pic>
        <p:nvPicPr>
          <p:cNvPr id="4" name="图片 3">
            <a:extLst>
              <a:ext uri="{FF2B5EF4-FFF2-40B4-BE49-F238E27FC236}">
                <a16:creationId xmlns:a16="http://schemas.microsoft.com/office/drawing/2014/main" id="{1720CEBB-E437-1EC3-B733-E7012073BED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407211" y="3007298"/>
            <a:ext cx="3729302" cy="2880000"/>
          </a:xfrm>
          <a:prstGeom prst="rect">
            <a:avLst/>
          </a:prstGeom>
        </p:spPr>
      </p:pic>
      <p:pic>
        <p:nvPicPr>
          <p:cNvPr id="5" name="图片 4">
            <a:extLst>
              <a:ext uri="{FF2B5EF4-FFF2-40B4-BE49-F238E27FC236}">
                <a16:creationId xmlns:a16="http://schemas.microsoft.com/office/drawing/2014/main" id="{56E9B79A-62F6-C900-ED3C-756C15E082E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1304" y="3007298"/>
            <a:ext cx="3729302" cy="2880000"/>
          </a:xfrm>
          <a:prstGeom prst="rect">
            <a:avLst/>
          </a:prstGeom>
        </p:spPr>
      </p:pic>
      <p:sp>
        <p:nvSpPr>
          <p:cNvPr id="6" name="文本框 5">
            <a:extLst>
              <a:ext uri="{FF2B5EF4-FFF2-40B4-BE49-F238E27FC236}">
                <a16:creationId xmlns:a16="http://schemas.microsoft.com/office/drawing/2014/main" id="{1AB192FE-71FF-5D6D-075D-71C979FFB146}"/>
              </a:ext>
            </a:extLst>
          </p:cNvPr>
          <p:cNvSpPr txBox="1"/>
          <p:nvPr/>
        </p:nvSpPr>
        <p:spPr>
          <a:xfrm>
            <a:off x="181304" y="979117"/>
            <a:ext cx="11398827" cy="1732910"/>
          </a:xfrm>
          <a:prstGeom prst="rect">
            <a:avLst/>
          </a:prstGeom>
          <a:noFill/>
        </p:spPr>
        <p:txBody>
          <a:bodyPr wrap="square">
            <a:spAutoFit/>
          </a:bodyPr>
          <a:lstStyle/>
          <a:p>
            <a:pPr marL="285750" indent="-285750">
              <a:lnSpc>
                <a:spcPct val="120000"/>
              </a:lnSpc>
              <a:buFont typeface="Wingdings" pitchFamily="2" charset="2"/>
              <a:buChar char="l"/>
              <a:defRPr/>
            </a:pPr>
            <a:r>
              <a:rPr lang="en-US" altLang="zh-CN" dirty="0"/>
              <a:t>The layout is more even (</a:t>
            </a:r>
            <a:r>
              <a:rPr lang="en-US" altLang="zh-CN" b="1" dirty="0"/>
              <a:t>North</a:t>
            </a:r>
            <a:r>
              <a:rPr lang="zh-CN" altLang="en-US" b="1" dirty="0"/>
              <a:t> </a:t>
            </a:r>
            <a:r>
              <a:rPr lang="en-US" altLang="zh-CN" b="1" dirty="0"/>
              <a:t>and</a:t>
            </a:r>
            <a:r>
              <a:rPr lang="zh-CN" altLang="en-US" b="1" dirty="0"/>
              <a:t> </a:t>
            </a:r>
            <a:r>
              <a:rPr lang="en-US" altLang="zh-CN" b="1" dirty="0"/>
              <a:t>Northeast</a:t>
            </a:r>
            <a:r>
              <a:rPr lang="zh-CN" altLang="en-US" b="1" dirty="0"/>
              <a:t> </a:t>
            </a:r>
            <a:r>
              <a:rPr lang="en-US" altLang="zh-CN" b="1" dirty="0"/>
              <a:t>China</a:t>
            </a:r>
            <a:r>
              <a:rPr lang="zh-CN" altLang="en-US" b="1" dirty="0"/>
              <a:t> </a:t>
            </a:r>
            <a:r>
              <a:rPr lang="en-US" altLang="zh-CN" dirty="0">
                <a:solidFill>
                  <a:srgbClr val="FF0000"/>
                </a:solidFill>
                <a:sym typeface="Wingdings" panose="05000000000000000000" pitchFamily="2" charset="2"/>
              </a:rPr>
              <a:t></a:t>
            </a:r>
            <a:r>
              <a:rPr lang="en-US" altLang="zh-CN" dirty="0">
                <a:solidFill>
                  <a:srgbClr val="FF0000"/>
                </a:solidFill>
              </a:rPr>
              <a:t> </a:t>
            </a:r>
            <a:r>
              <a:rPr lang="en-US" altLang="zh-CN" b="1" dirty="0"/>
              <a:t>Northwest, Southwest, and South China</a:t>
            </a:r>
            <a:r>
              <a:rPr lang="en-US" altLang="zh-CN" dirty="0"/>
              <a:t>).</a:t>
            </a:r>
          </a:p>
          <a:p>
            <a:pPr marL="285750" indent="-285750">
              <a:lnSpc>
                <a:spcPct val="120000"/>
              </a:lnSpc>
              <a:buFont typeface="Wingdings" pitchFamily="2" charset="2"/>
              <a:buChar char="l"/>
              <a:defRPr/>
            </a:pPr>
            <a:r>
              <a:rPr lang="en-US" altLang="zh-CN" dirty="0"/>
              <a:t>Provincial technology mix: scrap-EAF route is dominant in</a:t>
            </a:r>
            <a:r>
              <a:rPr lang="zh-CN" altLang="en-US" dirty="0"/>
              <a:t> </a:t>
            </a:r>
            <a:r>
              <a:rPr lang="en-US" altLang="zh-CN" dirty="0"/>
              <a:t>most provinces by 2060. </a:t>
            </a:r>
          </a:p>
          <a:p>
            <a:pPr marL="285750" indent="-285750">
              <a:lnSpc>
                <a:spcPct val="120000"/>
              </a:lnSpc>
              <a:buFont typeface="Wingdings" pitchFamily="2" charset="2"/>
              <a:buChar char="l"/>
              <a:defRPr/>
            </a:pPr>
            <a:r>
              <a:rPr lang="en-US" altLang="zh-CN" dirty="0"/>
              <a:t>CCS is spatially highly concentrated in</a:t>
            </a:r>
            <a:r>
              <a:rPr lang="zh-CN" altLang="en-US" dirty="0"/>
              <a:t> </a:t>
            </a:r>
            <a:r>
              <a:rPr lang="en-US" altLang="zh-CN" dirty="0"/>
              <a:t>current major steelmaking provinces.</a:t>
            </a:r>
          </a:p>
          <a:p>
            <a:pPr marL="285750" indent="-285750">
              <a:lnSpc>
                <a:spcPct val="120000"/>
              </a:lnSpc>
              <a:buFont typeface="Wingdings" pitchFamily="2" charset="2"/>
              <a:buChar char="l"/>
              <a:defRPr/>
            </a:pPr>
            <a:r>
              <a:rPr lang="en-US" altLang="zh-CN" b="1" dirty="0"/>
              <a:t>H2-DRI can be widely distributed</a:t>
            </a:r>
            <a:r>
              <a:rPr lang="zh-CN" altLang="en-US" b="1" dirty="0"/>
              <a:t> </a:t>
            </a:r>
            <a:r>
              <a:rPr lang="en-US" altLang="zh-CN" b="1" dirty="0"/>
              <a:t>in</a:t>
            </a:r>
            <a:r>
              <a:rPr lang="zh-CN" altLang="en-US" b="1" dirty="0"/>
              <a:t> </a:t>
            </a:r>
            <a:r>
              <a:rPr lang="en-US" altLang="zh-CN" b="1" dirty="0"/>
              <a:t>the I&amp;S</a:t>
            </a:r>
            <a:r>
              <a:rPr lang="zh-CN" altLang="en-US" b="1" dirty="0"/>
              <a:t> </a:t>
            </a:r>
            <a:r>
              <a:rPr lang="en-US" altLang="zh-CN" b="1" dirty="0"/>
              <a:t>industry,</a:t>
            </a:r>
            <a:r>
              <a:rPr lang="zh-CN" altLang="en-US" dirty="0"/>
              <a:t> </a:t>
            </a:r>
            <a:r>
              <a:rPr lang="en-US" altLang="zh-CN" dirty="0"/>
              <a:t>especially in</a:t>
            </a:r>
            <a:r>
              <a:rPr lang="zh-CN" altLang="en-US" dirty="0"/>
              <a:t> </a:t>
            </a:r>
            <a:r>
              <a:rPr lang="en" altLang="zh-CN" dirty="0"/>
              <a:t>North, southwest China and coastal provinces</a:t>
            </a:r>
            <a:r>
              <a:rPr lang="zh-CN" altLang="en-US" dirty="0"/>
              <a:t> </a:t>
            </a:r>
            <a:r>
              <a:rPr lang="en-US" altLang="zh-CN" dirty="0"/>
              <a:t>(more</a:t>
            </a:r>
            <a:r>
              <a:rPr lang="zh-CN" altLang="en-US" dirty="0"/>
              <a:t> </a:t>
            </a:r>
            <a:r>
              <a:rPr lang="en-US" altLang="zh-CN" dirty="0"/>
              <a:t>than 0.8</a:t>
            </a:r>
            <a:r>
              <a:rPr lang="zh-CN" altLang="en-US" dirty="0"/>
              <a:t> </a:t>
            </a:r>
            <a:r>
              <a:rPr lang="en-US" altLang="zh-CN" dirty="0"/>
              <a:t>Mt/y</a:t>
            </a:r>
            <a:r>
              <a:rPr lang="zh-CN" altLang="en-US" dirty="0"/>
              <a:t> </a:t>
            </a:r>
            <a:r>
              <a:rPr lang="en-US" altLang="zh-CN" dirty="0"/>
              <a:t>H2</a:t>
            </a:r>
            <a:r>
              <a:rPr lang="zh-CN" altLang="en-US" dirty="0"/>
              <a:t> </a:t>
            </a:r>
            <a:r>
              <a:rPr lang="en-US" altLang="zh-CN" dirty="0"/>
              <a:t>production</a:t>
            </a:r>
            <a:r>
              <a:rPr lang="zh-CN" altLang="en-US" dirty="0"/>
              <a:t> </a:t>
            </a:r>
            <a:r>
              <a:rPr lang="en-US" altLang="zh-CN" dirty="0"/>
              <a:t>in</a:t>
            </a:r>
            <a:r>
              <a:rPr lang="zh-CN" altLang="en-US" dirty="0"/>
              <a:t> </a:t>
            </a:r>
            <a:r>
              <a:rPr lang="en-US" altLang="zh-CN" dirty="0"/>
              <a:t>each</a:t>
            </a:r>
            <a:r>
              <a:rPr lang="zh-CN" altLang="en-US" dirty="0"/>
              <a:t> </a:t>
            </a:r>
            <a:r>
              <a:rPr lang="en-US" altLang="zh-CN" dirty="0"/>
              <a:t>province).</a:t>
            </a:r>
            <a:r>
              <a:rPr lang="zh-CN" altLang="en-US" dirty="0"/>
              <a:t> </a:t>
            </a:r>
            <a:endParaRPr lang="en-US" altLang="zh-CN" dirty="0"/>
          </a:p>
        </p:txBody>
      </p:sp>
      <p:sp>
        <p:nvSpPr>
          <p:cNvPr id="7" name="文本框 6">
            <a:extLst>
              <a:ext uri="{FF2B5EF4-FFF2-40B4-BE49-F238E27FC236}">
                <a16:creationId xmlns:a16="http://schemas.microsoft.com/office/drawing/2014/main" id="{42B5BCB3-360E-9818-28A6-4F911E3E55E8}"/>
              </a:ext>
            </a:extLst>
          </p:cNvPr>
          <p:cNvSpPr txBox="1"/>
          <p:nvPr/>
        </p:nvSpPr>
        <p:spPr>
          <a:xfrm>
            <a:off x="2916877" y="6103917"/>
            <a:ext cx="6840334" cy="369332"/>
          </a:xfrm>
          <a:prstGeom prst="rect">
            <a:avLst/>
          </a:prstGeom>
          <a:noFill/>
        </p:spPr>
        <p:txBody>
          <a:bodyPr wrap="none" rtlCol="0">
            <a:spAutoFit/>
          </a:bodyPr>
          <a:lstStyle/>
          <a:p>
            <a:r>
              <a:rPr kumimoji="1" lang="en-US" altLang="zh-CN" dirty="0"/>
              <a:t>Provincial</a:t>
            </a:r>
            <a:r>
              <a:rPr kumimoji="1" lang="zh-CN" altLang="en-US" dirty="0"/>
              <a:t> </a:t>
            </a:r>
            <a:r>
              <a:rPr kumimoji="1" lang="en-US" altLang="zh-CN" dirty="0"/>
              <a:t>Technology</a:t>
            </a:r>
            <a:r>
              <a:rPr kumimoji="1" lang="zh-CN" altLang="en-US" dirty="0"/>
              <a:t> </a:t>
            </a:r>
            <a:r>
              <a:rPr kumimoji="1" lang="en-US" altLang="zh-CN" dirty="0"/>
              <a:t>mix</a:t>
            </a:r>
            <a:r>
              <a:rPr kumimoji="1" lang="zh-CN" altLang="en-US" dirty="0"/>
              <a:t> </a:t>
            </a:r>
            <a:r>
              <a:rPr kumimoji="1" lang="en-US" altLang="zh-CN" dirty="0"/>
              <a:t>and</a:t>
            </a:r>
            <a:r>
              <a:rPr kumimoji="1" lang="zh-CN" altLang="en-US" dirty="0"/>
              <a:t> </a:t>
            </a:r>
            <a:r>
              <a:rPr kumimoji="1" lang="en-US" altLang="zh-CN" dirty="0"/>
              <a:t>layout evolution in 2020,</a:t>
            </a:r>
            <a:r>
              <a:rPr kumimoji="1" lang="zh-CN" altLang="en-US" dirty="0"/>
              <a:t> </a:t>
            </a:r>
            <a:r>
              <a:rPr kumimoji="1" lang="en-US" altLang="zh-CN" dirty="0"/>
              <a:t>2040,</a:t>
            </a:r>
            <a:r>
              <a:rPr kumimoji="1" lang="zh-CN" altLang="en-US" dirty="0"/>
              <a:t> </a:t>
            </a:r>
            <a:r>
              <a:rPr kumimoji="1" lang="en-US" altLang="zh-CN" dirty="0"/>
              <a:t>2060</a:t>
            </a:r>
            <a:endParaRPr kumimoji="1" lang="zh-CN" altLang="en-US" dirty="0"/>
          </a:p>
        </p:txBody>
      </p:sp>
      <p:sp>
        <p:nvSpPr>
          <p:cNvPr id="8" name="箭头: 右 7">
            <a:extLst>
              <a:ext uri="{FF2B5EF4-FFF2-40B4-BE49-F238E27FC236}">
                <a16:creationId xmlns:a16="http://schemas.microsoft.com/office/drawing/2014/main" id="{077CFF07-082F-495B-A8CF-746AAF45E5CF}"/>
              </a:ext>
            </a:extLst>
          </p:cNvPr>
          <p:cNvSpPr/>
          <p:nvPr/>
        </p:nvSpPr>
        <p:spPr>
          <a:xfrm>
            <a:off x="3792682" y="4145973"/>
            <a:ext cx="280554" cy="10079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右 8">
            <a:extLst>
              <a:ext uri="{FF2B5EF4-FFF2-40B4-BE49-F238E27FC236}">
                <a16:creationId xmlns:a16="http://schemas.microsoft.com/office/drawing/2014/main" id="{CDA7EC1E-EA20-4CF1-A4F0-DA425504C0A2}"/>
              </a:ext>
            </a:extLst>
          </p:cNvPr>
          <p:cNvSpPr/>
          <p:nvPr/>
        </p:nvSpPr>
        <p:spPr>
          <a:xfrm>
            <a:off x="8023560" y="3943339"/>
            <a:ext cx="280554" cy="10079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63553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559AB29-A2C4-4189-A08A-76B125E2DD06}"/>
              </a:ext>
            </a:extLst>
          </p:cNvPr>
          <p:cNvSpPr>
            <a:spLocks noGrp="1"/>
          </p:cNvSpPr>
          <p:nvPr>
            <p:ph type="title"/>
            <p:custDataLst>
              <p:tags r:id="rId1"/>
            </p:custDataLst>
          </p:nvPr>
        </p:nvSpPr>
        <p:spPr>
          <a:xfrm>
            <a:off x="246906" y="10633"/>
            <a:ext cx="7270865" cy="791957"/>
          </a:xfrm>
        </p:spPr>
        <p:txBody>
          <a:bodyPr/>
          <a:lstStyle/>
          <a:p>
            <a:r>
              <a:rPr kumimoji="0" lang="en-US" altLang="zh-CN" sz="3200" b="1" i="0" u="none" strike="noStrike" kern="1200" cap="none" spc="0" normalizeH="0" baseline="0" noProof="0" dirty="0">
                <a:ln>
                  <a:noFill/>
                </a:ln>
                <a:solidFill>
                  <a:srgbClr val="376092"/>
                </a:solidFill>
                <a:effectLst/>
                <a:uLnTx/>
                <a:uFillTx/>
                <a:latin typeface="微软雅黑" panose="020B0503020204020204" pitchFamily="34" charset="-122"/>
                <a:ea typeface="微软雅黑" panose="020B0503020204020204" pitchFamily="34" charset="-122"/>
                <a:cs typeface="Arial" panose="020B0604020202020204" pitchFamily="34" charset="0"/>
              </a:rPr>
              <a:t>Outline / </a:t>
            </a:r>
            <a:r>
              <a:rPr kumimoji="0" lang="zh-CN" altLang="en-US" sz="3200" b="1" i="0" u="none" strike="noStrike" kern="1200" cap="none" spc="0" normalizeH="0" baseline="0" noProof="0" dirty="0">
                <a:ln>
                  <a:noFill/>
                </a:ln>
                <a:solidFill>
                  <a:srgbClr val="376092"/>
                </a:solidFill>
                <a:effectLst/>
                <a:uLnTx/>
                <a:uFillTx/>
                <a:latin typeface="微软雅黑" panose="020B0503020204020204" pitchFamily="34" charset="-122"/>
                <a:ea typeface="微软雅黑" panose="020B0503020204020204" pitchFamily="34" charset="-122"/>
                <a:cs typeface="Arial" panose="020B0604020202020204" pitchFamily="34" charset="0"/>
              </a:rPr>
              <a:t>主要内容</a:t>
            </a:r>
            <a:endParaRPr kumimoji="1" lang="zh-CN" altLang="en-US" sz="2800" b="1" dirty="0">
              <a:solidFill>
                <a:schemeClr val="accent1">
                  <a:lumMod val="75000"/>
                </a:schemeClr>
              </a:solidFill>
            </a:endParaRPr>
          </a:p>
        </p:txBody>
      </p:sp>
      <p:sp>
        <p:nvSpPr>
          <p:cNvPr id="5" name="文本框 4">
            <a:extLst>
              <a:ext uri="{FF2B5EF4-FFF2-40B4-BE49-F238E27FC236}">
                <a16:creationId xmlns:a16="http://schemas.microsoft.com/office/drawing/2014/main" id="{ACE11846-E2A7-43A7-AC5B-73DA1E2E3D75}"/>
              </a:ext>
            </a:extLst>
          </p:cNvPr>
          <p:cNvSpPr txBox="1"/>
          <p:nvPr>
            <p:custDataLst>
              <p:tags r:id="rId2"/>
            </p:custDataLst>
          </p:nvPr>
        </p:nvSpPr>
        <p:spPr>
          <a:xfrm>
            <a:off x="1834184" y="1356786"/>
            <a:ext cx="8324588" cy="783821"/>
          </a:xfrm>
          <a:prstGeom prst="rect">
            <a:avLst/>
          </a:prstGeom>
          <a:solidFill>
            <a:srgbClr val="D9D9D9"/>
          </a:solidFill>
        </p:spPr>
        <p:txBody>
          <a:bodyPr wrap="square" lIns="1080000" anchor="ctr">
            <a:normAutofit lnSpcReduction="10000"/>
          </a:bodyPr>
          <a:lstStyle>
            <a:defPPr>
              <a:defRPr lang="zh-CN"/>
            </a:defPPr>
            <a:lvl1pPr>
              <a:defRPr sz="28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研究背景和目标</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Background and objectives </a:t>
            </a:r>
          </a:p>
        </p:txBody>
      </p:sp>
      <p:sp>
        <p:nvSpPr>
          <p:cNvPr id="7" name="平行四边形 6">
            <a:extLst>
              <a:ext uri="{FF2B5EF4-FFF2-40B4-BE49-F238E27FC236}">
                <a16:creationId xmlns:a16="http://schemas.microsoft.com/office/drawing/2014/main" id="{CC28CA0B-4EB7-4788-AFB4-C7BD3D77965A}"/>
              </a:ext>
            </a:extLst>
          </p:cNvPr>
          <p:cNvSpPr>
            <a:spLocks noChangeAspect="1"/>
          </p:cNvSpPr>
          <p:nvPr>
            <p:custDataLst>
              <p:tags r:id="rId3"/>
            </p:custDataLst>
          </p:nvPr>
        </p:nvSpPr>
        <p:spPr>
          <a:xfrm rot="5400000" flipH="1">
            <a:off x="1711020" y="1295981"/>
            <a:ext cx="952152" cy="715904"/>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8" name="文本框 7">
            <a:extLst>
              <a:ext uri="{FF2B5EF4-FFF2-40B4-BE49-F238E27FC236}">
                <a16:creationId xmlns:a16="http://schemas.microsoft.com/office/drawing/2014/main" id="{2E1EF6DA-075A-441D-9BF0-0A820A1BD33B}"/>
              </a:ext>
            </a:extLst>
          </p:cNvPr>
          <p:cNvSpPr txBox="1"/>
          <p:nvPr>
            <p:custDataLst>
              <p:tags r:id="rId4"/>
            </p:custDataLst>
          </p:nvPr>
        </p:nvSpPr>
        <p:spPr>
          <a:xfrm>
            <a:off x="1837684" y="1326776"/>
            <a:ext cx="698823"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1</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
        <p:nvSpPr>
          <p:cNvPr id="9" name="文本框 8">
            <a:extLst>
              <a:ext uri="{FF2B5EF4-FFF2-40B4-BE49-F238E27FC236}">
                <a16:creationId xmlns:a16="http://schemas.microsoft.com/office/drawing/2014/main" id="{9B990F21-DB76-4D96-98B8-FAF43962D041}"/>
              </a:ext>
            </a:extLst>
          </p:cNvPr>
          <p:cNvSpPr txBox="1"/>
          <p:nvPr>
            <p:custDataLst>
              <p:tags r:id="rId5"/>
            </p:custDataLst>
          </p:nvPr>
        </p:nvSpPr>
        <p:spPr>
          <a:xfrm>
            <a:off x="1868996" y="2487867"/>
            <a:ext cx="8324588" cy="783821"/>
          </a:xfrm>
          <a:prstGeom prst="rect">
            <a:avLst/>
          </a:prstGeom>
          <a:solidFill>
            <a:srgbClr val="D9D9D9"/>
          </a:solidFill>
        </p:spPr>
        <p:txBody>
          <a:bodyPr wrap="square" lIns="1080000" anchor="ctr">
            <a:noAutofit/>
          </a:bodyPr>
          <a:lstStyle>
            <a:defPPr>
              <a:defRPr lang="zh-CN"/>
            </a:defPPr>
            <a:lvl1pPr>
              <a:defRPr sz="2800"/>
            </a:lvl1pPr>
          </a:lstStyle>
          <a:p>
            <a:pPr>
              <a:defRPr/>
            </a:pPr>
            <a:r>
              <a:rPr lang="zh-CN" altLang="en-US" sz="2000" b="1" dirty="0">
                <a:latin typeface="Arial" panose="020B0604020202020204" pitchFamily="34" charset="0"/>
                <a:ea typeface="微软雅黑" panose="020B0503020204020204" pitchFamily="34" charset="-122"/>
              </a:rPr>
              <a:t>研究设计和创新点</a:t>
            </a:r>
          </a:p>
          <a:p>
            <a:pPr>
              <a:defRPr/>
            </a:pPr>
            <a:r>
              <a:rPr lang="en-US" altLang="zh-CN" b="1" dirty="0">
                <a:latin typeface="Arial" panose="020B0604020202020204" pitchFamily="34" charset="0"/>
                <a:ea typeface="微软雅黑" panose="020B0503020204020204" pitchFamily="34" charset="-122"/>
              </a:rPr>
              <a:t>Content design and novelty </a:t>
            </a:r>
          </a:p>
        </p:txBody>
      </p:sp>
      <p:sp>
        <p:nvSpPr>
          <p:cNvPr id="10" name="平行四边形 9">
            <a:extLst>
              <a:ext uri="{FF2B5EF4-FFF2-40B4-BE49-F238E27FC236}">
                <a16:creationId xmlns:a16="http://schemas.microsoft.com/office/drawing/2014/main" id="{70C0C7C3-C516-4F07-916A-FD0248A76707}"/>
              </a:ext>
            </a:extLst>
          </p:cNvPr>
          <p:cNvSpPr>
            <a:spLocks noChangeAspect="1"/>
          </p:cNvSpPr>
          <p:nvPr>
            <p:custDataLst>
              <p:tags r:id="rId6"/>
            </p:custDataLst>
          </p:nvPr>
        </p:nvSpPr>
        <p:spPr>
          <a:xfrm rot="5400000" flipH="1">
            <a:off x="1710710" y="2432102"/>
            <a:ext cx="952152" cy="727019"/>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文本框 10">
            <a:extLst>
              <a:ext uri="{FF2B5EF4-FFF2-40B4-BE49-F238E27FC236}">
                <a16:creationId xmlns:a16="http://schemas.microsoft.com/office/drawing/2014/main" id="{11EC9E31-9D9A-4AD6-8AD1-47BB9207652E}"/>
              </a:ext>
            </a:extLst>
          </p:cNvPr>
          <p:cNvSpPr txBox="1"/>
          <p:nvPr>
            <p:custDataLst>
              <p:tags r:id="rId7"/>
            </p:custDataLst>
          </p:nvPr>
        </p:nvSpPr>
        <p:spPr>
          <a:xfrm>
            <a:off x="1826055" y="2487866"/>
            <a:ext cx="721462"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2</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
        <p:nvSpPr>
          <p:cNvPr id="12" name="文本框 11">
            <a:extLst>
              <a:ext uri="{FF2B5EF4-FFF2-40B4-BE49-F238E27FC236}">
                <a16:creationId xmlns:a16="http://schemas.microsoft.com/office/drawing/2014/main" id="{2DEE9DFE-6C1C-45AF-8F9E-825368D41615}"/>
              </a:ext>
            </a:extLst>
          </p:cNvPr>
          <p:cNvSpPr txBox="1"/>
          <p:nvPr>
            <p:custDataLst>
              <p:tags r:id="rId8"/>
            </p:custDataLst>
          </p:nvPr>
        </p:nvSpPr>
        <p:spPr>
          <a:xfrm>
            <a:off x="1826055" y="3606458"/>
            <a:ext cx="8324588" cy="1075978"/>
          </a:xfrm>
          <a:prstGeom prst="rect">
            <a:avLst/>
          </a:prstGeom>
          <a:solidFill>
            <a:srgbClr val="D9D9D9"/>
          </a:solidFill>
        </p:spPr>
        <p:txBody>
          <a:bodyPr wrap="square" lIns="1080000" anchor="ctr">
            <a:normAutofit/>
          </a:bodyPr>
          <a:lstStyle>
            <a:defPPr>
              <a:defRPr lang="zh-CN"/>
            </a:defPPr>
            <a:lvl1pPr>
              <a:defRPr sz="2800"/>
            </a:lvl1pPr>
          </a:lstStyle>
          <a:p>
            <a:pPr>
              <a:defRPr/>
            </a:pPr>
            <a:r>
              <a:rPr lang="zh-CN" altLang="en-US" sz="2000" b="1" dirty="0">
                <a:latin typeface="Arial" panose="020B0604020202020204" pitchFamily="34" charset="0"/>
                <a:ea typeface="微软雅黑" panose="020B0503020204020204" pitchFamily="34" charset="-122"/>
              </a:rPr>
              <a:t>初步研究成果</a:t>
            </a:r>
          </a:p>
          <a:p>
            <a:pPr>
              <a:defRPr/>
            </a:pPr>
            <a:r>
              <a:rPr lang="en-US" altLang="zh-CN" b="1" dirty="0">
                <a:latin typeface="Arial" panose="020B0604020202020204" pitchFamily="34" charset="0"/>
                <a:ea typeface="微软雅黑" panose="020B0503020204020204" pitchFamily="34" charset="-122"/>
              </a:rPr>
              <a:t>Preliminary results and highlights</a:t>
            </a:r>
          </a:p>
        </p:txBody>
      </p:sp>
      <p:sp>
        <p:nvSpPr>
          <p:cNvPr id="13" name="平行四边形 12">
            <a:extLst>
              <a:ext uri="{FF2B5EF4-FFF2-40B4-BE49-F238E27FC236}">
                <a16:creationId xmlns:a16="http://schemas.microsoft.com/office/drawing/2014/main" id="{EB588E40-F255-4CDD-83B5-88A0A6C29455}"/>
              </a:ext>
            </a:extLst>
          </p:cNvPr>
          <p:cNvSpPr>
            <a:spLocks noChangeAspect="1"/>
          </p:cNvSpPr>
          <p:nvPr>
            <p:custDataLst>
              <p:tags r:id="rId9"/>
            </p:custDataLst>
          </p:nvPr>
        </p:nvSpPr>
        <p:spPr>
          <a:xfrm rot="5400000" flipH="1">
            <a:off x="1716060" y="3786210"/>
            <a:ext cx="952152" cy="715904"/>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文本框 13">
            <a:extLst>
              <a:ext uri="{FF2B5EF4-FFF2-40B4-BE49-F238E27FC236}">
                <a16:creationId xmlns:a16="http://schemas.microsoft.com/office/drawing/2014/main" id="{9538478C-DD54-4832-95EF-6E7112AEE1A0}"/>
              </a:ext>
            </a:extLst>
          </p:cNvPr>
          <p:cNvSpPr txBox="1"/>
          <p:nvPr>
            <p:custDataLst>
              <p:tags r:id="rId10"/>
            </p:custDataLst>
          </p:nvPr>
        </p:nvSpPr>
        <p:spPr>
          <a:xfrm>
            <a:off x="1826776" y="3841419"/>
            <a:ext cx="698823"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3</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
        <p:nvSpPr>
          <p:cNvPr id="15" name="文本框 14">
            <a:extLst>
              <a:ext uri="{FF2B5EF4-FFF2-40B4-BE49-F238E27FC236}">
                <a16:creationId xmlns:a16="http://schemas.microsoft.com/office/drawing/2014/main" id="{5E291431-54C3-4508-B36A-CFE8E6A5A5DF}"/>
              </a:ext>
            </a:extLst>
          </p:cNvPr>
          <p:cNvSpPr txBox="1"/>
          <p:nvPr>
            <p:custDataLst>
              <p:tags r:id="rId11"/>
            </p:custDataLst>
          </p:nvPr>
        </p:nvSpPr>
        <p:spPr>
          <a:xfrm>
            <a:off x="1823276" y="5142154"/>
            <a:ext cx="8324588" cy="1075978"/>
          </a:xfrm>
          <a:prstGeom prst="rect">
            <a:avLst/>
          </a:prstGeom>
          <a:solidFill>
            <a:srgbClr val="D9D9D9"/>
          </a:solidFill>
        </p:spPr>
        <p:txBody>
          <a:bodyPr wrap="square" lIns="1080000" anchor="ctr">
            <a:normAutofit/>
          </a:bodyPr>
          <a:lstStyle>
            <a:defPPr>
              <a:defRPr lang="zh-CN"/>
            </a:defPPr>
            <a:lvl1pPr>
              <a:defRPr sz="2800"/>
            </a:lvl1pPr>
          </a:lstStyle>
          <a:p>
            <a:pPr>
              <a:defRPr/>
            </a:pPr>
            <a:r>
              <a:rPr lang="zh-CN" altLang="en-US" sz="2000" b="1" dirty="0">
                <a:solidFill>
                  <a:srgbClr val="C00000"/>
                </a:solidFill>
                <a:latin typeface="Arial" panose="020B0604020202020204" pitchFamily="34" charset="0"/>
                <a:ea typeface="微软雅黑" panose="020B0503020204020204" pitchFamily="34" charset="-122"/>
              </a:rPr>
              <a:t>下一步研究计划</a:t>
            </a:r>
          </a:p>
          <a:p>
            <a:pPr>
              <a:defRPr/>
            </a:pPr>
            <a:r>
              <a:rPr lang="en-US" altLang="zh-CN" b="1" dirty="0">
                <a:solidFill>
                  <a:srgbClr val="C00000"/>
                </a:solidFill>
                <a:latin typeface="Arial" panose="020B0604020202020204" pitchFamily="34" charset="0"/>
                <a:ea typeface="微软雅黑" panose="020B0503020204020204" pitchFamily="34" charset="-122"/>
              </a:rPr>
              <a:t>Next step</a:t>
            </a:r>
            <a:endParaRPr lang="zh-CN" altLang="en-US" b="1" dirty="0">
              <a:solidFill>
                <a:srgbClr val="C00000"/>
              </a:solidFill>
              <a:latin typeface="Arial" panose="020B0604020202020204" pitchFamily="34" charset="0"/>
              <a:ea typeface="微软雅黑" panose="020B0503020204020204" pitchFamily="34" charset="-122"/>
            </a:endParaRPr>
          </a:p>
        </p:txBody>
      </p:sp>
      <p:sp>
        <p:nvSpPr>
          <p:cNvPr id="16" name="平行四边形 15">
            <a:extLst>
              <a:ext uri="{FF2B5EF4-FFF2-40B4-BE49-F238E27FC236}">
                <a16:creationId xmlns:a16="http://schemas.microsoft.com/office/drawing/2014/main" id="{AB89DF93-60F6-4AD5-86AA-0B52FC981237}"/>
              </a:ext>
            </a:extLst>
          </p:cNvPr>
          <p:cNvSpPr>
            <a:spLocks noChangeAspect="1"/>
          </p:cNvSpPr>
          <p:nvPr>
            <p:custDataLst>
              <p:tags r:id="rId12"/>
            </p:custDataLst>
          </p:nvPr>
        </p:nvSpPr>
        <p:spPr>
          <a:xfrm rot="5400000" flipH="1">
            <a:off x="1713281" y="5321906"/>
            <a:ext cx="952152" cy="715904"/>
          </a:xfrm>
          <a:prstGeom prst="parallelogram">
            <a:avLst/>
          </a:prstGeom>
          <a:solidFill>
            <a:srgbClr val="48889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文本框 16">
            <a:extLst>
              <a:ext uri="{FF2B5EF4-FFF2-40B4-BE49-F238E27FC236}">
                <a16:creationId xmlns:a16="http://schemas.microsoft.com/office/drawing/2014/main" id="{67CAE065-82FF-4645-9039-8C2DD9B8B42D}"/>
              </a:ext>
            </a:extLst>
          </p:cNvPr>
          <p:cNvSpPr txBox="1"/>
          <p:nvPr>
            <p:custDataLst>
              <p:tags r:id="rId13"/>
            </p:custDataLst>
          </p:nvPr>
        </p:nvSpPr>
        <p:spPr>
          <a:xfrm>
            <a:off x="1823997" y="5377115"/>
            <a:ext cx="698823" cy="605486"/>
          </a:xfrm>
          <a:prstGeom prst="rect">
            <a:avLst/>
          </a:prstGeom>
          <a:noFill/>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rPr>
              <a:t>4</a:t>
            </a:r>
            <a:endParaRPr kumimoji="0" lang="zh-CN" altLang="en-US" sz="24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101173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21B3E-18F1-E207-CB6B-98E8C40F3FE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4B2D0CB-AB02-F74D-4E8F-E342A5DA110D}"/>
              </a:ext>
            </a:extLst>
          </p:cNvPr>
          <p:cNvSpPr>
            <a:spLocks noGrp="1"/>
          </p:cNvSpPr>
          <p:nvPr>
            <p:ph type="title"/>
            <p:custDataLst>
              <p:tags r:id="rId1"/>
            </p:custDataLst>
          </p:nvPr>
        </p:nvSpPr>
        <p:spPr>
          <a:xfrm>
            <a:off x="156000" y="-15034"/>
            <a:ext cx="8505399" cy="755489"/>
          </a:xfrm>
        </p:spPr>
        <p:txBody>
          <a:bodyPr/>
          <a:lstStyle/>
          <a:p>
            <a:r>
              <a:rPr lang="en-US" altLang="zh-CN" sz="2400" dirty="0">
                <a:solidFill>
                  <a:srgbClr val="376092"/>
                </a:solidFill>
                <a:latin typeface="微软雅黑" panose="020B0503020204020204" pitchFamily="34" charset="-122"/>
                <a:ea typeface="微软雅黑" panose="020B0503020204020204" pitchFamily="34" charset="-122"/>
              </a:rPr>
              <a:t>1. Global Iron &amp; Steel industry low-carbon transition </a:t>
            </a:r>
          </a:p>
        </p:txBody>
      </p:sp>
      <p:sp>
        <p:nvSpPr>
          <p:cNvPr id="40" name="文本框 39">
            <a:extLst>
              <a:ext uri="{FF2B5EF4-FFF2-40B4-BE49-F238E27FC236}">
                <a16:creationId xmlns:a16="http://schemas.microsoft.com/office/drawing/2014/main" id="{C5514EF2-903E-2B13-E6EC-806854BD097D}"/>
              </a:ext>
            </a:extLst>
          </p:cNvPr>
          <p:cNvSpPr txBox="1"/>
          <p:nvPr/>
        </p:nvSpPr>
        <p:spPr>
          <a:xfrm>
            <a:off x="453283" y="917380"/>
            <a:ext cx="11204603" cy="1708160"/>
          </a:xfrm>
          <a:prstGeom prst="rect">
            <a:avLst/>
          </a:prstGeom>
          <a:noFill/>
        </p:spPr>
        <p:txBody>
          <a:bodyPr wrap="square">
            <a:spAutoFit/>
          </a:bodyPr>
          <a:lstStyle/>
          <a:p>
            <a:pPr marL="355600" lvl="1" indent="-355600" algn="just">
              <a:buFont typeface="Wingdings" panose="05000000000000000000" pitchFamily="2" charset="2"/>
              <a:buChar char="n"/>
            </a:pPr>
            <a:r>
              <a:rPr lang="en-US" altLang="zh-CN" sz="2100" dirty="0"/>
              <a:t>Extend the geographical scope to other key international markets such as </a:t>
            </a:r>
            <a:r>
              <a:rPr lang="en-US" altLang="zh-CN" sz="2100" b="1" dirty="0">
                <a:solidFill>
                  <a:srgbClr val="0070C0"/>
                </a:solidFill>
              </a:rPr>
              <a:t>Saudi Arabia</a:t>
            </a:r>
            <a:r>
              <a:rPr lang="en-US" altLang="zh-CN" sz="2100" dirty="0">
                <a:solidFill>
                  <a:srgbClr val="0070C0"/>
                </a:solidFill>
              </a:rPr>
              <a:t> </a:t>
            </a:r>
            <a:r>
              <a:rPr lang="en-US" altLang="zh-CN" sz="2100" dirty="0"/>
              <a:t>and </a:t>
            </a:r>
            <a:r>
              <a:rPr lang="en-US" altLang="zh-CN" sz="2100" dirty="0">
                <a:solidFill>
                  <a:schemeClr val="accent1"/>
                </a:solidFill>
              </a:rPr>
              <a:t>India</a:t>
            </a:r>
          </a:p>
          <a:p>
            <a:pPr marL="355600" lvl="1" indent="-355600" algn="just">
              <a:buFont typeface="Wingdings" panose="05000000000000000000" pitchFamily="2" charset="2"/>
              <a:buChar char="n"/>
            </a:pPr>
            <a:r>
              <a:rPr lang="en-US" altLang="zh-CN" sz="2100" dirty="0"/>
              <a:t>Evaluate low-carbon iron and steel technologies (particularly </a:t>
            </a:r>
            <a:r>
              <a:rPr lang="en-US" altLang="zh-CN" sz="2100" b="1" dirty="0">
                <a:solidFill>
                  <a:srgbClr val="0070C0"/>
                </a:solidFill>
              </a:rPr>
              <a:t>H</a:t>
            </a:r>
            <a:r>
              <a:rPr lang="en-US" altLang="zh-CN" sz="2100" b="1" baseline="-25000" dirty="0">
                <a:solidFill>
                  <a:srgbClr val="0070C0"/>
                </a:solidFill>
              </a:rPr>
              <a:t>2</a:t>
            </a:r>
            <a:r>
              <a:rPr lang="en-US" altLang="zh-CN" sz="2100" b="1" dirty="0">
                <a:solidFill>
                  <a:srgbClr val="0070C0"/>
                </a:solidFill>
              </a:rPr>
              <a:t>-DRI</a:t>
            </a:r>
            <a:r>
              <a:rPr lang="en-US" altLang="zh-CN" sz="2100" dirty="0"/>
              <a:t>), cost-effectiveness, implementation potential, and optimal spatial layout based on industrial layout theory and complex mathematical modelling</a:t>
            </a:r>
          </a:p>
          <a:p>
            <a:pPr marL="355600" lvl="1" indent="-355600" algn="just">
              <a:buFont typeface="Wingdings" panose="05000000000000000000" pitchFamily="2" charset="2"/>
              <a:buChar char="n"/>
            </a:pPr>
            <a:r>
              <a:rPr lang="en-US" altLang="zh-CN" sz="2100" dirty="0"/>
              <a:t>Provide critical insights into sustainable steel production strategies in KSA</a:t>
            </a:r>
          </a:p>
        </p:txBody>
      </p:sp>
      <p:sp>
        <p:nvSpPr>
          <p:cNvPr id="5" name="文本框 4">
            <a:extLst>
              <a:ext uri="{FF2B5EF4-FFF2-40B4-BE49-F238E27FC236}">
                <a16:creationId xmlns:a16="http://schemas.microsoft.com/office/drawing/2014/main" id="{525C1E7E-CA68-4422-80B5-A61DD1B26F37}"/>
              </a:ext>
            </a:extLst>
          </p:cNvPr>
          <p:cNvSpPr txBox="1"/>
          <p:nvPr/>
        </p:nvSpPr>
        <p:spPr>
          <a:xfrm>
            <a:off x="6096000" y="3825071"/>
            <a:ext cx="4754345" cy="1569660"/>
          </a:xfrm>
          <a:prstGeom prst="rect">
            <a:avLst/>
          </a:prstGeom>
          <a:noFill/>
        </p:spPr>
        <p:txBody>
          <a:bodyPr wrap="square">
            <a:spAutoFit/>
          </a:bodyPr>
          <a:lstStyle/>
          <a:p>
            <a:pPr algn="just"/>
            <a:r>
              <a:rPr lang="en-US" altLang="zh-CN" sz="2400" b="1" dirty="0">
                <a:solidFill>
                  <a:srgbClr val="C00000"/>
                </a:solidFill>
              </a:rPr>
              <a:t>Our research will provide essential technical and strategic support for advanced low-carbon steel production in Saudi Arabia.</a:t>
            </a:r>
            <a:endParaRPr lang="zh-CN" altLang="en-US" sz="2400" b="1" dirty="0">
              <a:solidFill>
                <a:srgbClr val="C00000"/>
              </a:solidFill>
            </a:endParaRPr>
          </a:p>
        </p:txBody>
      </p:sp>
      <p:pic>
        <p:nvPicPr>
          <p:cNvPr id="6" name="图片 5">
            <a:extLst>
              <a:ext uri="{FF2B5EF4-FFF2-40B4-BE49-F238E27FC236}">
                <a16:creationId xmlns:a16="http://schemas.microsoft.com/office/drawing/2014/main" id="{0F4F70C8-0BC6-46C3-AE3C-882EF5B50438}"/>
              </a:ext>
            </a:extLst>
          </p:cNvPr>
          <p:cNvPicPr>
            <a:picLocks noChangeAspect="1"/>
          </p:cNvPicPr>
          <p:nvPr/>
        </p:nvPicPr>
        <p:blipFill>
          <a:blip r:embed="rId4"/>
          <a:stretch>
            <a:fillRect/>
          </a:stretch>
        </p:blipFill>
        <p:spPr>
          <a:xfrm>
            <a:off x="779093" y="3441924"/>
            <a:ext cx="4652116" cy="2605545"/>
          </a:xfrm>
          <a:prstGeom prst="rect">
            <a:avLst/>
          </a:prstGeom>
        </p:spPr>
      </p:pic>
      <p:sp>
        <p:nvSpPr>
          <p:cNvPr id="8" name="矩形 7">
            <a:extLst>
              <a:ext uri="{FF2B5EF4-FFF2-40B4-BE49-F238E27FC236}">
                <a16:creationId xmlns:a16="http://schemas.microsoft.com/office/drawing/2014/main" id="{CA9F711E-CDB5-47E4-A5EF-AC51C0715BE8}"/>
              </a:ext>
            </a:extLst>
          </p:cNvPr>
          <p:cNvSpPr/>
          <p:nvPr/>
        </p:nvSpPr>
        <p:spPr>
          <a:xfrm>
            <a:off x="597376" y="3251200"/>
            <a:ext cx="11060510" cy="298699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1765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21B3E-18F1-E207-CB6B-98E8C40F3FE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4B2D0CB-AB02-F74D-4E8F-E342A5DA110D}"/>
              </a:ext>
            </a:extLst>
          </p:cNvPr>
          <p:cNvSpPr>
            <a:spLocks noGrp="1"/>
          </p:cNvSpPr>
          <p:nvPr>
            <p:ph type="title"/>
            <p:custDataLst>
              <p:tags r:id="rId1"/>
            </p:custDataLst>
          </p:nvPr>
        </p:nvSpPr>
        <p:spPr>
          <a:xfrm>
            <a:off x="156001" y="-15034"/>
            <a:ext cx="11682356" cy="755489"/>
          </a:xfrm>
        </p:spPr>
        <p:txBody>
          <a:bodyPr/>
          <a:lstStyle/>
          <a:p>
            <a:r>
              <a:rPr lang="en-US" altLang="zh-CN" sz="2400" dirty="0">
                <a:solidFill>
                  <a:srgbClr val="376092"/>
                </a:solidFill>
                <a:latin typeface="微软雅黑" panose="020B0503020204020204" pitchFamily="34" charset="-122"/>
                <a:ea typeface="微软雅黑" panose="020B0503020204020204" pitchFamily="34" charset="-122"/>
              </a:rPr>
              <a:t>2. Copper supply chain evolution towards carbon neutrality</a:t>
            </a:r>
          </a:p>
        </p:txBody>
      </p:sp>
      <p:sp>
        <p:nvSpPr>
          <p:cNvPr id="40" name="文本框 39">
            <a:extLst>
              <a:ext uri="{FF2B5EF4-FFF2-40B4-BE49-F238E27FC236}">
                <a16:creationId xmlns:a16="http://schemas.microsoft.com/office/drawing/2014/main" id="{C5514EF2-903E-2B13-E6EC-806854BD097D}"/>
              </a:ext>
            </a:extLst>
          </p:cNvPr>
          <p:cNvSpPr txBox="1"/>
          <p:nvPr/>
        </p:nvSpPr>
        <p:spPr>
          <a:xfrm>
            <a:off x="353641" y="882852"/>
            <a:ext cx="11484717" cy="2031325"/>
          </a:xfrm>
          <a:prstGeom prst="rect">
            <a:avLst/>
          </a:prstGeom>
          <a:noFill/>
        </p:spPr>
        <p:txBody>
          <a:bodyPr wrap="square">
            <a:spAutoFit/>
          </a:bodyPr>
          <a:lstStyle/>
          <a:p>
            <a:pPr marL="285750" indent="-285750" algn="just">
              <a:buFont typeface="Wingdings" pitchFamily="2" charset="2"/>
              <a:buChar char="Ø"/>
            </a:pPr>
            <a:r>
              <a:rPr lang="en-US" altLang="zh-CN" sz="2100" b="1" dirty="0"/>
              <a:t>Copper is a strategic metal with important applications in </a:t>
            </a:r>
            <a:r>
              <a:rPr lang="en-US" altLang="zh-CN" sz="2100" b="1" dirty="0">
                <a:solidFill>
                  <a:srgbClr val="0070C0"/>
                </a:solidFill>
              </a:rPr>
              <a:t>renewable power </a:t>
            </a:r>
            <a:r>
              <a:rPr lang="en-US" altLang="zh-CN" sz="2100" b="1" dirty="0"/>
              <a:t>generation, </a:t>
            </a:r>
            <a:r>
              <a:rPr lang="en-US" altLang="zh-CN" sz="2100" b="1" dirty="0">
                <a:solidFill>
                  <a:srgbClr val="0070C0"/>
                </a:solidFill>
              </a:rPr>
              <a:t>electric vehicles</a:t>
            </a:r>
            <a:r>
              <a:rPr lang="en-US" altLang="zh-CN" sz="2100" b="1" dirty="0"/>
              <a:t> and </a:t>
            </a:r>
            <a:r>
              <a:rPr lang="en-US" altLang="zh-CN" sz="2100" b="1" dirty="0">
                <a:solidFill>
                  <a:srgbClr val="0070C0"/>
                </a:solidFill>
              </a:rPr>
              <a:t>efficient grid infrastructure</a:t>
            </a:r>
            <a:r>
              <a:rPr lang="en-US" altLang="zh-CN" sz="2100" b="1" dirty="0"/>
              <a:t>. </a:t>
            </a:r>
          </a:p>
          <a:p>
            <a:pPr marL="285750" indent="-285750" algn="just">
              <a:buFont typeface="Wingdings" pitchFamily="2" charset="2"/>
              <a:buChar char="Ø"/>
            </a:pPr>
            <a:r>
              <a:rPr lang="en-US" altLang="zh-CN" sz="2100" b="1" dirty="0"/>
              <a:t>China is a key participant in the global copper supply chain. Studying the </a:t>
            </a:r>
            <a:r>
              <a:rPr lang="en-US" altLang="zh-CN" sz="2100" b="1" dirty="0">
                <a:solidFill>
                  <a:srgbClr val="0070C0"/>
                </a:solidFill>
              </a:rPr>
              <a:t>technological development</a:t>
            </a:r>
            <a:r>
              <a:rPr lang="en-US" altLang="zh-CN" sz="2100" b="1" dirty="0"/>
              <a:t>, </a:t>
            </a:r>
            <a:r>
              <a:rPr lang="en-US" altLang="zh-CN" sz="2100" b="1" dirty="0">
                <a:solidFill>
                  <a:srgbClr val="0070C0"/>
                </a:solidFill>
              </a:rPr>
              <a:t>supply</a:t>
            </a:r>
            <a:r>
              <a:rPr lang="en-US" altLang="zh-CN" sz="2100" b="1" dirty="0"/>
              <a:t> and </a:t>
            </a:r>
            <a:r>
              <a:rPr lang="en-US" altLang="zh-CN" sz="2100" b="1" dirty="0">
                <a:solidFill>
                  <a:srgbClr val="0070C0"/>
                </a:solidFill>
              </a:rPr>
              <a:t>demand</a:t>
            </a:r>
            <a:r>
              <a:rPr lang="en-US" altLang="zh-CN" sz="2100" b="1" dirty="0"/>
              <a:t> evolution, and </a:t>
            </a:r>
            <a:r>
              <a:rPr lang="en-US" altLang="zh-CN" sz="2100" b="1" dirty="0">
                <a:solidFill>
                  <a:srgbClr val="0070C0"/>
                </a:solidFill>
              </a:rPr>
              <a:t>trade</a:t>
            </a:r>
            <a:r>
              <a:rPr lang="en-US" altLang="zh-CN" sz="2100" b="1" dirty="0"/>
              <a:t> trends of copper in China under its carbon neutrality targets will be of great value in estimating China's and the world's low-carbon transition and electrification processes.</a:t>
            </a:r>
          </a:p>
        </p:txBody>
      </p:sp>
      <p:pic>
        <p:nvPicPr>
          <p:cNvPr id="6146" name="Picture 2" descr="Critical minerals required for different electricity technologies">
            <a:extLst>
              <a:ext uri="{FF2B5EF4-FFF2-40B4-BE49-F238E27FC236}">
                <a16:creationId xmlns:a16="http://schemas.microsoft.com/office/drawing/2014/main" id="{FDE2448F-81ED-4900-B800-A10A9916E8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1158" y="3288708"/>
            <a:ext cx="5410200" cy="2608531"/>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F2B5FDFB-5BB9-4F33-A128-C4007F0C1754}"/>
              </a:ext>
            </a:extLst>
          </p:cNvPr>
          <p:cNvSpPr txBox="1"/>
          <p:nvPr/>
        </p:nvSpPr>
        <p:spPr>
          <a:xfrm>
            <a:off x="7369029" y="5954593"/>
            <a:ext cx="4080309" cy="490455"/>
          </a:xfrm>
          <a:prstGeom prst="rect">
            <a:avLst/>
          </a:prstGeom>
          <a:noFill/>
        </p:spPr>
        <p:txBody>
          <a:bodyPr wrap="square">
            <a:spAutoFit/>
          </a:bodyPr>
          <a:lstStyle/>
          <a:p>
            <a:pPr>
              <a:lnSpc>
                <a:spcPts val="1500"/>
              </a:lnSpc>
            </a:pPr>
            <a:r>
              <a:rPr lang="en-US" altLang="zh-CN" b="1" dirty="0">
                <a:solidFill>
                  <a:srgbClr val="212529"/>
                </a:solidFill>
                <a:effectLst/>
                <a:latin typeface="muli"/>
              </a:rPr>
              <a:t>Critical minerals required for different generating technologies (source: IEA)</a:t>
            </a:r>
            <a:endParaRPr lang="zh-CN" altLang="en-US" b="1" dirty="0"/>
          </a:p>
        </p:txBody>
      </p:sp>
      <p:pic>
        <p:nvPicPr>
          <p:cNvPr id="5" name="图片 4">
            <a:extLst>
              <a:ext uri="{FF2B5EF4-FFF2-40B4-BE49-F238E27FC236}">
                <a16:creationId xmlns:a16="http://schemas.microsoft.com/office/drawing/2014/main" id="{FA78E0B7-7231-47AF-81C6-1051F7E0764B}"/>
              </a:ext>
            </a:extLst>
          </p:cNvPr>
          <p:cNvPicPr>
            <a:picLocks noChangeAspect="1"/>
          </p:cNvPicPr>
          <p:nvPr/>
        </p:nvPicPr>
        <p:blipFill>
          <a:blip r:embed="rId5"/>
          <a:stretch>
            <a:fillRect/>
          </a:stretch>
        </p:blipFill>
        <p:spPr>
          <a:xfrm>
            <a:off x="742662" y="3366616"/>
            <a:ext cx="5148182" cy="2659325"/>
          </a:xfrm>
          <a:prstGeom prst="rect">
            <a:avLst/>
          </a:prstGeom>
        </p:spPr>
      </p:pic>
      <p:sp>
        <p:nvSpPr>
          <p:cNvPr id="9" name="文本框 8">
            <a:extLst>
              <a:ext uri="{FF2B5EF4-FFF2-40B4-BE49-F238E27FC236}">
                <a16:creationId xmlns:a16="http://schemas.microsoft.com/office/drawing/2014/main" id="{F0324B59-30F2-44DC-8273-E8B353FA3962}"/>
              </a:ext>
            </a:extLst>
          </p:cNvPr>
          <p:cNvSpPr txBox="1"/>
          <p:nvPr/>
        </p:nvSpPr>
        <p:spPr>
          <a:xfrm>
            <a:off x="587229" y="6028704"/>
            <a:ext cx="5803899" cy="369332"/>
          </a:xfrm>
          <a:prstGeom prst="rect">
            <a:avLst/>
          </a:prstGeom>
          <a:noFill/>
        </p:spPr>
        <p:txBody>
          <a:bodyPr wrap="square">
            <a:spAutoFit/>
          </a:bodyPr>
          <a:lstStyle/>
          <a:p>
            <a:r>
              <a:rPr lang="en-US" altLang="zh-CN" b="1" dirty="0">
                <a:solidFill>
                  <a:srgbClr val="212529"/>
                </a:solidFill>
                <a:effectLst/>
                <a:latin typeface="muli"/>
              </a:rPr>
              <a:t>Global copper smelter capacity  (source: Wood Mackenzie)</a:t>
            </a:r>
            <a:endParaRPr lang="zh-CN" altLang="en-US" b="1" dirty="0"/>
          </a:p>
        </p:txBody>
      </p:sp>
      <p:sp>
        <p:nvSpPr>
          <p:cNvPr id="10" name="矩形 9">
            <a:extLst>
              <a:ext uri="{FF2B5EF4-FFF2-40B4-BE49-F238E27FC236}">
                <a16:creationId xmlns:a16="http://schemas.microsoft.com/office/drawing/2014/main" id="{BA46E2BA-F9DD-45CA-B6D4-192CA9DA0D98}"/>
              </a:ext>
            </a:extLst>
          </p:cNvPr>
          <p:cNvSpPr/>
          <p:nvPr/>
        </p:nvSpPr>
        <p:spPr>
          <a:xfrm>
            <a:off x="544260" y="2971531"/>
            <a:ext cx="11294097" cy="3473517"/>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7" name="椭圆 6">
            <a:extLst>
              <a:ext uri="{FF2B5EF4-FFF2-40B4-BE49-F238E27FC236}">
                <a16:creationId xmlns:a16="http://schemas.microsoft.com/office/drawing/2014/main" id="{A9BEC5C6-BC7B-4809-82B4-5540964AA063}"/>
              </a:ext>
            </a:extLst>
          </p:cNvPr>
          <p:cNvSpPr/>
          <p:nvPr/>
        </p:nvSpPr>
        <p:spPr>
          <a:xfrm>
            <a:off x="5524500" y="3644900"/>
            <a:ext cx="366343" cy="10541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a:extLst>
              <a:ext uri="{FF2B5EF4-FFF2-40B4-BE49-F238E27FC236}">
                <a16:creationId xmlns:a16="http://schemas.microsoft.com/office/drawing/2014/main" id="{40070F47-81F5-45E1-BB4D-D674CFF1D92A}"/>
              </a:ext>
            </a:extLst>
          </p:cNvPr>
          <p:cNvCxnSpPr>
            <a:endCxn id="7" idx="1"/>
          </p:cNvCxnSpPr>
          <p:nvPr/>
        </p:nvCxnSpPr>
        <p:spPr>
          <a:xfrm>
            <a:off x="4343400" y="3429000"/>
            <a:ext cx="1234750" cy="3702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2AC07912-CE6A-4536-AC06-078143A40918}"/>
              </a:ext>
            </a:extLst>
          </p:cNvPr>
          <p:cNvSpPr txBox="1"/>
          <p:nvPr/>
        </p:nvSpPr>
        <p:spPr>
          <a:xfrm>
            <a:off x="3155326" y="3189914"/>
            <a:ext cx="1255472" cy="369332"/>
          </a:xfrm>
          <a:prstGeom prst="rect">
            <a:avLst/>
          </a:prstGeom>
          <a:noFill/>
        </p:spPr>
        <p:txBody>
          <a:bodyPr wrap="none" rtlCol="0">
            <a:spAutoFit/>
          </a:bodyPr>
          <a:lstStyle/>
          <a:p>
            <a:r>
              <a:rPr lang="en-US" altLang="zh-CN" b="1" dirty="0"/>
              <a:t>China:</a:t>
            </a:r>
            <a:r>
              <a:rPr lang="en-US" altLang="zh-CN" dirty="0"/>
              <a:t> 46%</a:t>
            </a:r>
            <a:endParaRPr lang="zh-CN" altLang="en-US" dirty="0"/>
          </a:p>
        </p:txBody>
      </p:sp>
    </p:spTree>
    <p:extLst>
      <p:ext uri="{BB962C8B-B14F-4D97-AF65-F5344CB8AC3E}">
        <p14:creationId xmlns:p14="http://schemas.microsoft.com/office/powerpoint/2010/main" val="404008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a:extLst>
              <a:ext uri="{FF2B5EF4-FFF2-40B4-BE49-F238E27FC236}">
                <a16:creationId xmlns:a16="http://schemas.microsoft.com/office/drawing/2014/main" id="{5C35AC27-B792-FBFE-279A-8E66A992C001}"/>
              </a:ext>
            </a:extLst>
          </p:cNvPr>
          <p:cNvSpPr txBox="1">
            <a:spLocks/>
          </p:cNvSpPr>
          <p:nvPr>
            <p:custDataLst>
              <p:tags r:id="rId1"/>
            </p:custDataLst>
          </p:nvPr>
        </p:nvSpPr>
        <p:spPr bwMode="auto">
          <a:xfrm>
            <a:off x="2508250" y="2818070"/>
            <a:ext cx="7175500" cy="1563430"/>
          </a:xfrm>
          <a:prstGeom prst="rect">
            <a:avLst/>
          </a:prstGeom>
          <a:noFill/>
          <a:ln w="9525">
            <a:noFill/>
            <a:miter lim="800000"/>
            <a:headEnd/>
            <a:tailEnd/>
          </a:ln>
        </p:spPr>
        <p:txBody>
          <a:bodyPr vert="horz" wrap="square" lIns="72000" tIns="36000" rIns="72000" bIns="36000" numCol="1" rtlCol="0" anchor="t" anchorCtr="0" compatLnSpc="1">
            <a:prstTxWarp prst="textNoShape">
              <a:avLst/>
            </a:prstTxWarp>
            <a:noAutofit/>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lang="en-US" sz="2799" b="0"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lang="en-US" sz="2399" b="1"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lang="en-US" sz="2399" b="1"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lang="en-US" sz="2399" b="1"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057400" indent="-228600" algn="l" rtl="0" eaLnBrk="0" fontAlgn="base" hangingPunct="0">
              <a:spcBef>
                <a:spcPct val="20000"/>
              </a:spcBef>
              <a:spcAft>
                <a:spcPct val="0"/>
              </a:spcAft>
              <a:buClr>
                <a:schemeClr val="bg2"/>
              </a:buClr>
              <a:buFont typeface="Wingdings" pitchFamily="2" charset="2"/>
              <a:buChar char="§"/>
              <a:defRPr lang="en-US" sz="2399" b="1"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9pPr>
          </a:lstStyle>
          <a:p>
            <a:pPr marL="0" indent="0" algn="ctr">
              <a:buNone/>
            </a:pPr>
            <a:r>
              <a:rPr lang="en-US" altLang="zh-CN" sz="66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Thank</a:t>
            </a:r>
            <a:r>
              <a:rPr lang="zh-CN" altLang="en-US" sz="66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66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You!</a:t>
            </a:r>
            <a:endParaRPr lang="zh-CN" altLang="en-US" sz="66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9136275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 name="ALREADY-CHECKED" val="TRUE"/>
</p:tagLst>
</file>

<file path=ppt/tags/tag2.xml><?xml version="1.0" encoding="utf-8"?>
<p:tagLst xmlns:a="http://schemas.openxmlformats.org/drawingml/2006/main" xmlns:r="http://schemas.openxmlformats.org/officeDocument/2006/relationships" xmlns:p="http://schemas.openxmlformats.org/presentationml/2006/main">
  <p:tag name="ALREADY-CHECKED" val="TRUE"/>
</p:tagLst>
</file>

<file path=ppt/tags/tag3.xml><?xml version="1.0" encoding="utf-8"?>
<p:tagLst xmlns:a="http://schemas.openxmlformats.org/drawingml/2006/main" xmlns:r="http://schemas.openxmlformats.org/officeDocument/2006/relationships" xmlns:p="http://schemas.openxmlformats.org/presentationml/2006/main">
  <p:tag name="ALREADY-CHECKED" val="TRUE"/>
</p:tagLst>
</file>

<file path=ppt/tags/tag4.xml><?xml version="1.0" encoding="utf-8"?>
<p:tagLst xmlns:a="http://schemas.openxmlformats.org/drawingml/2006/main" xmlns:r="http://schemas.openxmlformats.org/officeDocument/2006/relationships" xmlns:p="http://schemas.openxmlformats.org/presentationml/2006/main">
  <p:tag name="ALREADY-CHECKED" val="TRUE"/>
</p:tagLst>
</file>

<file path=ppt/tags/tag5.xml><?xml version="1.0" encoding="utf-8"?>
<p:tagLst xmlns:a="http://schemas.openxmlformats.org/drawingml/2006/main" xmlns:r="http://schemas.openxmlformats.org/officeDocument/2006/relationships" xmlns:p="http://schemas.openxmlformats.org/presentationml/2006/main">
  <p:tag name="ALREADY-CHECKED" val="TRUE"/>
</p:tagLst>
</file>

<file path=ppt/tags/tag6.xml><?xml version="1.0" encoding="utf-8"?>
<p:tagLst xmlns:a="http://schemas.openxmlformats.org/drawingml/2006/main" xmlns:r="http://schemas.openxmlformats.org/officeDocument/2006/relationships" xmlns:p="http://schemas.openxmlformats.org/presentationml/2006/main">
  <p:tag name="ALREADY-CHECKED" val="TRUE"/>
</p:tagLst>
</file>

<file path=ppt/tags/tag7.xml><?xml version="1.0" encoding="utf-8"?>
<p:tagLst xmlns:a="http://schemas.openxmlformats.org/drawingml/2006/main" xmlns:r="http://schemas.openxmlformats.org/officeDocument/2006/relationships" xmlns:p="http://schemas.openxmlformats.org/presentationml/2006/main">
  <p:tag name="ALREADY-CHECKED" val="TRUE"/>
</p:tagLst>
</file>

<file path=ppt/tags/tag8.xml><?xml version="1.0" encoding="utf-8"?>
<p:tagLst xmlns:a="http://schemas.openxmlformats.org/drawingml/2006/main" xmlns:r="http://schemas.openxmlformats.org/officeDocument/2006/relationships" xmlns:p="http://schemas.openxmlformats.org/presentationml/2006/main">
  <p:tag name="ALREADY-CHECKED" val="TRUE"/>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1_1"/>
  <p:tag name="KSO_WM_UNIT_NOCLEAR" val="0"/>
  <p:tag name="KSO_WM_UNIT_DIAGRAM_ISNUMVISUAL" val="0"/>
  <p:tag name="KSO_WM_UNIT_DIAGRAM_ISREFERUNIT" val="0"/>
  <p:tag name="KSO_WM_UNIT_DIAGRAM_MODELTYPE" val="numdgm"/>
  <p:tag name="KSO_WM_UNIT_TYPE" val="l_h_f"/>
  <p:tag name="KSO_WM_UNIT_INDEX" val="1_1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1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1_2"/>
  <p:tag name="KSO_WM_UNIT_FILL_FORE_SCHEMECOLOR_INDEX" val="16"/>
  <p:tag name="KSO_WM_UNIT_FILL_TYPE" val="1"/>
  <p:tag name="KSO_WM_UNIT_TEXT_FILL_FORE_SCHEMECOLOR_INDEX" val="2"/>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1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1_1"/>
  <p:tag name="KSO_WM_UNIT_TEXT_FILL_FORE_SCHEMECOLOR_INDEX" val="14"/>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2_1"/>
  <p:tag name="KSO_WM_UNIT_NOCLEAR" val="0"/>
  <p:tag name="KSO_WM_UNIT_DIAGRAM_ISNUMVISUAL" val="0"/>
  <p:tag name="KSO_WM_UNIT_DIAGRAM_ISREFERUNIT" val="0"/>
  <p:tag name="KSO_WM_UNIT_DIAGRAM_MODELTYPE" val="numdgm"/>
  <p:tag name="KSO_WM_UNIT_TYPE" val="l_h_f"/>
  <p:tag name="KSO_WM_UNIT_INDEX" val="1_2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2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2_2"/>
  <p:tag name="KSO_WM_UNIT_FILL_FORE_SCHEMECOLOR_INDEX" val="16"/>
  <p:tag name="KSO_WM_UNIT_FILL_TYPE" val="1"/>
  <p:tag name="KSO_WM_UNIT_TEXT_FILL_FORE_SCHEMECOLOR_INDEX" val="2"/>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2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2_1"/>
  <p:tag name="KSO_WM_UNIT_TEXT_FILL_FORE_SCHEMECOLOR_INDEX" val="14"/>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3_1"/>
  <p:tag name="KSO_WM_UNIT_NOCLEAR" val="0"/>
  <p:tag name="KSO_WM_UNIT_DIAGRAM_ISNUMVISUAL" val="0"/>
  <p:tag name="KSO_WM_UNIT_DIAGRAM_ISREFERUNIT" val="0"/>
  <p:tag name="KSO_WM_UNIT_DIAGRAM_MODELTYPE" val="numdgm"/>
  <p:tag name="KSO_WM_UNIT_TYPE" val="l_h_f"/>
  <p:tag name="KSO_WM_UNIT_INDEX" val="1_3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2"/>
  <p:tag name="KSO_WM_UNIT_FILL_FORE_SCHEMECOLOR_INDEX" val="16"/>
  <p:tag name="KSO_WM_UNIT_FILL_TYPE" val="1"/>
  <p:tag name="KSO_WM_UNIT_TEXT_FILL_FORE_SCHEMECOLOR_INDEX" val="2"/>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1"/>
  <p:tag name="KSO_WM_UNIT_TEXT_FILL_FORE_SCHEMECOLOR_INDEX" val="14"/>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3_1"/>
  <p:tag name="KSO_WM_UNIT_NOCLEAR" val="0"/>
  <p:tag name="KSO_WM_UNIT_DIAGRAM_ISNUMVISUAL" val="0"/>
  <p:tag name="KSO_WM_UNIT_DIAGRAM_ISREFERUNIT" val="0"/>
  <p:tag name="KSO_WM_UNIT_DIAGRAM_MODELTYPE" val="numdgm"/>
  <p:tag name="KSO_WM_UNIT_TYPE" val="l_h_f"/>
  <p:tag name="KSO_WM_UNIT_INDEX" val="1_3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2"/>
  <p:tag name="KSO_WM_UNIT_FILL_FORE_SCHEMECOLOR_INDEX" val="16"/>
  <p:tag name="KSO_WM_UNIT_FILL_TYPE" val="1"/>
  <p:tag name="KSO_WM_UNIT_TEXT_FILL_FORE_SCHEMECOLOR_INDEX" val="2"/>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1"/>
  <p:tag name="KSO_WM_UNIT_TEXT_FILL_FORE_SCHEMECOLOR_INDEX" val="14"/>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ALREADY-CHECKED" val="TRUE"/>
</p:tagLst>
</file>

<file path=ppt/tags/tag22.xml><?xml version="1.0" encoding="utf-8"?>
<p:tagLst xmlns:a="http://schemas.openxmlformats.org/drawingml/2006/main" xmlns:r="http://schemas.openxmlformats.org/officeDocument/2006/relationships" xmlns:p="http://schemas.openxmlformats.org/presentationml/2006/main">
  <p:tag name="ALREADY-CHECKED" val="TRUE"/>
</p:tagLst>
</file>

<file path=ppt/tags/tag23.xml><?xml version="1.0" encoding="utf-8"?>
<p:tagLst xmlns:a="http://schemas.openxmlformats.org/drawingml/2006/main" xmlns:r="http://schemas.openxmlformats.org/officeDocument/2006/relationships" xmlns:p="http://schemas.openxmlformats.org/presentationml/2006/main">
  <p:tag name="ALREADY-CHECKED" val="TRUE"/>
</p:tagLst>
</file>

<file path=ppt/tags/tag24.xml><?xml version="1.0" encoding="utf-8"?>
<p:tagLst xmlns:a="http://schemas.openxmlformats.org/drawingml/2006/main" xmlns:r="http://schemas.openxmlformats.org/officeDocument/2006/relationships" xmlns:p="http://schemas.openxmlformats.org/presentationml/2006/main">
  <p:tag name="ALREADY-CHECKED" val="TRUE"/>
</p:tagLst>
</file>

<file path=ppt/tags/tag25.xml><?xml version="1.0" encoding="utf-8"?>
<p:tagLst xmlns:a="http://schemas.openxmlformats.org/drawingml/2006/main" xmlns:r="http://schemas.openxmlformats.org/officeDocument/2006/relationships" xmlns:p="http://schemas.openxmlformats.org/presentationml/2006/main">
  <p:tag name="ALREADY-CHECKED" val="TRUE"/>
</p:tagLst>
</file>

<file path=ppt/tags/tag26.xml><?xml version="1.0" encoding="utf-8"?>
<p:tagLst xmlns:a="http://schemas.openxmlformats.org/drawingml/2006/main" xmlns:r="http://schemas.openxmlformats.org/officeDocument/2006/relationships" xmlns:p="http://schemas.openxmlformats.org/presentationml/2006/main">
  <p:tag name="ALREADY-CHECKED" val="TRUE"/>
</p:tagLst>
</file>

<file path=ppt/tags/tag27.xml><?xml version="1.0" encoding="utf-8"?>
<p:tagLst xmlns:a="http://schemas.openxmlformats.org/drawingml/2006/main" xmlns:r="http://schemas.openxmlformats.org/officeDocument/2006/relationships" xmlns:p="http://schemas.openxmlformats.org/presentationml/2006/main">
  <p:tag name="ALREADY-CHECKED" val="TRUE"/>
</p:tagLst>
</file>

<file path=ppt/tags/tag28.xml><?xml version="1.0" encoding="utf-8"?>
<p:tagLst xmlns:a="http://schemas.openxmlformats.org/drawingml/2006/main" xmlns:r="http://schemas.openxmlformats.org/officeDocument/2006/relationships" xmlns:p="http://schemas.openxmlformats.org/presentationml/2006/main">
  <p:tag name="ALREADY-CHECKED" val="TRUE"/>
</p:tagLst>
</file>

<file path=ppt/tags/tag29.xml><?xml version="1.0" encoding="utf-8"?>
<p:tagLst xmlns:a="http://schemas.openxmlformats.org/drawingml/2006/main" xmlns:r="http://schemas.openxmlformats.org/officeDocument/2006/relationships" xmlns:p="http://schemas.openxmlformats.org/presentationml/2006/main">
  <p:tag name="ALREADY-CHECKED" val="TRUE"/>
</p:tagLst>
</file>

<file path=ppt/tags/tag30.xml><?xml version="1.0" encoding="utf-8"?>
<p:tagLst xmlns:a="http://schemas.openxmlformats.org/drawingml/2006/main" xmlns:r="http://schemas.openxmlformats.org/officeDocument/2006/relationships" xmlns:p="http://schemas.openxmlformats.org/presentationml/2006/main">
  <p:tag name="ALREADY-CHECKED" val="TRUE"/>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1_1"/>
  <p:tag name="KSO_WM_UNIT_NOCLEAR" val="0"/>
  <p:tag name="KSO_WM_UNIT_DIAGRAM_ISNUMVISUAL" val="0"/>
  <p:tag name="KSO_WM_UNIT_DIAGRAM_ISREFERUNIT" val="0"/>
  <p:tag name="KSO_WM_UNIT_DIAGRAM_MODELTYPE" val="numdgm"/>
  <p:tag name="KSO_WM_UNIT_TYPE" val="l_h_f"/>
  <p:tag name="KSO_WM_UNIT_INDEX" val="1_1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1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1_2"/>
  <p:tag name="KSO_WM_UNIT_FILL_FORE_SCHEMECOLOR_INDEX" val="16"/>
  <p:tag name="KSO_WM_UNIT_FILL_TYPE" val="1"/>
  <p:tag name="KSO_WM_UNIT_TEXT_FILL_FORE_SCHEMECOLOR_INDEX" val="2"/>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1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1_1"/>
  <p:tag name="KSO_WM_UNIT_TEXT_FILL_FORE_SCHEMECOLOR_INDEX" val="14"/>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2_1"/>
  <p:tag name="KSO_WM_UNIT_NOCLEAR" val="0"/>
  <p:tag name="KSO_WM_UNIT_DIAGRAM_ISNUMVISUAL" val="0"/>
  <p:tag name="KSO_WM_UNIT_DIAGRAM_ISREFERUNIT" val="0"/>
  <p:tag name="KSO_WM_UNIT_DIAGRAM_MODELTYPE" val="numdgm"/>
  <p:tag name="KSO_WM_UNIT_TYPE" val="l_h_f"/>
  <p:tag name="KSO_WM_UNIT_INDEX" val="1_2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2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2_2"/>
  <p:tag name="KSO_WM_UNIT_FILL_FORE_SCHEMECOLOR_INDEX" val="16"/>
  <p:tag name="KSO_WM_UNIT_FILL_TYPE" val="1"/>
  <p:tag name="KSO_WM_UNIT_TEXT_FILL_FORE_SCHEMECOLOR_INDEX" val="2"/>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2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2_1"/>
  <p:tag name="KSO_WM_UNIT_TEXT_FILL_FORE_SCHEMECOLOR_INDEX" val="14"/>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3_1"/>
  <p:tag name="KSO_WM_UNIT_NOCLEAR" val="0"/>
  <p:tag name="KSO_WM_UNIT_DIAGRAM_ISNUMVISUAL" val="0"/>
  <p:tag name="KSO_WM_UNIT_DIAGRAM_ISREFERUNIT" val="0"/>
  <p:tag name="KSO_WM_UNIT_DIAGRAM_MODELTYPE" val="numdgm"/>
  <p:tag name="KSO_WM_UNIT_TYPE" val="l_h_f"/>
  <p:tag name="KSO_WM_UNIT_INDEX" val="1_3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2"/>
  <p:tag name="KSO_WM_UNIT_FILL_FORE_SCHEMECOLOR_INDEX" val="16"/>
  <p:tag name="KSO_WM_UNIT_FILL_TYPE" val="1"/>
  <p:tag name="KSO_WM_UNIT_TEXT_FILL_FORE_SCHEMECOLOR_INDEX" val="2"/>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1"/>
  <p:tag name="KSO_WM_UNIT_TEXT_FILL_FORE_SCHEMECOLOR_INDEX" val="14"/>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3_1"/>
  <p:tag name="KSO_WM_UNIT_NOCLEAR" val="0"/>
  <p:tag name="KSO_WM_UNIT_DIAGRAM_ISNUMVISUAL" val="0"/>
  <p:tag name="KSO_WM_UNIT_DIAGRAM_ISREFERUNIT" val="0"/>
  <p:tag name="KSO_WM_UNIT_DIAGRAM_MODELTYPE" val="numdgm"/>
  <p:tag name="KSO_WM_UNIT_TYPE" val="l_h_f"/>
  <p:tag name="KSO_WM_UNIT_INDEX" val="1_3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2"/>
  <p:tag name="KSO_WM_UNIT_FILL_FORE_SCHEMECOLOR_INDEX" val="16"/>
  <p:tag name="KSO_WM_UNIT_FILL_TYPE" val="1"/>
  <p:tag name="KSO_WM_UNIT_TEXT_FILL_FORE_SCHEMECOLOR_INDEX" val="2"/>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1"/>
  <p:tag name="KSO_WM_UNIT_TEXT_FILL_FORE_SCHEMECOLOR_INDEX" val="14"/>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ALREADY-CHECKED" val="TRUE"/>
</p:tagLst>
</file>

<file path=ppt/tags/tag44.xml><?xml version="1.0" encoding="utf-8"?>
<p:tagLst xmlns:a="http://schemas.openxmlformats.org/drawingml/2006/main" xmlns:r="http://schemas.openxmlformats.org/officeDocument/2006/relationships" xmlns:p="http://schemas.openxmlformats.org/presentationml/2006/main">
  <p:tag name="ALREADY-CHECKED" val="TRUE"/>
</p:tagLst>
</file>

<file path=ppt/tags/tag45.xml><?xml version="1.0" encoding="utf-8"?>
<p:tagLst xmlns:a="http://schemas.openxmlformats.org/drawingml/2006/main" xmlns:r="http://schemas.openxmlformats.org/officeDocument/2006/relationships" xmlns:p="http://schemas.openxmlformats.org/presentationml/2006/main">
  <p:tag name="ALREADY-CHECKED" val="TRUE"/>
</p:tagLst>
</file>

<file path=ppt/tags/tag46.xml><?xml version="1.0" encoding="utf-8"?>
<p:tagLst xmlns:a="http://schemas.openxmlformats.org/drawingml/2006/main" xmlns:r="http://schemas.openxmlformats.org/officeDocument/2006/relationships" xmlns:p="http://schemas.openxmlformats.org/presentationml/2006/main">
  <p:tag name="ALREADY-CHECKED" val="TRUE"/>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1_1"/>
  <p:tag name="KSO_WM_UNIT_NOCLEAR" val="0"/>
  <p:tag name="KSO_WM_UNIT_DIAGRAM_ISNUMVISUAL" val="0"/>
  <p:tag name="KSO_WM_UNIT_DIAGRAM_ISREFERUNIT" val="0"/>
  <p:tag name="KSO_WM_UNIT_DIAGRAM_MODELTYPE" val="numdgm"/>
  <p:tag name="KSO_WM_UNIT_TYPE" val="l_h_f"/>
  <p:tag name="KSO_WM_UNIT_INDEX" val="1_1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1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1_2"/>
  <p:tag name="KSO_WM_UNIT_FILL_FORE_SCHEMECOLOR_INDEX" val="16"/>
  <p:tag name="KSO_WM_UNIT_FILL_TYPE" val="1"/>
  <p:tag name="KSO_WM_UNIT_TEXT_FILL_FORE_SCHEMECOLOR_INDEX" val="2"/>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1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1_1"/>
  <p:tag name="KSO_WM_UNIT_TEXT_FILL_FORE_SCHEMECOLOR_INDEX" val="14"/>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2_1"/>
  <p:tag name="KSO_WM_UNIT_NOCLEAR" val="0"/>
  <p:tag name="KSO_WM_UNIT_DIAGRAM_ISNUMVISUAL" val="0"/>
  <p:tag name="KSO_WM_UNIT_DIAGRAM_ISREFERUNIT" val="0"/>
  <p:tag name="KSO_WM_UNIT_DIAGRAM_MODELTYPE" val="numdgm"/>
  <p:tag name="KSO_WM_UNIT_TYPE" val="l_h_f"/>
  <p:tag name="KSO_WM_UNIT_INDEX" val="1_2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2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2_2"/>
  <p:tag name="KSO_WM_UNIT_FILL_FORE_SCHEMECOLOR_INDEX" val="16"/>
  <p:tag name="KSO_WM_UNIT_FILL_TYPE" val="1"/>
  <p:tag name="KSO_WM_UNIT_TEXT_FILL_FORE_SCHEMECOLOR_INDEX" val="2"/>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2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2_1"/>
  <p:tag name="KSO_WM_UNIT_TEXT_FILL_FORE_SCHEMECOLOR_INDEX" val="14"/>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3_1"/>
  <p:tag name="KSO_WM_UNIT_NOCLEAR" val="0"/>
  <p:tag name="KSO_WM_UNIT_DIAGRAM_ISNUMVISUAL" val="0"/>
  <p:tag name="KSO_WM_UNIT_DIAGRAM_ISREFERUNIT" val="0"/>
  <p:tag name="KSO_WM_UNIT_DIAGRAM_MODELTYPE" val="numdgm"/>
  <p:tag name="KSO_WM_UNIT_TYPE" val="l_h_f"/>
  <p:tag name="KSO_WM_UNIT_INDEX" val="1_3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2"/>
  <p:tag name="KSO_WM_UNIT_FILL_FORE_SCHEMECOLOR_INDEX" val="16"/>
  <p:tag name="KSO_WM_UNIT_FILL_TYPE" val="1"/>
  <p:tag name="KSO_WM_UNIT_TEXT_FILL_FORE_SCHEMECOLOR_INDEX" val="2"/>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1"/>
  <p:tag name="KSO_WM_UNIT_TEXT_FILL_FORE_SCHEMECOLOR_INDEX" val="14"/>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3_1"/>
  <p:tag name="KSO_WM_UNIT_NOCLEAR" val="0"/>
  <p:tag name="KSO_WM_UNIT_DIAGRAM_ISNUMVISUAL" val="0"/>
  <p:tag name="KSO_WM_UNIT_DIAGRAM_ISREFERUNIT" val="0"/>
  <p:tag name="KSO_WM_UNIT_DIAGRAM_MODELTYPE" val="numdgm"/>
  <p:tag name="KSO_WM_UNIT_TYPE" val="l_h_f"/>
  <p:tag name="KSO_WM_UNIT_INDEX" val="1_3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2"/>
  <p:tag name="KSO_WM_UNIT_FILL_FORE_SCHEMECOLOR_INDEX" val="16"/>
  <p:tag name="KSO_WM_UNIT_FILL_TYPE" val="1"/>
  <p:tag name="KSO_WM_UNIT_TEXT_FILL_FORE_SCHEMECOLOR_INDEX" val="2"/>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1"/>
  <p:tag name="KSO_WM_UNIT_TEXT_FILL_FORE_SCHEMECOLOR_INDEX" val="14"/>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ALREADY-CHECKED" val="TRUE"/>
</p:tagLst>
</file>

<file path=ppt/tags/tag60.xml><?xml version="1.0" encoding="utf-8"?>
<p:tagLst xmlns:a="http://schemas.openxmlformats.org/drawingml/2006/main" xmlns:r="http://schemas.openxmlformats.org/officeDocument/2006/relationships" xmlns:p="http://schemas.openxmlformats.org/presentationml/2006/main">
  <p:tag name="ALREADY-CHECKED" val="TRUE"/>
</p:tagLst>
</file>

<file path=ppt/tags/tag61.xml><?xml version="1.0" encoding="utf-8"?>
<p:tagLst xmlns:a="http://schemas.openxmlformats.org/drawingml/2006/main" xmlns:r="http://schemas.openxmlformats.org/officeDocument/2006/relationships" xmlns:p="http://schemas.openxmlformats.org/presentationml/2006/main">
  <p:tag name="ALREADY-CHECKED" val="TRUE"/>
</p:tagLst>
</file>

<file path=ppt/tags/tag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1_1"/>
  <p:tag name="KSO_WM_UNIT_NOCLEAR" val="0"/>
  <p:tag name="KSO_WM_UNIT_DIAGRAM_ISNUMVISUAL" val="0"/>
  <p:tag name="KSO_WM_UNIT_DIAGRAM_ISREFERUNIT" val="0"/>
  <p:tag name="KSO_WM_UNIT_DIAGRAM_MODELTYPE" val="numdgm"/>
  <p:tag name="KSO_WM_UNIT_TYPE" val="l_h_f"/>
  <p:tag name="KSO_WM_UNIT_INDEX" val="1_1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1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1_2"/>
  <p:tag name="KSO_WM_UNIT_FILL_FORE_SCHEMECOLOR_INDEX" val="16"/>
  <p:tag name="KSO_WM_UNIT_FILL_TYPE" val="1"/>
  <p:tag name="KSO_WM_UNIT_TEXT_FILL_FORE_SCHEMECOLOR_INDEX" val="2"/>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1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1_1"/>
  <p:tag name="KSO_WM_UNIT_TEXT_FILL_FORE_SCHEMECOLOR_INDEX" val="14"/>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2_1"/>
  <p:tag name="KSO_WM_UNIT_NOCLEAR" val="0"/>
  <p:tag name="KSO_WM_UNIT_DIAGRAM_ISNUMVISUAL" val="0"/>
  <p:tag name="KSO_WM_UNIT_DIAGRAM_ISREFERUNIT" val="0"/>
  <p:tag name="KSO_WM_UNIT_DIAGRAM_MODELTYPE" val="numdgm"/>
  <p:tag name="KSO_WM_UNIT_TYPE" val="l_h_f"/>
  <p:tag name="KSO_WM_UNIT_INDEX" val="1_2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2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2_2"/>
  <p:tag name="KSO_WM_UNIT_FILL_FORE_SCHEMECOLOR_INDEX" val="16"/>
  <p:tag name="KSO_WM_UNIT_FILL_TYPE" val="1"/>
  <p:tag name="KSO_WM_UNIT_TEXT_FILL_FORE_SCHEMECOLOR_INDEX" val="2"/>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2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2_1"/>
  <p:tag name="KSO_WM_UNIT_TEXT_FILL_FORE_SCHEMECOLOR_INDEX" val="14"/>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3_1"/>
  <p:tag name="KSO_WM_UNIT_NOCLEAR" val="0"/>
  <p:tag name="KSO_WM_UNIT_DIAGRAM_ISNUMVISUAL" val="0"/>
  <p:tag name="KSO_WM_UNIT_DIAGRAM_ISREFERUNIT" val="0"/>
  <p:tag name="KSO_WM_UNIT_DIAGRAM_MODELTYPE" val="numdgm"/>
  <p:tag name="KSO_WM_UNIT_TYPE" val="l_h_f"/>
  <p:tag name="KSO_WM_UNIT_INDEX" val="1_3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2"/>
  <p:tag name="KSO_WM_UNIT_FILL_FORE_SCHEMECOLOR_INDEX" val="16"/>
  <p:tag name="KSO_WM_UNIT_FILL_TYPE" val="1"/>
  <p:tag name="KSO_WM_UNIT_TEXT_FILL_FORE_SCHEMECOLOR_INDEX" val="2"/>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1"/>
  <p:tag name="KSO_WM_UNIT_TEXT_FILL_FORE_SCHEMECOLOR_INDEX" val="14"/>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LAYERLEVEL" val="1_1_1"/>
  <p:tag name="KSO_WM_UNIT_HIGHLIGHT" val="0"/>
  <p:tag name="KSO_WM_UNIT_COMPATIBLE" val="0"/>
  <p:tag name="KSO_WM_DIAGRAM_GROUP_CODE" val="l1-1"/>
  <p:tag name="KSO_WM_UNIT_ID" val="diagram20170340_2*l_h_f*1_3_1"/>
  <p:tag name="KSO_WM_UNIT_NOCLEAR" val="0"/>
  <p:tag name="KSO_WM_UNIT_DIAGRAM_ISNUMVISUAL" val="0"/>
  <p:tag name="KSO_WM_UNIT_DIAGRAM_ISREFERUNIT" val="0"/>
  <p:tag name="KSO_WM_UNIT_DIAGRAM_MODELTYPE" val="numdgm"/>
  <p:tag name="KSO_WM_UNIT_TYPE" val="l_h_f"/>
  <p:tag name="KSO_WM_UNIT_INDEX" val="1_3_1"/>
  <p:tag name="KSO_WM_UNIT_PRESET_TEXT" val="LOREM IPSUM DOLOR"/>
  <p:tag name="KSO_WM_UNIT_VALUE" val="14"/>
  <p:tag name="KSO_WM_UNIT_FILL_FORE_SCHEMECOLOR_INDEX" val="15"/>
  <p:tag name="KSO_WM_UNIT_FILL_TYPE" val="1"/>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2"/>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2"/>
  <p:tag name="KSO_WM_UNIT_FILL_FORE_SCHEMECOLOR_INDEX" val="16"/>
  <p:tag name="KSO_WM_UNIT_FILL_TYPE" val="1"/>
  <p:tag name="KSO_WM_UNIT_TEXT_FILL_FORE_SCHEMECOLOR_INDEX" val="2"/>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40"/>
  <p:tag name="KSO_WM_UNIT_ID" val="diagram20170340_2*l_h_i*1_3_1"/>
  <p:tag name="KSO_WM_UNIT_LAYERLEVEL" val="1_1_1"/>
  <p:tag name="KSO_WM_DIAGRAM_GROUP_CODE" val="l1-1"/>
  <p:tag name="KSO_WM_UNIT_HIGHLIGHT" val="0"/>
  <p:tag name="KSO_WM_UNIT_COMPATIBLE" val="0"/>
  <p:tag name="KSO_WM_UNIT_DIAGRAM_ISNUMVISUAL" val="0"/>
  <p:tag name="KSO_WM_UNIT_DIAGRAM_ISREFERUNIT" val="0"/>
  <p:tag name="KSO_WM_UNIT_DIAGRAM_MODELTYPE" val="numdgm"/>
  <p:tag name="KSO_WM_UNIT_TYPE" val="l_h_i"/>
  <p:tag name="KSO_WM_UNIT_INDEX" val="1_3_1"/>
  <p:tag name="KSO_WM_UNIT_TEXT_FILL_FORE_SCHEMECOLOR_INDEX" val="14"/>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ALREADY-CHECKED" val="TRUE"/>
</p:tagLst>
</file>

<file path=ppt/tags/tag75.xml><?xml version="1.0" encoding="utf-8"?>
<p:tagLst xmlns:a="http://schemas.openxmlformats.org/drawingml/2006/main" xmlns:r="http://schemas.openxmlformats.org/officeDocument/2006/relationships" xmlns:p="http://schemas.openxmlformats.org/presentationml/2006/main">
  <p:tag name="ALREADY-CHECKED" val="TRUE"/>
</p:tagLst>
</file>

<file path=ppt/tags/tag76.xml><?xml version="1.0" encoding="utf-8"?>
<p:tagLst xmlns:a="http://schemas.openxmlformats.org/drawingml/2006/main" xmlns:r="http://schemas.openxmlformats.org/officeDocument/2006/relationships" xmlns:p="http://schemas.openxmlformats.org/presentationml/2006/main">
  <p:tag name="ALREADY-CHECKED" val="TRUE"/>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简单模板220701V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{998EB59A-911F-41FC-94DF-1084F97B9FED}</Item>
  <Item xmlns="" name="ShapesMap_Charts">{"{998EB59A-911F-41FC-94DF-1084F97B9FED}":{"2134806260":{},"2147471201":{},"2147471202":{},"2147471204":{},"2147471205":{},"2147471207":{},"2147471208":{},"2147471209":{},"2147471256":{},"2147471264":{},"2147471265":{},"2147471266":{},"2147471272":{},"2147471273":{},"2147471277":{},"2147471278":{},"2147471279":{},"3252":{},"3491":{},"3559":{}}}</Item>
</BBSettings>
</file>

<file path=customXml/itemProps1.xml><?xml version="1.0" encoding="utf-8"?>
<ds:datastoreItem xmlns:ds="http://schemas.openxmlformats.org/officeDocument/2006/customXml" ds:itemID="{0BA1E1A8-29E0-472D-ACBB-86317648B101}">
  <ds:schemaRefs>
    <ds:schemaRef ds:uri="http://schemas.bloomberg.com/settings/1.0"/>
    <ds:schemaRef ds:uri=""/>
  </ds:schemaRefs>
</ds:datastoreItem>
</file>

<file path=docProps/app.xml><?xml version="1.0" encoding="utf-8"?>
<Properties xmlns="http://schemas.openxmlformats.org/officeDocument/2006/extended-properties" xmlns:vt="http://schemas.openxmlformats.org/officeDocument/2006/docPropsVTypes">
  <TotalTime>43299</TotalTime>
  <Words>2269</Words>
  <Application>Microsoft Office PowerPoint</Application>
  <PresentationFormat>Widescreen</PresentationFormat>
  <Paragraphs>231</Paragraphs>
  <Slides>20</Slides>
  <Notes>20</Notes>
  <HiddenSlides>0</HiddenSlides>
  <MMClips>0</MMClips>
  <ScaleCrop>false</ScaleCrop>
  <HeadingPairs>
    <vt:vector size="6" baseType="variant">
      <vt:variant>
        <vt:lpstr>Fonts Used</vt:lpstr>
      </vt:variant>
      <vt:variant>
        <vt:i4>16</vt:i4>
      </vt:variant>
      <vt:variant>
        <vt:lpstr>Theme</vt:lpstr>
      </vt:variant>
      <vt:variant>
        <vt:i4>3</vt:i4>
      </vt:variant>
      <vt:variant>
        <vt:lpstr>Slide Titles</vt:lpstr>
      </vt:variant>
      <vt:variant>
        <vt:i4>20</vt:i4>
      </vt:variant>
    </vt:vector>
  </HeadingPairs>
  <TitlesOfParts>
    <vt:vector size="39" baseType="lpstr">
      <vt:lpstr>等线</vt:lpstr>
      <vt:lpstr>等线</vt:lpstr>
      <vt:lpstr>等线 Light</vt:lpstr>
      <vt:lpstr>Microsoft YaHei</vt:lpstr>
      <vt:lpstr>Microsoft YaHei</vt:lpstr>
      <vt:lpstr>muli</vt:lpstr>
      <vt:lpstr>Roboto</vt:lpstr>
      <vt:lpstr>黑体</vt:lpstr>
      <vt:lpstr>黑体</vt:lpstr>
      <vt:lpstr>宋体</vt:lpstr>
      <vt:lpstr>宋体</vt:lpstr>
      <vt:lpstr>微软雅黑 Light</vt:lpstr>
      <vt:lpstr>Arial</vt:lpstr>
      <vt:lpstr>Calibri</vt:lpstr>
      <vt:lpstr>Times New Roman</vt:lpstr>
      <vt:lpstr>Wingdings</vt:lpstr>
      <vt:lpstr>自定义设计方案</vt:lpstr>
      <vt:lpstr>Office 主题​​</vt:lpstr>
      <vt:lpstr>简单模板220701V2</vt:lpstr>
      <vt:lpstr>PowerPoint Presentation</vt:lpstr>
      <vt:lpstr> Overview of Research丨研究概览</vt:lpstr>
      <vt:lpstr>Outline / 主要内容</vt:lpstr>
      <vt:lpstr>Background: of direct relevance to Aramco business</vt:lpstr>
      <vt:lpstr> Background: decarbonizing China’s iron &amp; steel industry</vt:lpstr>
      <vt:lpstr>PowerPoint Presentation</vt:lpstr>
      <vt:lpstr> Background: regional capacity layout imbalance and mismatch</vt:lpstr>
      <vt:lpstr> Research objectives丨研究问题</vt:lpstr>
      <vt:lpstr>Outline / 主要内容</vt:lpstr>
      <vt:lpstr> Research content丨研究内容</vt:lpstr>
      <vt:lpstr>Research highlight 1丨研究创新点一</vt:lpstr>
      <vt:lpstr>Research highlight 2丨研究创新点二</vt:lpstr>
      <vt:lpstr>Outline / 主要内容</vt:lpstr>
      <vt:lpstr>PowerPoint Presentation</vt:lpstr>
      <vt:lpstr> Scrap-EAF and H2-based DRI will dominate the production</vt:lpstr>
      <vt:lpstr>Capacity will gravitate towards regions fortified by clean energy</vt:lpstr>
      <vt:lpstr>Outline / 主要内容</vt:lpstr>
      <vt:lpstr>1. Global Iron &amp; Steel industry low-carbon transition </vt:lpstr>
      <vt:lpstr>2. Copper supply chain evolution towards carbon neutrality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 政</dc:creator>
  <cp:lastModifiedBy>JXW997</cp:lastModifiedBy>
  <cp:revision>2213</cp:revision>
  <dcterms:created xsi:type="dcterms:W3CDTF">2020-12-06T01:56:42Z</dcterms:created>
  <dcterms:modified xsi:type="dcterms:W3CDTF">2026-06-18T13:53:57Z</dcterms:modified>
</cp:coreProperties>
</file>